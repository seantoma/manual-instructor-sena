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Lst>
  <p:notesMasterIdLst>
    <p:notesMasterId r:id="rId22"/>
  </p:notesMasterIdLst>
  <p:sldIdLst>
    <p:sldId id="257" r:id="rId6"/>
    <p:sldId id="365" r:id="rId7"/>
    <p:sldId id="367" r:id="rId8"/>
    <p:sldId id="373" r:id="rId9"/>
    <p:sldId id="376" r:id="rId10"/>
    <p:sldId id="377" r:id="rId11"/>
    <p:sldId id="372" r:id="rId12"/>
    <p:sldId id="379" r:id="rId13"/>
    <p:sldId id="371" r:id="rId14"/>
    <p:sldId id="380" r:id="rId15"/>
    <p:sldId id="270" r:id="rId16"/>
    <p:sldId id="369" r:id="rId17"/>
    <p:sldId id="383" r:id="rId18"/>
    <p:sldId id="382" r:id="rId19"/>
    <p:sldId id="381" r:id="rId20"/>
    <p:sldId id="262" r:id="rId21"/>
  </p:sldIdLst>
  <p:sldSz cx="24384000" cy="1574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1pPr>
    <a:lvl2pPr marL="0" marR="0" indent="22860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2pPr>
    <a:lvl3pPr marL="0" marR="0" indent="45720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3pPr>
    <a:lvl4pPr marL="0" marR="0" indent="68580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4pPr>
    <a:lvl5pPr marL="0" marR="0" indent="91440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5pPr>
    <a:lvl6pPr marL="0" marR="0" indent="114300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6pPr>
    <a:lvl7pPr marL="0" marR="0" indent="137160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7pPr>
    <a:lvl8pPr marL="0" marR="0" indent="160020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8pPr>
    <a:lvl9pPr marL="0" marR="0" indent="182880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4960">
          <p15:clr>
            <a:srgbClr val="A4A3A4"/>
          </p15:clr>
        </p15:guide>
        <p15:guide id="2" pos="7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030"/>
    <a:srgbClr val="FF6D00"/>
    <a:srgbClr val="FF5300"/>
    <a:srgbClr val="E5F5FF"/>
    <a:srgbClr val="F8DCEB"/>
    <a:srgbClr val="FFB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firstRow>
  </a:tblStyle>
  <a:tblStyle styleId="{C7B018BB-80A7-4F77-B60F-C8B233D01FF8}" styleName="">
    <a:tblBg/>
    <a:wholeTbl>
      <a:tcTxStyle b="off" i="off">
        <a:font>
          <a:latin typeface="Helvetica Neue"/>
          <a:ea typeface="Helvetica Neue"/>
          <a:cs typeface="Helvetica Neue"/>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84E00"/>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firstRow>
  </a:tblStyle>
  <a:tblStyle styleId="{EEE7283C-3CF3-47DC-8721-378D4A62B228}" styleName="">
    <a:tblBg/>
    <a:wholeTbl>
      <a:tcTxStyle b="off" i="off">
        <a:font>
          <a:latin typeface="Helvetica Neue"/>
          <a:ea typeface="Helvetica Neue"/>
          <a:cs typeface="Helvetica Neue"/>
        </a:font>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firstRow>
  </a:tblStyle>
  <a:tblStyle styleId="{CF821DB8-F4EB-4A41-A1BA-3FCAFE7338EE}"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19728"/>
              <a:satOff val="5580"/>
              <a:lumOff val="-12961"/>
            </a:schemeClr>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firstRow>
  </a:tblStyle>
  <a:tblStyle styleId="{33BA23B1-9221-436E-865A-0063620EA4FD}" styleName="">
    <a:tblBg/>
    <a:wholeTbl>
      <a:tcTxStyle b="off" i="off">
        <a:font>
          <a:latin typeface="Helvetica Neue"/>
          <a:ea typeface="Helvetica Neue"/>
          <a:cs typeface="Helvetica Neue"/>
        </a:font>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98089"/>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firstRow>
  </a:tblStyle>
  <a:tblStyle styleId="{2708684C-4D16-4618-839F-0558EEFCDFE6}" styleName="">
    <a:tblBg/>
    <a:wholeTbl>
      <a:tcTxStyle b="off" i="off">
        <a:font>
          <a:latin typeface="Helvetica Neue"/>
          <a:ea typeface="Helvetica Neue"/>
          <a:cs typeface="Helvetica Neue"/>
        </a:font>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ff"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0" autoAdjust="0"/>
    <p:restoredTop sz="0" autoAdjust="0"/>
  </p:normalViewPr>
  <p:slideViewPr>
    <p:cSldViewPr snapToGrid="0" snapToObjects="1">
      <p:cViewPr varScale="1">
        <p:scale>
          <a:sx n="30" d="100"/>
          <a:sy n="30" d="100"/>
        </p:scale>
        <p:origin x="1392" y="90"/>
      </p:cViewPr>
      <p:guideLst>
        <p:guide orient="horz" pos="4960"/>
        <p:guide pos="7680"/>
      </p:guideLst>
    </p:cSldViewPr>
  </p:slideViewPr>
  <p:notesTextViewPr>
    <p:cViewPr>
      <p:scale>
        <a:sx n="1" d="1"/>
        <a:sy n="1" d="1"/>
      </p:scale>
      <p:origin x="0" y="0"/>
    </p:cViewPr>
  </p:notesTextViewPr>
  <p:sorterViewPr>
    <p:cViewPr>
      <p:scale>
        <a:sx n="100" d="100"/>
        <a:sy n="100" d="100"/>
      </p:scale>
      <p:origin x="0" y="-44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guizamon Espinel Javier" userId="S::lejavier@sena.edu.co::3b56fa84-eebe-48ed-8d28-2c4139eb0572" providerId="AD" clId="Web-{A04312AB-A6B2-1285-6984-18591654BD84}"/>
    <pc:docChg chg="mod">
      <pc:chgData name="Leguizamon Espinel Javier" userId="S::lejavier@sena.edu.co::3b56fa84-eebe-48ed-8d28-2c4139eb0572" providerId="AD" clId="Web-{A04312AB-A6B2-1285-6984-18591654BD84}" dt="2022-07-18T21:40:29.736"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243642767"/>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0"/>
        <p:cNvGrpSpPr/>
        <p:nvPr/>
      </p:nvGrpSpPr>
      <p:grpSpPr>
        <a:xfrm>
          <a:off x="0" y="0"/>
          <a:ext cx="0" cy="0"/>
          <a:chOff x="0" y="0"/>
          <a:chExt cx="0" cy="0"/>
        </a:xfrm>
      </p:grpSpPr>
      <p:sp>
        <p:nvSpPr>
          <p:cNvPr id="2751" name="Google Shape;2751;gdf65707108_0_1237:notes"/>
          <p:cNvSpPr>
            <a:spLocks noGrp="1" noRot="1" noChangeAspect="1"/>
          </p:cNvSpPr>
          <p:nvPr>
            <p:ph type="sldImg" idx="2"/>
          </p:nvPr>
        </p:nvSpPr>
        <p:spPr>
          <a:xfrm>
            <a:off x="774700" y="685800"/>
            <a:ext cx="5308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2" name="Google Shape;2752;gdf65707108_0_1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spTree>
      <p:nvGrpSpPr>
        <p:cNvPr id="1" name=""/>
        <p:cNvGrpSpPr/>
        <p:nvPr/>
      </p:nvGrpSpPr>
      <p:grpSpPr>
        <a:xfrm>
          <a:off x="0" y="0"/>
          <a:ext cx="0" cy="0"/>
          <a:chOff x="0" y="0"/>
          <a:chExt cx="0" cy="0"/>
        </a:xfrm>
      </p:grpSpPr>
      <p:sp>
        <p:nvSpPr>
          <p:cNvPr id="11" name="Texto del título"/>
          <p:cNvSpPr txBox="1">
            <a:spLocks noGrp="1"/>
          </p:cNvSpPr>
          <p:nvPr>
            <p:ph type="title"/>
          </p:nvPr>
        </p:nvSpPr>
        <p:spPr>
          <a:xfrm>
            <a:off x="4833937" y="3319859"/>
            <a:ext cx="14716126" cy="4643438"/>
          </a:xfrm>
          <a:prstGeom prst="rect">
            <a:avLst/>
          </a:prstGeom>
        </p:spPr>
        <p:txBody>
          <a:bodyPr anchor="b"/>
          <a:lstStyle/>
          <a:p>
            <a:r>
              <a:t>Texto del título</a:t>
            </a:r>
          </a:p>
        </p:txBody>
      </p:sp>
      <p:sp>
        <p:nvSpPr>
          <p:cNvPr id="12" name="Nivel de texto 1…"/>
          <p:cNvSpPr txBox="1">
            <a:spLocks noGrp="1"/>
          </p:cNvSpPr>
          <p:nvPr>
            <p:ph type="body" sz="quarter" idx="1"/>
          </p:nvPr>
        </p:nvSpPr>
        <p:spPr>
          <a:xfrm>
            <a:off x="4833937" y="8088312"/>
            <a:ext cx="14716126" cy="1589485"/>
          </a:xfrm>
          <a:prstGeom prst="rect">
            <a:avLst/>
          </a:prstGeom>
        </p:spPr>
        <p:txBody>
          <a:bodyPr anchor="t"/>
          <a:lstStyle>
            <a:lvl1pPr marL="0" indent="0" algn="ctr">
              <a:spcBef>
                <a:spcPts val="0"/>
              </a:spcBef>
              <a:buSzTx/>
              <a:buNone/>
              <a:defRPr sz="5800"/>
            </a:lvl1pPr>
            <a:lvl2pPr marL="0" indent="0" algn="ctr">
              <a:spcBef>
                <a:spcPts val="0"/>
              </a:spcBef>
              <a:buSzTx/>
              <a:buNone/>
              <a:defRPr sz="5800"/>
            </a:lvl2pPr>
            <a:lvl3pPr marL="0" indent="0" algn="ctr">
              <a:spcBef>
                <a:spcPts val="0"/>
              </a:spcBef>
              <a:buSzTx/>
              <a:buNone/>
              <a:defRPr sz="5800"/>
            </a:lvl3pPr>
            <a:lvl4pPr marL="0" indent="0" algn="ctr">
              <a:spcBef>
                <a:spcPts val="0"/>
              </a:spcBef>
              <a:buSzTx/>
              <a:buNone/>
              <a:defRPr sz="5800"/>
            </a:lvl4pPr>
            <a:lvl5pPr marL="0" indent="0" algn="ctr">
              <a:spcBef>
                <a:spcPts val="0"/>
              </a:spcBef>
              <a:buSzTx/>
              <a:buNone/>
              <a:defRPr sz="5800"/>
            </a:lvl5pPr>
          </a:lstStyle>
          <a:p>
            <a:r>
              <a:t>Nivel de texto 1</a:t>
            </a:r>
          </a:p>
          <a:p>
            <a:pPr lvl="1"/>
            <a:r>
              <a:t>Nivel de texto 2</a:t>
            </a:r>
          </a:p>
          <a:p>
            <a:pPr lvl="2"/>
            <a:r>
              <a:t>Nivel de texto 3</a:t>
            </a:r>
          </a:p>
          <a:p>
            <a:pPr lvl="3"/>
            <a:r>
              <a:t>Nivel de texto 4</a:t>
            </a:r>
          </a:p>
          <a:p>
            <a:pPr lvl="4"/>
            <a:r>
              <a:t>Nivel de texto 5</a:t>
            </a:r>
          </a:p>
        </p:txBody>
      </p:sp>
      <p:sp>
        <p:nvSpPr>
          <p:cNvPr id="1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horizontal)">
    <p:spTree>
      <p:nvGrpSpPr>
        <p:cNvPr id="1" name=""/>
        <p:cNvGrpSpPr/>
        <p:nvPr/>
      </p:nvGrpSpPr>
      <p:grpSpPr>
        <a:xfrm>
          <a:off x="0" y="0"/>
          <a:ext cx="0" cy="0"/>
          <a:chOff x="0" y="0"/>
          <a:chExt cx="0" cy="0"/>
        </a:xfrm>
      </p:grpSpPr>
      <p:sp>
        <p:nvSpPr>
          <p:cNvPr id="20" name="Imagen"/>
          <p:cNvSpPr>
            <a:spLocks noGrp="1"/>
          </p:cNvSpPr>
          <p:nvPr>
            <p:ph type="pic" sz="half" idx="13"/>
          </p:nvPr>
        </p:nvSpPr>
        <p:spPr>
          <a:xfrm>
            <a:off x="5325070" y="1962546"/>
            <a:ext cx="13722210" cy="8304611"/>
          </a:xfrm>
          <a:prstGeom prst="rect">
            <a:avLst/>
          </a:prstGeom>
        </p:spPr>
        <p:txBody>
          <a:bodyPr lIns="91439" tIns="45719" rIns="91439" bIns="45719" anchor="t">
            <a:noAutofit/>
          </a:bodyPr>
          <a:lstStyle/>
          <a:p>
            <a:endParaRPr/>
          </a:p>
        </p:txBody>
      </p:sp>
      <p:sp>
        <p:nvSpPr>
          <p:cNvPr id="21" name="Texto del título"/>
          <p:cNvSpPr txBox="1">
            <a:spLocks noGrp="1"/>
          </p:cNvSpPr>
          <p:nvPr>
            <p:ph type="title"/>
          </p:nvPr>
        </p:nvSpPr>
        <p:spPr>
          <a:xfrm>
            <a:off x="4833937" y="10463609"/>
            <a:ext cx="14716126" cy="2000251"/>
          </a:xfrm>
          <a:prstGeom prst="rect">
            <a:avLst/>
          </a:prstGeom>
        </p:spPr>
        <p:txBody>
          <a:bodyPr/>
          <a:lstStyle/>
          <a:p>
            <a:r>
              <a:t>Texto del título</a:t>
            </a:r>
          </a:p>
        </p:txBody>
      </p:sp>
      <p:sp>
        <p:nvSpPr>
          <p:cNvPr id="22" name="Nivel de texto 1…"/>
          <p:cNvSpPr txBox="1">
            <a:spLocks noGrp="1"/>
          </p:cNvSpPr>
          <p:nvPr>
            <p:ph type="body" sz="quarter" idx="1"/>
          </p:nvPr>
        </p:nvSpPr>
        <p:spPr>
          <a:xfrm>
            <a:off x="4833937" y="12481718"/>
            <a:ext cx="14716126" cy="1589486"/>
          </a:xfrm>
          <a:prstGeom prst="rect">
            <a:avLst/>
          </a:prstGeom>
        </p:spPr>
        <p:txBody>
          <a:bodyPr anchor="t"/>
          <a:lstStyle>
            <a:lvl1pPr marL="0" indent="0" algn="ctr">
              <a:spcBef>
                <a:spcPts val="0"/>
              </a:spcBef>
              <a:buSzTx/>
              <a:buNone/>
              <a:defRPr sz="5800"/>
            </a:lvl1pPr>
            <a:lvl2pPr marL="0" indent="0" algn="ctr">
              <a:spcBef>
                <a:spcPts val="0"/>
              </a:spcBef>
              <a:buSzTx/>
              <a:buNone/>
              <a:defRPr sz="5800"/>
            </a:lvl2pPr>
            <a:lvl3pPr marL="0" indent="0" algn="ctr">
              <a:spcBef>
                <a:spcPts val="0"/>
              </a:spcBef>
              <a:buSzTx/>
              <a:buNone/>
              <a:defRPr sz="5800"/>
            </a:lvl3pPr>
            <a:lvl4pPr marL="0" indent="0" algn="ctr">
              <a:spcBef>
                <a:spcPts val="0"/>
              </a:spcBef>
              <a:buSzTx/>
              <a:buNone/>
              <a:defRPr sz="5800"/>
            </a:lvl4pPr>
            <a:lvl5pPr marL="0" indent="0" algn="ctr">
              <a:spcBef>
                <a:spcPts val="0"/>
              </a:spcBef>
              <a:buSzTx/>
              <a:buNone/>
              <a:defRPr sz="5800"/>
            </a:lvl5pPr>
          </a:lstStyle>
          <a:p>
            <a:r>
              <a:t>Nivel de texto 1</a:t>
            </a:r>
          </a:p>
          <a:p>
            <a:pPr lvl="1"/>
            <a:r>
              <a:t>Nivel de texto 2</a:t>
            </a:r>
          </a:p>
          <a:p>
            <a:pPr lvl="2"/>
            <a:r>
              <a:t>Nivel de texto 3</a:t>
            </a:r>
          </a:p>
          <a:p>
            <a:pPr lvl="3"/>
            <a:r>
              <a:t>Nivel de texto 4</a:t>
            </a:r>
          </a:p>
          <a:p>
            <a:pPr lvl="4"/>
            <a:r>
              <a:t>Nivel de texto 5</a:t>
            </a:r>
          </a:p>
        </p:txBody>
      </p:sp>
      <p:sp>
        <p:nvSpPr>
          <p:cNvPr id="2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centro)">
    <p:spTree>
      <p:nvGrpSpPr>
        <p:cNvPr id="1" name=""/>
        <p:cNvGrpSpPr/>
        <p:nvPr/>
      </p:nvGrpSpPr>
      <p:grpSpPr>
        <a:xfrm>
          <a:off x="0" y="0"/>
          <a:ext cx="0" cy="0"/>
          <a:chOff x="0" y="0"/>
          <a:chExt cx="0" cy="0"/>
        </a:xfrm>
      </p:grpSpPr>
      <p:sp>
        <p:nvSpPr>
          <p:cNvPr id="30" name="Texto del título"/>
          <p:cNvSpPr txBox="1">
            <a:spLocks noGrp="1"/>
          </p:cNvSpPr>
          <p:nvPr>
            <p:ph type="title"/>
          </p:nvPr>
        </p:nvSpPr>
        <p:spPr>
          <a:xfrm>
            <a:off x="4833937" y="5552281"/>
            <a:ext cx="14716126" cy="4643438"/>
          </a:xfrm>
          <a:prstGeom prst="rect">
            <a:avLst/>
          </a:prstGeom>
        </p:spPr>
        <p:txBody>
          <a:bodyPr/>
          <a:lstStyle/>
          <a:p>
            <a:r>
              <a:t>Texto del título</a:t>
            </a:r>
          </a:p>
        </p:txBody>
      </p:sp>
      <p:sp>
        <p:nvSpPr>
          <p:cNvPr id="3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Foto (vertical)">
    <p:spTree>
      <p:nvGrpSpPr>
        <p:cNvPr id="1" name=""/>
        <p:cNvGrpSpPr/>
        <p:nvPr/>
      </p:nvGrpSpPr>
      <p:grpSpPr>
        <a:xfrm>
          <a:off x="0" y="0"/>
          <a:ext cx="0" cy="0"/>
          <a:chOff x="0" y="0"/>
          <a:chExt cx="0" cy="0"/>
        </a:xfrm>
      </p:grpSpPr>
      <p:sp>
        <p:nvSpPr>
          <p:cNvPr id="38" name="Imagen"/>
          <p:cNvSpPr>
            <a:spLocks noGrp="1"/>
          </p:cNvSpPr>
          <p:nvPr>
            <p:ph type="pic" sz="half" idx="13"/>
          </p:nvPr>
        </p:nvSpPr>
        <p:spPr>
          <a:xfrm>
            <a:off x="12495609" y="1914481"/>
            <a:ext cx="7500939" cy="11555016"/>
          </a:xfrm>
          <a:prstGeom prst="rect">
            <a:avLst/>
          </a:prstGeom>
        </p:spPr>
        <p:txBody>
          <a:bodyPr lIns="91439" tIns="45719" rIns="91439" bIns="45719" anchor="t">
            <a:noAutofit/>
          </a:bodyPr>
          <a:lstStyle/>
          <a:p>
            <a:endParaRPr/>
          </a:p>
        </p:txBody>
      </p:sp>
      <p:sp>
        <p:nvSpPr>
          <p:cNvPr id="39" name="Texto del título"/>
          <p:cNvSpPr txBox="1">
            <a:spLocks noGrp="1"/>
          </p:cNvSpPr>
          <p:nvPr>
            <p:ph type="title"/>
          </p:nvPr>
        </p:nvSpPr>
        <p:spPr>
          <a:xfrm>
            <a:off x="4387453" y="1908968"/>
            <a:ext cx="7500938" cy="5607845"/>
          </a:xfrm>
          <a:prstGeom prst="rect">
            <a:avLst/>
          </a:prstGeom>
        </p:spPr>
        <p:txBody>
          <a:bodyPr anchor="b"/>
          <a:lstStyle>
            <a:lvl1pPr>
              <a:defRPr sz="9600"/>
            </a:lvl1pPr>
          </a:lstStyle>
          <a:p>
            <a:r>
              <a:t>Texto del título</a:t>
            </a:r>
          </a:p>
        </p:txBody>
      </p:sp>
      <p:sp>
        <p:nvSpPr>
          <p:cNvPr id="40" name="Nivel de texto 1…"/>
          <p:cNvSpPr txBox="1">
            <a:spLocks noGrp="1"/>
          </p:cNvSpPr>
          <p:nvPr>
            <p:ph type="body" sz="quarter" idx="1"/>
          </p:nvPr>
        </p:nvSpPr>
        <p:spPr>
          <a:xfrm>
            <a:off x="4387453" y="7659687"/>
            <a:ext cx="7500938" cy="5786438"/>
          </a:xfrm>
          <a:prstGeom prst="rect">
            <a:avLst/>
          </a:prstGeom>
        </p:spPr>
        <p:txBody>
          <a:bodyPr anchor="t"/>
          <a:lstStyle>
            <a:lvl1pPr marL="0" indent="0" algn="ctr">
              <a:spcBef>
                <a:spcPts val="0"/>
              </a:spcBef>
              <a:buSzTx/>
              <a:buNone/>
              <a:defRPr sz="5800"/>
            </a:lvl1pPr>
            <a:lvl2pPr marL="0" indent="0" algn="ctr">
              <a:spcBef>
                <a:spcPts val="0"/>
              </a:spcBef>
              <a:buSzTx/>
              <a:buNone/>
              <a:defRPr sz="5800"/>
            </a:lvl2pPr>
            <a:lvl3pPr marL="0" indent="0" algn="ctr">
              <a:spcBef>
                <a:spcPts val="0"/>
              </a:spcBef>
              <a:buSzTx/>
              <a:buNone/>
              <a:defRPr sz="5800"/>
            </a:lvl3pPr>
            <a:lvl4pPr marL="0" indent="0" algn="ctr">
              <a:spcBef>
                <a:spcPts val="0"/>
              </a:spcBef>
              <a:buSzTx/>
              <a:buNone/>
              <a:defRPr sz="5800"/>
            </a:lvl4pPr>
            <a:lvl5pPr marL="0" indent="0" algn="ctr">
              <a:spcBef>
                <a:spcPts val="0"/>
              </a:spcBef>
              <a:buSzTx/>
              <a:buNone/>
              <a:defRPr sz="5800"/>
            </a:lvl5pPr>
          </a:lstStyle>
          <a:p>
            <a:r>
              <a:t>Nivel de texto 1</a:t>
            </a:r>
          </a:p>
          <a:p>
            <a:pPr lvl="1"/>
            <a:r>
              <a:t>Nivel de texto 2</a:t>
            </a:r>
          </a:p>
          <a:p>
            <a:pPr lvl="2"/>
            <a:r>
              <a:t>Nivel de texto 3</a:t>
            </a:r>
          </a:p>
          <a:p>
            <a:pPr lvl="3"/>
            <a:r>
              <a:t>Nivel de texto 4</a:t>
            </a:r>
          </a:p>
          <a:p>
            <a:pPr lvl="4"/>
            <a:r>
              <a:t>Nivel de texto 5</a:t>
            </a:r>
          </a:p>
        </p:txBody>
      </p:sp>
      <p:sp>
        <p:nvSpPr>
          <p:cNvPr id="4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48" name="Texto del título"/>
          <p:cNvSpPr txBox="1">
            <a:spLocks noGrp="1"/>
          </p:cNvSpPr>
          <p:nvPr>
            <p:ph type="title"/>
          </p:nvPr>
        </p:nvSpPr>
        <p:spPr>
          <a:prstGeom prst="rect">
            <a:avLst/>
          </a:prstGeom>
        </p:spPr>
        <p:txBody>
          <a:bodyPr/>
          <a:lstStyle/>
          <a:p>
            <a:r>
              <a:t>Texto del título</a:t>
            </a:r>
          </a:p>
        </p:txBody>
      </p:sp>
      <p:sp>
        <p:nvSpPr>
          <p:cNvPr id="49"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y viñetas">
    <p:spTree>
      <p:nvGrpSpPr>
        <p:cNvPr id="1" name=""/>
        <p:cNvGrpSpPr/>
        <p:nvPr/>
      </p:nvGrpSpPr>
      <p:grpSpPr>
        <a:xfrm>
          <a:off x="0" y="0"/>
          <a:ext cx="0" cy="0"/>
          <a:chOff x="0" y="0"/>
          <a:chExt cx="0" cy="0"/>
        </a:xfrm>
      </p:grpSpPr>
      <p:sp>
        <p:nvSpPr>
          <p:cNvPr id="56" name="Texto del título"/>
          <p:cNvSpPr txBox="1">
            <a:spLocks noGrp="1"/>
          </p:cNvSpPr>
          <p:nvPr>
            <p:ph type="title"/>
          </p:nvPr>
        </p:nvSpPr>
        <p:spPr>
          <a:prstGeom prst="rect">
            <a:avLst/>
          </a:prstGeom>
        </p:spPr>
        <p:txBody>
          <a:bodyPr/>
          <a:lstStyle/>
          <a:p>
            <a:r>
              <a:t>Texto del título</a:t>
            </a:r>
          </a:p>
        </p:txBody>
      </p:sp>
      <p:sp>
        <p:nvSpPr>
          <p:cNvPr id="57" name="Nivel de texto 1…"/>
          <p:cNvSpPr txBox="1">
            <a:spLocks noGrp="1"/>
          </p:cNvSpPr>
          <p:nvPr>
            <p:ph type="body" sz="half" idx="1"/>
          </p:nvPr>
        </p:nvSpPr>
        <p:spPr>
          <a:xfrm>
            <a:off x="4387453" y="4659312"/>
            <a:ext cx="15609094" cy="8840392"/>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5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viñetas y foto">
    <p:spTree>
      <p:nvGrpSpPr>
        <p:cNvPr id="1" name=""/>
        <p:cNvGrpSpPr/>
        <p:nvPr/>
      </p:nvGrpSpPr>
      <p:grpSpPr>
        <a:xfrm>
          <a:off x="0" y="0"/>
          <a:ext cx="0" cy="0"/>
          <a:chOff x="0" y="0"/>
          <a:chExt cx="0" cy="0"/>
        </a:xfrm>
      </p:grpSpPr>
      <p:sp>
        <p:nvSpPr>
          <p:cNvPr id="65" name="Imagen"/>
          <p:cNvSpPr>
            <a:spLocks noGrp="1"/>
          </p:cNvSpPr>
          <p:nvPr>
            <p:ph type="pic" sz="quarter" idx="13"/>
          </p:nvPr>
        </p:nvSpPr>
        <p:spPr>
          <a:xfrm>
            <a:off x="12495609" y="4659312"/>
            <a:ext cx="7500938" cy="8840392"/>
          </a:xfrm>
          <a:prstGeom prst="rect">
            <a:avLst/>
          </a:prstGeom>
        </p:spPr>
        <p:txBody>
          <a:bodyPr lIns="91439" tIns="45719" rIns="91439" bIns="45719" anchor="t">
            <a:noAutofit/>
          </a:bodyPr>
          <a:lstStyle/>
          <a:p>
            <a:endParaRPr/>
          </a:p>
        </p:txBody>
      </p:sp>
      <p:sp>
        <p:nvSpPr>
          <p:cNvPr id="66" name="Texto del título"/>
          <p:cNvSpPr txBox="1">
            <a:spLocks noGrp="1"/>
          </p:cNvSpPr>
          <p:nvPr>
            <p:ph type="title"/>
          </p:nvPr>
        </p:nvSpPr>
        <p:spPr>
          <a:prstGeom prst="rect">
            <a:avLst/>
          </a:prstGeom>
        </p:spPr>
        <p:txBody>
          <a:bodyPr/>
          <a:lstStyle/>
          <a:p>
            <a:r>
              <a:t>Texto del título</a:t>
            </a:r>
          </a:p>
        </p:txBody>
      </p:sp>
      <p:sp>
        <p:nvSpPr>
          <p:cNvPr id="67" name="Nivel de texto 1…"/>
          <p:cNvSpPr txBox="1">
            <a:spLocks noGrp="1"/>
          </p:cNvSpPr>
          <p:nvPr>
            <p:ph type="body" sz="quarter" idx="1"/>
          </p:nvPr>
        </p:nvSpPr>
        <p:spPr>
          <a:xfrm>
            <a:off x="4387453" y="4659312"/>
            <a:ext cx="7500938" cy="8840392"/>
          </a:xfrm>
          <a:prstGeom prst="rect">
            <a:avLst/>
          </a:prstGeom>
        </p:spPr>
        <p:txBody>
          <a:bodyPr/>
          <a:lstStyle>
            <a:lvl1pPr marL="514350" indent="-514350">
              <a:spcBef>
                <a:spcPts val="5100"/>
              </a:spcBef>
              <a:defRPr sz="4200"/>
            </a:lvl1pPr>
            <a:lvl2pPr marL="857250" indent="-514350">
              <a:spcBef>
                <a:spcPts val="5100"/>
              </a:spcBef>
              <a:defRPr sz="4200"/>
            </a:lvl2pPr>
            <a:lvl3pPr marL="1200150" indent="-514350">
              <a:spcBef>
                <a:spcPts val="5100"/>
              </a:spcBef>
              <a:defRPr sz="4200"/>
            </a:lvl3pPr>
            <a:lvl4pPr marL="1543050" indent="-514350">
              <a:spcBef>
                <a:spcPts val="5100"/>
              </a:spcBef>
              <a:defRPr sz="4200"/>
            </a:lvl4pPr>
            <a:lvl5pPr marL="1885950" indent="-514350">
              <a:spcBef>
                <a:spcPts val="5100"/>
              </a:spcBef>
              <a:defRPr sz="4200"/>
            </a:lvl5pPr>
          </a:lstStyle>
          <a:p>
            <a:r>
              <a:t>Nivel de texto 1</a:t>
            </a:r>
          </a:p>
          <a:p>
            <a:pPr lvl="1"/>
            <a:r>
              <a:t>Nivel de texto 2</a:t>
            </a:r>
          </a:p>
          <a:p>
            <a:pPr lvl="2"/>
            <a:r>
              <a:t>Nivel de texto 3</a:t>
            </a:r>
          </a:p>
          <a:p>
            <a:pPr lvl="3"/>
            <a:r>
              <a:t>Nivel de texto 4</a:t>
            </a:r>
          </a:p>
          <a:p>
            <a:pPr lvl="4"/>
            <a:r>
              <a:t>Nivel de texto 5</a:t>
            </a:r>
          </a:p>
        </p:txBody>
      </p:sp>
      <p:sp>
        <p:nvSpPr>
          <p:cNvPr id="6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Viñetas">
    <p:spTree>
      <p:nvGrpSpPr>
        <p:cNvPr id="1" name=""/>
        <p:cNvGrpSpPr/>
        <p:nvPr/>
      </p:nvGrpSpPr>
      <p:grpSpPr>
        <a:xfrm>
          <a:off x="0" y="0"/>
          <a:ext cx="0" cy="0"/>
          <a:chOff x="0" y="0"/>
          <a:chExt cx="0" cy="0"/>
        </a:xfrm>
      </p:grpSpPr>
      <p:sp>
        <p:nvSpPr>
          <p:cNvPr id="75" name="Nivel de texto 1…"/>
          <p:cNvSpPr txBox="1">
            <a:spLocks noGrp="1"/>
          </p:cNvSpPr>
          <p:nvPr>
            <p:ph type="body"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7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3 fotos">
    <p:spTree>
      <p:nvGrpSpPr>
        <p:cNvPr id="1" name=""/>
        <p:cNvGrpSpPr/>
        <p:nvPr/>
      </p:nvGrpSpPr>
      <p:grpSpPr>
        <a:xfrm>
          <a:off x="0" y="0"/>
          <a:ext cx="0" cy="0"/>
          <a:chOff x="0" y="0"/>
          <a:chExt cx="0" cy="0"/>
        </a:xfrm>
      </p:grpSpPr>
      <p:sp>
        <p:nvSpPr>
          <p:cNvPr id="83" name="Imagen"/>
          <p:cNvSpPr>
            <a:spLocks noGrp="1"/>
          </p:cNvSpPr>
          <p:nvPr>
            <p:ph type="pic" sz="quarter" idx="13"/>
          </p:nvPr>
        </p:nvSpPr>
        <p:spPr>
          <a:xfrm>
            <a:off x="12513468" y="7999015"/>
            <a:ext cx="7500939" cy="5482829"/>
          </a:xfrm>
          <a:prstGeom prst="rect">
            <a:avLst/>
          </a:prstGeom>
        </p:spPr>
        <p:txBody>
          <a:bodyPr lIns="91439" tIns="45719" rIns="91439" bIns="45719" anchor="t">
            <a:noAutofit/>
          </a:bodyPr>
          <a:lstStyle/>
          <a:p>
            <a:endParaRPr/>
          </a:p>
        </p:txBody>
      </p:sp>
      <p:sp>
        <p:nvSpPr>
          <p:cNvPr id="84" name="Imagen"/>
          <p:cNvSpPr>
            <a:spLocks noGrp="1"/>
          </p:cNvSpPr>
          <p:nvPr>
            <p:ph type="pic" sz="quarter" idx="14"/>
          </p:nvPr>
        </p:nvSpPr>
        <p:spPr>
          <a:xfrm>
            <a:off x="12513468" y="1908968"/>
            <a:ext cx="7500939" cy="5482829"/>
          </a:xfrm>
          <a:prstGeom prst="rect">
            <a:avLst/>
          </a:prstGeom>
        </p:spPr>
        <p:txBody>
          <a:bodyPr lIns="91439" tIns="45719" rIns="91439" bIns="45719" anchor="t">
            <a:noAutofit/>
          </a:bodyPr>
          <a:lstStyle/>
          <a:p>
            <a:endParaRPr/>
          </a:p>
        </p:txBody>
      </p:sp>
      <p:sp>
        <p:nvSpPr>
          <p:cNvPr id="85" name="Imagen"/>
          <p:cNvSpPr>
            <a:spLocks noGrp="1"/>
          </p:cNvSpPr>
          <p:nvPr>
            <p:ph type="pic" sz="half" idx="15"/>
          </p:nvPr>
        </p:nvSpPr>
        <p:spPr>
          <a:xfrm>
            <a:off x="4387453" y="1908968"/>
            <a:ext cx="7500938" cy="11572876"/>
          </a:xfrm>
          <a:prstGeom prst="rect">
            <a:avLst/>
          </a:prstGeom>
        </p:spPr>
        <p:txBody>
          <a:bodyPr lIns="91439" tIns="45719" rIns="91439" bIns="45719" anchor="t">
            <a:noAutofit/>
          </a:bodyPr>
          <a:lstStyle/>
          <a:p>
            <a:endParaRPr/>
          </a:p>
        </p:txBody>
      </p:sp>
      <p:sp>
        <p:nvSpPr>
          <p:cNvPr id="8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Cita">
    <p:spTree>
      <p:nvGrpSpPr>
        <p:cNvPr id="1" name=""/>
        <p:cNvGrpSpPr/>
        <p:nvPr/>
      </p:nvGrpSpPr>
      <p:grpSpPr>
        <a:xfrm>
          <a:off x="0" y="0"/>
          <a:ext cx="0" cy="0"/>
          <a:chOff x="0" y="0"/>
          <a:chExt cx="0" cy="0"/>
        </a:xfrm>
      </p:grpSpPr>
      <p:sp>
        <p:nvSpPr>
          <p:cNvPr id="93" name="– Juan Pérez"/>
          <p:cNvSpPr txBox="1">
            <a:spLocks noGrp="1"/>
          </p:cNvSpPr>
          <p:nvPr>
            <p:ph type="body" sz="quarter" idx="13"/>
          </p:nvPr>
        </p:nvSpPr>
        <p:spPr>
          <a:xfrm>
            <a:off x="4833937" y="9963546"/>
            <a:ext cx="14716126" cy="676175"/>
          </a:xfrm>
          <a:prstGeom prst="rect">
            <a:avLst/>
          </a:prstGeom>
        </p:spPr>
        <p:txBody>
          <a:bodyPr anchor="t">
            <a:spAutoFit/>
          </a:bodyPr>
          <a:lstStyle>
            <a:lvl1pPr marL="0" indent="0" algn="ctr">
              <a:spcBef>
                <a:spcPts val="0"/>
              </a:spcBef>
              <a:buSzTx/>
              <a:buNone/>
              <a:defRPr sz="3600" i="1"/>
            </a:lvl1pPr>
          </a:lstStyle>
          <a:p>
            <a:r>
              <a:t>– Juan Pérez</a:t>
            </a:r>
          </a:p>
        </p:txBody>
      </p:sp>
      <p:sp>
        <p:nvSpPr>
          <p:cNvPr id="94" name="“Escribe una cita aquí”"/>
          <p:cNvSpPr txBox="1">
            <a:spLocks noGrp="1"/>
          </p:cNvSpPr>
          <p:nvPr>
            <p:ph type="body" sz="quarter" idx="14"/>
          </p:nvPr>
        </p:nvSpPr>
        <p:spPr>
          <a:xfrm>
            <a:off x="4833937" y="7035456"/>
            <a:ext cx="14716126" cy="936520"/>
          </a:xfrm>
          <a:prstGeom prst="rect">
            <a:avLst/>
          </a:prstGeom>
        </p:spPr>
        <p:txBody>
          <a:bodyPr>
            <a:spAutoFit/>
          </a:bodyPr>
          <a:lstStyle>
            <a:lvl1pPr marL="0" indent="0" algn="ctr">
              <a:spcBef>
                <a:spcPts val="0"/>
              </a:spcBef>
              <a:buSzTx/>
              <a:buNone/>
              <a:defRPr sz="5200">
                <a:latin typeface="+mn-lt"/>
                <a:ea typeface="+mn-ea"/>
                <a:cs typeface="+mn-cs"/>
                <a:sym typeface="Helvetica Neue Medium"/>
              </a:defRPr>
            </a:lvl1pPr>
          </a:lstStyle>
          <a:p>
            <a:r>
              <a:t>“Escribe una cita aquí” </a:t>
            </a:r>
          </a:p>
        </p:txBody>
      </p:sp>
      <p:sp>
        <p:nvSpPr>
          <p:cNvPr id="9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agen"/>
          <p:cNvSpPr>
            <a:spLocks noGrp="1"/>
          </p:cNvSpPr>
          <p:nvPr>
            <p:ph type="pic" idx="13"/>
          </p:nvPr>
        </p:nvSpPr>
        <p:spPr>
          <a:xfrm>
            <a:off x="3048000" y="1016000"/>
            <a:ext cx="18288000" cy="13716000"/>
          </a:xfrm>
          <a:prstGeom prst="rect">
            <a:avLst/>
          </a:prstGeom>
        </p:spPr>
        <p:txBody>
          <a:bodyPr lIns="91439" tIns="45719" rIns="91439" bIns="45719" anchor="t">
            <a:noAutofit/>
          </a:bodyPr>
          <a:lstStyle/>
          <a:p>
            <a:endParaRPr/>
          </a:p>
        </p:txBody>
      </p:sp>
      <p:sp>
        <p:nvSpPr>
          <p:cNvPr id="10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En blanco">
    <p:spTree>
      <p:nvGrpSpPr>
        <p:cNvPr id="1" name=""/>
        <p:cNvGrpSpPr/>
        <p:nvPr/>
      </p:nvGrpSpPr>
      <p:grpSpPr>
        <a:xfrm>
          <a:off x="0" y="0"/>
          <a:ext cx="0" cy="0"/>
          <a:chOff x="0" y="0"/>
          <a:chExt cx="0" cy="0"/>
        </a:xfrm>
      </p:grpSpPr>
      <p:sp>
        <p:nvSpPr>
          <p:cNvPr id="11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accent3"/>
        </a:solidFill>
        <a:effectLst/>
      </p:bgPr>
    </p:bg>
    <p:spTree>
      <p:nvGrpSpPr>
        <p:cNvPr id="1" name="Shape 8"/>
        <p:cNvGrpSpPr/>
        <p:nvPr/>
      </p:nvGrpSpPr>
      <p:grpSpPr>
        <a:xfrm>
          <a:off x="0" y="0"/>
          <a:ext cx="0" cy="0"/>
          <a:chOff x="0" y="0"/>
          <a:chExt cx="0" cy="0"/>
        </a:xfrm>
      </p:grpSpPr>
      <p:sp>
        <p:nvSpPr>
          <p:cNvPr id="9" name="Google Shape;9;p2"/>
          <p:cNvSpPr/>
          <p:nvPr/>
        </p:nvSpPr>
        <p:spPr>
          <a:xfrm>
            <a:off x="-1487999" y="5334296"/>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10" name="Google Shape;10;p2"/>
          <p:cNvSpPr/>
          <p:nvPr/>
        </p:nvSpPr>
        <p:spPr>
          <a:xfrm rot="10800000">
            <a:off x="11422068" y="-816180"/>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11" name="Google Shape;11;p2"/>
          <p:cNvSpPr txBox="1">
            <a:spLocks noGrp="1"/>
          </p:cNvSpPr>
          <p:nvPr>
            <p:ph type="ctrTitle"/>
          </p:nvPr>
        </p:nvSpPr>
        <p:spPr>
          <a:xfrm>
            <a:off x="2732805" y="1813079"/>
            <a:ext cx="17789600" cy="6284504"/>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13334">
                <a:solidFill>
                  <a:schemeClr val="lt1"/>
                </a:solidFill>
                <a:latin typeface="Raleway Thin"/>
                <a:ea typeface="Raleway Thin"/>
                <a:cs typeface="Raleway Thin"/>
                <a:sym typeface="Raleway Thin"/>
              </a:defRPr>
            </a:lvl1pPr>
            <a:lvl2pPr lvl="1" algn="ctr">
              <a:spcBef>
                <a:spcPts val="0"/>
              </a:spcBef>
              <a:spcAft>
                <a:spcPts val="0"/>
              </a:spcAft>
              <a:buSzPts val="5200"/>
              <a:buNone/>
              <a:defRPr sz="13867"/>
            </a:lvl2pPr>
            <a:lvl3pPr lvl="2" algn="ctr">
              <a:spcBef>
                <a:spcPts val="0"/>
              </a:spcBef>
              <a:spcAft>
                <a:spcPts val="0"/>
              </a:spcAft>
              <a:buSzPts val="5200"/>
              <a:buNone/>
              <a:defRPr sz="13867"/>
            </a:lvl3pPr>
            <a:lvl4pPr lvl="3" algn="ctr">
              <a:spcBef>
                <a:spcPts val="0"/>
              </a:spcBef>
              <a:spcAft>
                <a:spcPts val="0"/>
              </a:spcAft>
              <a:buSzPts val="5200"/>
              <a:buNone/>
              <a:defRPr sz="13867"/>
            </a:lvl4pPr>
            <a:lvl5pPr lvl="4" algn="ctr">
              <a:spcBef>
                <a:spcPts val="0"/>
              </a:spcBef>
              <a:spcAft>
                <a:spcPts val="0"/>
              </a:spcAft>
              <a:buSzPts val="5200"/>
              <a:buNone/>
              <a:defRPr sz="13867"/>
            </a:lvl5pPr>
            <a:lvl6pPr lvl="5" algn="ctr">
              <a:spcBef>
                <a:spcPts val="0"/>
              </a:spcBef>
              <a:spcAft>
                <a:spcPts val="0"/>
              </a:spcAft>
              <a:buSzPts val="5200"/>
              <a:buNone/>
              <a:defRPr sz="13867"/>
            </a:lvl6pPr>
            <a:lvl7pPr lvl="6" algn="ctr">
              <a:spcBef>
                <a:spcPts val="0"/>
              </a:spcBef>
              <a:spcAft>
                <a:spcPts val="0"/>
              </a:spcAft>
              <a:buSzPts val="5200"/>
              <a:buNone/>
              <a:defRPr sz="13867"/>
            </a:lvl7pPr>
            <a:lvl8pPr lvl="7" algn="ctr">
              <a:spcBef>
                <a:spcPts val="0"/>
              </a:spcBef>
              <a:spcAft>
                <a:spcPts val="0"/>
              </a:spcAft>
              <a:buSzPts val="5200"/>
              <a:buNone/>
              <a:defRPr sz="13867"/>
            </a:lvl8pPr>
            <a:lvl9pPr lvl="8" algn="ctr">
              <a:spcBef>
                <a:spcPts val="0"/>
              </a:spcBef>
              <a:spcAft>
                <a:spcPts val="0"/>
              </a:spcAft>
              <a:buSzPts val="5200"/>
              <a:buNone/>
              <a:defRPr sz="13867"/>
            </a:lvl9pPr>
          </a:lstStyle>
          <a:p>
            <a:endParaRPr/>
          </a:p>
        </p:txBody>
      </p:sp>
      <p:sp>
        <p:nvSpPr>
          <p:cNvPr id="12" name="Google Shape;12;p2"/>
          <p:cNvSpPr txBox="1">
            <a:spLocks noGrp="1"/>
          </p:cNvSpPr>
          <p:nvPr>
            <p:ph type="subTitle" idx="1"/>
          </p:nvPr>
        </p:nvSpPr>
        <p:spPr>
          <a:xfrm>
            <a:off x="2732821" y="8210713"/>
            <a:ext cx="10997600" cy="1374104"/>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4800">
                <a:solidFill>
                  <a:schemeClr val="lt1"/>
                </a:solidFill>
              </a:defRPr>
            </a:lvl1pPr>
            <a:lvl2pPr lvl="1" algn="ctr">
              <a:lnSpc>
                <a:spcPct val="100000"/>
              </a:lnSpc>
              <a:spcBef>
                <a:spcPts val="0"/>
              </a:spcBef>
              <a:spcAft>
                <a:spcPts val="0"/>
              </a:spcAft>
              <a:buSzPts val="2800"/>
              <a:buNone/>
              <a:defRPr sz="7467"/>
            </a:lvl2pPr>
            <a:lvl3pPr lvl="2" algn="ctr">
              <a:lnSpc>
                <a:spcPct val="100000"/>
              </a:lnSpc>
              <a:spcBef>
                <a:spcPts val="0"/>
              </a:spcBef>
              <a:spcAft>
                <a:spcPts val="0"/>
              </a:spcAft>
              <a:buSzPts val="2800"/>
              <a:buNone/>
              <a:defRPr sz="7467"/>
            </a:lvl3pPr>
            <a:lvl4pPr lvl="3" algn="ctr">
              <a:lnSpc>
                <a:spcPct val="100000"/>
              </a:lnSpc>
              <a:spcBef>
                <a:spcPts val="0"/>
              </a:spcBef>
              <a:spcAft>
                <a:spcPts val="0"/>
              </a:spcAft>
              <a:buSzPts val="2800"/>
              <a:buNone/>
              <a:defRPr sz="7467"/>
            </a:lvl4pPr>
            <a:lvl5pPr lvl="4" algn="ctr">
              <a:lnSpc>
                <a:spcPct val="100000"/>
              </a:lnSpc>
              <a:spcBef>
                <a:spcPts val="0"/>
              </a:spcBef>
              <a:spcAft>
                <a:spcPts val="0"/>
              </a:spcAft>
              <a:buSzPts val="2800"/>
              <a:buNone/>
              <a:defRPr sz="7467"/>
            </a:lvl5pPr>
            <a:lvl6pPr lvl="5" algn="ctr">
              <a:lnSpc>
                <a:spcPct val="100000"/>
              </a:lnSpc>
              <a:spcBef>
                <a:spcPts val="0"/>
              </a:spcBef>
              <a:spcAft>
                <a:spcPts val="0"/>
              </a:spcAft>
              <a:buSzPts val="2800"/>
              <a:buNone/>
              <a:defRPr sz="7467"/>
            </a:lvl6pPr>
            <a:lvl7pPr lvl="6" algn="ctr">
              <a:lnSpc>
                <a:spcPct val="100000"/>
              </a:lnSpc>
              <a:spcBef>
                <a:spcPts val="0"/>
              </a:spcBef>
              <a:spcAft>
                <a:spcPts val="0"/>
              </a:spcAft>
              <a:buSzPts val="2800"/>
              <a:buNone/>
              <a:defRPr sz="7467"/>
            </a:lvl7pPr>
            <a:lvl8pPr lvl="7" algn="ctr">
              <a:lnSpc>
                <a:spcPct val="100000"/>
              </a:lnSpc>
              <a:spcBef>
                <a:spcPts val="0"/>
              </a:spcBef>
              <a:spcAft>
                <a:spcPts val="0"/>
              </a:spcAft>
              <a:buSzPts val="2800"/>
              <a:buNone/>
              <a:defRPr sz="7467"/>
            </a:lvl8pPr>
            <a:lvl9pPr lvl="8" algn="ctr">
              <a:lnSpc>
                <a:spcPct val="100000"/>
              </a:lnSpc>
              <a:spcBef>
                <a:spcPts val="0"/>
              </a:spcBef>
              <a:spcAft>
                <a:spcPts val="0"/>
              </a:spcAft>
              <a:buSzPts val="2800"/>
              <a:buNone/>
              <a:defRPr sz="7467"/>
            </a:lvl9pPr>
          </a:lstStyle>
          <a:p>
            <a:endParaRPr/>
          </a:p>
        </p:txBody>
      </p:sp>
    </p:spTree>
    <p:extLst>
      <p:ext uri="{BB962C8B-B14F-4D97-AF65-F5344CB8AC3E}">
        <p14:creationId xmlns:p14="http://schemas.microsoft.com/office/powerpoint/2010/main" val="1827117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492997" y="7752602"/>
            <a:ext cx="7906400" cy="2577363"/>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9600"/>
            </a:lvl1pPr>
            <a:lvl2pPr lvl="1" algn="ctr">
              <a:spcBef>
                <a:spcPts val="0"/>
              </a:spcBef>
              <a:spcAft>
                <a:spcPts val="0"/>
              </a:spcAft>
              <a:buSzPts val="3600"/>
              <a:buNone/>
              <a:defRPr sz="9600"/>
            </a:lvl2pPr>
            <a:lvl3pPr lvl="2" algn="ctr">
              <a:spcBef>
                <a:spcPts val="0"/>
              </a:spcBef>
              <a:spcAft>
                <a:spcPts val="0"/>
              </a:spcAft>
              <a:buSzPts val="3600"/>
              <a:buNone/>
              <a:defRPr sz="9600"/>
            </a:lvl3pPr>
            <a:lvl4pPr lvl="3" algn="ctr">
              <a:spcBef>
                <a:spcPts val="0"/>
              </a:spcBef>
              <a:spcAft>
                <a:spcPts val="0"/>
              </a:spcAft>
              <a:buSzPts val="3600"/>
              <a:buNone/>
              <a:defRPr sz="9600"/>
            </a:lvl4pPr>
            <a:lvl5pPr lvl="4" algn="ctr">
              <a:spcBef>
                <a:spcPts val="0"/>
              </a:spcBef>
              <a:spcAft>
                <a:spcPts val="0"/>
              </a:spcAft>
              <a:buSzPts val="3600"/>
              <a:buNone/>
              <a:defRPr sz="9600"/>
            </a:lvl5pPr>
            <a:lvl6pPr lvl="5" algn="ctr">
              <a:spcBef>
                <a:spcPts val="0"/>
              </a:spcBef>
              <a:spcAft>
                <a:spcPts val="0"/>
              </a:spcAft>
              <a:buSzPts val="3600"/>
              <a:buNone/>
              <a:defRPr sz="9600"/>
            </a:lvl6pPr>
            <a:lvl7pPr lvl="6" algn="ctr">
              <a:spcBef>
                <a:spcPts val="0"/>
              </a:spcBef>
              <a:spcAft>
                <a:spcPts val="0"/>
              </a:spcAft>
              <a:buSzPts val="3600"/>
              <a:buNone/>
              <a:defRPr sz="9600"/>
            </a:lvl7pPr>
            <a:lvl8pPr lvl="7" algn="ctr">
              <a:spcBef>
                <a:spcPts val="0"/>
              </a:spcBef>
              <a:spcAft>
                <a:spcPts val="0"/>
              </a:spcAft>
              <a:buSzPts val="3600"/>
              <a:buNone/>
              <a:defRPr sz="9600"/>
            </a:lvl8pPr>
            <a:lvl9pPr lvl="8" algn="ctr">
              <a:spcBef>
                <a:spcPts val="0"/>
              </a:spcBef>
              <a:spcAft>
                <a:spcPts val="0"/>
              </a:spcAft>
              <a:buSzPts val="3600"/>
              <a:buNone/>
              <a:defRPr sz="9600"/>
            </a:lvl9pPr>
          </a:lstStyle>
          <a:p>
            <a:endParaRPr/>
          </a:p>
        </p:txBody>
      </p:sp>
      <p:sp>
        <p:nvSpPr>
          <p:cNvPr id="15" name="Google Shape;15;p3"/>
          <p:cNvSpPr txBox="1">
            <a:spLocks noGrp="1"/>
          </p:cNvSpPr>
          <p:nvPr>
            <p:ph type="title" idx="2" hasCustomPrompt="1"/>
          </p:nvPr>
        </p:nvSpPr>
        <p:spPr>
          <a:xfrm>
            <a:off x="11492997" y="2820617"/>
            <a:ext cx="7906400" cy="5164830"/>
          </a:xfrm>
          <a:prstGeom prst="rect">
            <a:avLst/>
          </a:prstGeom>
        </p:spPr>
        <p:txBody>
          <a:bodyPr spcFirstLastPara="1" wrap="square" lIns="91425" tIns="91425" rIns="91425" bIns="91425" anchor="b" anchorCtr="0">
            <a:noAutofit/>
          </a:bodyPr>
          <a:lstStyle>
            <a:lvl1pPr lvl="0" algn="l" rtl="0">
              <a:spcBef>
                <a:spcPts val="0"/>
              </a:spcBef>
              <a:spcAft>
                <a:spcPts val="0"/>
              </a:spcAft>
              <a:buSzPts val="12000"/>
              <a:buNone/>
              <a:defRPr sz="32000"/>
            </a:lvl1pPr>
            <a:lvl2pPr lvl="1" algn="l" rtl="0">
              <a:spcBef>
                <a:spcPts val="0"/>
              </a:spcBef>
              <a:spcAft>
                <a:spcPts val="0"/>
              </a:spcAft>
              <a:buSzPts val="12000"/>
              <a:buNone/>
              <a:defRPr sz="32000"/>
            </a:lvl2pPr>
            <a:lvl3pPr lvl="2" algn="l" rtl="0">
              <a:spcBef>
                <a:spcPts val="0"/>
              </a:spcBef>
              <a:spcAft>
                <a:spcPts val="0"/>
              </a:spcAft>
              <a:buSzPts val="12000"/>
              <a:buNone/>
              <a:defRPr sz="32000"/>
            </a:lvl3pPr>
            <a:lvl4pPr lvl="3" algn="l" rtl="0">
              <a:spcBef>
                <a:spcPts val="0"/>
              </a:spcBef>
              <a:spcAft>
                <a:spcPts val="0"/>
              </a:spcAft>
              <a:buSzPts val="12000"/>
              <a:buNone/>
              <a:defRPr sz="32000"/>
            </a:lvl4pPr>
            <a:lvl5pPr lvl="4" algn="l" rtl="0">
              <a:spcBef>
                <a:spcPts val="0"/>
              </a:spcBef>
              <a:spcAft>
                <a:spcPts val="0"/>
              </a:spcAft>
              <a:buSzPts val="12000"/>
              <a:buNone/>
              <a:defRPr sz="32000"/>
            </a:lvl5pPr>
            <a:lvl6pPr lvl="5" algn="l" rtl="0">
              <a:spcBef>
                <a:spcPts val="0"/>
              </a:spcBef>
              <a:spcAft>
                <a:spcPts val="0"/>
              </a:spcAft>
              <a:buSzPts val="12000"/>
              <a:buNone/>
              <a:defRPr sz="32000"/>
            </a:lvl6pPr>
            <a:lvl7pPr lvl="6" algn="l" rtl="0">
              <a:spcBef>
                <a:spcPts val="0"/>
              </a:spcBef>
              <a:spcAft>
                <a:spcPts val="0"/>
              </a:spcAft>
              <a:buSzPts val="12000"/>
              <a:buNone/>
              <a:defRPr sz="32000"/>
            </a:lvl7pPr>
            <a:lvl8pPr lvl="7" algn="l" rtl="0">
              <a:spcBef>
                <a:spcPts val="0"/>
              </a:spcBef>
              <a:spcAft>
                <a:spcPts val="0"/>
              </a:spcAft>
              <a:buSzPts val="12000"/>
              <a:buNone/>
              <a:defRPr sz="32000"/>
            </a:lvl8pPr>
            <a:lvl9pPr lvl="8" algn="l" rtl="0">
              <a:spcBef>
                <a:spcPts val="0"/>
              </a:spcBef>
              <a:spcAft>
                <a:spcPts val="0"/>
              </a:spcAft>
              <a:buSzPts val="12000"/>
              <a:buNone/>
              <a:defRPr sz="32000"/>
            </a:lvl9pPr>
          </a:lstStyle>
          <a:p>
            <a:r>
              <a:t>xx%</a:t>
            </a:r>
          </a:p>
        </p:txBody>
      </p:sp>
      <p:sp>
        <p:nvSpPr>
          <p:cNvPr id="16" name="Google Shape;16;p3"/>
          <p:cNvSpPr txBox="1">
            <a:spLocks noGrp="1"/>
          </p:cNvSpPr>
          <p:nvPr>
            <p:ph type="subTitle" idx="1"/>
          </p:nvPr>
        </p:nvSpPr>
        <p:spPr>
          <a:xfrm>
            <a:off x="11562931" y="10857042"/>
            <a:ext cx="6782400" cy="2070341"/>
          </a:xfrm>
          <a:prstGeom prst="rect">
            <a:avLst/>
          </a:prstGeom>
        </p:spPr>
        <p:txBody>
          <a:bodyPr spcFirstLastPara="1" wrap="square" lIns="91425" tIns="91425" rIns="91425" bIns="91425" anchor="b" anchorCtr="0">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
        <p:nvSpPr>
          <p:cNvPr id="17" name="Google Shape;17;p3"/>
          <p:cNvSpPr/>
          <p:nvPr/>
        </p:nvSpPr>
        <p:spPr>
          <a:xfrm rot="10800000">
            <a:off x="11422068" y="-816180"/>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18" name="Google Shape;18;p3"/>
          <p:cNvSpPr/>
          <p:nvPr/>
        </p:nvSpPr>
        <p:spPr>
          <a:xfrm>
            <a:off x="-1487999" y="5334296"/>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Tree>
    <p:extLst>
      <p:ext uri="{BB962C8B-B14F-4D97-AF65-F5344CB8AC3E}">
        <p14:creationId xmlns:p14="http://schemas.microsoft.com/office/powerpoint/2010/main" val="9170434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accent3"/>
        </a:solidFill>
        <a:effectLst/>
      </p:bgPr>
    </p:bg>
    <p:spTree>
      <p:nvGrpSpPr>
        <p:cNvPr id="1" name="Shape 19"/>
        <p:cNvGrpSpPr/>
        <p:nvPr/>
      </p:nvGrpSpPr>
      <p:grpSpPr>
        <a:xfrm>
          <a:off x="0" y="0"/>
          <a:ext cx="0" cy="0"/>
          <a:chOff x="0" y="0"/>
          <a:chExt cx="0" cy="0"/>
        </a:xfrm>
      </p:grpSpPr>
      <p:sp>
        <p:nvSpPr>
          <p:cNvPr id="20" name="Google Shape;20;p4"/>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1" name="Google Shape;21;p4"/>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22" name="Google Shape;22;p4"/>
          <p:cNvSpPr txBox="1">
            <a:spLocks noGrp="1"/>
          </p:cNvSpPr>
          <p:nvPr>
            <p:ph type="body" idx="1"/>
          </p:nvPr>
        </p:nvSpPr>
        <p:spPr>
          <a:xfrm>
            <a:off x="1920000" y="3528565"/>
            <a:ext cx="20544000" cy="10460089"/>
          </a:xfrm>
          <a:prstGeom prst="rect">
            <a:avLst/>
          </a:prstGeom>
        </p:spPr>
        <p:txBody>
          <a:bodyPr spcFirstLastPara="1" wrap="square" lIns="91425" tIns="91425" rIns="91425" bIns="91425" anchor="t" anchorCtr="0">
            <a:noAutofit/>
          </a:bodyPr>
          <a:lstStyle>
            <a:lvl1pPr marL="1219215" lvl="0" indent="-880544">
              <a:spcBef>
                <a:spcPts val="0"/>
              </a:spcBef>
              <a:spcAft>
                <a:spcPts val="0"/>
              </a:spcAft>
              <a:buSzPts val="1600"/>
              <a:buChar char="●"/>
              <a:defRPr/>
            </a:lvl1pPr>
            <a:lvl2pPr marL="2438430" lvl="1" indent="-880544">
              <a:spcBef>
                <a:spcPts val="0"/>
              </a:spcBef>
              <a:spcAft>
                <a:spcPts val="0"/>
              </a:spcAft>
              <a:buSzPts val="1600"/>
              <a:buChar char="○"/>
              <a:defRPr/>
            </a:lvl2pPr>
            <a:lvl3pPr marL="3657646" lvl="2" indent="-880544">
              <a:spcBef>
                <a:spcPts val="0"/>
              </a:spcBef>
              <a:spcAft>
                <a:spcPts val="0"/>
              </a:spcAft>
              <a:buSzPts val="1600"/>
              <a:buChar char="■"/>
              <a:defRPr/>
            </a:lvl3pPr>
            <a:lvl4pPr marL="4876861" lvl="3" indent="-880544">
              <a:spcBef>
                <a:spcPts val="0"/>
              </a:spcBef>
              <a:spcAft>
                <a:spcPts val="0"/>
              </a:spcAft>
              <a:buSzPts val="1600"/>
              <a:buChar char="●"/>
              <a:defRPr/>
            </a:lvl4pPr>
            <a:lvl5pPr marL="6096076" lvl="4" indent="-880544">
              <a:spcBef>
                <a:spcPts val="0"/>
              </a:spcBef>
              <a:spcAft>
                <a:spcPts val="0"/>
              </a:spcAft>
              <a:buSzPts val="1600"/>
              <a:buChar char="○"/>
              <a:defRPr/>
            </a:lvl5pPr>
            <a:lvl6pPr marL="7315291" lvl="5" indent="-880544">
              <a:spcBef>
                <a:spcPts val="0"/>
              </a:spcBef>
              <a:spcAft>
                <a:spcPts val="0"/>
              </a:spcAft>
              <a:buSzPts val="1600"/>
              <a:buChar char="■"/>
              <a:defRPr/>
            </a:lvl6pPr>
            <a:lvl7pPr marL="8534507" lvl="6" indent="-880544">
              <a:spcBef>
                <a:spcPts val="0"/>
              </a:spcBef>
              <a:spcAft>
                <a:spcPts val="0"/>
              </a:spcAft>
              <a:buSzPts val="1600"/>
              <a:buChar char="●"/>
              <a:defRPr/>
            </a:lvl7pPr>
            <a:lvl8pPr marL="9753722" lvl="7" indent="-880544">
              <a:spcBef>
                <a:spcPts val="0"/>
              </a:spcBef>
              <a:spcAft>
                <a:spcPts val="0"/>
              </a:spcAft>
              <a:buSzPts val="1600"/>
              <a:buChar char="○"/>
              <a:defRPr/>
            </a:lvl8pPr>
            <a:lvl9pPr marL="10972937" lvl="8" indent="-880544">
              <a:spcBef>
                <a:spcPts val="0"/>
              </a:spcBef>
              <a:spcAft>
                <a:spcPts val="0"/>
              </a:spcAft>
              <a:buSzPts val="1600"/>
              <a:buChar char="■"/>
              <a:defRPr/>
            </a:lvl9pPr>
          </a:lstStyle>
          <a:p>
            <a:endParaRPr/>
          </a:p>
        </p:txBody>
      </p:sp>
      <p:sp>
        <p:nvSpPr>
          <p:cNvPr id="23" name="Google Shape;23;p4"/>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4" name="Google Shape;24;p4"/>
          <p:cNvSpPr/>
          <p:nvPr/>
        </p:nvSpPr>
        <p:spPr>
          <a:xfrm flipH="1">
            <a:off x="14422433"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grpSp>
        <p:nvGrpSpPr>
          <p:cNvPr id="25" name="Google Shape;25;p4"/>
          <p:cNvGrpSpPr/>
          <p:nvPr/>
        </p:nvGrpSpPr>
        <p:grpSpPr>
          <a:xfrm flipH="1">
            <a:off x="20109265" y="310822"/>
            <a:ext cx="3613507" cy="2805195"/>
            <a:chOff x="1228775" y="238225"/>
            <a:chExt cx="804050" cy="543650"/>
          </a:xfrm>
        </p:grpSpPr>
        <p:sp>
          <p:nvSpPr>
            <p:cNvPr id="26" name="Google Shape;26;p4"/>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7" name="Google Shape;27;p4"/>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8" name="Google Shape;28;p4"/>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 name="Google Shape;29;p4"/>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 name="Google Shape;30;p4"/>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 name="Google Shape;31;p4"/>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 name="Google Shape;32;p4"/>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 name="Google Shape;33;p4"/>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4" name="Google Shape;34;p4"/>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5" name="Google Shape;35;p4"/>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 name="Google Shape;36;p4"/>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 name="Google Shape;37;p4"/>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 name="Google Shape;38;p4"/>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 name="Google Shape;39;p4"/>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0" name="Google Shape;40;p4"/>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1" name="Google Shape;41;p4"/>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2" name="Google Shape;42;p4"/>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 name="Google Shape;43;p4"/>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 name="Google Shape;44;p4"/>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 name="Google Shape;45;p4"/>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 name="Google Shape;46;p4"/>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7" name="Google Shape;47;p4"/>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8" name="Google Shape;48;p4"/>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9" name="Google Shape;49;p4"/>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 name="Google Shape;50;p4"/>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51" name="Google Shape;51;p4"/>
          <p:cNvGrpSpPr/>
          <p:nvPr/>
        </p:nvGrpSpPr>
        <p:grpSpPr>
          <a:xfrm rot="10800000" flipH="1">
            <a:off x="630065" y="1534289"/>
            <a:ext cx="3613507" cy="2805195"/>
            <a:chOff x="1228775" y="238225"/>
            <a:chExt cx="804050" cy="543650"/>
          </a:xfrm>
        </p:grpSpPr>
        <p:sp>
          <p:nvSpPr>
            <p:cNvPr id="52" name="Google Shape;52;p4"/>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 name="Google Shape;53;p4"/>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4" name="Google Shape;54;p4"/>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5" name="Google Shape;55;p4"/>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 name="Google Shape;56;p4"/>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 name="Google Shape;57;p4"/>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 name="Google Shape;58;p4"/>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 name="Google Shape;59;p4"/>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 name="Google Shape;60;p4"/>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1" name="Google Shape;61;p4"/>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 name="Google Shape;62;p4"/>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 name="Google Shape;63;p4"/>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 name="Google Shape;64;p4"/>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 name="Google Shape;65;p4"/>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6" name="Google Shape;66;p4"/>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7" name="Google Shape;67;p4"/>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 name="Google Shape;68;p4"/>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 name="Google Shape;69;p4"/>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 name="Google Shape;70;p4"/>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 name="Google Shape;71;p4"/>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2" name="Google Shape;72;p4"/>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3" name="Google Shape;73;p4"/>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 name="Google Shape;74;p4"/>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 name="Google Shape;75;p4"/>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 name="Google Shape;76;p4"/>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1941683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7"/>
        <p:cNvGrpSpPr/>
        <p:nvPr/>
      </p:nvGrpSpPr>
      <p:grpSpPr>
        <a:xfrm>
          <a:off x="0" y="0"/>
          <a:ext cx="0" cy="0"/>
          <a:chOff x="0" y="0"/>
          <a:chExt cx="0" cy="0"/>
        </a:xfrm>
      </p:grpSpPr>
      <p:sp>
        <p:nvSpPr>
          <p:cNvPr id="78" name="Google Shape;78;p5"/>
          <p:cNvSpPr/>
          <p:nvPr/>
        </p:nvSpPr>
        <p:spPr>
          <a:xfrm rot="10800000">
            <a:off x="14009845"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79" name="Google Shape;79;p5"/>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80" name="Google Shape;80;p5"/>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81" name="Google Shape;81;p5"/>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2" name="Google Shape;82;p5"/>
          <p:cNvSpPr txBox="1">
            <a:spLocks noGrp="1"/>
          </p:cNvSpPr>
          <p:nvPr>
            <p:ph type="subTitle" idx="1"/>
          </p:nvPr>
        </p:nvSpPr>
        <p:spPr>
          <a:xfrm>
            <a:off x="4479533" y="10815442"/>
            <a:ext cx="5736800" cy="3373719"/>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
        <p:nvSpPr>
          <p:cNvPr id="83" name="Google Shape;83;p5"/>
          <p:cNvSpPr txBox="1">
            <a:spLocks noGrp="1"/>
          </p:cNvSpPr>
          <p:nvPr>
            <p:ph type="subTitle" idx="2"/>
          </p:nvPr>
        </p:nvSpPr>
        <p:spPr>
          <a:xfrm>
            <a:off x="13935267" y="10815442"/>
            <a:ext cx="5736800" cy="3373719"/>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84" name="Google Shape;84;p5"/>
          <p:cNvSpPr txBox="1">
            <a:spLocks noGrp="1"/>
          </p:cNvSpPr>
          <p:nvPr>
            <p:ph type="subTitle" idx="3"/>
          </p:nvPr>
        </p:nvSpPr>
        <p:spPr>
          <a:xfrm>
            <a:off x="4949933" y="9113770"/>
            <a:ext cx="4796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85" name="Google Shape;85;p5"/>
          <p:cNvSpPr txBox="1">
            <a:spLocks noGrp="1"/>
          </p:cNvSpPr>
          <p:nvPr>
            <p:ph type="subTitle" idx="4"/>
          </p:nvPr>
        </p:nvSpPr>
        <p:spPr>
          <a:xfrm>
            <a:off x="14405800" y="9113770"/>
            <a:ext cx="4796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grpSp>
        <p:nvGrpSpPr>
          <p:cNvPr id="86" name="Google Shape;86;p5"/>
          <p:cNvGrpSpPr/>
          <p:nvPr/>
        </p:nvGrpSpPr>
        <p:grpSpPr>
          <a:xfrm flipH="1">
            <a:off x="20109265" y="310822"/>
            <a:ext cx="3613507" cy="2805195"/>
            <a:chOff x="1228775" y="238225"/>
            <a:chExt cx="804050" cy="543650"/>
          </a:xfrm>
        </p:grpSpPr>
        <p:sp>
          <p:nvSpPr>
            <p:cNvPr id="87" name="Google Shape;87;p5"/>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 name="Google Shape;88;p5"/>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 name="Google Shape;89;p5"/>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 name="Google Shape;90;p5"/>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1" name="Google Shape;91;p5"/>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 name="Google Shape;92;p5"/>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 name="Google Shape;93;p5"/>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 name="Google Shape;94;p5"/>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 name="Google Shape;95;p5"/>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6" name="Google Shape;96;p5"/>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7" name="Google Shape;97;p5"/>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8" name="Google Shape;98;p5"/>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9" name="Google Shape;99;p5"/>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 name="Google Shape;100;p5"/>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 name="Google Shape;101;p5"/>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 name="Google Shape;102;p5"/>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 name="Google Shape;103;p5"/>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 name="Google Shape;104;p5"/>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5" name="Google Shape;105;p5"/>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6" name="Google Shape;106;p5"/>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7" name="Google Shape;107;p5"/>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8" name="Google Shape;108;p5"/>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9" name="Google Shape;109;p5"/>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10" name="Google Shape;110;p5"/>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11" name="Google Shape;111;p5"/>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112" name="Google Shape;112;p5"/>
          <p:cNvGrpSpPr/>
          <p:nvPr/>
        </p:nvGrpSpPr>
        <p:grpSpPr>
          <a:xfrm rot="10800000" flipH="1">
            <a:off x="630065" y="1534289"/>
            <a:ext cx="3613507" cy="2805195"/>
            <a:chOff x="1228775" y="238225"/>
            <a:chExt cx="804050" cy="543650"/>
          </a:xfrm>
        </p:grpSpPr>
        <p:sp>
          <p:nvSpPr>
            <p:cNvPr id="113" name="Google Shape;113;p5"/>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14" name="Google Shape;114;p5"/>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15" name="Google Shape;115;p5"/>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16" name="Google Shape;116;p5"/>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17" name="Google Shape;117;p5"/>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18" name="Google Shape;118;p5"/>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19" name="Google Shape;119;p5"/>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0" name="Google Shape;120;p5"/>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1" name="Google Shape;121;p5"/>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2" name="Google Shape;122;p5"/>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3" name="Google Shape;123;p5"/>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4" name="Google Shape;124;p5"/>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5" name="Google Shape;125;p5"/>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6" name="Google Shape;126;p5"/>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7" name="Google Shape;127;p5"/>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8" name="Google Shape;128;p5"/>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29" name="Google Shape;129;p5"/>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30" name="Google Shape;130;p5"/>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31" name="Google Shape;131;p5"/>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32" name="Google Shape;132;p5"/>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33" name="Google Shape;133;p5"/>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34" name="Google Shape;134;p5"/>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35" name="Google Shape;135;p5"/>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36" name="Google Shape;136;p5"/>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37" name="Google Shape;137;p5"/>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841944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38"/>
        <p:cNvGrpSpPr/>
        <p:nvPr/>
      </p:nvGrpSpPr>
      <p:grpSpPr>
        <a:xfrm>
          <a:off x="0" y="0"/>
          <a:ext cx="0" cy="0"/>
          <a:chOff x="0" y="0"/>
          <a:chExt cx="0" cy="0"/>
        </a:xfrm>
      </p:grpSpPr>
      <p:sp>
        <p:nvSpPr>
          <p:cNvPr id="139" name="Google Shape;139;p6"/>
          <p:cNvSpPr/>
          <p:nvPr/>
        </p:nvSpPr>
        <p:spPr>
          <a:xfrm rot="10800000">
            <a:off x="14009845"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140" name="Google Shape;140;p6"/>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141" name="Google Shape;141;p6"/>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142" name="Google Shape;142;p6"/>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143" name="Google Shape;143;p6"/>
          <p:cNvGrpSpPr/>
          <p:nvPr/>
        </p:nvGrpSpPr>
        <p:grpSpPr>
          <a:xfrm flipH="1">
            <a:off x="20109265" y="310822"/>
            <a:ext cx="3613507" cy="2805195"/>
            <a:chOff x="1228775" y="238225"/>
            <a:chExt cx="804050" cy="543650"/>
          </a:xfrm>
        </p:grpSpPr>
        <p:sp>
          <p:nvSpPr>
            <p:cNvPr id="144" name="Google Shape;144;p6"/>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45" name="Google Shape;145;p6"/>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46" name="Google Shape;146;p6"/>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47" name="Google Shape;147;p6"/>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48" name="Google Shape;148;p6"/>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49" name="Google Shape;149;p6"/>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0" name="Google Shape;150;p6"/>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1" name="Google Shape;151;p6"/>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2" name="Google Shape;152;p6"/>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3" name="Google Shape;153;p6"/>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4" name="Google Shape;154;p6"/>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5" name="Google Shape;155;p6"/>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6" name="Google Shape;156;p6"/>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7" name="Google Shape;157;p6"/>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8" name="Google Shape;158;p6"/>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59" name="Google Shape;159;p6"/>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0" name="Google Shape;160;p6"/>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1" name="Google Shape;161;p6"/>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2" name="Google Shape;162;p6"/>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3" name="Google Shape;163;p6"/>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4" name="Google Shape;164;p6"/>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5" name="Google Shape;165;p6"/>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6" name="Google Shape;166;p6"/>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7" name="Google Shape;167;p6"/>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68" name="Google Shape;168;p6"/>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169" name="Google Shape;169;p6"/>
          <p:cNvGrpSpPr/>
          <p:nvPr/>
        </p:nvGrpSpPr>
        <p:grpSpPr>
          <a:xfrm rot="10800000" flipH="1">
            <a:off x="630065" y="1534289"/>
            <a:ext cx="3613507" cy="2805195"/>
            <a:chOff x="1228775" y="238225"/>
            <a:chExt cx="804050" cy="543650"/>
          </a:xfrm>
        </p:grpSpPr>
        <p:sp>
          <p:nvSpPr>
            <p:cNvPr id="170" name="Google Shape;170;p6"/>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1" name="Google Shape;171;p6"/>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2" name="Google Shape;172;p6"/>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3" name="Google Shape;173;p6"/>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4" name="Google Shape;174;p6"/>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5" name="Google Shape;175;p6"/>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6" name="Google Shape;176;p6"/>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7" name="Google Shape;177;p6"/>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8" name="Google Shape;178;p6"/>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79" name="Google Shape;179;p6"/>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0" name="Google Shape;180;p6"/>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1" name="Google Shape;181;p6"/>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2" name="Google Shape;182;p6"/>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3" name="Google Shape;183;p6"/>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4" name="Google Shape;184;p6"/>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5" name="Google Shape;185;p6"/>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6" name="Google Shape;186;p6"/>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7" name="Google Shape;187;p6"/>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8" name="Google Shape;188;p6"/>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89" name="Google Shape;189;p6"/>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90" name="Google Shape;190;p6"/>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91" name="Google Shape;191;p6"/>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92" name="Google Shape;192;p6"/>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93" name="Google Shape;193;p6"/>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94" name="Google Shape;194;p6"/>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3753050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95"/>
        <p:cNvGrpSpPr/>
        <p:nvPr/>
      </p:nvGrpSpPr>
      <p:grpSpPr>
        <a:xfrm>
          <a:off x="0" y="0"/>
          <a:ext cx="0" cy="0"/>
          <a:chOff x="0" y="0"/>
          <a:chExt cx="0" cy="0"/>
        </a:xfrm>
      </p:grpSpPr>
      <p:sp>
        <p:nvSpPr>
          <p:cNvPr id="196" name="Google Shape;196;p7"/>
          <p:cNvSpPr txBox="1">
            <a:spLocks noGrp="1"/>
          </p:cNvSpPr>
          <p:nvPr>
            <p:ph type="body" idx="1"/>
          </p:nvPr>
        </p:nvSpPr>
        <p:spPr>
          <a:xfrm>
            <a:off x="1920000" y="5376395"/>
            <a:ext cx="11624000" cy="7457452"/>
          </a:xfrm>
          <a:prstGeom prst="rect">
            <a:avLst/>
          </a:prstGeom>
        </p:spPr>
        <p:txBody>
          <a:bodyPr spcFirstLastPara="1" wrap="square" lIns="91425" tIns="91425" rIns="91425" bIns="91425" anchor="t" anchorCtr="0">
            <a:noAutofit/>
          </a:bodyPr>
          <a:lstStyle>
            <a:lvl1pPr marL="1219215" lvl="0" indent="-880544">
              <a:spcBef>
                <a:spcPts val="0"/>
              </a:spcBef>
              <a:spcAft>
                <a:spcPts val="0"/>
              </a:spcAft>
              <a:buSzPts val="1600"/>
              <a:buAutoNum type="arabicPeriod"/>
              <a:defRPr/>
            </a:lvl1pPr>
            <a:lvl2pPr marL="2438430" lvl="1" indent="-880544">
              <a:spcBef>
                <a:spcPts val="0"/>
              </a:spcBef>
              <a:spcAft>
                <a:spcPts val="0"/>
              </a:spcAft>
              <a:buSzPts val="1600"/>
              <a:buAutoNum type="alphaLcPeriod"/>
              <a:defRPr/>
            </a:lvl2pPr>
            <a:lvl3pPr marL="3657646" lvl="2" indent="-880544">
              <a:spcBef>
                <a:spcPts val="0"/>
              </a:spcBef>
              <a:spcAft>
                <a:spcPts val="0"/>
              </a:spcAft>
              <a:buSzPts val="1600"/>
              <a:buAutoNum type="romanLcPeriod"/>
              <a:defRPr/>
            </a:lvl3pPr>
            <a:lvl4pPr marL="4876861" lvl="3" indent="-880544">
              <a:spcBef>
                <a:spcPts val="0"/>
              </a:spcBef>
              <a:spcAft>
                <a:spcPts val="0"/>
              </a:spcAft>
              <a:buSzPts val="1600"/>
              <a:buAutoNum type="arabicPeriod"/>
              <a:defRPr/>
            </a:lvl4pPr>
            <a:lvl5pPr marL="6096076" lvl="4" indent="-880544">
              <a:spcBef>
                <a:spcPts val="0"/>
              </a:spcBef>
              <a:spcAft>
                <a:spcPts val="0"/>
              </a:spcAft>
              <a:buSzPts val="1600"/>
              <a:buAutoNum type="alphaLcPeriod"/>
              <a:defRPr/>
            </a:lvl5pPr>
            <a:lvl6pPr marL="7315291" lvl="5" indent="-880544">
              <a:spcBef>
                <a:spcPts val="0"/>
              </a:spcBef>
              <a:spcAft>
                <a:spcPts val="0"/>
              </a:spcAft>
              <a:buSzPts val="1600"/>
              <a:buAutoNum type="romanLcPeriod"/>
              <a:defRPr/>
            </a:lvl6pPr>
            <a:lvl7pPr marL="8534507" lvl="6" indent="-880544">
              <a:spcBef>
                <a:spcPts val="0"/>
              </a:spcBef>
              <a:spcAft>
                <a:spcPts val="0"/>
              </a:spcAft>
              <a:buSzPts val="1600"/>
              <a:buAutoNum type="arabicPeriod"/>
              <a:defRPr/>
            </a:lvl7pPr>
            <a:lvl8pPr marL="9753722" lvl="7" indent="-880544">
              <a:spcBef>
                <a:spcPts val="0"/>
              </a:spcBef>
              <a:spcAft>
                <a:spcPts val="0"/>
              </a:spcAft>
              <a:buSzPts val="1600"/>
              <a:buAutoNum type="alphaLcPeriod"/>
              <a:defRPr/>
            </a:lvl8pPr>
            <a:lvl9pPr marL="10972937" lvl="8" indent="-880544">
              <a:spcBef>
                <a:spcPts val="0"/>
              </a:spcBef>
              <a:spcAft>
                <a:spcPts val="0"/>
              </a:spcAft>
              <a:buSzPts val="1600"/>
              <a:buAutoNum type="romanLcPeriod"/>
              <a:defRPr/>
            </a:lvl9pPr>
          </a:lstStyle>
          <a:p>
            <a:endParaRPr/>
          </a:p>
        </p:txBody>
      </p:sp>
      <p:sp>
        <p:nvSpPr>
          <p:cNvPr id="197" name="Google Shape;197;p7"/>
          <p:cNvSpPr/>
          <p:nvPr/>
        </p:nvSpPr>
        <p:spPr>
          <a:xfrm rot="10800000" flipH="1">
            <a:off x="-1649800"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198" name="Google Shape;198;p7"/>
          <p:cNvSpPr/>
          <p:nvPr/>
        </p:nvSpPr>
        <p:spPr>
          <a:xfrm flipH="1">
            <a:off x="14422433"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199" name="Google Shape;199;p7"/>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00" name="Google Shape;200;p7"/>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01" name="Google Shape;201;p7"/>
          <p:cNvGrpSpPr/>
          <p:nvPr/>
        </p:nvGrpSpPr>
        <p:grpSpPr>
          <a:xfrm rot="10800000">
            <a:off x="20109265" y="1534289"/>
            <a:ext cx="3613507" cy="2805195"/>
            <a:chOff x="1228775" y="238225"/>
            <a:chExt cx="804050" cy="543650"/>
          </a:xfrm>
        </p:grpSpPr>
        <p:sp>
          <p:nvSpPr>
            <p:cNvPr id="202" name="Google Shape;202;p7"/>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03" name="Google Shape;203;p7"/>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04" name="Google Shape;204;p7"/>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05" name="Google Shape;205;p7"/>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06" name="Google Shape;206;p7"/>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07" name="Google Shape;207;p7"/>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08" name="Google Shape;208;p7"/>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09" name="Google Shape;209;p7"/>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0" name="Google Shape;210;p7"/>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1" name="Google Shape;211;p7"/>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2" name="Google Shape;212;p7"/>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3" name="Google Shape;213;p7"/>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4" name="Google Shape;214;p7"/>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5" name="Google Shape;215;p7"/>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6" name="Google Shape;216;p7"/>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7" name="Google Shape;217;p7"/>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8" name="Google Shape;218;p7"/>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19" name="Google Shape;219;p7"/>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20" name="Google Shape;220;p7"/>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21" name="Google Shape;221;p7"/>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22" name="Google Shape;222;p7"/>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23" name="Google Shape;223;p7"/>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24" name="Google Shape;224;p7"/>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25" name="Google Shape;225;p7"/>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26" name="Google Shape;226;p7"/>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227" name="Google Shape;227;p7"/>
          <p:cNvGrpSpPr/>
          <p:nvPr/>
        </p:nvGrpSpPr>
        <p:grpSpPr>
          <a:xfrm>
            <a:off x="630065" y="310822"/>
            <a:ext cx="3613507" cy="2805195"/>
            <a:chOff x="1228775" y="238225"/>
            <a:chExt cx="804050" cy="543650"/>
          </a:xfrm>
        </p:grpSpPr>
        <p:sp>
          <p:nvSpPr>
            <p:cNvPr id="228" name="Google Shape;228;p7"/>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29" name="Google Shape;229;p7"/>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0" name="Google Shape;230;p7"/>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1" name="Google Shape;231;p7"/>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2" name="Google Shape;232;p7"/>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3" name="Google Shape;233;p7"/>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4" name="Google Shape;234;p7"/>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5" name="Google Shape;235;p7"/>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6" name="Google Shape;236;p7"/>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7" name="Google Shape;237;p7"/>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8" name="Google Shape;238;p7"/>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39" name="Google Shape;239;p7"/>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0" name="Google Shape;240;p7"/>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1" name="Google Shape;241;p7"/>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2" name="Google Shape;242;p7"/>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3" name="Google Shape;243;p7"/>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4" name="Google Shape;244;p7"/>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5" name="Google Shape;245;p7"/>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6" name="Google Shape;246;p7"/>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7" name="Google Shape;247;p7"/>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8" name="Google Shape;248;p7"/>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49" name="Google Shape;249;p7"/>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50" name="Google Shape;250;p7"/>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51" name="Google Shape;251;p7"/>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52" name="Google Shape;252;p7"/>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36488104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53"/>
        <p:cNvGrpSpPr/>
        <p:nvPr/>
      </p:nvGrpSpPr>
      <p:grpSpPr>
        <a:xfrm>
          <a:off x="0" y="0"/>
          <a:ext cx="0" cy="0"/>
          <a:chOff x="0" y="0"/>
          <a:chExt cx="0" cy="0"/>
        </a:xfrm>
      </p:grpSpPr>
      <p:sp>
        <p:nvSpPr>
          <p:cNvPr id="254" name="Google Shape;254;p8"/>
          <p:cNvSpPr txBox="1">
            <a:spLocks noGrp="1"/>
          </p:cNvSpPr>
          <p:nvPr>
            <p:ph type="title"/>
          </p:nvPr>
        </p:nvSpPr>
        <p:spPr>
          <a:xfrm>
            <a:off x="3611733" y="2610430"/>
            <a:ext cx="16980800" cy="10527141"/>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18667"/>
            </a:lvl1pPr>
            <a:lvl2pPr lvl="1">
              <a:spcBef>
                <a:spcPts val="0"/>
              </a:spcBef>
              <a:spcAft>
                <a:spcPts val="0"/>
              </a:spcAft>
              <a:buSzPts val="4800"/>
              <a:buNone/>
              <a:defRPr sz="12800"/>
            </a:lvl2pPr>
            <a:lvl3pPr lvl="2">
              <a:spcBef>
                <a:spcPts val="0"/>
              </a:spcBef>
              <a:spcAft>
                <a:spcPts val="0"/>
              </a:spcAft>
              <a:buSzPts val="4800"/>
              <a:buNone/>
              <a:defRPr sz="12800"/>
            </a:lvl3pPr>
            <a:lvl4pPr lvl="3">
              <a:spcBef>
                <a:spcPts val="0"/>
              </a:spcBef>
              <a:spcAft>
                <a:spcPts val="0"/>
              </a:spcAft>
              <a:buSzPts val="4800"/>
              <a:buNone/>
              <a:defRPr sz="12800"/>
            </a:lvl4pPr>
            <a:lvl5pPr lvl="4">
              <a:spcBef>
                <a:spcPts val="0"/>
              </a:spcBef>
              <a:spcAft>
                <a:spcPts val="0"/>
              </a:spcAft>
              <a:buSzPts val="4800"/>
              <a:buNone/>
              <a:defRPr sz="12800"/>
            </a:lvl5pPr>
            <a:lvl6pPr lvl="5">
              <a:spcBef>
                <a:spcPts val="0"/>
              </a:spcBef>
              <a:spcAft>
                <a:spcPts val="0"/>
              </a:spcAft>
              <a:buSzPts val="4800"/>
              <a:buNone/>
              <a:defRPr sz="12800"/>
            </a:lvl6pPr>
            <a:lvl7pPr lvl="6">
              <a:spcBef>
                <a:spcPts val="0"/>
              </a:spcBef>
              <a:spcAft>
                <a:spcPts val="0"/>
              </a:spcAft>
              <a:buSzPts val="4800"/>
              <a:buNone/>
              <a:defRPr sz="12800"/>
            </a:lvl7pPr>
            <a:lvl8pPr lvl="7">
              <a:spcBef>
                <a:spcPts val="0"/>
              </a:spcBef>
              <a:spcAft>
                <a:spcPts val="0"/>
              </a:spcAft>
              <a:buSzPts val="4800"/>
              <a:buNone/>
              <a:defRPr sz="12800"/>
            </a:lvl8pPr>
            <a:lvl9pPr lvl="8">
              <a:spcBef>
                <a:spcPts val="0"/>
              </a:spcBef>
              <a:spcAft>
                <a:spcPts val="0"/>
              </a:spcAft>
              <a:buSzPts val="4800"/>
              <a:buNone/>
              <a:defRPr sz="12800"/>
            </a:lvl9pPr>
          </a:lstStyle>
          <a:p>
            <a:endParaRPr/>
          </a:p>
        </p:txBody>
      </p:sp>
      <p:sp>
        <p:nvSpPr>
          <p:cNvPr id="255" name="Google Shape;255;p8"/>
          <p:cNvSpPr/>
          <p:nvPr/>
        </p:nvSpPr>
        <p:spPr>
          <a:xfrm rot="10800000">
            <a:off x="7244351" y="-1096451"/>
            <a:ext cx="19075651" cy="1460042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56" name="Google Shape;256;p8"/>
          <p:cNvSpPr/>
          <p:nvPr/>
        </p:nvSpPr>
        <p:spPr>
          <a:xfrm>
            <a:off x="-1775685" y="3193012"/>
            <a:ext cx="17675093" cy="13528443"/>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Tree>
    <p:extLst>
      <p:ext uri="{BB962C8B-B14F-4D97-AF65-F5344CB8AC3E}">
        <p14:creationId xmlns:p14="http://schemas.microsoft.com/office/powerpoint/2010/main" val="37538424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57"/>
        <p:cNvGrpSpPr/>
        <p:nvPr/>
      </p:nvGrpSpPr>
      <p:grpSpPr>
        <a:xfrm>
          <a:off x="0" y="0"/>
          <a:ext cx="0" cy="0"/>
          <a:chOff x="0" y="0"/>
          <a:chExt cx="0" cy="0"/>
        </a:xfrm>
      </p:grpSpPr>
      <p:sp>
        <p:nvSpPr>
          <p:cNvPr id="258" name="Google Shape;258;p9"/>
          <p:cNvSpPr txBox="1">
            <a:spLocks noGrp="1"/>
          </p:cNvSpPr>
          <p:nvPr>
            <p:ph type="title"/>
          </p:nvPr>
        </p:nvSpPr>
        <p:spPr>
          <a:xfrm>
            <a:off x="6798400" y="4484207"/>
            <a:ext cx="10787200" cy="4538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22934"/>
            </a:lvl1pPr>
            <a:lvl2pPr lvl="1" algn="ctr">
              <a:spcBef>
                <a:spcPts val="0"/>
              </a:spcBef>
              <a:spcAft>
                <a:spcPts val="0"/>
              </a:spcAft>
              <a:buSzPts val="4200"/>
              <a:buNone/>
              <a:defRPr sz="11200"/>
            </a:lvl2pPr>
            <a:lvl3pPr lvl="2" algn="ctr">
              <a:spcBef>
                <a:spcPts val="0"/>
              </a:spcBef>
              <a:spcAft>
                <a:spcPts val="0"/>
              </a:spcAft>
              <a:buSzPts val="4200"/>
              <a:buNone/>
              <a:defRPr sz="11200"/>
            </a:lvl3pPr>
            <a:lvl4pPr lvl="3" algn="ctr">
              <a:spcBef>
                <a:spcPts val="0"/>
              </a:spcBef>
              <a:spcAft>
                <a:spcPts val="0"/>
              </a:spcAft>
              <a:buSzPts val="4200"/>
              <a:buNone/>
              <a:defRPr sz="11200"/>
            </a:lvl4pPr>
            <a:lvl5pPr lvl="4" algn="ctr">
              <a:spcBef>
                <a:spcPts val="0"/>
              </a:spcBef>
              <a:spcAft>
                <a:spcPts val="0"/>
              </a:spcAft>
              <a:buSzPts val="4200"/>
              <a:buNone/>
              <a:defRPr sz="11200"/>
            </a:lvl5pPr>
            <a:lvl6pPr lvl="5" algn="ctr">
              <a:spcBef>
                <a:spcPts val="0"/>
              </a:spcBef>
              <a:spcAft>
                <a:spcPts val="0"/>
              </a:spcAft>
              <a:buSzPts val="4200"/>
              <a:buNone/>
              <a:defRPr sz="11200"/>
            </a:lvl6pPr>
            <a:lvl7pPr lvl="6" algn="ctr">
              <a:spcBef>
                <a:spcPts val="0"/>
              </a:spcBef>
              <a:spcAft>
                <a:spcPts val="0"/>
              </a:spcAft>
              <a:buSzPts val="4200"/>
              <a:buNone/>
              <a:defRPr sz="11200"/>
            </a:lvl7pPr>
            <a:lvl8pPr lvl="7" algn="ctr">
              <a:spcBef>
                <a:spcPts val="0"/>
              </a:spcBef>
              <a:spcAft>
                <a:spcPts val="0"/>
              </a:spcAft>
              <a:buSzPts val="4200"/>
              <a:buNone/>
              <a:defRPr sz="11200"/>
            </a:lvl8pPr>
            <a:lvl9pPr lvl="8" algn="ctr">
              <a:spcBef>
                <a:spcPts val="0"/>
              </a:spcBef>
              <a:spcAft>
                <a:spcPts val="0"/>
              </a:spcAft>
              <a:buSzPts val="4200"/>
              <a:buNone/>
              <a:defRPr sz="11200"/>
            </a:lvl9pPr>
          </a:lstStyle>
          <a:p>
            <a:endParaRPr/>
          </a:p>
        </p:txBody>
      </p:sp>
      <p:sp>
        <p:nvSpPr>
          <p:cNvPr id="259" name="Google Shape;259;p9"/>
          <p:cNvSpPr txBox="1">
            <a:spLocks noGrp="1"/>
          </p:cNvSpPr>
          <p:nvPr>
            <p:ph type="subTitle" idx="1"/>
          </p:nvPr>
        </p:nvSpPr>
        <p:spPr>
          <a:xfrm>
            <a:off x="6798400" y="9022608"/>
            <a:ext cx="10787200" cy="2241185"/>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60" name="Google Shape;260;p9"/>
          <p:cNvSpPr/>
          <p:nvPr/>
        </p:nvSpPr>
        <p:spPr>
          <a:xfrm rot="10800000">
            <a:off x="11264896" y="-603999"/>
            <a:ext cx="15055104" cy="1152311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61" name="Google Shape;261;p9"/>
          <p:cNvSpPr/>
          <p:nvPr/>
        </p:nvSpPr>
        <p:spPr>
          <a:xfrm>
            <a:off x="-1363676" y="5078726"/>
            <a:ext cx="15056509" cy="11524190"/>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Tree>
    <p:extLst>
      <p:ext uri="{BB962C8B-B14F-4D97-AF65-F5344CB8AC3E}">
        <p14:creationId xmlns:p14="http://schemas.microsoft.com/office/powerpoint/2010/main" val="2631138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62"/>
        <p:cNvGrpSpPr/>
        <p:nvPr/>
      </p:nvGrpSpPr>
      <p:grpSpPr>
        <a:xfrm>
          <a:off x="0" y="0"/>
          <a:ext cx="0" cy="0"/>
          <a:chOff x="0" y="0"/>
          <a:chExt cx="0" cy="0"/>
        </a:xfrm>
      </p:grpSpPr>
      <p:sp>
        <p:nvSpPr>
          <p:cNvPr id="263" name="Google Shape;263;p10"/>
          <p:cNvSpPr txBox="1">
            <a:spLocks noGrp="1"/>
          </p:cNvSpPr>
          <p:nvPr>
            <p:ph type="body" idx="1"/>
          </p:nvPr>
        </p:nvSpPr>
        <p:spPr>
          <a:xfrm>
            <a:off x="2066400" y="12242015"/>
            <a:ext cx="20251200" cy="1852652"/>
          </a:xfrm>
          <a:prstGeom prst="rect">
            <a:avLst/>
          </a:prstGeom>
        </p:spPr>
        <p:txBody>
          <a:bodyPr spcFirstLastPara="1" wrap="square" lIns="91425" tIns="91425" rIns="91425" bIns="91425" anchor="ctr" anchorCtr="0">
            <a:noAutofit/>
          </a:bodyPr>
          <a:lstStyle>
            <a:lvl1pPr marL="1219215" lvl="0" indent="-609608" algn="ctr">
              <a:lnSpc>
                <a:spcPct val="100000"/>
              </a:lnSpc>
              <a:spcBef>
                <a:spcPts val="0"/>
              </a:spcBef>
              <a:spcAft>
                <a:spcPts val="0"/>
              </a:spcAft>
              <a:buSzPts val="1600"/>
              <a:buNone/>
              <a:defRPr sz="8000">
                <a:latin typeface="Raleway Thin"/>
                <a:ea typeface="Raleway Thin"/>
                <a:cs typeface="Raleway Thin"/>
                <a:sym typeface="Raleway Thin"/>
              </a:defRPr>
            </a:lvl1pPr>
          </a:lstStyle>
          <a:p>
            <a:endParaRPr/>
          </a:p>
        </p:txBody>
      </p:sp>
    </p:spTree>
    <p:extLst>
      <p:ext uri="{BB962C8B-B14F-4D97-AF65-F5344CB8AC3E}">
        <p14:creationId xmlns:p14="http://schemas.microsoft.com/office/powerpoint/2010/main" val="38203343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64"/>
        <p:cNvGrpSpPr/>
        <p:nvPr/>
      </p:nvGrpSpPr>
      <p:grpSpPr>
        <a:xfrm>
          <a:off x="0" y="0"/>
          <a:ext cx="0" cy="0"/>
          <a:chOff x="0" y="0"/>
          <a:chExt cx="0" cy="0"/>
        </a:xfrm>
      </p:grpSpPr>
      <p:sp>
        <p:nvSpPr>
          <p:cNvPr id="265" name="Google Shape;265;p11"/>
          <p:cNvSpPr txBox="1">
            <a:spLocks noGrp="1"/>
          </p:cNvSpPr>
          <p:nvPr>
            <p:ph type="title" hasCustomPrompt="1"/>
          </p:nvPr>
        </p:nvSpPr>
        <p:spPr>
          <a:xfrm>
            <a:off x="6450400" y="5850504"/>
            <a:ext cx="15200800" cy="4988474"/>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29334"/>
            </a:lvl1pPr>
            <a:lvl2pPr lvl="1" algn="ctr">
              <a:spcBef>
                <a:spcPts val="0"/>
              </a:spcBef>
              <a:spcAft>
                <a:spcPts val="0"/>
              </a:spcAft>
              <a:buSzPts val="12000"/>
              <a:buNone/>
              <a:defRPr sz="32000"/>
            </a:lvl2pPr>
            <a:lvl3pPr lvl="2" algn="ctr">
              <a:spcBef>
                <a:spcPts val="0"/>
              </a:spcBef>
              <a:spcAft>
                <a:spcPts val="0"/>
              </a:spcAft>
              <a:buSzPts val="12000"/>
              <a:buNone/>
              <a:defRPr sz="32000"/>
            </a:lvl3pPr>
            <a:lvl4pPr lvl="3" algn="ctr">
              <a:spcBef>
                <a:spcPts val="0"/>
              </a:spcBef>
              <a:spcAft>
                <a:spcPts val="0"/>
              </a:spcAft>
              <a:buSzPts val="12000"/>
              <a:buNone/>
              <a:defRPr sz="32000"/>
            </a:lvl4pPr>
            <a:lvl5pPr lvl="4" algn="ctr">
              <a:spcBef>
                <a:spcPts val="0"/>
              </a:spcBef>
              <a:spcAft>
                <a:spcPts val="0"/>
              </a:spcAft>
              <a:buSzPts val="12000"/>
              <a:buNone/>
              <a:defRPr sz="32000"/>
            </a:lvl5pPr>
            <a:lvl6pPr lvl="5" algn="ctr">
              <a:spcBef>
                <a:spcPts val="0"/>
              </a:spcBef>
              <a:spcAft>
                <a:spcPts val="0"/>
              </a:spcAft>
              <a:buSzPts val="12000"/>
              <a:buNone/>
              <a:defRPr sz="32000"/>
            </a:lvl6pPr>
            <a:lvl7pPr lvl="6" algn="ctr">
              <a:spcBef>
                <a:spcPts val="0"/>
              </a:spcBef>
              <a:spcAft>
                <a:spcPts val="0"/>
              </a:spcAft>
              <a:buSzPts val="12000"/>
              <a:buNone/>
              <a:defRPr sz="32000"/>
            </a:lvl7pPr>
            <a:lvl8pPr lvl="7" algn="ctr">
              <a:spcBef>
                <a:spcPts val="0"/>
              </a:spcBef>
              <a:spcAft>
                <a:spcPts val="0"/>
              </a:spcAft>
              <a:buSzPts val="12000"/>
              <a:buNone/>
              <a:defRPr sz="32000"/>
            </a:lvl8pPr>
            <a:lvl9pPr lvl="8" algn="ctr">
              <a:spcBef>
                <a:spcPts val="0"/>
              </a:spcBef>
              <a:spcAft>
                <a:spcPts val="0"/>
              </a:spcAft>
              <a:buSzPts val="12000"/>
              <a:buNone/>
              <a:defRPr sz="32000"/>
            </a:lvl9pPr>
          </a:lstStyle>
          <a:p>
            <a:r>
              <a:t>xx%</a:t>
            </a:r>
          </a:p>
        </p:txBody>
      </p:sp>
      <p:sp>
        <p:nvSpPr>
          <p:cNvPr id="266" name="Google Shape;266;p11"/>
          <p:cNvSpPr txBox="1">
            <a:spLocks noGrp="1"/>
          </p:cNvSpPr>
          <p:nvPr>
            <p:ph type="subTitle" idx="1"/>
          </p:nvPr>
        </p:nvSpPr>
        <p:spPr>
          <a:xfrm>
            <a:off x="7427200" y="10824129"/>
            <a:ext cx="13247200" cy="1363081"/>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
        <p:nvSpPr>
          <p:cNvPr id="267" name="Google Shape;267;p11"/>
          <p:cNvSpPr/>
          <p:nvPr/>
        </p:nvSpPr>
        <p:spPr>
          <a:xfrm rot="10800000" flipH="1">
            <a:off x="-1649800" y="-820823"/>
            <a:ext cx="16342635" cy="12508584"/>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68" name="Google Shape;268;p11"/>
          <p:cNvSpPr/>
          <p:nvPr/>
        </p:nvSpPr>
        <p:spPr>
          <a:xfrm flipH="1">
            <a:off x="10149594" y="4414946"/>
            <a:ext cx="15924221" cy="12188334"/>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Tree>
    <p:extLst>
      <p:ext uri="{BB962C8B-B14F-4D97-AF65-F5344CB8AC3E}">
        <p14:creationId xmlns:p14="http://schemas.microsoft.com/office/powerpoint/2010/main" val="25362749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269"/>
        <p:cNvGrpSpPr/>
        <p:nvPr/>
      </p:nvGrpSpPr>
      <p:grpSpPr>
        <a:xfrm>
          <a:off x="0" y="0"/>
          <a:ext cx="0" cy="0"/>
          <a:chOff x="0" y="0"/>
          <a:chExt cx="0" cy="0"/>
        </a:xfrm>
      </p:grpSpPr>
    </p:spTree>
    <p:extLst>
      <p:ext uri="{BB962C8B-B14F-4D97-AF65-F5344CB8AC3E}">
        <p14:creationId xmlns:p14="http://schemas.microsoft.com/office/powerpoint/2010/main" val="37108822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70"/>
        <p:cNvGrpSpPr/>
        <p:nvPr/>
      </p:nvGrpSpPr>
      <p:grpSpPr>
        <a:xfrm>
          <a:off x="0" y="0"/>
          <a:ext cx="0" cy="0"/>
          <a:chOff x="0" y="0"/>
          <a:chExt cx="0" cy="0"/>
        </a:xfrm>
      </p:grpSpPr>
      <p:sp>
        <p:nvSpPr>
          <p:cNvPr id="271" name="Google Shape;271;p13"/>
          <p:cNvSpPr/>
          <p:nvPr/>
        </p:nvSpPr>
        <p:spPr>
          <a:xfrm rot="10800000" flipH="1">
            <a:off x="-1649800"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72" name="Google Shape;272;p13"/>
          <p:cNvSpPr/>
          <p:nvPr/>
        </p:nvSpPr>
        <p:spPr>
          <a:xfrm flipH="1">
            <a:off x="14422433"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73" name="Google Shape;273;p13"/>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274" name="Google Shape;274;p13"/>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5" name="Google Shape;275;p13"/>
          <p:cNvSpPr txBox="1">
            <a:spLocks noGrp="1"/>
          </p:cNvSpPr>
          <p:nvPr>
            <p:ph type="title" idx="2" hasCustomPrompt="1"/>
          </p:nvPr>
        </p:nvSpPr>
        <p:spPr>
          <a:xfrm>
            <a:off x="1920000" y="5650573"/>
            <a:ext cx="3516000" cy="2707793"/>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16000"/>
            </a:lvl1pPr>
            <a:lvl2pPr lvl="1" algn="ctr" rtl="0">
              <a:spcBef>
                <a:spcPts val="0"/>
              </a:spcBef>
              <a:spcAft>
                <a:spcPts val="0"/>
              </a:spcAft>
              <a:buSzPts val="6000"/>
              <a:buNone/>
              <a:defRPr sz="16000"/>
            </a:lvl2pPr>
            <a:lvl3pPr lvl="2" algn="ctr" rtl="0">
              <a:spcBef>
                <a:spcPts val="0"/>
              </a:spcBef>
              <a:spcAft>
                <a:spcPts val="0"/>
              </a:spcAft>
              <a:buSzPts val="6000"/>
              <a:buNone/>
              <a:defRPr sz="16000"/>
            </a:lvl3pPr>
            <a:lvl4pPr lvl="3" algn="ctr" rtl="0">
              <a:spcBef>
                <a:spcPts val="0"/>
              </a:spcBef>
              <a:spcAft>
                <a:spcPts val="0"/>
              </a:spcAft>
              <a:buSzPts val="6000"/>
              <a:buNone/>
              <a:defRPr sz="16000"/>
            </a:lvl4pPr>
            <a:lvl5pPr lvl="4" algn="ctr" rtl="0">
              <a:spcBef>
                <a:spcPts val="0"/>
              </a:spcBef>
              <a:spcAft>
                <a:spcPts val="0"/>
              </a:spcAft>
              <a:buSzPts val="6000"/>
              <a:buNone/>
              <a:defRPr sz="16000"/>
            </a:lvl5pPr>
            <a:lvl6pPr lvl="5" algn="ctr" rtl="0">
              <a:spcBef>
                <a:spcPts val="0"/>
              </a:spcBef>
              <a:spcAft>
                <a:spcPts val="0"/>
              </a:spcAft>
              <a:buSzPts val="6000"/>
              <a:buNone/>
              <a:defRPr sz="16000"/>
            </a:lvl6pPr>
            <a:lvl7pPr lvl="6" algn="ctr" rtl="0">
              <a:spcBef>
                <a:spcPts val="0"/>
              </a:spcBef>
              <a:spcAft>
                <a:spcPts val="0"/>
              </a:spcAft>
              <a:buSzPts val="6000"/>
              <a:buNone/>
              <a:defRPr sz="16000"/>
            </a:lvl7pPr>
            <a:lvl8pPr lvl="7" algn="ctr" rtl="0">
              <a:spcBef>
                <a:spcPts val="0"/>
              </a:spcBef>
              <a:spcAft>
                <a:spcPts val="0"/>
              </a:spcAft>
              <a:buSzPts val="6000"/>
              <a:buNone/>
              <a:defRPr sz="16000"/>
            </a:lvl8pPr>
            <a:lvl9pPr lvl="8" algn="ctr" rtl="0">
              <a:spcBef>
                <a:spcPts val="0"/>
              </a:spcBef>
              <a:spcAft>
                <a:spcPts val="0"/>
              </a:spcAft>
              <a:buSzPts val="6000"/>
              <a:buNone/>
              <a:defRPr sz="16000"/>
            </a:lvl9pPr>
          </a:lstStyle>
          <a:p>
            <a:r>
              <a:t>xx%</a:t>
            </a:r>
          </a:p>
        </p:txBody>
      </p:sp>
      <p:sp>
        <p:nvSpPr>
          <p:cNvPr id="276" name="Google Shape;276;p13"/>
          <p:cNvSpPr txBox="1">
            <a:spLocks noGrp="1"/>
          </p:cNvSpPr>
          <p:nvPr>
            <p:ph type="subTitle" idx="1"/>
          </p:nvPr>
        </p:nvSpPr>
        <p:spPr>
          <a:xfrm>
            <a:off x="5678333" y="6747630"/>
            <a:ext cx="6531200" cy="2000533"/>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77" name="Google Shape;277;p13"/>
          <p:cNvSpPr txBox="1">
            <a:spLocks noGrp="1"/>
          </p:cNvSpPr>
          <p:nvPr>
            <p:ph type="subTitle" idx="3"/>
          </p:nvPr>
        </p:nvSpPr>
        <p:spPr>
          <a:xfrm>
            <a:off x="5678333" y="5260778"/>
            <a:ext cx="6531200" cy="1448504"/>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Raleway Thin"/>
              <a:buNone/>
              <a:defRPr sz="5333">
                <a:latin typeface="Raleway Thin"/>
                <a:ea typeface="Raleway Thin"/>
                <a:cs typeface="Raleway Thin"/>
                <a:sym typeface="Raleway Thin"/>
              </a:defRPr>
            </a:lvl1pPr>
            <a:lvl2pPr lvl="1" rtl="0">
              <a:spcBef>
                <a:spcPts val="0"/>
              </a:spcBef>
              <a:spcAft>
                <a:spcPts val="0"/>
              </a:spcAft>
              <a:buSzPts val="2000"/>
              <a:buFont typeface="Raleway Thin"/>
              <a:buNone/>
              <a:defRPr sz="5333">
                <a:latin typeface="Raleway Thin"/>
                <a:ea typeface="Raleway Thin"/>
                <a:cs typeface="Raleway Thin"/>
                <a:sym typeface="Raleway Thin"/>
              </a:defRPr>
            </a:lvl2pPr>
            <a:lvl3pPr lvl="2" rtl="0">
              <a:spcBef>
                <a:spcPts val="0"/>
              </a:spcBef>
              <a:spcAft>
                <a:spcPts val="0"/>
              </a:spcAft>
              <a:buSzPts val="2000"/>
              <a:buFont typeface="Raleway Thin"/>
              <a:buNone/>
              <a:defRPr sz="5333">
                <a:latin typeface="Raleway Thin"/>
                <a:ea typeface="Raleway Thin"/>
                <a:cs typeface="Raleway Thin"/>
                <a:sym typeface="Raleway Thin"/>
              </a:defRPr>
            </a:lvl3pPr>
            <a:lvl4pPr lvl="3" rtl="0">
              <a:spcBef>
                <a:spcPts val="0"/>
              </a:spcBef>
              <a:spcAft>
                <a:spcPts val="0"/>
              </a:spcAft>
              <a:buSzPts val="2000"/>
              <a:buFont typeface="Raleway Thin"/>
              <a:buNone/>
              <a:defRPr sz="5333">
                <a:latin typeface="Raleway Thin"/>
                <a:ea typeface="Raleway Thin"/>
                <a:cs typeface="Raleway Thin"/>
                <a:sym typeface="Raleway Thin"/>
              </a:defRPr>
            </a:lvl4pPr>
            <a:lvl5pPr lvl="4" rtl="0">
              <a:spcBef>
                <a:spcPts val="0"/>
              </a:spcBef>
              <a:spcAft>
                <a:spcPts val="0"/>
              </a:spcAft>
              <a:buSzPts val="2000"/>
              <a:buFont typeface="Raleway Thin"/>
              <a:buNone/>
              <a:defRPr sz="5333">
                <a:latin typeface="Raleway Thin"/>
                <a:ea typeface="Raleway Thin"/>
                <a:cs typeface="Raleway Thin"/>
                <a:sym typeface="Raleway Thin"/>
              </a:defRPr>
            </a:lvl5pPr>
            <a:lvl6pPr lvl="5" rtl="0">
              <a:spcBef>
                <a:spcPts val="0"/>
              </a:spcBef>
              <a:spcAft>
                <a:spcPts val="0"/>
              </a:spcAft>
              <a:buSzPts val="2000"/>
              <a:buFont typeface="Raleway Thin"/>
              <a:buNone/>
              <a:defRPr sz="5333">
                <a:latin typeface="Raleway Thin"/>
                <a:ea typeface="Raleway Thin"/>
                <a:cs typeface="Raleway Thin"/>
                <a:sym typeface="Raleway Thin"/>
              </a:defRPr>
            </a:lvl6pPr>
            <a:lvl7pPr lvl="6" rtl="0">
              <a:spcBef>
                <a:spcPts val="0"/>
              </a:spcBef>
              <a:spcAft>
                <a:spcPts val="0"/>
              </a:spcAft>
              <a:buSzPts val="2000"/>
              <a:buFont typeface="Raleway Thin"/>
              <a:buNone/>
              <a:defRPr sz="5333">
                <a:latin typeface="Raleway Thin"/>
                <a:ea typeface="Raleway Thin"/>
                <a:cs typeface="Raleway Thin"/>
                <a:sym typeface="Raleway Thin"/>
              </a:defRPr>
            </a:lvl7pPr>
            <a:lvl8pPr lvl="7" rtl="0">
              <a:spcBef>
                <a:spcPts val="0"/>
              </a:spcBef>
              <a:spcAft>
                <a:spcPts val="0"/>
              </a:spcAft>
              <a:buSzPts val="2000"/>
              <a:buFont typeface="Raleway Thin"/>
              <a:buNone/>
              <a:defRPr sz="5333">
                <a:latin typeface="Raleway Thin"/>
                <a:ea typeface="Raleway Thin"/>
                <a:cs typeface="Raleway Thin"/>
                <a:sym typeface="Raleway Thin"/>
              </a:defRPr>
            </a:lvl8pPr>
            <a:lvl9pPr lvl="8"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278" name="Google Shape;278;p13"/>
          <p:cNvSpPr txBox="1">
            <a:spLocks noGrp="1"/>
          </p:cNvSpPr>
          <p:nvPr>
            <p:ph type="title" idx="4" hasCustomPrompt="1"/>
          </p:nvPr>
        </p:nvSpPr>
        <p:spPr>
          <a:xfrm>
            <a:off x="12174467" y="5650573"/>
            <a:ext cx="3516000" cy="2707793"/>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16000"/>
            </a:lvl1pPr>
            <a:lvl2pPr lvl="1" algn="ctr" rtl="0">
              <a:spcBef>
                <a:spcPts val="0"/>
              </a:spcBef>
              <a:spcAft>
                <a:spcPts val="0"/>
              </a:spcAft>
              <a:buSzPts val="6000"/>
              <a:buNone/>
              <a:defRPr sz="16000"/>
            </a:lvl2pPr>
            <a:lvl3pPr lvl="2" algn="ctr" rtl="0">
              <a:spcBef>
                <a:spcPts val="0"/>
              </a:spcBef>
              <a:spcAft>
                <a:spcPts val="0"/>
              </a:spcAft>
              <a:buSzPts val="6000"/>
              <a:buNone/>
              <a:defRPr sz="16000"/>
            </a:lvl3pPr>
            <a:lvl4pPr lvl="3" algn="ctr" rtl="0">
              <a:spcBef>
                <a:spcPts val="0"/>
              </a:spcBef>
              <a:spcAft>
                <a:spcPts val="0"/>
              </a:spcAft>
              <a:buSzPts val="6000"/>
              <a:buNone/>
              <a:defRPr sz="16000"/>
            </a:lvl4pPr>
            <a:lvl5pPr lvl="4" algn="ctr" rtl="0">
              <a:spcBef>
                <a:spcPts val="0"/>
              </a:spcBef>
              <a:spcAft>
                <a:spcPts val="0"/>
              </a:spcAft>
              <a:buSzPts val="6000"/>
              <a:buNone/>
              <a:defRPr sz="16000"/>
            </a:lvl5pPr>
            <a:lvl6pPr lvl="5" algn="ctr" rtl="0">
              <a:spcBef>
                <a:spcPts val="0"/>
              </a:spcBef>
              <a:spcAft>
                <a:spcPts val="0"/>
              </a:spcAft>
              <a:buSzPts val="6000"/>
              <a:buNone/>
              <a:defRPr sz="16000"/>
            </a:lvl6pPr>
            <a:lvl7pPr lvl="6" algn="ctr" rtl="0">
              <a:spcBef>
                <a:spcPts val="0"/>
              </a:spcBef>
              <a:spcAft>
                <a:spcPts val="0"/>
              </a:spcAft>
              <a:buSzPts val="6000"/>
              <a:buNone/>
              <a:defRPr sz="16000"/>
            </a:lvl7pPr>
            <a:lvl8pPr lvl="7" algn="ctr" rtl="0">
              <a:spcBef>
                <a:spcPts val="0"/>
              </a:spcBef>
              <a:spcAft>
                <a:spcPts val="0"/>
              </a:spcAft>
              <a:buSzPts val="6000"/>
              <a:buNone/>
              <a:defRPr sz="16000"/>
            </a:lvl8pPr>
            <a:lvl9pPr lvl="8" algn="ctr" rtl="0">
              <a:spcBef>
                <a:spcPts val="0"/>
              </a:spcBef>
              <a:spcAft>
                <a:spcPts val="0"/>
              </a:spcAft>
              <a:buSzPts val="6000"/>
              <a:buNone/>
              <a:defRPr sz="16000"/>
            </a:lvl9pPr>
          </a:lstStyle>
          <a:p>
            <a:r>
              <a:t>xx%</a:t>
            </a:r>
          </a:p>
        </p:txBody>
      </p:sp>
      <p:sp>
        <p:nvSpPr>
          <p:cNvPr id="279" name="Google Shape;279;p13"/>
          <p:cNvSpPr txBox="1">
            <a:spLocks noGrp="1"/>
          </p:cNvSpPr>
          <p:nvPr>
            <p:ph type="subTitle" idx="5"/>
          </p:nvPr>
        </p:nvSpPr>
        <p:spPr>
          <a:xfrm>
            <a:off x="15932800" y="6747630"/>
            <a:ext cx="6531200" cy="2000533"/>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80" name="Google Shape;280;p13"/>
          <p:cNvSpPr txBox="1">
            <a:spLocks noGrp="1"/>
          </p:cNvSpPr>
          <p:nvPr>
            <p:ph type="subTitle" idx="6"/>
          </p:nvPr>
        </p:nvSpPr>
        <p:spPr>
          <a:xfrm>
            <a:off x="15932800" y="5260778"/>
            <a:ext cx="6531200" cy="1448504"/>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Raleway Thin"/>
              <a:buNone/>
              <a:defRPr sz="5333">
                <a:latin typeface="Raleway Thin"/>
                <a:ea typeface="Raleway Thin"/>
                <a:cs typeface="Raleway Thin"/>
                <a:sym typeface="Raleway Thin"/>
              </a:defRPr>
            </a:lvl1pPr>
            <a:lvl2pPr lvl="1" rtl="0">
              <a:spcBef>
                <a:spcPts val="0"/>
              </a:spcBef>
              <a:spcAft>
                <a:spcPts val="0"/>
              </a:spcAft>
              <a:buSzPts val="2000"/>
              <a:buFont typeface="Raleway Thin"/>
              <a:buNone/>
              <a:defRPr sz="5333">
                <a:latin typeface="Raleway Thin"/>
                <a:ea typeface="Raleway Thin"/>
                <a:cs typeface="Raleway Thin"/>
                <a:sym typeface="Raleway Thin"/>
              </a:defRPr>
            </a:lvl2pPr>
            <a:lvl3pPr lvl="2" rtl="0">
              <a:spcBef>
                <a:spcPts val="0"/>
              </a:spcBef>
              <a:spcAft>
                <a:spcPts val="0"/>
              </a:spcAft>
              <a:buSzPts val="2000"/>
              <a:buFont typeface="Raleway Thin"/>
              <a:buNone/>
              <a:defRPr sz="5333">
                <a:latin typeface="Raleway Thin"/>
                <a:ea typeface="Raleway Thin"/>
                <a:cs typeface="Raleway Thin"/>
                <a:sym typeface="Raleway Thin"/>
              </a:defRPr>
            </a:lvl3pPr>
            <a:lvl4pPr lvl="3" rtl="0">
              <a:spcBef>
                <a:spcPts val="0"/>
              </a:spcBef>
              <a:spcAft>
                <a:spcPts val="0"/>
              </a:spcAft>
              <a:buSzPts val="2000"/>
              <a:buFont typeface="Raleway Thin"/>
              <a:buNone/>
              <a:defRPr sz="5333">
                <a:latin typeface="Raleway Thin"/>
                <a:ea typeface="Raleway Thin"/>
                <a:cs typeface="Raleway Thin"/>
                <a:sym typeface="Raleway Thin"/>
              </a:defRPr>
            </a:lvl4pPr>
            <a:lvl5pPr lvl="4" rtl="0">
              <a:spcBef>
                <a:spcPts val="0"/>
              </a:spcBef>
              <a:spcAft>
                <a:spcPts val="0"/>
              </a:spcAft>
              <a:buSzPts val="2000"/>
              <a:buFont typeface="Raleway Thin"/>
              <a:buNone/>
              <a:defRPr sz="5333">
                <a:latin typeface="Raleway Thin"/>
                <a:ea typeface="Raleway Thin"/>
                <a:cs typeface="Raleway Thin"/>
                <a:sym typeface="Raleway Thin"/>
              </a:defRPr>
            </a:lvl5pPr>
            <a:lvl6pPr lvl="5" rtl="0">
              <a:spcBef>
                <a:spcPts val="0"/>
              </a:spcBef>
              <a:spcAft>
                <a:spcPts val="0"/>
              </a:spcAft>
              <a:buSzPts val="2000"/>
              <a:buFont typeface="Raleway Thin"/>
              <a:buNone/>
              <a:defRPr sz="5333">
                <a:latin typeface="Raleway Thin"/>
                <a:ea typeface="Raleway Thin"/>
                <a:cs typeface="Raleway Thin"/>
                <a:sym typeface="Raleway Thin"/>
              </a:defRPr>
            </a:lvl6pPr>
            <a:lvl7pPr lvl="6" rtl="0">
              <a:spcBef>
                <a:spcPts val="0"/>
              </a:spcBef>
              <a:spcAft>
                <a:spcPts val="0"/>
              </a:spcAft>
              <a:buSzPts val="2000"/>
              <a:buFont typeface="Raleway Thin"/>
              <a:buNone/>
              <a:defRPr sz="5333">
                <a:latin typeface="Raleway Thin"/>
                <a:ea typeface="Raleway Thin"/>
                <a:cs typeface="Raleway Thin"/>
                <a:sym typeface="Raleway Thin"/>
              </a:defRPr>
            </a:lvl7pPr>
            <a:lvl8pPr lvl="7" rtl="0">
              <a:spcBef>
                <a:spcPts val="0"/>
              </a:spcBef>
              <a:spcAft>
                <a:spcPts val="0"/>
              </a:spcAft>
              <a:buSzPts val="2000"/>
              <a:buFont typeface="Raleway Thin"/>
              <a:buNone/>
              <a:defRPr sz="5333">
                <a:latin typeface="Raleway Thin"/>
                <a:ea typeface="Raleway Thin"/>
                <a:cs typeface="Raleway Thin"/>
                <a:sym typeface="Raleway Thin"/>
              </a:defRPr>
            </a:lvl8pPr>
            <a:lvl9pPr lvl="8"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281" name="Google Shape;281;p13"/>
          <p:cNvSpPr txBox="1">
            <a:spLocks noGrp="1"/>
          </p:cNvSpPr>
          <p:nvPr>
            <p:ph type="title" idx="7" hasCustomPrompt="1"/>
          </p:nvPr>
        </p:nvSpPr>
        <p:spPr>
          <a:xfrm>
            <a:off x="1920000" y="10371528"/>
            <a:ext cx="3516000" cy="2707793"/>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16000"/>
            </a:lvl1pPr>
            <a:lvl2pPr lvl="1" algn="ctr" rtl="0">
              <a:spcBef>
                <a:spcPts val="0"/>
              </a:spcBef>
              <a:spcAft>
                <a:spcPts val="0"/>
              </a:spcAft>
              <a:buSzPts val="6000"/>
              <a:buNone/>
              <a:defRPr sz="16000"/>
            </a:lvl2pPr>
            <a:lvl3pPr lvl="2" algn="ctr" rtl="0">
              <a:spcBef>
                <a:spcPts val="0"/>
              </a:spcBef>
              <a:spcAft>
                <a:spcPts val="0"/>
              </a:spcAft>
              <a:buSzPts val="6000"/>
              <a:buNone/>
              <a:defRPr sz="16000"/>
            </a:lvl3pPr>
            <a:lvl4pPr lvl="3" algn="ctr" rtl="0">
              <a:spcBef>
                <a:spcPts val="0"/>
              </a:spcBef>
              <a:spcAft>
                <a:spcPts val="0"/>
              </a:spcAft>
              <a:buSzPts val="6000"/>
              <a:buNone/>
              <a:defRPr sz="16000"/>
            </a:lvl4pPr>
            <a:lvl5pPr lvl="4" algn="ctr" rtl="0">
              <a:spcBef>
                <a:spcPts val="0"/>
              </a:spcBef>
              <a:spcAft>
                <a:spcPts val="0"/>
              </a:spcAft>
              <a:buSzPts val="6000"/>
              <a:buNone/>
              <a:defRPr sz="16000"/>
            </a:lvl5pPr>
            <a:lvl6pPr lvl="5" algn="ctr" rtl="0">
              <a:spcBef>
                <a:spcPts val="0"/>
              </a:spcBef>
              <a:spcAft>
                <a:spcPts val="0"/>
              </a:spcAft>
              <a:buSzPts val="6000"/>
              <a:buNone/>
              <a:defRPr sz="16000"/>
            </a:lvl6pPr>
            <a:lvl7pPr lvl="6" algn="ctr" rtl="0">
              <a:spcBef>
                <a:spcPts val="0"/>
              </a:spcBef>
              <a:spcAft>
                <a:spcPts val="0"/>
              </a:spcAft>
              <a:buSzPts val="6000"/>
              <a:buNone/>
              <a:defRPr sz="16000"/>
            </a:lvl7pPr>
            <a:lvl8pPr lvl="7" algn="ctr" rtl="0">
              <a:spcBef>
                <a:spcPts val="0"/>
              </a:spcBef>
              <a:spcAft>
                <a:spcPts val="0"/>
              </a:spcAft>
              <a:buSzPts val="6000"/>
              <a:buNone/>
              <a:defRPr sz="16000"/>
            </a:lvl8pPr>
            <a:lvl9pPr lvl="8" algn="ctr" rtl="0">
              <a:spcBef>
                <a:spcPts val="0"/>
              </a:spcBef>
              <a:spcAft>
                <a:spcPts val="0"/>
              </a:spcAft>
              <a:buSzPts val="6000"/>
              <a:buNone/>
              <a:defRPr sz="16000"/>
            </a:lvl9pPr>
          </a:lstStyle>
          <a:p>
            <a:r>
              <a:t>xx%</a:t>
            </a:r>
          </a:p>
        </p:txBody>
      </p:sp>
      <p:sp>
        <p:nvSpPr>
          <p:cNvPr id="282" name="Google Shape;282;p13"/>
          <p:cNvSpPr txBox="1">
            <a:spLocks noGrp="1"/>
          </p:cNvSpPr>
          <p:nvPr>
            <p:ph type="subTitle" idx="8"/>
          </p:nvPr>
        </p:nvSpPr>
        <p:spPr>
          <a:xfrm>
            <a:off x="5678333" y="11468586"/>
            <a:ext cx="6531200" cy="2000533"/>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83" name="Google Shape;283;p13"/>
          <p:cNvSpPr txBox="1">
            <a:spLocks noGrp="1"/>
          </p:cNvSpPr>
          <p:nvPr>
            <p:ph type="subTitle" idx="9"/>
          </p:nvPr>
        </p:nvSpPr>
        <p:spPr>
          <a:xfrm>
            <a:off x="5678333" y="9981733"/>
            <a:ext cx="6531200" cy="1448504"/>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Raleway Thin"/>
              <a:buNone/>
              <a:defRPr sz="5333">
                <a:latin typeface="Raleway Thin"/>
                <a:ea typeface="Raleway Thin"/>
                <a:cs typeface="Raleway Thin"/>
                <a:sym typeface="Raleway Thin"/>
              </a:defRPr>
            </a:lvl1pPr>
            <a:lvl2pPr lvl="1" rtl="0">
              <a:spcBef>
                <a:spcPts val="0"/>
              </a:spcBef>
              <a:spcAft>
                <a:spcPts val="0"/>
              </a:spcAft>
              <a:buSzPts val="2000"/>
              <a:buFont typeface="Raleway Thin"/>
              <a:buNone/>
              <a:defRPr sz="5333">
                <a:latin typeface="Raleway Thin"/>
                <a:ea typeface="Raleway Thin"/>
                <a:cs typeface="Raleway Thin"/>
                <a:sym typeface="Raleway Thin"/>
              </a:defRPr>
            </a:lvl2pPr>
            <a:lvl3pPr lvl="2" rtl="0">
              <a:spcBef>
                <a:spcPts val="0"/>
              </a:spcBef>
              <a:spcAft>
                <a:spcPts val="0"/>
              </a:spcAft>
              <a:buSzPts val="2000"/>
              <a:buFont typeface="Raleway Thin"/>
              <a:buNone/>
              <a:defRPr sz="5333">
                <a:latin typeface="Raleway Thin"/>
                <a:ea typeface="Raleway Thin"/>
                <a:cs typeface="Raleway Thin"/>
                <a:sym typeface="Raleway Thin"/>
              </a:defRPr>
            </a:lvl3pPr>
            <a:lvl4pPr lvl="3" rtl="0">
              <a:spcBef>
                <a:spcPts val="0"/>
              </a:spcBef>
              <a:spcAft>
                <a:spcPts val="0"/>
              </a:spcAft>
              <a:buSzPts val="2000"/>
              <a:buFont typeface="Raleway Thin"/>
              <a:buNone/>
              <a:defRPr sz="5333">
                <a:latin typeface="Raleway Thin"/>
                <a:ea typeface="Raleway Thin"/>
                <a:cs typeface="Raleway Thin"/>
                <a:sym typeface="Raleway Thin"/>
              </a:defRPr>
            </a:lvl4pPr>
            <a:lvl5pPr lvl="4" rtl="0">
              <a:spcBef>
                <a:spcPts val="0"/>
              </a:spcBef>
              <a:spcAft>
                <a:spcPts val="0"/>
              </a:spcAft>
              <a:buSzPts val="2000"/>
              <a:buFont typeface="Raleway Thin"/>
              <a:buNone/>
              <a:defRPr sz="5333">
                <a:latin typeface="Raleway Thin"/>
                <a:ea typeface="Raleway Thin"/>
                <a:cs typeface="Raleway Thin"/>
                <a:sym typeface="Raleway Thin"/>
              </a:defRPr>
            </a:lvl5pPr>
            <a:lvl6pPr lvl="5" rtl="0">
              <a:spcBef>
                <a:spcPts val="0"/>
              </a:spcBef>
              <a:spcAft>
                <a:spcPts val="0"/>
              </a:spcAft>
              <a:buSzPts val="2000"/>
              <a:buFont typeface="Raleway Thin"/>
              <a:buNone/>
              <a:defRPr sz="5333">
                <a:latin typeface="Raleway Thin"/>
                <a:ea typeface="Raleway Thin"/>
                <a:cs typeface="Raleway Thin"/>
                <a:sym typeface="Raleway Thin"/>
              </a:defRPr>
            </a:lvl6pPr>
            <a:lvl7pPr lvl="6" rtl="0">
              <a:spcBef>
                <a:spcPts val="0"/>
              </a:spcBef>
              <a:spcAft>
                <a:spcPts val="0"/>
              </a:spcAft>
              <a:buSzPts val="2000"/>
              <a:buFont typeface="Raleway Thin"/>
              <a:buNone/>
              <a:defRPr sz="5333">
                <a:latin typeface="Raleway Thin"/>
                <a:ea typeface="Raleway Thin"/>
                <a:cs typeface="Raleway Thin"/>
                <a:sym typeface="Raleway Thin"/>
              </a:defRPr>
            </a:lvl7pPr>
            <a:lvl8pPr lvl="7" rtl="0">
              <a:spcBef>
                <a:spcPts val="0"/>
              </a:spcBef>
              <a:spcAft>
                <a:spcPts val="0"/>
              </a:spcAft>
              <a:buSzPts val="2000"/>
              <a:buFont typeface="Raleway Thin"/>
              <a:buNone/>
              <a:defRPr sz="5333">
                <a:latin typeface="Raleway Thin"/>
                <a:ea typeface="Raleway Thin"/>
                <a:cs typeface="Raleway Thin"/>
                <a:sym typeface="Raleway Thin"/>
              </a:defRPr>
            </a:lvl8pPr>
            <a:lvl9pPr lvl="8"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284" name="Google Shape;284;p13"/>
          <p:cNvSpPr txBox="1">
            <a:spLocks noGrp="1"/>
          </p:cNvSpPr>
          <p:nvPr>
            <p:ph type="title" idx="13" hasCustomPrompt="1"/>
          </p:nvPr>
        </p:nvSpPr>
        <p:spPr>
          <a:xfrm>
            <a:off x="12174467" y="10371528"/>
            <a:ext cx="3516000" cy="2707793"/>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16000"/>
            </a:lvl1pPr>
            <a:lvl2pPr lvl="1" algn="ctr" rtl="0">
              <a:spcBef>
                <a:spcPts val="0"/>
              </a:spcBef>
              <a:spcAft>
                <a:spcPts val="0"/>
              </a:spcAft>
              <a:buSzPts val="6000"/>
              <a:buNone/>
              <a:defRPr sz="16000"/>
            </a:lvl2pPr>
            <a:lvl3pPr lvl="2" algn="ctr" rtl="0">
              <a:spcBef>
                <a:spcPts val="0"/>
              </a:spcBef>
              <a:spcAft>
                <a:spcPts val="0"/>
              </a:spcAft>
              <a:buSzPts val="6000"/>
              <a:buNone/>
              <a:defRPr sz="16000"/>
            </a:lvl3pPr>
            <a:lvl4pPr lvl="3" algn="ctr" rtl="0">
              <a:spcBef>
                <a:spcPts val="0"/>
              </a:spcBef>
              <a:spcAft>
                <a:spcPts val="0"/>
              </a:spcAft>
              <a:buSzPts val="6000"/>
              <a:buNone/>
              <a:defRPr sz="16000"/>
            </a:lvl4pPr>
            <a:lvl5pPr lvl="4" algn="ctr" rtl="0">
              <a:spcBef>
                <a:spcPts val="0"/>
              </a:spcBef>
              <a:spcAft>
                <a:spcPts val="0"/>
              </a:spcAft>
              <a:buSzPts val="6000"/>
              <a:buNone/>
              <a:defRPr sz="16000"/>
            </a:lvl5pPr>
            <a:lvl6pPr lvl="5" algn="ctr" rtl="0">
              <a:spcBef>
                <a:spcPts val="0"/>
              </a:spcBef>
              <a:spcAft>
                <a:spcPts val="0"/>
              </a:spcAft>
              <a:buSzPts val="6000"/>
              <a:buNone/>
              <a:defRPr sz="16000"/>
            </a:lvl6pPr>
            <a:lvl7pPr lvl="6" algn="ctr" rtl="0">
              <a:spcBef>
                <a:spcPts val="0"/>
              </a:spcBef>
              <a:spcAft>
                <a:spcPts val="0"/>
              </a:spcAft>
              <a:buSzPts val="6000"/>
              <a:buNone/>
              <a:defRPr sz="16000"/>
            </a:lvl7pPr>
            <a:lvl8pPr lvl="7" algn="ctr" rtl="0">
              <a:spcBef>
                <a:spcPts val="0"/>
              </a:spcBef>
              <a:spcAft>
                <a:spcPts val="0"/>
              </a:spcAft>
              <a:buSzPts val="6000"/>
              <a:buNone/>
              <a:defRPr sz="16000"/>
            </a:lvl8pPr>
            <a:lvl9pPr lvl="8" algn="ctr" rtl="0">
              <a:spcBef>
                <a:spcPts val="0"/>
              </a:spcBef>
              <a:spcAft>
                <a:spcPts val="0"/>
              </a:spcAft>
              <a:buSzPts val="6000"/>
              <a:buNone/>
              <a:defRPr sz="16000"/>
            </a:lvl9pPr>
          </a:lstStyle>
          <a:p>
            <a:r>
              <a:t>xx%</a:t>
            </a:r>
          </a:p>
        </p:txBody>
      </p:sp>
      <p:sp>
        <p:nvSpPr>
          <p:cNvPr id="285" name="Google Shape;285;p13"/>
          <p:cNvSpPr txBox="1">
            <a:spLocks noGrp="1"/>
          </p:cNvSpPr>
          <p:nvPr>
            <p:ph type="subTitle" idx="14"/>
          </p:nvPr>
        </p:nvSpPr>
        <p:spPr>
          <a:xfrm>
            <a:off x="15932800" y="11468586"/>
            <a:ext cx="6531200" cy="2000533"/>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86" name="Google Shape;286;p13"/>
          <p:cNvSpPr txBox="1">
            <a:spLocks noGrp="1"/>
          </p:cNvSpPr>
          <p:nvPr>
            <p:ph type="subTitle" idx="15"/>
          </p:nvPr>
        </p:nvSpPr>
        <p:spPr>
          <a:xfrm>
            <a:off x="15932800" y="9981733"/>
            <a:ext cx="6531200" cy="1448504"/>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Raleway Thin"/>
              <a:buNone/>
              <a:defRPr sz="5333">
                <a:latin typeface="Raleway Thin"/>
                <a:ea typeface="Raleway Thin"/>
                <a:cs typeface="Raleway Thin"/>
                <a:sym typeface="Raleway Thin"/>
              </a:defRPr>
            </a:lvl1pPr>
            <a:lvl2pPr lvl="1" rtl="0">
              <a:spcBef>
                <a:spcPts val="0"/>
              </a:spcBef>
              <a:spcAft>
                <a:spcPts val="0"/>
              </a:spcAft>
              <a:buSzPts val="2000"/>
              <a:buFont typeface="Raleway Thin"/>
              <a:buNone/>
              <a:defRPr sz="5333">
                <a:latin typeface="Raleway Thin"/>
                <a:ea typeface="Raleway Thin"/>
                <a:cs typeface="Raleway Thin"/>
                <a:sym typeface="Raleway Thin"/>
              </a:defRPr>
            </a:lvl2pPr>
            <a:lvl3pPr lvl="2" rtl="0">
              <a:spcBef>
                <a:spcPts val="0"/>
              </a:spcBef>
              <a:spcAft>
                <a:spcPts val="0"/>
              </a:spcAft>
              <a:buSzPts val="2000"/>
              <a:buFont typeface="Raleway Thin"/>
              <a:buNone/>
              <a:defRPr sz="5333">
                <a:latin typeface="Raleway Thin"/>
                <a:ea typeface="Raleway Thin"/>
                <a:cs typeface="Raleway Thin"/>
                <a:sym typeface="Raleway Thin"/>
              </a:defRPr>
            </a:lvl3pPr>
            <a:lvl4pPr lvl="3" rtl="0">
              <a:spcBef>
                <a:spcPts val="0"/>
              </a:spcBef>
              <a:spcAft>
                <a:spcPts val="0"/>
              </a:spcAft>
              <a:buSzPts val="2000"/>
              <a:buFont typeface="Raleway Thin"/>
              <a:buNone/>
              <a:defRPr sz="5333">
                <a:latin typeface="Raleway Thin"/>
                <a:ea typeface="Raleway Thin"/>
                <a:cs typeface="Raleway Thin"/>
                <a:sym typeface="Raleway Thin"/>
              </a:defRPr>
            </a:lvl4pPr>
            <a:lvl5pPr lvl="4" rtl="0">
              <a:spcBef>
                <a:spcPts val="0"/>
              </a:spcBef>
              <a:spcAft>
                <a:spcPts val="0"/>
              </a:spcAft>
              <a:buSzPts val="2000"/>
              <a:buFont typeface="Raleway Thin"/>
              <a:buNone/>
              <a:defRPr sz="5333">
                <a:latin typeface="Raleway Thin"/>
                <a:ea typeface="Raleway Thin"/>
                <a:cs typeface="Raleway Thin"/>
                <a:sym typeface="Raleway Thin"/>
              </a:defRPr>
            </a:lvl5pPr>
            <a:lvl6pPr lvl="5" rtl="0">
              <a:spcBef>
                <a:spcPts val="0"/>
              </a:spcBef>
              <a:spcAft>
                <a:spcPts val="0"/>
              </a:spcAft>
              <a:buSzPts val="2000"/>
              <a:buFont typeface="Raleway Thin"/>
              <a:buNone/>
              <a:defRPr sz="5333">
                <a:latin typeface="Raleway Thin"/>
                <a:ea typeface="Raleway Thin"/>
                <a:cs typeface="Raleway Thin"/>
                <a:sym typeface="Raleway Thin"/>
              </a:defRPr>
            </a:lvl6pPr>
            <a:lvl7pPr lvl="6" rtl="0">
              <a:spcBef>
                <a:spcPts val="0"/>
              </a:spcBef>
              <a:spcAft>
                <a:spcPts val="0"/>
              </a:spcAft>
              <a:buSzPts val="2000"/>
              <a:buFont typeface="Raleway Thin"/>
              <a:buNone/>
              <a:defRPr sz="5333">
                <a:latin typeface="Raleway Thin"/>
                <a:ea typeface="Raleway Thin"/>
                <a:cs typeface="Raleway Thin"/>
                <a:sym typeface="Raleway Thin"/>
              </a:defRPr>
            </a:lvl7pPr>
            <a:lvl8pPr lvl="7" rtl="0">
              <a:spcBef>
                <a:spcPts val="0"/>
              </a:spcBef>
              <a:spcAft>
                <a:spcPts val="0"/>
              </a:spcAft>
              <a:buSzPts val="2000"/>
              <a:buFont typeface="Raleway Thin"/>
              <a:buNone/>
              <a:defRPr sz="5333">
                <a:latin typeface="Raleway Thin"/>
                <a:ea typeface="Raleway Thin"/>
                <a:cs typeface="Raleway Thin"/>
                <a:sym typeface="Raleway Thin"/>
              </a:defRPr>
            </a:lvl8pPr>
            <a:lvl9pPr lvl="8"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grpSp>
        <p:nvGrpSpPr>
          <p:cNvPr id="287" name="Google Shape;287;p13"/>
          <p:cNvGrpSpPr/>
          <p:nvPr/>
        </p:nvGrpSpPr>
        <p:grpSpPr>
          <a:xfrm rot="10800000">
            <a:off x="20109265" y="1534289"/>
            <a:ext cx="3613507" cy="2805195"/>
            <a:chOff x="1228775" y="238225"/>
            <a:chExt cx="804050" cy="543650"/>
          </a:xfrm>
        </p:grpSpPr>
        <p:sp>
          <p:nvSpPr>
            <p:cNvPr id="288" name="Google Shape;288;p13"/>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89" name="Google Shape;289;p13"/>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0" name="Google Shape;290;p13"/>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1" name="Google Shape;291;p13"/>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2" name="Google Shape;292;p13"/>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3" name="Google Shape;293;p13"/>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4" name="Google Shape;294;p13"/>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5" name="Google Shape;295;p13"/>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6" name="Google Shape;296;p13"/>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7" name="Google Shape;297;p13"/>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8" name="Google Shape;298;p13"/>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299" name="Google Shape;299;p13"/>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0" name="Google Shape;300;p13"/>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1" name="Google Shape;301;p13"/>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2" name="Google Shape;302;p13"/>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3" name="Google Shape;303;p13"/>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4" name="Google Shape;304;p13"/>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5" name="Google Shape;305;p13"/>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6" name="Google Shape;306;p13"/>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7" name="Google Shape;307;p13"/>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8" name="Google Shape;308;p13"/>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09" name="Google Shape;309;p13"/>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0" name="Google Shape;310;p13"/>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1" name="Google Shape;311;p13"/>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2" name="Google Shape;312;p13"/>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313" name="Google Shape;313;p13"/>
          <p:cNvGrpSpPr/>
          <p:nvPr/>
        </p:nvGrpSpPr>
        <p:grpSpPr>
          <a:xfrm>
            <a:off x="630065" y="310822"/>
            <a:ext cx="3613507" cy="2805195"/>
            <a:chOff x="1228775" y="238225"/>
            <a:chExt cx="804050" cy="543650"/>
          </a:xfrm>
        </p:grpSpPr>
        <p:sp>
          <p:nvSpPr>
            <p:cNvPr id="314" name="Google Shape;314;p13"/>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5" name="Google Shape;315;p13"/>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6" name="Google Shape;316;p13"/>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7" name="Google Shape;317;p13"/>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8" name="Google Shape;318;p13"/>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19" name="Google Shape;319;p13"/>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0" name="Google Shape;320;p13"/>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1" name="Google Shape;321;p13"/>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2" name="Google Shape;322;p13"/>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3" name="Google Shape;323;p13"/>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4" name="Google Shape;324;p13"/>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5" name="Google Shape;325;p13"/>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6" name="Google Shape;326;p13"/>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7" name="Google Shape;327;p13"/>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8" name="Google Shape;328;p13"/>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29" name="Google Shape;329;p13"/>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0" name="Google Shape;330;p13"/>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1" name="Google Shape;331;p13"/>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2" name="Google Shape;332;p13"/>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3" name="Google Shape;333;p13"/>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4" name="Google Shape;334;p13"/>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5" name="Google Shape;335;p13"/>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6" name="Google Shape;336;p13"/>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7" name="Google Shape;337;p13"/>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38" name="Google Shape;338;p13"/>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33883239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344"/>
        <p:cNvGrpSpPr/>
        <p:nvPr/>
      </p:nvGrpSpPr>
      <p:grpSpPr>
        <a:xfrm>
          <a:off x="0" y="0"/>
          <a:ext cx="0" cy="0"/>
          <a:chOff x="0" y="0"/>
          <a:chExt cx="0" cy="0"/>
        </a:xfrm>
      </p:grpSpPr>
      <p:sp>
        <p:nvSpPr>
          <p:cNvPr id="345" name="Google Shape;345;p15"/>
          <p:cNvSpPr/>
          <p:nvPr/>
        </p:nvSpPr>
        <p:spPr>
          <a:xfrm rot="10800000" flipH="1">
            <a:off x="-1649800"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346" name="Google Shape;346;p15"/>
          <p:cNvSpPr/>
          <p:nvPr/>
        </p:nvSpPr>
        <p:spPr>
          <a:xfrm flipH="1">
            <a:off x="14422433"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347" name="Google Shape;347;p15"/>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348" name="Google Shape;348;p15"/>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49" name="Google Shape;349;p15"/>
          <p:cNvSpPr txBox="1">
            <a:spLocks noGrp="1"/>
          </p:cNvSpPr>
          <p:nvPr>
            <p:ph type="subTitle" idx="1"/>
          </p:nvPr>
        </p:nvSpPr>
        <p:spPr>
          <a:xfrm>
            <a:off x="2317200" y="10815442"/>
            <a:ext cx="5736800" cy="3373719"/>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350" name="Google Shape;350;p15"/>
          <p:cNvSpPr txBox="1">
            <a:spLocks noGrp="1"/>
          </p:cNvSpPr>
          <p:nvPr>
            <p:ph type="subTitle" idx="2"/>
          </p:nvPr>
        </p:nvSpPr>
        <p:spPr>
          <a:xfrm>
            <a:off x="2689733" y="9113770"/>
            <a:ext cx="4992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351" name="Google Shape;351;p15"/>
          <p:cNvSpPr txBox="1">
            <a:spLocks noGrp="1"/>
          </p:cNvSpPr>
          <p:nvPr>
            <p:ph type="subTitle" idx="3"/>
          </p:nvPr>
        </p:nvSpPr>
        <p:spPr>
          <a:xfrm>
            <a:off x="9323667" y="10815442"/>
            <a:ext cx="5736800" cy="3373719"/>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352" name="Google Shape;352;p15"/>
          <p:cNvSpPr txBox="1">
            <a:spLocks noGrp="1"/>
          </p:cNvSpPr>
          <p:nvPr>
            <p:ph type="subTitle" idx="4"/>
          </p:nvPr>
        </p:nvSpPr>
        <p:spPr>
          <a:xfrm>
            <a:off x="9696067" y="9113770"/>
            <a:ext cx="4992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353" name="Google Shape;353;p15"/>
          <p:cNvSpPr txBox="1">
            <a:spLocks noGrp="1"/>
          </p:cNvSpPr>
          <p:nvPr>
            <p:ph type="subTitle" idx="5"/>
          </p:nvPr>
        </p:nvSpPr>
        <p:spPr>
          <a:xfrm>
            <a:off x="16330133" y="10815442"/>
            <a:ext cx="5736800" cy="3373719"/>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354" name="Google Shape;354;p15"/>
          <p:cNvSpPr txBox="1">
            <a:spLocks noGrp="1"/>
          </p:cNvSpPr>
          <p:nvPr>
            <p:ph type="subTitle" idx="6"/>
          </p:nvPr>
        </p:nvSpPr>
        <p:spPr>
          <a:xfrm>
            <a:off x="16702533" y="9113770"/>
            <a:ext cx="4992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grpSp>
        <p:nvGrpSpPr>
          <p:cNvPr id="355" name="Google Shape;355;p15"/>
          <p:cNvGrpSpPr/>
          <p:nvPr/>
        </p:nvGrpSpPr>
        <p:grpSpPr>
          <a:xfrm rot="10800000">
            <a:off x="20109265" y="1534289"/>
            <a:ext cx="3613507" cy="2805195"/>
            <a:chOff x="1228775" y="238225"/>
            <a:chExt cx="804050" cy="543650"/>
          </a:xfrm>
        </p:grpSpPr>
        <p:sp>
          <p:nvSpPr>
            <p:cNvPr id="356" name="Google Shape;356;p15"/>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57" name="Google Shape;357;p15"/>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58" name="Google Shape;358;p15"/>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59" name="Google Shape;359;p15"/>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0" name="Google Shape;360;p15"/>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1" name="Google Shape;361;p15"/>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2" name="Google Shape;362;p15"/>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3" name="Google Shape;363;p15"/>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4" name="Google Shape;364;p15"/>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5" name="Google Shape;365;p15"/>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6" name="Google Shape;366;p15"/>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7" name="Google Shape;367;p15"/>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8" name="Google Shape;368;p15"/>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69" name="Google Shape;369;p15"/>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0" name="Google Shape;370;p15"/>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1" name="Google Shape;371;p15"/>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2" name="Google Shape;372;p15"/>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3" name="Google Shape;373;p15"/>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4" name="Google Shape;374;p15"/>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5" name="Google Shape;375;p15"/>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6" name="Google Shape;376;p15"/>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7" name="Google Shape;377;p15"/>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8" name="Google Shape;378;p15"/>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79" name="Google Shape;379;p15"/>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0" name="Google Shape;380;p15"/>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381" name="Google Shape;381;p15"/>
          <p:cNvGrpSpPr/>
          <p:nvPr/>
        </p:nvGrpSpPr>
        <p:grpSpPr>
          <a:xfrm>
            <a:off x="630065" y="310822"/>
            <a:ext cx="3613507" cy="2805195"/>
            <a:chOff x="1228775" y="238225"/>
            <a:chExt cx="804050" cy="543650"/>
          </a:xfrm>
        </p:grpSpPr>
        <p:sp>
          <p:nvSpPr>
            <p:cNvPr id="382" name="Google Shape;382;p15"/>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3" name="Google Shape;383;p15"/>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4" name="Google Shape;384;p15"/>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5" name="Google Shape;385;p15"/>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6" name="Google Shape;386;p15"/>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7" name="Google Shape;387;p15"/>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8" name="Google Shape;388;p15"/>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89" name="Google Shape;389;p15"/>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0" name="Google Shape;390;p15"/>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1" name="Google Shape;391;p15"/>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2" name="Google Shape;392;p15"/>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3" name="Google Shape;393;p15"/>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4" name="Google Shape;394;p15"/>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5" name="Google Shape;395;p15"/>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6" name="Google Shape;396;p15"/>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7" name="Google Shape;397;p15"/>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8" name="Google Shape;398;p15"/>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399" name="Google Shape;399;p15"/>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00" name="Google Shape;400;p15"/>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01" name="Google Shape;401;p15"/>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02" name="Google Shape;402;p15"/>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03" name="Google Shape;403;p15"/>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04" name="Google Shape;404;p15"/>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05" name="Google Shape;405;p15"/>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06" name="Google Shape;406;p15"/>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13211029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407"/>
        <p:cNvGrpSpPr/>
        <p:nvPr/>
      </p:nvGrpSpPr>
      <p:grpSpPr>
        <a:xfrm>
          <a:off x="0" y="0"/>
          <a:ext cx="0" cy="0"/>
          <a:chOff x="0" y="0"/>
          <a:chExt cx="0" cy="0"/>
        </a:xfrm>
      </p:grpSpPr>
      <p:sp>
        <p:nvSpPr>
          <p:cNvPr id="408" name="Google Shape;408;p16"/>
          <p:cNvSpPr/>
          <p:nvPr/>
        </p:nvSpPr>
        <p:spPr>
          <a:xfrm rot="10800000">
            <a:off x="14009845"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409" name="Google Shape;409;p16"/>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410" name="Google Shape;410;p16"/>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411" name="Google Shape;411;p16"/>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12" name="Google Shape;412;p16"/>
          <p:cNvSpPr txBox="1">
            <a:spLocks noGrp="1"/>
          </p:cNvSpPr>
          <p:nvPr>
            <p:ph type="subTitle" idx="1"/>
          </p:nvPr>
        </p:nvSpPr>
        <p:spPr>
          <a:xfrm>
            <a:off x="2317067" y="12411619"/>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13" name="Google Shape;413;p16"/>
          <p:cNvSpPr txBox="1">
            <a:spLocks noGrp="1"/>
          </p:cNvSpPr>
          <p:nvPr>
            <p:ph type="subTitle" idx="2"/>
          </p:nvPr>
        </p:nvSpPr>
        <p:spPr>
          <a:xfrm>
            <a:off x="2549067" y="11282392"/>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14" name="Google Shape;414;p16"/>
          <p:cNvSpPr txBox="1">
            <a:spLocks noGrp="1"/>
          </p:cNvSpPr>
          <p:nvPr>
            <p:ph type="subTitle" idx="3"/>
          </p:nvPr>
        </p:nvSpPr>
        <p:spPr>
          <a:xfrm>
            <a:off x="9323600" y="12411619"/>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15" name="Google Shape;415;p16"/>
          <p:cNvSpPr txBox="1">
            <a:spLocks noGrp="1"/>
          </p:cNvSpPr>
          <p:nvPr>
            <p:ph type="subTitle" idx="4"/>
          </p:nvPr>
        </p:nvSpPr>
        <p:spPr>
          <a:xfrm>
            <a:off x="9555600" y="11282392"/>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16" name="Google Shape;416;p16"/>
          <p:cNvSpPr txBox="1">
            <a:spLocks noGrp="1"/>
          </p:cNvSpPr>
          <p:nvPr>
            <p:ph type="subTitle" idx="5"/>
          </p:nvPr>
        </p:nvSpPr>
        <p:spPr>
          <a:xfrm>
            <a:off x="16330267" y="12411619"/>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17" name="Google Shape;417;p16"/>
          <p:cNvSpPr txBox="1">
            <a:spLocks noGrp="1"/>
          </p:cNvSpPr>
          <p:nvPr>
            <p:ph type="subTitle" idx="6"/>
          </p:nvPr>
        </p:nvSpPr>
        <p:spPr>
          <a:xfrm>
            <a:off x="16562267" y="11282392"/>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18" name="Google Shape;418;p16"/>
          <p:cNvSpPr txBox="1">
            <a:spLocks noGrp="1"/>
          </p:cNvSpPr>
          <p:nvPr>
            <p:ph type="subTitle" idx="7"/>
          </p:nvPr>
        </p:nvSpPr>
        <p:spPr>
          <a:xfrm>
            <a:off x="2317067" y="7135266"/>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19" name="Google Shape;419;p16"/>
          <p:cNvSpPr txBox="1">
            <a:spLocks noGrp="1"/>
          </p:cNvSpPr>
          <p:nvPr>
            <p:ph type="subTitle" idx="8"/>
          </p:nvPr>
        </p:nvSpPr>
        <p:spPr>
          <a:xfrm>
            <a:off x="2549067" y="6006039"/>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20" name="Google Shape;420;p16"/>
          <p:cNvSpPr txBox="1">
            <a:spLocks noGrp="1"/>
          </p:cNvSpPr>
          <p:nvPr>
            <p:ph type="subTitle" idx="9"/>
          </p:nvPr>
        </p:nvSpPr>
        <p:spPr>
          <a:xfrm>
            <a:off x="9323600" y="7135266"/>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21" name="Google Shape;421;p16"/>
          <p:cNvSpPr txBox="1">
            <a:spLocks noGrp="1"/>
          </p:cNvSpPr>
          <p:nvPr>
            <p:ph type="subTitle" idx="13"/>
          </p:nvPr>
        </p:nvSpPr>
        <p:spPr>
          <a:xfrm>
            <a:off x="9555600" y="6006039"/>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22" name="Google Shape;422;p16"/>
          <p:cNvSpPr txBox="1">
            <a:spLocks noGrp="1"/>
          </p:cNvSpPr>
          <p:nvPr>
            <p:ph type="subTitle" idx="14"/>
          </p:nvPr>
        </p:nvSpPr>
        <p:spPr>
          <a:xfrm>
            <a:off x="16330267" y="7135266"/>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23" name="Google Shape;423;p16"/>
          <p:cNvSpPr txBox="1">
            <a:spLocks noGrp="1"/>
          </p:cNvSpPr>
          <p:nvPr>
            <p:ph type="subTitle" idx="15"/>
          </p:nvPr>
        </p:nvSpPr>
        <p:spPr>
          <a:xfrm>
            <a:off x="16562267" y="6006039"/>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grpSp>
        <p:nvGrpSpPr>
          <p:cNvPr id="424" name="Google Shape;424;p16"/>
          <p:cNvGrpSpPr/>
          <p:nvPr/>
        </p:nvGrpSpPr>
        <p:grpSpPr>
          <a:xfrm flipH="1">
            <a:off x="20109265" y="310822"/>
            <a:ext cx="3613507" cy="2805195"/>
            <a:chOff x="1228775" y="238225"/>
            <a:chExt cx="804050" cy="543650"/>
          </a:xfrm>
        </p:grpSpPr>
        <p:sp>
          <p:nvSpPr>
            <p:cNvPr id="425" name="Google Shape;425;p16"/>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26" name="Google Shape;426;p16"/>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27" name="Google Shape;427;p16"/>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28" name="Google Shape;428;p16"/>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29" name="Google Shape;429;p16"/>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0" name="Google Shape;430;p16"/>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1" name="Google Shape;431;p16"/>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2" name="Google Shape;432;p16"/>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3" name="Google Shape;433;p16"/>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4" name="Google Shape;434;p16"/>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5" name="Google Shape;435;p16"/>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6" name="Google Shape;436;p16"/>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7" name="Google Shape;437;p16"/>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8" name="Google Shape;438;p16"/>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39" name="Google Shape;439;p16"/>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0" name="Google Shape;440;p16"/>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1" name="Google Shape;441;p16"/>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2" name="Google Shape;442;p16"/>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3" name="Google Shape;443;p16"/>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4" name="Google Shape;444;p16"/>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5" name="Google Shape;445;p16"/>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6" name="Google Shape;446;p16"/>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7" name="Google Shape;447;p16"/>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8" name="Google Shape;448;p16"/>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49" name="Google Shape;449;p16"/>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450" name="Google Shape;450;p16"/>
          <p:cNvGrpSpPr/>
          <p:nvPr/>
        </p:nvGrpSpPr>
        <p:grpSpPr>
          <a:xfrm rot="10800000" flipH="1">
            <a:off x="630065" y="1534289"/>
            <a:ext cx="3613507" cy="2805195"/>
            <a:chOff x="1228775" y="238225"/>
            <a:chExt cx="804050" cy="543650"/>
          </a:xfrm>
        </p:grpSpPr>
        <p:sp>
          <p:nvSpPr>
            <p:cNvPr id="451" name="Google Shape;451;p16"/>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2" name="Google Shape;452;p16"/>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3" name="Google Shape;453;p16"/>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4" name="Google Shape;454;p16"/>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5" name="Google Shape;455;p16"/>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6" name="Google Shape;456;p16"/>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7" name="Google Shape;457;p16"/>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8" name="Google Shape;458;p16"/>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59" name="Google Shape;459;p16"/>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0" name="Google Shape;460;p16"/>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1" name="Google Shape;461;p16"/>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2" name="Google Shape;462;p16"/>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3" name="Google Shape;463;p16"/>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4" name="Google Shape;464;p16"/>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5" name="Google Shape;465;p16"/>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6" name="Google Shape;466;p16"/>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7" name="Google Shape;467;p16"/>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8" name="Google Shape;468;p16"/>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69" name="Google Shape;469;p16"/>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70" name="Google Shape;470;p16"/>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71" name="Google Shape;471;p16"/>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72" name="Google Shape;472;p16"/>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73" name="Google Shape;473;p16"/>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74" name="Google Shape;474;p16"/>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75" name="Google Shape;475;p16"/>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22465441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476"/>
        <p:cNvGrpSpPr/>
        <p:nvPr/>
      </p:nvGrpSpPr>
      <p:grpSpPr>
        <a:xfrm>
          <a:off x="0" y="0"/>
          <a:ext cx="0" cy="0"/>
          <a:chOff x="0" y="0"/>
          <a:chExt cx="0" cy="0"/>
        </a:xfrm>
      </p:grpSpPr>
      <p:sp>
        <p:nvSpPr>
          <p:cNvPr id="477" name="Google Shape;477;p17"/>
          <p:cNvSpPr/>
          <p:nvPr/>
        </p:nvSpPr>
        <p:spPr>
          <a:xfrm rot="10800000">
            <a:off x="14009845"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478" name="Google Shape;478;p17"/>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479" name="Google Shape;479;p17"/>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480" name="Google Shape;480;p17"/>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81" name="Google Shape;481;p17"/>
          <p:cNvSpPr txBox="1">
            <a:spLocks noGrp="1"/>
          </p:cNvSpPr>
          <p:nvPr>
            <p:ph type="subTitle" idx="1"/>
          </p:nvPr>
        </p:nvSpPr>
        <p:spPr>
          <a:xfrm>
            <a:off x="2317067" y="12411619"/>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82" name="Google Shape;482;p17"/>
          <p:cNvSpPr txBox="1">
            <a:spLocks noGrp="1"/>
          </p:cNvSpPr>
          <p:nvPr>
            <p:ph type="subTitle" idx="2"/>
          </p:nvPr>
        </p:nvSpPr>
        <p:spPr>
          <a:xfrm>
            <a:off x="2549067" y="11282392"/>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83" name="Google Shape;483;p17"/>
          <p:cNvSpPr txBox="1">
            <a:spLocks noGrp="1"/>
          </p:cNvSpPr>
          <p:nvPr>
            <p:ph type="subTitle" idx="3"/>
          </p:nvPr>
        </p:nvSpPr>
        <p:spPr>
          <a:xfrm>
            <a:off x="16330267" y="12411619"/>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84" name="Google Shape;484;p17"/>
          <p:cNvSpPr txBox="1">
            <a:spLocks noGrp="1"/>
          </p:cNvSpPr>
          <p:nvPr>
            <p:ph type="subTitle" idx="4"/>
          </p:nvPr>
        </p:nvSpPr>
        <p:spPr>
          <a:xfrm>
            <a:off x="16562267" y="11282392"/>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85" name="Google Shape;485;p17"/>
          <p:cNvSpPr txBox="1">
            <a:spLocks noGrp="1"/>
          </p:cNvSpPr>
          <p:nvPr>
            <p:ph type="subTitle" idx="5"/>
          </p:nvPr>
        </p:nvSpPr>
        <p:spPr>
          <a:xfrm>
            <a:off x="2317067" y="7135266"/>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86" name="Google Shape;486;p17"/>
          <p:cNvSpPr txBox="1">
            <a:spLocks noGrp="1"/>
          </p:cNvSpPr>
          <p:nvPr>
            <p:ph type="subTitle" idx="6"/>
          </p:nvPr>
        </p:nvSpPr>
        <p:spPr>
          <a:xfrm>
            <a:off x="2549067" y="6006039"/>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87" name="Google Shape;487;p17"/>
          <p:cNvSpPr txBox="1">
            <a:spLocks noGrp="1"/>
          </p:cNvSpPr>
          <p:nvPr>
            <p:ph type="subTitle" idx="7"/>
          </p:nvPr>
        </p:nvSpPr>
        <p:spPr>
          <a:xfrm>
            <a:off x="9323600" y="9599614"/>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88" name="Google Shape;488;p17"/>
          <p:cNvSpPr txBox="1">
            <a:spLocks noGrp="1"/>
          </p:cNvSpPr>
          <p:nvPr>
            <p:ph type="subTitle" idx="8"/>
          </p:nvPr>
        </p:nvSpPr>
        <p:spPr>
          <a:xfrm>
            <a:off x="9555600" y="8470388"/>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489" name="Google Shape;489;p17"/>
          <p:cNvSpPr txBox="1">
            <a:spLocks noGrp="1"/>
          </p:cNvSpPr>
          <p:nvPr>
            <p:ph type="subTitle" idx="9"/>
          </p:nvPr>
        </p:nvSpPr>
        <p:spPr>
          <a:xfrm>
            <a:off x="16330267" y="7135266"/>
            <a:ext cx="5736800" cy="204186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490" name="Google Shape;490;p17"/>
          <p:cNvSpPr txBox="1">
            <a:spLocks noGrp="1"/>
          </p:cNvSpPr>
          <p:nvPr>
            <p:ph type="subTitle" idx="13"/>
          </p:nvPr>
        </p:nvSpPr>
        <p:spPr>
          <a:xfrm>
            <a:off x="16562267" y="6006039"/>
            <a:ext cx="52728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grpSp>
        <p:nvGrpSpPr>
          <p:cNvPr id="491" name="Google Shape;491;p17"/>
          <p:cNvGrpSpPr/>
          <p:nvPr/>
        </p:nvGrpSpPr>
        <p:grpSpPr>
          <a:xfrm flipH="1">
            <a:off x="20109265" y="310822"/>
            <a:ext cx="3613507" cy="2805195"/>
            <a:chOff x="1228775" y="238225"/>
            <a:chExt cx="804050" cy="543650"/>
          </a:xfrm>
        </p:grpSpPr>
        <p:sp>
          <p:nvSpPr>
            <p:cNvPr id="492" name="Google Shape;492;p17"/>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93" name="Google Shape;493;p17"/>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94" name="Google Shape;494;p17"/>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95" name="Google Shape;495;p17"/>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96" name="Google Shape;496;p17"/>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97" name="Google Shape;497;p17"/>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98" name="Google Shape;498;p17"/>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499" name="Google Shape;499;p17"/>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0" name="Google Shape;500;p17"/>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1" name="Google Shape;501;p17"/>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2" name="Google Shape;502;p17"/>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3" name="Google Shape;503;p17"/>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4" name="Google Shape;504;p17"/>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5" name="Google Shape;505;p17"/>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6" name="Google Shape;506;p17"/>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7" name="Google Shape;507;p17"/>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8" name="Google Shape;508;p17"/>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09" name="Google Shape;509;p17"/>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10" name="Google Shape;510;p17"/>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11" name="Google Shape;511;p17"/>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12" name="Google Shape;512;p17"/>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13" name="Google Shape;513;p17"/>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14" name="Google Shape;514;p17"/>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15" name="Google Shape;515;p17"/>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16" name="Google Shape;516;p17"/>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517" name="Google Shape;517;p17"/>
          <p:cNvGrpSpPr/>
          <p:nvPr/>
        </p:nvGrpSpPr>
        <p:grpSpPr>
          <a:xfrm rot="10800000" flipH="1">
            <a:off x="630065" y="1534289"/>
            <a:ext cx="3613507" cy="2805195"/>
            <a:chOff x="1228775" y="238225"/>
            <a:chExt cx="804050" cy="543650"/>
          </a:xfrm>
        </p:grpSpPr>
        <p:sp>
          <p:nvSpPr>
            <p:cNvPr id="518" name="Google Shape;518;p17"/>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19" name="Google Shape;519;p17"/>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0" name="Google Shape;520;p17"/>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1" name="Google Shape;521;p17"/>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2" name="Google Shape;522;p17"/>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3" name="Google Shape;523;p17"/>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4" name="Google Shape;524;p17"/>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5" name="Google Shape;525;p17"/>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6" name="Google Shape;526;p17"/>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7" name="Google Shape;527;p17"/>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8" name="Google Shape;528;p17"/>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29" name="Google Shape;529;p17"/>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0" name="Google Shape;530;p17"/>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1" name="Google Shape;531;p17"/>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2" name="Google Shape;532;p17"/>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3" name="Google Shape;533;p17"/>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4" name="Google Shape;534;p17"/>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5" name="Google Shape;535;p17"/>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6" name="Google Shape;536;p17"/>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7" name="Google Shape;537;p17"/>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8" name="Google Shape;538;p17"/>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39" name="Google Shape;539;p17"/>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40" name="Google Shape;540;p17"/>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41" name="Google Shape;541;p17"/>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42" name="Google Shape;542;p17"/>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24321297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543"/>
        <p:cNvGrpSpPr/>
        <p:nvPr/>
      </p:nvGrpSpPr>
      <p:grpSpPr>
        <a:xfrm>
          <a:off x="0" y="0"/>
          <a:ext cx="0" cy="0"/>
          <a:chOff x="0" y="0"/>
          <a:chExt cx="0" cy="0"/>
        </a:xfrm>
      </p:grpSpPr>
      <p:sp>
        <p:nvSpPr>
          <p:cNvPr id="544" name="Google Shape;544;p18"/>
          <p:cNvSpPr/>
          <p:nvPr/>
        </p:nvSpPr>
        <p:spPr>
          <a:xfrm rot="10800000" flipH="1">
            <a:off x="-1649800"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545" name="Google Shape;545;p18"/>
          <p:cNvSpPr/>
          <p:nvPr/>
        </p:nvSpPr>
        <p:spPr>
          <a:xfrm flipH="1">
            <a:off x="14422433"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546" name="Google Shape;546;p18"/>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547" name="Google Shape;547;p18"/>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48" name="Google Shape;548;p18"/>
          <p:cNvSpPr txBox="1">
            <a:spLocks noGrp="1"/>
          </p:cNvSpPr>
          <p:nvPr>
            <p:ph type="subTitle" idx="1"/>
          </p:nvPr>
        </p:nvSpPr>
        <p:spPr>
          <a:xfrm>
            <a:off x="1698400" y="12052785"/>
            <a:ext cx="5736800" cy="2041867"/>
          </a:xfrm>
          <a:prstGeom prst="rect">
            <a:avLst/>
          </a:prstGeom>
        </p:spPr>
        <p:txBody>
          <a:bodyPr spcFirstLastPara="1" wrap="square" lIns="91425" tIns="91425" rIns="91425" bIns="91425" anchor="t" anchorCtr="0">
            <a:noAutofit/>
          </a:bodyPr>
          <a:lstStyle>
            <a:lvl1pPr lvl="0" algn="r" rtl="0">
              <a:spcBef>
                <a:spcPts val="0"/>
              </a:spcBef>
              <a:spcAft>
                <a:spcPts val="0"/>
              </a:spcAft>
              <a:buSzPts val="1600"/>
              <a:buNone/>
              <a:defRPr/>
            </a:lvl1pPr>
            <a:lvl2pPr lvl="1" algn="r" rtl="0">
              <a:spcBef>
                <a:spcPts val="0"/>
              </a:spcBef>
              <a:spcAft>
                <a:spcPts val="0"/>
              </a:spcAft>
              <a:buSzPts val="1600"/>
              <a:buNone/>
              <a:defRPr/>
            </a:lvl2pPr>
            <a:lvl3pPr lvl="2" algn="r" rtl="0">
              <a:spcBef>
                <a:spcPts val="0"/>
              </a:spcBef>
              <a:spcAft>
                <a:spcPts val="0"/>
              </a:spcAft>
              <a:buSzPts val="1600"/>
              <a:buNone/>
              <a:defRPr/>
            </a:lvl3pPr>
            <a:lvl4pPr lvl="3" algn="r" rtl="0">
              <a:spcBef>
                <a:spcPts val="0"/>
              </a:spcBef>
              <a:spcAft>
                <a:spcPts val="0"/>
              </a:spcAft>
              <a:buSzPts val="1600"/>
              <a:buNone/>
              <a:defRPr/>
            </a:lvl4pPr>
            <a:lvl5pPr lvl="4" algn="r" rtl="0">
              <a:spcBef>
                <a:spcPts val="0"/>
              </a:spcBef>
              <a:spcAft>
                <a:spcPts val="0"/>
              </a:spcAft>
              <a:buSzPts val="1600"/>
              <a:buNone/>
              <a:defRPr/>
            </a:lvl5pPr>
            <a:lvl6pPr lvl="5" algn="r" rtl="0">
              <a:spcBef>
                <a:spcPts val="0"/>
              </a:spcBef>
              <a:spcAft>
                <a:spcPts val="0"/>
              </a:spcAft>
              <a:buSzPts val="1600"/>
              <a:buNone/>
              <a:defRPr/>
            </a:lvl6pPr>
            <a:lvl7pPr lvl="6" algn="r" rtl="0">
              <a:spcBef>
                <a:spcPts val="0"/>
              </a:spcBef>
              <a:spcAft>
                <a:spcPts val="0"/>
              </a:spcAft>
              <a:buSzPts val="1600"/>
              <a:buNone/>
              <a:defRPr/>
            </a:lvl7pPr>
            <a:lvl8pPr lvl="7" algn="r" rtl="0">
              <a:spcBef>
                <a:spcPts val="0"/>
              </a:spcBef>
              <a:spcAft>
                <a:spcPts val="0"/>
              </a:spcAft>
              <a:buSzPts val="1600"/>
              <a:buNone/>
              <a:defRPr/>
            </a:lvl8pPr>
            <a:lvl9pPr lvl="8" algn="r" rtl="0">
              <a:spcBef>
                <a:spcPts val="0"/>
              </a:spcBef>
              <a:spcAft>
                <a:spcPts val="0"/>
              </a:spcAft>
              <a:buSzPts val="1600"/>
              <a:buNone/>
              <a:defRPr/>
            </a:lvl9pPr>
          </a:lstStyle>
          <a:p>
            <a:endParaRPr/>
          </a:p>
        </p:txBody>
      </p:sp>
      <p:sp>
        <p:nvSpPr>
          <p:cNvPr id="549" name="Google Shape;549;p18"/>
          <p:cNvSpPr txBox="1">
            <a:spLocks noGrp="1"/>
          </p:cNvSpPr>
          <p:nvPr>
            <p:ph type="subTitle" idx="2"/>
          </p:nvPr>
        </p:nvSpPr>
        <p:spPr>
          <a:xfrm>
            <a:off x="904000" y="10351091"/>
            <a:ext cx="6531200" cy="1448504"/>
          </a:xfrm>
          <a:prstGeom prst="rect">
            <a:avLst/>
          </a:prstGeom>
        </p:spPr>
        <p:txBody>
          <a:bodyPr spcFirstLastPara="1" wrap="square" lIns="91425" tIns="91425" rIns="91425" bIns="91425" anchor="t" anchorCtr="0">
            <a:noAutofit/>
          </a:bodyPr>
          <a:lstStyle>
            <a:lvl1pPr lvl="0" algn="r" rtl="0">
              <a:spcBef>
                <a:spcPts val="0"/>
              </a:spcBef>
              <a:spcAft>
                <a:spcPts val="0"/>
              </a:spcAft>
              <a:buSzPts val="2000"/>
              <a:buFont typeface="Raleway Thin"/>
              <a:buNone/>
              <a:defRPr sz="5333">
                <a:latin typeface="Raleway Thin"/>
                <a:ea typeface="Raleway Thin"/>
                <a:cs typeface="Raleway Thin"/>
                <a:sym typeface="Raleway Thin"/>
              </a:defRPr>
            </a:lvl1pPr>
            <a:lvl2pPr lvl="1" algn="r" rtl="0">
              <a:spcBef>
                <a:spcPts val="0"/>
              </a:spcBef>
              <a:spcAft>
                <a:spcPts val="0"/>
              </a:spcAft>
              <a:buSzPts val="2000"/>
              <a:buFont typeface="Raleway Thin"/>
              <a:buNone/>
              <a:defRPr sz="5333">
                <a:latin typeface="Raleway Thin"/>
                <a:ea typeface="Raleway Thin"/>
                <a:cs typeface="Raleway Thin"/>
                <a:sym typeface="Raleway Thin"/>
              </a:defRPr>
            </a:lvl2pPr>
            <a:lvl3pPr lvl="2" algn="r" rtl="0">
              <a:spcBef>
                <a:spcPts val="0"/>
              </a:spcBef>
              <a:spcAft>
                <a:spcPts val="0"/>
              </a:spcAft>
              <a:buSzPts val="2000"/>
              <a:buFont typeface="Raleway Thin"/>
              <a:buNone/>
              <a:defRPr sz="5333">
                <a:latin typeface="Raleway Thin"/>
                <a:ea typeface="Raleway Thin"/>
                <a:cs typeface="Raleway Thin"/>
                <a:sym typeface="Raleway Thin"/>
              </a:defRPr>
            </a:lvl3pPr>
            <a:lvl4pPr lvl="3" algn="r" rtl="0">
              <a:spcBef>
                <a:spcPts val="0"/>
              </a:spcBef>
              <a:spcAft>
                <a:spcPts val="0"/>
              </a:spcAft>
              <a:buSzPts val="2000"/>
              <a:buFont typeface="Raleway Thin"/>
              <a:buNone/>
              <a:defRPr sz="5333">
                <a:latin typeface="Raleway Thin"/>
                <a:ea typeface="Raleway Thin"/>
                <a:cs typeface="Raleway Thin"/>
                <a:sym typeface="Raleway Thin"/>
              </a:defRPr>
            </a:lvl4pPr>
            <a:lvl5pPr lvl="4" algn="r" rtl="0">
              <a:spcBef>
                <a:spcPts val="0"/>
              </a:spcBef>
              <a:spcAft>
                <a:spcPts val="0"/>
              </a:spcAft>
              <a:buSzPts val="2000"/>
              <a:buFont typeface="Raleway Thin"/>
              <a:buNone/>
              <a:defRPr sz="5333">
                <a:latin typeface="Raleway Thin"/>
                <a:ea typeface="Raleway Thin"/>
                <a:cs typeface="Raleway Thin"/>
                <a:sym typeface="Raleway Thin"/>
              </a:defRPr>
            </a:lvl5pPr>
            <a:lvl6pPr lvl="5" algn="r" rtl="0">
              <a:spcBef>
                <a:spcPts val="0"/>
              </a:spcBef>
              <a:spcAft>
                <a:spcPts val="0"/>
              </a:spcAft>
              <a:buSzPts val="2000"/>
              <a:buFont typeface="Raleway Thin"/>
              <a:buNone/>
              <a:defRPr sz="5333">
                <a:latin typeface="Raleway Thin"/>
                <a:ea typeface="Raleway Thin"/>
                <a:cs typeface="Raleway Thin"/>
                <a:sym typeface="Raleway Thin"/>
              </a:defRPr>
            </a:lvl6pPr>
            <a:lvl7pPr lvl="6" algn="r" rtl="0">
              <a:spcBef>
                <a:spcPts val="0"/>
              </a:spcBef>
              <a:spcAft>
                <a:spcPts val="0"/>
              </a:spcAft>
              <a:buSzPts val="2000"/>
              <a:buFont typeface="Raleway Thin"/>
              <a:buNone/>
              <a:defRPr sz="5333">
                <a:latin typeface="Raleway Thin"/>
                <a:ea typeface="Raleway Thin"/>
                <a:cs typeface="Raleway Thin"/>
                <a:sym typeface="Raleway Thin"/>
              </a:defRPr>
            </a:lvl7pPr>
            <a:lvl8pPr lvl="7" algn="r" rtl="0">
              <a:spcBef>
                <a:spcPts val="0"/>
              </a:spcBef>
              <a:spcAft>
                <a:spcPts val="0"/>
              </a:spcAft>
              <a:buSzPts val="2000"/>
              <a:buFont typeface="Raleway Thin"/>
              <a:buNone/>
              <a:defRPr sz="5333">
                <a:latin typeface="Raleway Thin"/>
                <a:ea typeface="Raleway Thin"/>
                <a:cs typeface="Raleway Thin"/>
                <a:sym typeface="Raleway Thin"/>
              </a:defRPr>
            </a:lvl8pPr>
            <a:lvl9pPr lvl="8" algn="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550" name="Google Shape;550;p18"/>
          <p:cNvSpPr txBox="1">
            <a:spLocks noGrp="1"/>
          </p:cNvSpPr>
          <p:nvPr>
            <p:ph type="subTitle" idx="3"/>
          </p:nvPr>
        </p:nvSpPr>
        <p:spPr>
          <a:xfrm>
            <a:off x="16948933" y="12052785"/>
            <a:ext cx="5736800" cy="2041867"/>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551" name="Google Shape;551;p18"/>
          <p:cNvSpPr txBox="1">
            <a:spLocks noGrp="1"/>
          </p:cNvSpPr>
          <p:nvPr>
            <p:ph type="subTitle" idx="4"/>
          </p:nvPr>
        </p:nvSpPr>
        <p:spPr>
          <a:xfrm>
            <a:off x="16948933" y="10351091"/>
            <a:ext cx="6531200" cy="1448504"/>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Raleway Thin"/>
              <a:buNone/>
              <a:defRPr sz="5333">
                <a:latin typeface="Raleway Thin"/>
                <a:ea typeface="Raleway Thin"/>
                <a:cs typeface="Raleway Thin"/>
                <a:sym typeface="Raleway Thin"/>
              </a:defRPr>
            </a:lvl1pPr>
            <a:lvl2pPr lvl="1" rtl="0">
              <a:spcBef>
                <a:spcPts val="0"/>
              </a:spcBef>
              <a:spcAft>
                <a:spcPts val="0"/>
              </a:spcAft>
              <a:buSzPts val="2000"/>
              <a:buFont typeface="Raleway Thin"/>
              <a:buNone/>
              <a:defRPr sz="5333">
                <a:latin typeface="Raleway Thin"/>
                <a:ea typeface="Raleway Thin"/>
                <a:cs typeface="Raleway Thin"/>
                <a:sym typeface="Raleway Thin"/>
              </a:defRPr>
            </a:lvl2pPr>
            <a:lvl3pPr lvl="2" rtl="0">
              <a:spcBef>
                <a:spcPts val="0"/>
              </a:spcBef>
              <a:spcAft>
                <a:spcPts val="0"/>
              </a:spcAft>
              <a:buSzPts val="2000"/>
              <a:buFont typeface="Raleway Thin"/>
              <a:buNone/>
              <a:defRPr sz="5333">
                <a:latin typeface="Raleway Thin"/>
                <a:ea typeface="Raleway Thin"/>
                <a:cs typeface="Raleway Thin"/>
                <a:sym typeface="Raleway Thin"/>
              </a:defRPr>
            </a:lvl3pPr>
            <a:lvl4pPr lvl="3" rtl="0">
              <a:spcBef>
                <a:spcPts val="0"/>
              </a:spcBef>
              <a:spcAft>
                <a:spcPts val="0"/>
              </a:spcAft>
              <a:buSzPts val="2000"/>
              <a:buFont typeface="Raleway Thin"/>
              <a:buNone/>
              <a:defRPr sz="5333">
                <a:latin typeface="Raleway Thin"/>
                <a:ea typeface="Raleway Thin"/>
                <a:cs typeface="Raleway Thin"/>
                <a:sym typeface="Raleway Thin"/>
              </a:defRPr>
            </a:lvl4pPr>
            <a:lvl5pPr lvl="4" rtl="0">
              <a:spcBef>
                <a:spcPts val="0"/>
              </a:spcBef>
              <a:spcAft>
                <a:spcPts val="0"/>
              </a:spcAft>
              <a:buSzPts val="2000"/>
              <a:buFont typeface="Raleway Thin"/>
              <a:buNone/>
              <a:defRPr sz="5333">
                <a:latin typeface="Raleway Thin"/>
                <a:ea typeface="Raleway Thin"/>
                <a:cs typeface="Raleway Thin"/>
                <a:sym typeface="Raleway Thin"/>
              </a:defRPr>
            </a:lvl5pPr>
            <a:lvl6pPr lvl="5" rtl="0">
              <a:spcBef>
                <a:spcPts val="0"/>
              </a:spcBef>
              <a:spcAft>
                <a:spcPts val="0"/>
              </a:spcAft>
              <a:buSzPts val="2000"/>
              <a:buFont typeface="Raleway Thin"/>
              <a:buNone/>
              <a:defRPr sz="5333">
                <a:latin typeface="Raleway Thin"/>
                <a:ea typeface="Raleway Thin"/>
                <a:cs typeface="Raleway Thin"/>
                <a:sym typeface="Raleway Thin"/>
              </a:defRPr>
            </a:lvl6pPr>
            <a:lvl7pPr lvl="6" rtl="0">
              <a:spcBef>
                <a:spcPts val="0"/>
              </a:spcBef>
              <a:spcAft>
                <a:spcPts val="0"/>
              </a:spcAft>
              <a:buSzPts val="2000"/>
              <a:buFont typeface="Raleway Thin"/>
              <a:buNone/>
              <a:defRPr sz="5333">
                <a:latin typeface="Raleway Thin"/>
                <a:ea typeface="Raleway Thin"/>
                <a:cs typeface="Raleway Thin"/>
                <a:sym typeface="Raleway Thin"/>
              </a:defRPr>
            </a:lvl7pPr>
            <a:lvl8pPr lvl="7" rtl="0">
              <a:spcBef>
                <a:spcPts val="0"/>
              </a:spcBef>
              <a:spcAft>
                <a:spcPts val="0"/>
              </a:spcAft>
              <a:buSzPts val="2000"/>
              <a:buFont typeface="Raleway Thin"/>
              <a:buNone/>
              <a:defRPr sz="5333">
                <a:latin typeface="Raleway Thin"/>
                <a:ea typeface="Raleway Thin"/>
                <a:cs typeface="Raleway Thin"/>
                <a:sym typeface="Raleway Thin"/>
              </a:defRPr>
            </a:lvl8pPr>
            <a:lvl9pPr lvl="8"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552" name="Google Shape;552;p18"/>
          <p:cNvSpPr txBox="1">
            <a:spLocks noGrp="1"/>
          </p:cNvSpPr>
          <p:nvPr>
            <p:ph type="subTitle" idx="5"/>
          </p:nvPr>
        </p:nvSpPr>
        <p:spPr>
          <a:xfrm>
            <a:off x="1698400" y="6776431"/>
            <a:ext cx="5736800" cy="2041867"/>
          </a:xfrm>
          <a:prstGeom prst="rect">
            <a:avLst/>
          </a:prstGeom>
        </p:spPr>
        <p:txBody>
          <a:bodyPr spcFirstLastPara="1" wrap="square" lIns="91425" tIns="91425" rIns="91425" bIns="91425" anchor="t" anchorCtr="0">
            <a:noAutofit/>
          </a:bodyPr>
          <a:lstStyle>
            <a:lvl1pPr lvl="0" algn="r" rtl="0">
              <a:spcBef>
                <a:spcPts val="0"/>
              </a:spcBef>
              <a:spcAft>
                <a:spcPts val="0"/>
              </a:spcAft>
              <a:buSzPts val="1600"/>
              <a:buNone/>
              <a:defRPr/>
            </a:lvl1pPr>
            <a:lvl2pPr lvl="1" algn="r" rtl="0">
              <a:spcBef>
                <a:spcPts val="0"/>
              </a:spcBef>
              <a:spcAft>
                <a:spcPts val="0"/>
              </a:spcAft>
              <a:buSzPts val="1600"/>
              <a:buNone/>
              <a:defRPr/>
            </a:lvl2pPr>
            <a:lvl3pPr lvl="2" algn="r" rtl="0">
              <a:spcBef>
                <a:spcPts val="0"/>
              </a:spcBef>
              <a:spcAft>
                <a:spcPts val="0"/>
              </a:spcAft>
              <a:buSzPts val="1600"/>
              <a:buNone/>
              <a:defRPr/>
            </a:lvl3pPr>
            <a:lvl4pPr lvl="3" algn="r" rtl="0">
              <a:spcBef>
                <a:spcPts val="0"/>
              </a:spcBef>
              <a:spcAft>
                <a:spcPts val="0"/>
              </a:spcAft>
              <a:buSzPts val="1600"/>
              <a:buNone/>
              <a:defRPr/>
            </a:lvl4pPr>
            <a:lvl5pPr lvl="4" algn="r" rtl="0">
              <a:spcBef>
                <a:spcPts val="0"/>
              </a:spcBef>
              <a:spcAft>
                <a:spcPts val="0"/>
              </a:spcAft>
              <a:buSzPts val="1600"/>
              <a:buNone/>
              <a:defRPr/>
            </a:lvl5pPr>
            <a:lvl6pPr lvl="5" algn="r" rtl="0">
              <a:spcBef>
                <a:spcPts val="0"/>
              </a:spcBef>
              <a:spcAft>
                <a:spcPts val="0"/>
              </a:spcAft>
              <a:buSzPts val="1600"/>
              <a:buNone/>
              <a:defRPr/>
            </a:lvl6pPr>
            <a:lvl7pPr lvl="6" algn="r" rtl="0">
              <a:spcBef>
                <a:spcPts val="0"/>
              </a:spcBef>
              <a:spcAft>
                <a:spcPts val="0"/>
              </a:spcAft>
              <a:buSzPts val="1600"/>
              <a:buNone/>
              <a:defRPr/>
            </a:lvl7pPr>
            <a:lvl8pPr lvl="7" algn="r" rtl="0">
              <a:spcBef>
                <a:spcPts val="0"/>
              </a:spcBef>
              <a:spcAft>
                <a:spcPts val="0"/>
              </a:spcAft>
              <a:buSzPts val="1600"/>
              <a:buNone/>
              <a:defRPr/>
            </a:lvl8pPr>
            <a:lvl9pPr lvl="8" algn="r" rtl="0">
              <a:spcBef>
                <a:spcPts val="0"/>
              </a:spcBef>
              <a:spcAft>
                <a:spcPts val="0"/>
              </a:spcAft>
              <a:buSzPts val="1600"/>
              <a:buNone/>
              <a:defRPr/>
            </a:lvl9pPr>
          </a:lstStyle>
          <a:p>
            <a:endParaRPr/>
          </a:p>
        </p:txBody>
      </p:sp>
      <p:sp>
        <p:nvSpPr>
          <p:cNvPr id="553" name="Google Shape;553;p18"/>
          <p:cNvSpPr txBox="1">
            <a:spLocks noGrp="1"/>
          </p:cNvSpPr>
          <p:nvPr>
            <p:ph type="subTitle" idx="6"/>
          </p:nvPr>
        </p:nvSpPr>
        <p:spPr>
          <a:xfrm>
            <a:off x="904000" y="5074738"/>
            <a:ext cx="6531200" cy="1448504"/>
          </a:xfrm>
          <a:prstGeom prst="rect">
            <a:avLst/>
          </a:prstGeom>
        </p:spPr>
        <p:txBody>
          <a:bodyPr spcFirstLastPara="1" wrap="square" lIns="91425" tIns="91425" rIns="91425" bIns="91425" anchor="t" anchorCtr="0">
            <a:noAutofit/>
          </a:bodyPr>
          <a:lstStyle>
            <a:lvl1pPr lvl="0" algn="r" rtl="0">
              <a:spcBef>
                <a:spcPts val="0"/>
              </a:spcBef>
              <a:spcAft>
                <a:spcPts val="0"/>
              </a:spcAft>
              <a:buSzPts val="2000"/>
              <a:buFont typeface="Raleway Thin"/>
              <a:buNone/>
              <a:defRPr sz="5333">
                <a:latin typeface="Raleway Thin"/>
                <a:ea typeface="Raleway Thin"/>
                <a:cs typeface="Raleway Thin"/>
                <a:sym typeface="Raleway Thin"/>
              </a:defRPr>
            </a:lvl1pPr>
            <a:lvl2pPr lvl="1" algn="r" rtl="0">
              <a:spcBef>
                <a:spcPts val="0"/>
              </a:spcBef>
              <a:spcAft>
                <a:spcPts val="0"/>
              </a:spcAft>
              <a:buSzPts val="2000"/>
              <a:buFont typeface="Raleway Thin"/>
              <a:buNone/>
              <a:defRPr sz="5333">
                <a:latin typeface="Raleway Thin"/>
                <a:ea typeface="Raleway Thin"/>
                <a:cs typeface="Raleway Thin"/>
                <a:sym typeface="Raleway Thin"/>
              </a:defRPr>
            </a:lvl2pPr>
            <a:lvl3pPr lvl="2" algn="r" rtl="0">
              <a:spcBef>
                <a:spcPts val="0"/>
              </a:spcBef>
              <a:spcAft>
                <a:spcPts val="0"/>
              </a:spcAft>
              <a:buSzPts val="2000"/>
              <a:buFont typeface="Raleway Thin"/>
              <a:buNone/>
              <a:defRPr sz="5333">
                <a:latin typeface="Raleway Thin"/>
                <a:ea typeface="Raleway Thin"/>
                <a:cs typeface="Raleway Thin"/>
                <a:sym typeface="Raleway Thin"/>
              </a:defRPr>
            </a:lvl3pPr>
            <a:lvl4pPr lvl="3" algn="r" rtl="0">
              <a:spcBef>
                <a:spcPts val="0"/>
              </a:spcBef>
              <a:spcAft>
                <a:spcPts val="0"/>
              </a:spcAft>
              <a:buSzPts val="2000"/>
              <a:buFont typeface="Raleway Thin"/>
              <a:buNone/>
              <a:defRPr sz="5333">
                <a:latin typeface="Raleway Thin"/>
                <a:ea typeface="Raleway Thin"/>
                <a:cs typeface="Raleway Thin"/>
                <a:sym typeface="Raleway Thin"/>
              </a:defRPr>
            </a:lvl4pPr>
            <a:lvl5pPr lvl="4" algn="r" rtl="0">
              <a:spcBef>
                <a:spcPts val="0"/>
              </a:spcBef>
              <a:spcAft>
                <a:spcPts val="0"/>
              </a:spcAft>
              <a:buSzPts val="2000"/>
              <a:buFont typeface="Raleway Thin"/>
              <a:buNone/>
              <a:defRPr sz="5333">
                <a:latin typeface="Raleway Thin"/>
                <a:ea typeface="Raleway Thin"/>
                <a:cs typeface="Raleway Thin"/>
                <a:sym typeface="Raleway Thin"/>
              </a:defRPr>
            </a:lvl5pPr>
            <a:lvl6pPr lvl="5" algn="r" rtl="0">
              <a:spcBef>
                <a:spcPts val="0"/>
              </a:spcBef>
              <a:spcAft>
                <a:spcPts val="0"/>
              </a:spcAft>
              <a:buSzPts val="2000"/>
              <a:buFont typeface="Raleway Thin"/>
              <a:buNone/>
              <a:defRPr sz="5333">
                <a:latin typeface="Raleway Thin"/>
                <a:ea typeface="Raleway Thin"/>
                <a:cs typeface="Raleway Thin"/>
                <a:sym typeface="Raleway Thin"/>
              </a:defRPr>
            </a:lvl6pPr>
            <a:lvl7pPr lvl="6" algn="r" rtl="0">
              <a:spcBef>
                <a:spcPts val="0"/>
              </a:spcBef>
              <a:spcAft>
                <a:spcPts val="0"/>
              </a:spcAft>
              <a:buSzPts val="2000"/>
              <a:buFont typeface="Raleway Thin"/>
              <a:buNone/>
              <a:defRPr sz="5333">
                <a:latin typeface="Raleway Thin"/>
                <a:ea typeface="Raleway Thin"/>
                <a:cs typeface="Raleway Thin"/>
                <a:sym typeface="Raleway Thin"/>
              </a:defRPr>
            </a:lvl7pPr>
            <a:lvl8pPr lvl="7" algn="r" rtl="0">
              <a:spcBef>
                <a:spcPts val="0"/>
              </a:spcBef>
              <a:spcAft>
                <a:spcPts val="0"/>
              </a:spcAft>
              <a:buSzPts val="2000"/>
              <a:buFont typeface="Raleway Thin"/>
              <a:buNone/>
              <a:defRPr sz="5333">
                <a:latin typeface="Raleway Thin"/>
                <a:ea typeface="Raleway Thin"/>
                <a:cs typeface="Raleway Thin"/>
                <a:sym typeface="Raleway Thin"/>
              </a:defRPr>
            </a:lvl8pPr>
            <a:lvl9pPr lvl="8" algn="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554" name="Google Shape;554;p18"/>
          <p:cNvSpPr txBox="1">
            <a:spLocks noGrp="1"/>
          </p:cNvSpPr>
          <p:nvPr>
            <p:ph type="subTitle" idx="7"/>
          </p:nvPr>
        </p:nvSpPr>
        <p:spPr>
          <a:xfrm>
            <a:off x="16948933" y="6776431"/>
            <a:ext cx="5736800" cy="2041867"/>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555" name="Google Shape;555;p18"/>
          <p:cNvSpPr txBox="1">
            <a:spLocks noGrp="1"/>
          </p:cNvSpPr>
          <p:nvPr>
            <p:ph type="subTitle" idx="8"/>
          </p:nvPr>
        </p:nvSpPr>
        <p:spPr>
          <a:xfrm>
            <a:off x="16948933" y="5074738"/>
            <a:ext cx="6531200" cy="1448504"/>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Raleway Thin"/>
              <a:buNone/>
              <a:defRPr sz="5333">
                <a:latin typeface="Raleway Thin"/>
                <a:ea typeface="Raleway Thin"/>
                <a:cs typeface="Raleway Thin"/>
                <a:sym typeface="Raleway Thin"/>
              </a:defRPr>
            </a:lvl1pPr>
            <a:lvl2pPr lvl="1" rtl="0">
              <a:spcBef>
                <a:spcPts val="0"/>
              </a:spcBef>
              <a:spcAft>
                <a:spcPts val="0"/>
              </a:spcAft>
              <a:buSzPts val="2000"/>
              <a:buFont typeface="Raleway Thin"/>
              <a:buNone/>
              <a:defRPr sz="5333">
                <a:latin typeface="Raleway Thin"/>
                <a:ea typeface="Raleway Thin"/>
                <a:cs typeface="Raleway Thin"/>
                <a:sym typeface="Raleway Thin"/>
              </a:defRPr>
            </a:lvl2pPr>
            <a:lvl3pPr lvl="2" rtl="0">
              <a:spcBef>
                <a:spcPts val="0"/>
              </a:spcBef>
              <a:spcAft>
                <a:spcPts val="0"/>
              </a:spcAft>
              <a:buSzPts val="2000"/>
              <a:buFont typeface="Raleway Thin"/>
              <a:buNone/>
              <a:defRPr sz="5333">
                <a:latin typeface="Raleway Thin"/>
                <a:ea typeface="Raleway Thin"/>
                <a:cs typeface="Raleway Thin"/>
                <a:sym typeface="Raleway Thin"/>
              </a:defRPr>
            </a:lvl3pPr>
            <a:lvl4pPr lvl="3" rtl="0">
              <a:spcBef>
                <a:spcPts val="0"/>
              </a:spcBef>
              <a:spcAft>
                <a:spcPts val="0"/>
              </a:spcAft>
              <a:buSzPts val="2000"/>
              <a:buFont typeface="Raleway Thin"/>
              <a:buNone/>
              <a:defRPr sz="5333">
                <a:latin typeface="Raleway Thin"/>
                <a:ea typeface="Raleway Thin"/>
                <a:cs typeface="Raleway Thin"/>
                <a:sym typeface="Raleway Thin"/>
              </a:defRPr>
            </a:lvl4pPr>
            <a:lvl5pPr lvl="4" rtl="0">
              <a:spcBef>
                <a:spcPts val="0"/>
              </a:spcBef>
              <a:spcAft>
                <a:spcPts val="0"/>
              </a:spcAft>
              <a:buSzPts val="2000"/>
              <a:buFont typeface="Raleway Thin"/>
              <a:buNone/>
              <a:defRPr sz="5333">
                <a:latin typeface="Raleway Thin"/>
                <a:ea typeface="Raleway Thin"/>
                <a:cs typeface="Raleway Thin"/>
                <a:sym typeface="Raleway Thin"/>
              </a:defRPr>
            </a:lvl5pPr>
            <a:lvl6pPr lvl="5" rtl="0">
              <a:spcBef>
                <a:spcPts val="0"/>
              </a:spcBef>
              <a:spcAft>
                <a:spcPts val="0"/>
              </a:spcAft>
              <a:buSzPts val="2000"/>
              <a:buFont typeface="Raleway Thin"/>
              <a:buNone/>
              <a:defRPr sz="5333">
                <a:latin typeface="Raleway Thin"/>
                <a:ea typeface="Raleway Thin"/>
                <a:cs typeface="Raleway Thin"/>
                <a:sym typeface="Raleway Thin"/>
              </a:defRPr>
            </a:lvl6pPr>
            <a:lvl7pPr lvl="6" rtl="0">
              <a:spcBef>
                <a:spcPts val="0"/>
              </a:spcBef>
              <a:spcAft>
                <a:spcPts val="0"/>
              </a:spcAft>
              <a:buSzPts val="2000"/>
              <a:buFont typeface="Raleway Thin"/>
              <a:buNone/>
              <a:defRPr sz="5333">
                <a:latin typeface="Raleway Thin"/>
                <a:ea typeface="Raleway Thin"/>
                <a:cs typeface="Raleway Thin"/>
                <a:sym typeface="Raleway Thin"/>
              </a:defRPr>
            </a:lvl7pPr>
            <a:lvl8pPr lvl="7" rtl="0">
              <a:spcBef>
                <a:spcPts val="0"/>
              </a:spcBef>
              <a:spcAft>
                <a:spcPts val="0"/>
              </a:spcAft>
              <a:buSzPts val="2000"/>
              <a:buFont typeface="Raleway Thin"/>
              <a:buNone/>
              <a:defRPr sz="5333">
                <a:latin typeface="Raleway Thin"/>
                <a:ea typeface="Raleway Thin"/>
                <a:cs typeface="Raleway Thin"/>
                <a:sym typeface="Raleway Thin"/>
              </a:defRPr>
            </a:lvl8pPr>
            <a:lvl9pPr lvl="8"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grpSp>
        <p:nvGrpSpPr>
          <p:cNvPr id="556" name="Google Shape;556;p18"/>
          <p:cNvGrpSpPr/>
          <p:nvPr/>
        </p:nvGrpSpPr>
        <p:grpSpPr>
          <a:xfrm rot="10800000">
            <a:off x="20109265" y="1534289"/>
            <a:ext cx="3613507" cy="2805195"/>
            <a:chOff x="1228775" y="238225"/>
            <a:chExt cx="804050" cy="543650"/>
          </a:xfrm>
        </p:grpSpPr>
        <p:sp>
          <p:nvSpPr>
            <p:cNvPr id="557" name="Google Shape;557;p18"/>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58" name="Google Shape;558;p18"/>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59" name="Google Shape;559;p18"/>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0" name="Google Shape;560;p18"/>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1" name="Google Shape;561;p18"/>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2" name="Google Shape;562;p18"/>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3" name="Google Shape;563;p18"/>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4" name="Google Shape;564;p18"/>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5" name="Google Shape;565;p18"/>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6" name="Google Shape;566;p18"/>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7" name="Google Shape;567;p18"/>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8" name="Google Shape;568;p18"/>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69" name="Google Shape;569;p18"/>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0" name="Google Shape;570;p18"/>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1" name="Google Shape;571;p18"/>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2" name="Google Shape;572;p18"/>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3" name="Google Shape;573;p18"/>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4" name="Google Shape;574;p18"/>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5" name="Google Shape;575;p18"/>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6" name="Google Shape;576;p18"/>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7" name="Google Shape;577;p18"/>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8" name="Google Shape;578;p18"/>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79" name="Google Shape;579;p18"/>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0" name="Google Shape;580;p18"/>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1" name="Google Shape;581;p18"/>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582" name="Google Shape;582;p18"/>
          <p:cNvGrpSpPr/>
          <p:nvPr/>
        </p:nvGrpSpPr>
        <p:grpSpPr>
          <a:xfrm>
            <a:off x="630065" y="310822"/>
            <a:ext cx="3613507" cy="2805195"/>
            <a:chOff x="1228775" y="238225"/>
            <a:chExt cx="804050" cy="543650"/>
          </a:xfrm>
        </p:grpSpPr>
        <p:sp>
          <p:nvSpPr>
            <p:cNvPr id="583" name="Google Shape;583;p18"/>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4" name="Google Shape;584;p18"/>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5" name="Google Shape;585;p18"/>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6" name="Google Shape;586;p18"/>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7" name="Google Shape;587;p18"/>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8" name="Google Shape;588;p18"/>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89" name="Google Shape;589;p18"/>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0" name="Google Shape;590;p18"/>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1" name="Google Shape;591;p18"/>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2" name="Google Shape;592;p18"/>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3" name="Google Shape;593;p18"/>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4" name="Google Shape;594;p18"/>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5" name="Google Shape;595;p18"/>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6" name="Google Shape;596;p18"/>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7" name="Google Shape;597;p18"/>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8" name="Google Shape;598;p18"/>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599" name="Google Shape;599;p18"/>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0" name="Google Shape;600;p18"/>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1" name="Google Shape;601;p18"/>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2" name="Google Shape;602;p18"/>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3" name="Google Shape;603;p18"/>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4" name="Google Shape;604;p18"/>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5" name="Google Shape;605;p18"/>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6" name="Google Shape;606;p18"/>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07" name="Google Shape;607;p18"/>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27463124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608"/>
        <p:cNvGrpSpPr/>
        <p:nvPr/>
      </p:nvGrpSpPr>
      <p:grpSpPr>
        <a:xfrm>
          <a:off x="0" y="0"/>
          <a:ext cx="0" cy="0"/>
          <a:chOff x="0" y="0"/>
          <a:chExt cx="0" cy="0"/>
        </a:xfrm>
      </p:grpSpPr>
      <p:sp>
        <p:nvSpPr>
          <p:cNvPr id="609" name="Google Shape;609;p19"/>
          <p:cNvSpPr/>
          <p:nvPr/>
        </p:nvSpPr>
        <p:spPr>
          <a:xfrm rot="10800000">
            <a:off x="14009845"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610" name="Google Shape;610;p19"/>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611" name="Google Shape;611;p19"/>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612" name="Google Shape;612;p19"/>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13" name="Google Shape;613;p19"/>
          <p:cNvSpPr txBox="1">
            <a:spLocks noGrp="1"/>
          </p:cNvSpPr>
          <p:nvPr>
            <p:ph type="subTitle" idx="1"/>
          </p:nvPr>
        </p:nvSpPr>
        <p:spPr>
          <a:xfrm>
            <a:off x="3452733" y="7371877"/>
            <a:ext cx="7550400" cy="3743881"/>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grpSp>
        <p:nvGrpSpPr>
          <p:cNvPr id="614" name="Google Shape;614;p19"/>
          <p:cNvGrpSpPr/>
          <p:nvPr/>
        </p:nvGrpSpPr>
        <p:grpSpPr>
          <a:xfrm flipH="1">
            <a:off x="20109265" y="310822"/>
            <a:ext cx="3613507" cy="2805195"/>
            <a:chOff x="1228775" y="238225"/>
            <a:chExt cx="804050" cy="543650"/>
          </a:xfrm>
        </p:grpSpPr>
        <p:sp>
          <p:nvSpPr>
            <p:cNvPr id="615" name="Google Shape;615;p19"/>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16" name="Google Shape;616;p19"/>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17" name="Google Shape;617;p19"/>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18" name="Google Shape;618;p19"/>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19" name="Google Shape;619;p19"/>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0" name="Google Shape;620;p19"/>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1" name="Google Shape;621;p19"/>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2" name="Google Shape;622;p19"/>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3" name="Google Shape;623;p19"/>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4" name="Google Shape;624;p19"/>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5" name="Google Shape;625;p19"/>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6" name="Google Shape;626;p19"/>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7" name="Google Shape;627;p19"/>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8" name="Google Shape;628;p19"/>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29" name="Google Shape;629;p19"/>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0" name="Google Shape;630;p19"/>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1" name="Google Shape;631;p19"/>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2" name="Google Shape;632;p19"/>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3" name="Google Shape;633;p19"/>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4" name="Google Shape;634;p19"/>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5" name="Google Shape;635;p19"/>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6" name="Google Shape;636;p19"/>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7" name="Google Shape;637;p19"/>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8" name="Google Shape;638;p19"/>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39" name="Google Shape;639;p19"/>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640" name="Google Shape;640;p19"/>
          <p:cNvGrpSpPr/>
          <p:nvPr/>
        </p:nvGrpSpPr>
        <p:grpSpPr>
          <a:xfrm rot="10800000" flipH="1">
            <a:off x="630065" y="1534289"/>
            <a:ext cx="3613507" cy="2805195"/>
            <a:chOff x="1228775" y="238225"/>
            <a:chExt cx="804050" cy="543650"/>
          </a:xfrm>
        </p:grpSpPr>
        <p:sp>
          <p:nvSpPr>
            <p:cNvPr id="641" name="Google Shape;641;p19"/>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2" name="Google Shape;642;p19"/>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3" name="Google Shape;643;p19"/>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4" name="Google Shape;644;p19"/>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5" name="Google Shape;645;p19"/>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6" name="Google Shape;646;p19"/>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7" name="Google Shape;647;p19"/>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8" name="Google Shape;648;p19"/>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49" name="Google Shape;649;p19"/>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0" name="Google Shape;650;p19"/>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1" name="Google Shape;651;p19"/>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2" name="Google Shape;652;p19"/>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3" name="Google Shape;653;p19"/>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4" name="Google Shape;654;p19"/>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5" name="Google Shape;655;p19"/>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6" name="Google Shape;656;p19"/>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7" name="Google Shape;657;p19"/>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8" name="Google Shape;658;p19"/>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59" name="Google Shape;659;p19"/>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60" name="Google Shape;660;p19"/>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61" name="Google Shape;661;p19"/>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62" name="Google Shape;662;p19"/>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63" name="Google Shape;663;p19"/>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64" name="Google Shape;664;p19"/>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65" name="Google Shape;665;p19"/>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14736422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666"/>
        <p:cNvGrpSpPr/>
        <p:nvPr/>
      </p:nvGrpSpPr>
      <p:grpSpPr>
        <a:xfrm>
          <a:off x="0" y="0"/>
          <a:ext cx="0" cy="0"/>
          <a:chOff x="0" y="0"/>
          <a:chExt cx="0" cy="0"/>
        </a:xfrm>
      </p:grpSpPr>
      <p:sp>
        <p:nvSpPr>
          <p:cNvPr id="667" name="Google Shape;667;p20"/>
          <p:cNvSpPr/>
          <p:nvPr/>
        </p:nvSpPr>
        <p:spPr>
          <a:xfrm rot="10800000" flipH="1">
            <a:off x="-1649800"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668" name="Google Shape;668;p20"/>
          <p:cNvSpPr/>
          <p:nvPr/>
        </p:nvSpPr>
        <p:spPr>
          <a:xfrm flipH="1">
            <a:off x="14422433"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669" name="Google Shape;669;p20"/>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670" name="Google Shape;670;p20"/>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71" name="Google Shape;671;p20"/>
          <p:cNvGrpSpPr/>
          <p:nvPr/>
        </p:nvGrpSpPr>
        <p:grpSpPr>
          <a:xfrm rot="10800000">
            <a:off x="20109265" y="1534289"/>
            <a:ext cx="3613507" cy="2805195"/>
            <a:chOff x="1228775" y="238225"/>
            <a:chExt cx="804050" cy="543650"/>
          </a:xfrm>
        </p:grpSpPr>
        <p:sp>
          <p:nvSpPr>
            <p:cNvPr id="672" name="Google Shape;672;p20"/>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73" name="Google Shape;673;p20"/>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74" name="Google Shape;674;p20"/>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75" name="Google Shape;675;p20"/>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76" name="Google Shape;676;p20"/>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77" name="Google Shape;677;p20"/>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78" name="Google Shape;678;p20"/>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79" name="Google Shape;679;p20"/>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0" name="Google Shape;680;p20"/>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1" name="Google Shape;681;p20"/>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2" name="Google Shape;682;p20"/>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3" name="Google Shape;683;p20"/>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4" name="Google Shape;684;p20"/>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5" name="Google Shape;685;p20"/>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6" name="Google Shape;686;p20"/>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7" name="Google Shape;687;p20"/>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8" name="Google Shape;688;p20"/>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89" name="Google Shape;689;p20"/>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0" name="Google Shape;690;p20"/>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1" name="Google Shape;691;p20"/>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2" name="Google Shape;692;p20"/>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3" name="Google Shape;693;p20"/>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4" name="Google Shape;694;p20"/>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5" name="Google Shape;695;p20"/>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6" name="Google Shape;696;p20"/>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697" name="Google Shape;697;p20"/>
          <p:cNvGrpSpPr/>
          <p:nvPr/>
        </p:nvGrpSpPr>
        <p:grpSpPr>
          <a:xfrm>
            <a:off x="630065" y="310822"/>
            <a:ext cx="3613507" cy="2805195"/>
            <a:chOff x="1228775" y="238225"/>
            <a:chExt cx="804050" cy="543650"/>
          </a:xfrm>
        </p:grpSpPr>
        <p:sp>
          <p:nvSpPr>
            <p:cNvPr id="698" name="Google Shape;698;p20"/>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699" name="Google Shape;699;p20"/>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0" name="Google Shape;700;p20"/>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1" name="Google Shape;701;p20"/>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2" name="Google Shape;702;p20"/>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3" name="Google Shape;703;p20"/>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4" name="Google Shape;704;p20"/>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5" name="Google Shape;705;p20"/>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6" name="Google Shape;706;p20"/>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7" name="Google Shape;707;p20"/>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8" name="Google Shape;708;p20"/>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09" name="Google Shape;709;p20"/>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0" name="Google Shape;710;p20"/>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1" name="Google Shape;711;p20"/>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2" name="Google Shape;712;p20"/>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3" name="Google Shape;713;p20"/>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4" name="Google Shape;714;p20"/>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5" name="Google Shape;715;p20"/>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6" name="Google Shape;716;p20"/>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7" name="Google Shape;717;p20"/>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8" name="Google Shape;718;p20"/>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19" name="Google Shape;719;p20"/>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20" name="Google Shape;720;p20"/>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21" name="Google Shape;721;p20"/>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22" name="Google Shape;722;p20"/>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1189378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723"/>
        <p:cNvGrpSpPr/>
        <p:nvPr/>
      </p:nvGrpSpPr>
      <p:grpSpPr>
        <a:xfrm>
          <a:off x="0" y="0"/>
          <a:ext cx="0" cy="0"/>
          <a:chOff x="0" y="0"/>
          <a:chExt cx="0" cy="0"/>
        </a:xfrm>
      </p:grpSpPr>
      <p:sp>
        <p:nvSpPr>
          <p:cNvPr id="724" name="Google Shape;724;p21"/>
          <p:cNvSpPr/>
          <p:nvPr/>
        </p:nvSpPr>
        <p:spPr>
          <a:xfrm rot="10800000">
            <a:off x="14009845"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725" name="Google Shape;725;p21"/>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726" name="Google Shape;726;p21"/>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727" name="Google Shape;727;p21"/>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28" name="Google Shape;728;p21"/>
          <p:cNvSpPr txBox="1">
            <a:spLocks noGrp="1"/>
          </p:cNvSpPr>
          <p:nvPr>
            <p:ph type="subTitle" idx="1"/>
          </p:nvPr>
        </p:nvSpPr>
        <p:spPr>
          <a:xfrm>
            <a:off x="2317200" y="11515375"/>
            <a:ext cx="5736800" cy="204003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729" name="Google Shape;729;p21"/>
          <p:cNvSpPr txBox="1">
            <a:spLocks noGrp="1"/>
          </p:cNvSpPr>
          <p:nvPr>
            <p:ph type="subTitle" idx="2"/>
          </p:nvPr>
        </p:nvSpPr>
        <p:spPr>
          <a:xfrm>
            <a:off x="2689733" y="9813681"/>
            <a:ext cx="4992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730" name="Google Shape;730;p21"/>
          <p:cNvSpPr txBox="1">
            <a:spLocks noGrp="1"/>
          </p:cNvSpPr>
          <p:nvPr>
            <p:ph type="subTitle" idx="3"/>
          </p:nvPr>
        </p:nvSpPr>
        <p:spPr>
          <a:xfrm>
            <a:off x="9323667" y="11515375"/>
            <a:ext cx="5736800" cy="204003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731" name="Google Shape;731;p21"/>
          <p:cNvSpPr txBox="1">
            <a:spLocks noGrp="1"/>
          </p:cNvSpPr>
          <p:nvPr>
            <p:ph type="subTitle" idx="4"/>
          </p:nvPr>
        </p:nvSpPr>
        <p:spPr>
          <a:xfrm>
            <a:off x="9696067" y="9813681"/>
            <a:ext cx="4992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732" name="Google Shape;732;p21"/>
          <p:cNvSpPr txBox="1">
            <a:spLocks noGrp="1"/>
          </p:cNvSpPr>
          <p:nvPr>
            <p:ph type="subTitle" idx="5"/>
          </p:nvPr>
        </p:nvSpPr>
        <p:spPr>
          <a:xfrm>
            <a:off x="16330133" y="11515375"/>
            <a:ext cx="5736800" cy="204003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733" name="Google Shape;733;p21"/>
          <p:cNvSpPr txBox="1">
            <a:spLocks noGrp="1"/>
          </p:cNvSpPr>
          <p:nvPr>
            <p:ph type="subTitle" idx="6"/>
          </p:nvPr>
        </p:nvSpPr>
        <p:spPr>
          <a:xfrm>
            <a:off x="16702533" y="9813681"/>
            <a:ext cx="4992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734" name="Google Shape;734;p21"/>
          <p:cNvSpPr txBox="1">
            <a:spLocks noGrp="1"/>
          </p:cNvSpPr>
          <p:nvPr>
            <p:ph type="title" idx="7" hasCustomPrompt="1"/>
          </p:nvPr>
        </p:nvSpPr>
        <p:spPr>
          <a:xfrm>
            <a:off x="2317200" y="5532620"/>
            <a:ext cx="5736800" cy="2707793"/>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16000"/>
            </a:lvl1pPr>
            <a:lvl2pPr lvl="1" algn="ctr" rtl="0">
              <a:spcBef>
                <a:spcPts val="0"/>
              </a:spcBef>
              <a:spcAft>
                <a:spcPts val="0"/>
              </a:spcAft>
              <a:buSzPts val="6000"/>
              <a:buNone/>
              <a:defRPr sz="16000"/>
            </a:lvl2pPr>
            <a:lvl3pPr lvl="2" algn="ctr" rtl="0">
              <a:spcBef>
                <a:spcPts val="0"/>
              </a:spcBef>
              <a:spcAft>
                <a:spcPts val="0"/>
              </a:spcAft>
              <a:buSzPts val="6000"/>
              <a:buNone/>
              <a:defRPr sz="16000"/>
            </a:lvl3pPr>
            <a:lvl4pPr lvl="3" algn="ctr" rtl="0">
              <a:spcBef>
                <a:spcPts val="0"/>
              </a:spcBef>
              <a:spcAft>
                <a:spcPts val="0"/>
              </a:spcAft>
              <a:buSzPts val="6000"/>
              <a:buNone/>
              <a:defRPr sz="16000"/>
            </a:lvl4pPr>
            <a:lvl5pPr lvl="4" algn="ctr" rtl="0">
              <a:spcBef>
                <a:spcPts val="0"/>
              </a:spcBef>
              <a:spcAft>
                <a:spcPts val="0"/>
              </a:spcAft>
              <a:buSzPts val="6000"/>
              <a:buNone/>
              <a:defRPr sz="16000"/>
            </a:lvl5pPr>
            <a:lvl6pPr lvl="5" algn="ctr" rtl="0">
              <a:spcBef>
                <a:spcPts val="0"/>
              </a:spcBef>
              <a:spcAft>
                <a:spcPts val="0"/>
              </a:spcAft>
              <a:buSzPts val="6000"/>
              <a:buNone/>
              <a:defRPr sz="16000"/>
            </a:lvl6pPr>
            <a:lvl7pPr lvl="6" algn="ctr" rtl="0">
              <a:spcBef>
                <a:spcPts val="0"/>
              </a:spcBef>
              <a:spcAft>
                <a:spcPts val="0"/>
              </a:spcAft>
              <a:buSzPts val="6000"/>
              <a:buNone/>
              <a:defRPr sz="16000"/>
            </a:lvl7pPr>
            <a:lvl8pPr lvl="7" algn="ctr" rtl="0">
              <a:spcBef>
                <a:spcPts val="0"/>
              </a:spcBef>
              <a:spcAft>
                <a:spcPts val="0"/>
              </a:spcAft>
              <a:buSzPts val="6000"/>
              <a:buNone/>
              <a:defRPr sz="16000"/>
            </a:lvl8pPr>
            <a:lvl9pPr lvl="8" algn="ctr" rtl="0">
              <a:spcBef>
                <a:spcPts val="0"/>
              </a:spcBef>
              <a:spcAft>
                <a:spcPts val="0"/>
              </a:spcAft>
              <a:buSzPts val="6000"/>
              <a:buNone/>
              <a:defRPr sz="16000"/>
            </a:lvl9pPr>
          </a:lstStyle>
          <a:p>
            <a:r>
              <a:t>xx%</a:t>
            </a:r>
          </a:p>
        </p:txBody>
      </p:sp>
      <p:sp>
        <p:nvSpPr>
          <p:cNvPr id="735" name="Google Shape;735;p21"/>
          <p:cNvSpPr txBox="1">
            <a:spLocks noGrp="1"/>
          </p:cNvSpPr>
          <p:nvPr>
            <p:ph type="title" idx="8" hasCustomPrompt="1"/>
          </p:nvPr>
        </p:nvSpPr>
        <p:spPr>
          <a:xfrm>
            <a:off x="9323667" y="5532620"/>
            <a:ext cx="5736800" cy="2707793"/>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16000"/>
            </a:lvl1pPr>
            <a:lvl2pPr lvl="1" algn="ctr" rtl="0">
              <a:spcBef>
                <a:spcPts val="0"/>
              </a:spcBef>
              <a:spcAft>
                <a:spcPts val="0"/>
              </a:spcAft>
              <a:buSzPts val="6000"/>
              <a:buNone/>
              <a:defRPr sz="16000"/>
            </a:lvl2pPr>
            <a:lvl3pPr lvl="2" algn="ctr" rtl="0">
              <a:spcBef>
                <a:spcPts val="0"/>
              </a:spcBef>
              <a:spcAft>
                <a:spcPts val="0"/>
              </a:spcAft>
              <a:buSzPts val="6000"/>
              <a:buNone/>
              <a:defRPr sz="16000"/>
            </a:lvl3pPr>
            <a:lvl4pPr lvl="3" algn="ctr" rtl="0">
              <a:spcBef>
                <a:spcPts val="0"/>
              </a:spcBef>
              <a:spcAft>
                <a:spcPts val="0"/>
              </a:spcAft>
              <a:buSzPts val="6000"/>
              <a:buNone/>
              <a:defRPr sz="16000"/>
            </a:lvl4pPr>
            <a:lvl5pPr lvl="4" algn="ctr" rtl="0">
              <a:spcBef>
                <a:spcPts val="0"/>
              </a:spcBef>
              <a:spcAft>
                <a:spcPts val="0"/>
              </a:spcAft>
              <a:buSzPts val="6000"/>
              <a:buNone/>
              <a:defRPr sz="16000"/>
            </a:lvl5pPr>
            <a:lvl6pPr lvl="5" algn="ctr" rtl="0">
              <a:spcBef>
                <a:spcPts val="0"/>
              </a:spcBef>
              <a:spcAft>
                <a:spcPts val="0"/>
              </a:spcAft>
              <a:buSzPts val="6000"/>
              <a:buNone/>
              <a:defRPr sz="16000"/>
            </a:lvl6pPr>
            <a:lvl7pPr lvl="6" algn="ctr" rtl="0">
              <a:spcBef>
                <a:spcPts val="0"/>
              </a:spcBef>
              <a:spcAft>
                <a:spcPts val="0"/>
              </a:spcAft>
              <a:buSzPts val="6000"/>
              <a:buNone/>
              <a:defRPr sz="16000"/>
            </a:lvl7pPr>
            <a:lvl8pPr lvl="7" algn="ctr" rtl="0">
              <a:spcBef>
                <a:spcPts val="0"/>
              </a:spcBef>
              <a:spcAft>
                <a:spcPts val="0"/>
              </a:spcAft>
              <a:buSzPts val="6000"/>
              <a:buNone/>
              <a:defRPr sz="16000"/>
            </a:lvl8pPr>
            <a:lvl9pPr lvl="8" algn="ctr" rtl="0">
              <a:spcBef>
                <a:spcPts val="0"/>
              </a:spcBef>
              <a:spcAft>
                <a:spcPts val="0"/>
              </a:spcAft>
              <a:buSzPts val="6000"/>
              <a:buNone/>
              <a:defRPr sz="16000"/>
            </a:lvl9pPr>
          </a:lstStyle>
          <a:p>
            <a:r>
              <a:t>xx%</a:t>
            </a:r>
          </a:p>
        </p:txBody>
      </p:sp>
      <p:sp>
        <p:nvSpPr>
          <p:cNvPr id="736" name="Google Shape;736;p21"/>
          <p:cNvSpPr txBox="1">
            <a:spLocks noGrp="1"/>
          </p:cNvSpPr>
          <p:nvPr>
            <p:ph type="title" idx="9" hasCustomPrompt="1"/>
          </p:nvPr>
        </p:nvSpPr>
        <p:spPr>
          <a:xfrm>
            <a:off x="16330133" y="5532620"/>
            <a:ext cx="5736800" cy="2707793"/>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16000"/>
            </a:lvl1pPr>
            <a:lvl2pPr lvl="1" algn="ctr" rtl="0">
              <a:spcBef>
                <a:spcPts val="0"/>
              </a:spcBef>
              <a:spcAft>
                <a:spcPts val="0"/>
              </a:spcAft>
              <a:buSzPts val="6000"/>
              <a:buNone/>
              <a:defRPr sz="16000"/>
            </a:lvl2pPr>
            <a:lvl3pPr lvl="2" algn="ctr" rtl="0">
              <a:spcBef>
                <a:spcPts val="0"/>
              </a:spcBef>
              <a:spcAft>
                <a:spcPts val="0"/>
              </a:spcAft>
              <a:buSzPts val="6000"/>
              <a:buNone/>
              <a:defRPr sz="16000"/>
            </a:lvl3pPr>
            <a:lvl4pPr lvl="3" algn="ctr" rtl="0">
              <a:spcBef>
                <a:spcPts val="0"/>
              </a:spcBef>
              <a:spcAft>
                <a:spcPts val="0"/>
              </a:spcAft>
              <a:buSzPts val="6000"/>
              <a:buNone/>
              <a:defRPr sz="16000"/>
            </a:lvl4pPr>
            <a:lvl5pPr lvl="4" algn="ctr" rtl="0">
              <a:spcBef>
                <a:spcPts val="0"/>
              </a:spcBef>
              <a:spcAft>
                <a:spcPts val="0"/>
              </a:spcAft>
              <a:buSzPts val="6000"/>
              <a:buNone/>
              <a:defRPr sz="16000"/>
            </a:lvl5pPr>
            <a:lvl6pPr lvl="5" algn="ctr" rtl="0">
              <a:spcBef>
                <a:spcPts val="0"/>
              </a:spcBef>
              <a:spcAft>
                <a:spcPts val="0"/>
              </a:spcAft>
              <a:buSzPts val="6000"/>
              <a:buNone/>
              <a:defRPr sz="16000"/>
            </a:lvl6pPr>
            <a:lvl7pPr lvl="6" algn="ctr" rtl="0">
              <a:spcBef>
                <a:spcPts val="0"/>
              </a:spcBef>
              <a:spcAft>
                <a:spcPts val="0"/>
              </a:spcAft>
              <a:buSzPts val="6000"/>
              <a:buNone/>
              <a:defRPr sz="16000"/>
            </a:lvl7pPr>
            <a:lvl8pPr lvl="7" algn="ctr" rtl="0">
              <a:spcBef>
                <a:spcPts val="0"/>
              </a:spcBef>
              <a:spcAft>
                <a:spcPts val="0"/>
              </a:spcAft>
              <a:buSzPts val="6000"/>
              <a:buNone/>
              <a:defRPr sz="16000"/>
            </a:lvl8pPr>
            <a:lvl9pPr lvl="8" algn="ctr" rtl="0">
              <a:spcBef>
                <a:spcPts val="0"/>
              </a:spcBef>
              <a:spcAft>
                <a:spcPts val="0"/>
              </a:spcAft>
              <a:buSzPts val="6000"/>
              <a:buNone/>
              <a:defRPr sz="16000"/>
            </a:lvl9pPr>
          </a:lstStyle>
          <a:p>
            <a:r>
              <a:t>xx%</a:t>
            </a:r>
          </a:p>
        </p:txBody>
      </p:sp>
      <p:grpSp>
        <p:nvGrpSpPr>
          <p:cNvPr id="737" name="Google Shape;737;p21"/>
          <p:cNvGrpSpPr/>
          <p:nvPr/>
        </p:nvGrpSpPr>
        <p:grpSpPr>
          <a:xfrm flipH="1">
            <a:off x="20109265" y="310822"/>
            <a:ext cx="3613507" cy="2805195"/>
            <a:chOff x="1228775" y="238225"/>
            <a:chExt cx="804050" cy="543650"/>
          </a:xfrm>
        </p:grpSpPr>
        <p:sp>
          <p:nvSpPr>
            <p:cNvPr id="738" name="Google Shape;738;p21"/>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39" name="Google Shape;739;p21"/>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0" name="Google Shape;740;p21"/>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1" name="Google Shape;741;p21"/>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2" name="Google Shape;742;p21"/>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3" name="Google Shape;743;p21"/>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4" name="Google Shape;744;p21"/>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5" name="Google Shape;745;p21"/>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6" name="Google Shape;746;p21"/>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7" name="Google Shape;747;p21"/>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8" name="Google Shape;748;p21"/>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49" name="Google Shape;749;p21"/>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0" name="Google Shape;750;p21"/>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1" name="Google Shape;751;p21"/>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2" name="Google Shape;752;p21"/>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3" name="Google Shape;753;p21"/>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4" name="Google Shape;754;p21"/>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5" name="Google Shape;755;p21"/>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6" name="Google Shape;756;p21"/>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7" name="Google Shape;757;p21"/>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8" name="Google Shape;758;p21"/>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59" name="Google Shape;759;p21"/>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0" name="Google Shape;760;p21"/>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1" name="Google Shape;761;p21"/>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2" name="Google Shape;762;p21"/>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763" name="Google Shape;763;p21"/>
          <p:cNvGrpSpPr/>
          <p:nvPr/>
        </p:nvGrpSpPr>
        <p:grpSpPr>
          <a:xfrm rot="10800000" flipH="1">
            <a:off x="630065" y="1534289"/>
            <a:ext cx="3613507" cy="2805195"/>
            <a:chOff x="1228775" y="238225"/>
            <a:chExt cx="804050" cy="543650"/>
          </a:xfrm>
        </p:grpSpPr>
        <p:sp>
          <p:nvSpPr>
            <p:cNvPr id="764" name="Google Shape;764;p21"/>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5" name="Google Shape;765;p21"/>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6" name="Google Shape;766;p21"/>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7" name="Google Shape;767;p21"/>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8" name="Google Shape;768;p21"/>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69" name="Google Shape;769;p21"/>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0" name="Google Shape;770;p21"/>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1" name="Google Shape;771;p21"/>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2" name="Google Shape;772;p21"/>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3" name="Google Shape;773;p21"/>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4" name="Google Shape;774;p21"/>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5" name="Google Shape;775;p21"/>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6" name="Google Shape;776;p21"/>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7" name="Google Shape;777;p21"/>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8" name="Google Shape;778;p21"/>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79" name="Google Shape;779;p21"/>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0" name="Google Shape;780;p21"/>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1" name="Google Shape;781;p21"/>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2" name="Google Shape;782;p21"/>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3" name="Google Shape;783;p21"/>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4" name="Google Shape;784;p21"/>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5" name="Google Shape;785;p21"/>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6" name="Google Shape;786;p21"/>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7" name="Google Shape;787;p21"/>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788" name="Google Shape;788;p21"/>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36764200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p:cSld name="1_Title and two columns">
    <p:spTree>
      <p:nvGrpSpPr>
        <p:cNvPr id="1" name="Shape 789"/>
        <p:cNvGrpSpPr/>
        <p:nvPr/>
      </p:nvGrpSpPr>
      <p:grpSpPr>
        <a:xfrm>
          <a:off x="0" y="0"/>
          <a:ext cx="0" cy="0"/>
          <a:chOff x="0" y="0"/>
          <a:chExt cx="0" cy="0"/>
        </a:xfrm>
      </p:grpSpPr>
      <p:sp>
        <p:nvSpPr>
          <p:cNvPr id="790" name="Google Shape;790;p22"/>
          <p:cNvSpPr/>
          <p:nvPr/>
        </p:nvSpPr>
        <p:spPr>
          <a:xfrm rot="10800000" flipH="1">
            <a:off x="-1649800"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791" name="Google Shape;791;p22"/>
          <p:cNvSpPr/>
          <p:nvPr/>
        </p:nvSpPr>
        <p:spPr>
          <a:xfrm flipH="1">
            <a:off x="14422433"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792" name="Google Shape;792;p22"/>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793" name="Google Shape;793;p22"/>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4" name="Google Shape;794;p22"/>
          <p:cNvSpPr txBox="1">
            <a:spLocks noGrp="1"/>
          </p:cNvSpPr>
          <p:nvPr>
            <p:ph type="subTitle" idx="1"/>
          </p:nvPr>
        </p:nvSpPr>
        <p:spPr>
          <a:xfrm>
            <a:off x="2317200" y="9093664"/>
            <a:ext cx="5736800" cy="2145659"/>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795" name="Google Shape;795;p22"/>
          <p:cNvSpPr txBox="1">
            <a:spLocks noGrp="1"/>
          </p:cNvSpPr>
          <p:nvPr>
            <p:ph type="subTitle" idx="2"/>
          </p:nvPr>
        </p:nvSpPr>
        <p:spPr>
          <a:xfrm>
            <a:off x="2689733" y="7391971"/>
            <a:ext cx="4992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sp>
        <p:nvSpPr>
          <p:cNvPr id="796" name="Google Shape;796;p22"/>
          <p:cNvSpPr txBox="1">
            <a:spLocks noGrp="1"/>
          </p:cNvSpPr>
          <p:nvPr>
            <p:ph type="subTitle" idx="3"/>
          </p:nvPr>
        </p:nvSpPr>
        <p:spPr>
          <a:xfrm>
            <a:off x="16330133" y="9093664"/>
            <a:ext cx="5736800" cy="2145659"/>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797" name="Google Shape;797;p22"/>
          <p:cNvSpPr txBox="1">
            <a:spLocks noGrp="1"/>
          </p:cNvSpPr>
          <p:nvPr>
            <p:ph type="subTitle" idx="4"/>
          </p:nvPr>
        </p:nvSpPr>
        <p:spPr>
          <a:xfrm>
            <a:off x="16702533" y="7391971"/>
            <a:ext cx="4992000" cy="1448504"/>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Raleway Thin"/>
              <a:buNone/>
              <a:defRPr sz="5333">
                <a:latin typeface="Raleway Thin"/>
                <a:ea typeface="Raleway Thin"/>
                <a:cs typeface="Raleway Thin"/>
                <a:sym typeface="Raleway Thin"/>
              </a:defRPr>
            </a:lvl1pPr>
            <a:lvl2pPr lvl="1" algn="ctr" rtl="0">
              <a:spcBef>
                <a:spcPts val="0"/>
              </a:spcBef>
              <a:spcAft>
                <a:spcPts val="0"/>
              </a:spcAft>
              <a:buSzPts val="2000"/>
              <a:buFont typeface="Raleway Thin"/>
              <a:buNone/>
              <a:defRPr sz="5333">
                <a:latin typeface="Raleway Thin"/>
                <a:ea typeface="Raleway Thin"/>
                <a:cs typeface="Raleway Thin"/>
                <a:sym typeface="Raleway Thin"/>
              </a:defRPr>
            </a:lvl2pPr>
            <a:lvl3pPr lvl="2" algn="ctr" rtl="0">
              <a:spcBef>
                <a:spcPts val="0"/>
              </a:spcBef>
              <a:spcAft>
                <a:spcPts val="0"/>
              </a:spcAft>
              <a:buSzPts val="2000"/>
              <a:buFont typeface="Raleway Thin"/>
              <a:buNone/>
              <a:defRPr sz="5333">
                <a:latin typeface="Raleway Thin"/>
                <a:ea typeface="Raleway Thin"/>
                <a:cs typeface="Raleway Thin"/>
                <a:sym typeface="Raleway Thin"/>
              </a:defRPr>
            </a:lvl3pPr>
            <a:lvl4pPr lvl="3" algn="ctr" rtl="0">
              <a:spcBef>
                <a:spcPts val="0"/>
              </a:spcBef>
              <a:spcAft>
                <a:spcPts val="0"/>
              </a:spcAft>
              <a:buSzPts val="2000"/>
              <a:buFont typeface="Raleway Thin"/>
              <a:buNone/>
              <a:defRPr sz="5333">
                <a:latin typeface="Raleway Thin"/>
                <a:ea typeface="Raleway Thin"/>
                <a:cs typeface="Raleway Thin"/>
                <a:sym typeface="Raleway Thin"/>
              </a:defRPr>
            </a:lvl4pPr>
            <a:lvl5pPr lvl="4" algn="ctr" rtl="0">
              <a:spcBef>
                <a:spcPts val="0"/>
              </a:spcBef>
              <a:spcAft>
                <a:spcPts val="0"/>
              </a:spcAft>
              <a:buSzPts val="2000"/>
              <a:buFont typeface="Raleway Thin"/>
              <a:buNone/>
              <a:defRPr sz="5333">
                <a:latin typeface="Raleway Thin"/>
                <a:ea typeface="Raleway Thin"/>
                <a:cs typeface="Raleway Thin"/>
                <a:sym typeface="Raleway Thin"/>
              </a:defRPr>
            </a:lvl5pPr>
            <a:lvl6pPr lvl="5" algn="ctr" rtl="0">
              <a:spcBef>
                <a:spcPts val="0"/>
              </a:spcBef>
              <a:spcAft>
                <a:spcPts val="0"/>
              </a:spcAft>
              <a:buSzPts val="2000"/>
              <a:buFont typeface="Raleway Thin"/>
              <a:buNone/>
              <a:defRPr sz="5333">
                <a:latin typeface="Raleway Thin"/>
                <a:ea typeface="Raleway Thin"/>
                <a:cs typeface="Raleway Thin"/>
                <a:sym typeface="Raleway Thin"/>
              </a:defRPr>
            </a:lvl6pPr>
            <a:lvl7pPr lvl="6" algn="ctr" rtl="0">
              <a:spcBef>
                <a:spcPts val="0"/>
              </a:spcBef>
              <a:spcAft>
                <a:spcPts val="0"/>
              </a:spcAft>
              <a:buSzPts val="2000"/>
              <a:buFont typeface="Raleway Thin"/>
              <a:buNone/>
              <a:defRPr sz="5333">
                <a:latin typeface="Raleway Thin"/>
                <a:ea typeface="Raleway Thin"/>
                <a:cs typeface="Raleway Thin"/>
                <a:sym typeface="Raleway Thin"/>
              </a:defRPr>
            </a:lvl7pPr>
            <a:lvl8pPr lvl="7" algn="ctr" rtl="0">
              <a:spcBef>
                <a:spcPts val="0"/>
              </a:spcBef>
              <a:spcAft>
                <a:spcPts val="0"/>
              </a:spcAft>
              <a:buSzPts val="2000"/>
              <a:buFont typeface="Raleway Thin"/>
              <a:buNone/>
              <a:defRPr sz="5333">
                <a:latin typeface="Raleway Thin"/>
                <a:ea typeface="Raleway Thin"/>
                <a:cs typeface="Raleway Thin"/>
                <a:sym typeface="Raleway Thin"/>
              </a:defRPr>
            </a:lvl8pPr>
            <a:lvl9pPr lvl="8" algn="ctr" rtl="0">
              <a:spcBef>
                <a:spcPts val="0"/>
              </a:spcBef>
              <a:spcAft>
                <a:spcPts val="0"/>
              </a:spcAft>
              <a:buSzPts val="2000"/>
              <a:buFont typeface="Raleway Thin"/>
              <a:buNone/>
              <a:defRPr sz="5333">
                <a:latin typeface="Raleway Thin"/>
                <a:ea typeface="Raleway Thin"/>
                <a:cs typeface="Raleway Thin"/>
                <a:sym typeface="Raleway Thin"/>
              </a:defRPr>
            </a:lvl9pPr>
          </a:lstStyle>
          <a:p>
            <a:endParaRPr/>
          </a:p>
        </p:txBody>
      </p:sp>
      <p:grpSp>
        <p:nvGrpSpPr>
          <p:cNvPr id="798" name="Google Shape;798;p22"/>
          <p:cNvGrpSpPr/>
          <p:nvPr/>
        </p:nvGrpSpPr>
        <p:grpSpPr>
          <a:xfrm rot="10800000">
            <a:off x="20109265" y="1534289"/>
            <a:ext cx="3613507" cy="2805195"/>
            <a:chOff x="1228775" y="238225"/>
            <a:chExt cx="804050" cy="543650"/>
          </a:xfrm>
        </p:grpSpPr>
        <p:sp>
          <p:nvSpPr>
            <p:cNvPr id="799" name="Google Shape;799;p22"/>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0" name="Google Shape;800;p22"/>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1" name="Google Shape;801;p22"/>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2" name="Google Shape;802;p22"/>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3" name="Google Shape;803;p22"/>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4" name="Google Shape;804;p22"/>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5" name="Google Shape;805;p22"/>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6" name="Google Shape;806;p22"/>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7" name="Google Shape;807;p22"/>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8" name="Google Shape;808;p22"/>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09" name="Google Shape;809;p22"/>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0" name="Google Shape;810;p22"/>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1" name="Google Shape;811;p22"/>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2" name="Google Shape;812;p22"/>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3" name="Google Shape;813;p22"/>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4" name="Google Shape;814;p22"/>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5" name="Google Shape;815;p22"/>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6" name="Google Shape;816;p22"/>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7" name="Google Shape;817;p22"/>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8" name="Google Shape;818;p22"/>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19" name="Google Shape;819;p22"/>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20" name="Google Shape;820;p22"/>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21" name="Google Shape;821;p22"/>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22" name="Google Shape;822;p22"/>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23" name="Google Shape;823;p22"/>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824" name="Google Shape;824;p22"/>
          <p:cNvGrpSpPr/>
          <p:nvPr/>
        </p:nvGrpSpPr>
        <p:grpSpPr>
          <a:xfrm>
            <a:off x="630065" y="310822"/>
            <a:ext cx="3613507" cy="2805195"/>
            <a:chOff x="1228775" y="238225"/>
            <a:chExt cx="804050" cy="543650"/>
          </a:xfrm>
        </p:grpSpPr>
        <p:sp>
          <p:nvSpPr>
            <p:cNvPr id="825" name="Google Shape;825;p22"/>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26" name="Google Shape;826;p22"/>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27" name="Google Shape;827;p22"/>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28" name="Google Shape;828;p22"/>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29" name="Google Shape;829;p22"/>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0" name="Google Shape;830;p22"/>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1" name="Google Shape;831;p22"/>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2" name="Google Shape;832;p22"/>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3" name="Google Shape;833;p22"/>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4" name="Google Shape;834;p22"/>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5" name="Google Shape;835;p22"/>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6" name="Google Shape;836;p22"/>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7" name="Google Shape;837;p22"/>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8" name="Google Shape;838;p22"/>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39" name="Google Shape;839;p22"/>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0" name="Google Shape;840;p22"/>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1" name="Google Shape;841;p22"/>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2" name="Google Shape;842;p22"/>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3" name="Google Shape;843;p22"/>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4" name="Google Shape;844;p22"/>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5" name="Google Shape;845;p22"/>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6" name="Google Shape;846;p22"/>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7" name="Google Shape;847;p22"/>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8" name="Google Shape;848;p22"/>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49" name="Google Shape;849;p22"/>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24633267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850"/>
        <p:cNvGrpSpPr/>
        <p:nvPr/>
      </p:nvGrpSpPr>
      <p:grpSpPr>
        <a:xfrm>
          <a:off x="0" y="0"/>
          <a:ext cx="0" cy="0"/>
          <a:chOff x="0" y="0"/>
          <a:chExt cx="0" cy="0"/>
        </a:xfrm>
      </p:grpSpPr>
      <p:sp>
        <p:nvSpPr>
          <p:cNvPr id="851" name="Google Shape;851;p23"/>
          <p:cNvSpPr/>
          <p:nvPr/>
        </p:nvSpPr>
        <p:spPr>
          <a:xfrm rot="10800000" flipH="1">
            <a:off x="-1649800"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852" name="Google Shape;852;p23"/>
          <p:cNvSpPr/>
          <p:nvPr/>
        </p:nvSpPr>
        <p:spPr>
          <a:xfrm flipH="1">
            <a:off x="14422433"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853" name="Google Shape;853;p23"/>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854" name="Google Shape;854;p23"/>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55" name="Google Shape;855;p23"/>
          <p:cNvSpPr txBox="1">
            <a:spLocks noGrp="1"/>
          </p:cNvSpPr>
          <p:nvPr>
            <p:ph type="subTitle" idx="1"/>
          </p:nvPr>
        </p:nvSpPr>
        <p:spPr>
          <a:xfrm>
            <a:off x="3072800" y="7182509"/>
            <a:ext cx="6420000" cy="3611615"/>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grpSp>
        <p:nvGrpSpPr>
          <p:cNvPr id="856" name="Google Shape;856;p23"/>
          <p:cNvGrpSpPr/>
          <p:nvPr/>
        </p:nvGrpSpPr>
        <p:grpSpPr>
          <a:xfrm rot="10800000">
            <a:off x="20109265" y="1534289"/>
            <a:ext cx="3613507" cy="2805195"/>
            <a:chOff x="1228775" y="238225"/>
            <a:chExt cx="804050" cy="543650"/>
          </a:xfrm>
        </p:grpSpPr>
        <p:sp>
          <p:nvSpPr>
            <p:cNvPr id="857" name="Google Shape;857;p23"/>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58" name="Google Shape;858;p23"/>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59" name="Google Shape;859;p23"/>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0" name="Google Shape;860;p23"/>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1" name="Google Shape;861;p23"/>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2" name="Google Shape;862;p23"/>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3" name="Google Shape;863;p23"/>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4" name="Google Shape;864;p23"/>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5" name="Google Shape;865;p23"/>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6" name="Google Shape;866;p23"/>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7" name="Google Shape;867;p23"/>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8" name="Google Shape;868;p23"/>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69" name="Google Shape;869;p23"/>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0" name="Google Shape;870;p23"/>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1" name="Google Shape;871;p23"/>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2" name="Google Shape;872;p23"/>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3" name="Google Shape;873;p23"/>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4" name="Google Shape;874;p23"/>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5" name="Google Shape;875;p23"/>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6" name="Google Shape;876;p23"/>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7" name="Google Shape;877;p23"/>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8" name="Google Shape;878;p23"/>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79" name="Google Shape;879;p23"/>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0" name="Google Shape;880;p23"/>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1" name="Google Shape;881;p23"/>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882" name="Google Shape;882;p23"/>
          <p:cNvGrpSpPr/>
          <p:nvPr/>
        </p:nvGrpSpPr>
        <p:grpSpPr>
          <a:xfrm>
            <a:off x="630065" y="310822"/>
            <a:ext cx="3613507" cy="2805195"/>
            <a:chOff x="1228775" y="238225"/>
            <a:chExt cx="804050" cy="543650"/>
          </a:xfrm>
        </p:grpSpPr>
        <p:sp>
          <p:nvSpPr>
            <p:cNvPr id="883" name="Google Shape;883;p23"/>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4" name="Google Shape;884;p23"/>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5" name="Google Shape;885;p23"/>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6" name="Google Shape;886;p23"/>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7" name="Google Shape;887;p23"/>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8" name="Google Shape;888;p23"/>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89" name="Google Shape;889;p23"/>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0" name="Google Shape;890;p23"/>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1" name="Google Shape;891;p23"/>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2" name="Google Shape;892;p23"/>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3" name="Google Shape;893;p23"/>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4" name="Google Shape;894;p23"/>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5" name="Google Shape;895;p23"/>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6" name="Google Shape;896;p23"/>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7" name="Google Shape;897;p23"/>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8" name="Google Shape;898;p23"/>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899" name="Google Shape;899;p23"/>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0" name="Google Shape;900;p23"/>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1" name="Google Shape;901;p23"/>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2" name="Google Shape;902;p23"/>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3" name="Google Shape;903;p23"/>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4" name="Google Shape;904;p23"/>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5" name="Google Shape;905;p23"/>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6" name="Google Shape;906;p23"/>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07" name="Google Shape;907;p23"/>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33931295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908"/>
        <p:cNvGrpSpPr/>
        <p:nvPr/>
      </p:nvGrpSpPr>
      <p:grpSpPr>
        <a:xfrm>
          <a:off x="0" y="0"/>
          <a:ext cx="0" cy="0"/>
          <a:chOff x="0" y="0"/>
          <a:chExt cx="0" cy="0"/>
        </a:xfrm>
      </p:grpSpPr>
      <p:sp>
        <p:nvSpPr>
          <p:cNvPr id="909" name="Google Shape;909;p24"/>
          <p:cNvSpPr/>
          <p:nvPr/>
        </p:nvSpPr>
        <p:spPr>
          <a:xfrm rot="10800000">
            <a:off x="14009845"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910" name="Google Shape;910;p24"/>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911" name="Google Shape;911;p24"/>
          <p:cNvSpPr/>
          <p:nvPr/>
        </p:nvSpPr>
        <p:spPr>
          <a:xfrm>
            <a:off x="1920067" y="1362546"/>
            <a:ext cx="20544000" cy="1949096"/>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912" name="Google Shape;912;p24"/>
          <p:cNvSpPr txBox="1">
            <a:spLocks noGrp="1"/>
          </p:cNvSpPr>
          <p:nvPr>
            <p:ph type="title"/>
          </p:nvPr>
        </p:nvSpPr>
        <p:spPr>
          <a:xfrm>
            <a:off x="1920000" y="1362546"/>
            <a:ext cx="20544000" cy="1753452"/>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13" name="Google Shape;913;p24"/>
          <p:cNvSpPr txBox="1">
            <a:spLocks noGrp="1"/>
          </p:cNvSpPr>
          <p:nvPr>
            <p:ph type="subTitle" idx="1"/>
          </p:nvPr>
        </p:nvSpPr>
        <p:spPr>
          <a:xfrm>
            <a:off x="14969133" y="7182472"/>
            <a:ext cx="6420000" cy="3611615"/>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grpSp>
        <p:nvGrpSpPr>
          <p:cNvPr id="914" name="Google Shape;914;p24"/>
          <p:cNvGrpSpPr/>
          <p:nvPr/>
        </p:nvGrpSpPr>
        <p:grpSpPr>
          <a:xfrm flipH="1">
            <a:off x="20109265" y="310822"/>
            <a:ext cx="3613507" cy="2805195"/>
            <a:chOff x="1228775" y="238225"/>
            <a:chExt cx="804050" cy="543650"/>
          </a:xfrm>
        </p:grpSpPr>
        <p:sp>
          <p:nvSpPr>
            <p:cNvPr id="915" name="Google Shape;915;p24"/>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16" name="Google Shape;916;p24"/>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17" name="Google Shape;917;p24"/>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18" name="Google Shape;918;p24"/>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19" name="Google Shape;919;p24"/>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0" name="Google Shape;920;p24"/>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1" name="Google Shape;921;p24"/>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2" name="Google Shape;922;p24"/>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3" name="Google Shape;923;p24"/>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4" name="Google Shape;924;p24"/>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5" name="Google Shape;925;p24"/>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6" name="Google Shape;926;p24"/>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7" name="Google Shape;927;p24"/>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8" name="Google Shape;928;p24"/>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29" name="Google Shape;929;p24"/>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0" name="Google Shape;930;p24"/>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1" name="Google Shape;931;p24"/>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2" name="Google Shape;932;p24"/>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3" name="Google Shape;933;p24"/>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4" name="Google Shape;934;p24"/>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5" name="Google Shape;935;p24"/>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6" name="Google Shape;936;p24"/>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7" name="Google Shape;937;p24"/>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8" name="Google Shape;938;p24"/>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39" name="Google Shape;939;p24"/>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940" name="Google Shape;940;p24"/>
          <p:cNvGrpSpPr/>
          <p:nvPr/>
        </p:nvGrpSpPr>
        <p:grpSpPr>
          <a:xfrm rot="10800000" flipH="1">
            <a:off x="630065" y="1534289"/>
            <a:ext cx="3613507" cy="2805195"/>
            <a:chOff x="1228775" y="238225"/>
            <a:chExt cx="804050" cy="543650"/>
          </a:xfrm>
        </p:grpSpPr>
        <p:sp>
          <p:nvSpPr>
            <p:cNvPr id="941" name="Google Shape;941;p24"/>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2" name="Google Shape;942;p24"/>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3" name="Google Shape;943;p24"/>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4" name="Google Shape;944;p24"/>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5" name="Google Shape;945;p24"/>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6" name="Google Shape;946;p24"/>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7" name="Google Shape;947;p24"/>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8" name="Google Shape;948;p24"/>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49" name="Google Shape;949;p24"/>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0" name="Google Shape;950;p24"/>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1" name="Google Shape;951;p24"/>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2" name="Google Shape;952;p24"/>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3" name="Google Shape;953;p24"/>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4" name="Google Shape;954;p24"/>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5" name="Google Shape;955;p24"/>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6" name="Google Shape;956;p24"/>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7" name="Google Shape;957;p24"/>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8" name="Google Shape;958;p24"/>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59" name="Google Shape;959;p24"/>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60" name="Google Shape;960;p24"/>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61" name="Google Shape;961;p24"/>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62" name="Google Shape;962;p24"/>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63" name="Google Shape;963;p24"/>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64" name="Google Shape;964;p24"/>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65" name="Google Shape;965;p24"/>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34600032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966"/>
        <p:cNvGrpSpPr/>
        <p:nvPr/>
      </p:nvGrpSpPr>
      <p:grpSpPr>
        <a:xfrm>
          <a:off x="0" y="0"/>
          <a:ext cx="0" cy="0"/>
          <a:chOff x="0" y="0"/>
          <a:chExt cx="0" cy="0"/>
        </a:xfrm>
      </p:grpSpPr>
      <p:sp>
        <p:nvSpPr>
          <p:cNvPr id="967" name="Google Shape;967;p25"/>
          <p:cNvSpPr txBox="1">
            <a:spLocks noGrp="1"/>
          </p:cNvSpPr>
          <p:nvPr>
            <p:ph type="title"/>
          </p:nvPr>
        </p:nvSpPr>
        <p:spPr>
          <a:xfrm>
            <a:off x="3586597" y="7752602"/>
            <a:ext cx="7906400" cy="2577363"/>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9600"/>
            </a:lvl1pPr>
            <a:lvl2pPr lvl="1" algn="ctr" rtl="0">
              <a:spcBef>
                <a:spcPts val="0"/>
              </a:spcBef>
              <a:spcAft>
                <a:spcPts val="0"/>
              </a:spcAft>
              <a:buSzPts val="3600"/>
              <a:buNone/>
              <a:defRPr sz="9600"/>
            </a:lvl2pPr>
            <a:lvl3pPr lvl="2" algn="ctr" rtl="0">
              <a:spcBef>
                <a:spcPts val="0"/>
              </a:spcBef>
              <a:spcAft>
                <a:spcPts val="0"/>
              </a:spcAft>
              <a:buSzPts val="3600"/>
              <a:buNone/>
              <a:defRPr sz="9600"/>
            </a:lvl3pPr>
            <a:lvl4pPr lvl="3" algn="ctr" rtl="0">
              <a:spcBef>
                <a:spcPts val="0"/>
              </a:spcBef>
              <a:spcAft>
                <a:spcPts val="0"/>
              </a:spcAft>
              <a:buSzPts val="3600"/>
              <a:buNone/>
              <a:defRPr sz="9600"/>
            </a:lvl4pPr>
            <a:lvl5pPr lvl="4" algn="ctr" rtl="0">
              <a:spcBef>
                <a:spcPts val="0"/>
              </a:spcBef>
              <a:spcAft>
                <a:spcPts val="0"/>
              </a:spcAft>
              <a:buSzPts val="3600"/>
              <a:buNone/>
              <a:defRPr sz="9600"/>
            </a:lvl5pPr>
            <a:lvl6pPr lvl="5" algn="ctr" rtl="0">
              <a:spcBef>
                <a:spcPts val="0"/>
              </a:spcBef>
              <a:spcAft>
                <a:spcPts val="0"/>
              </a:spcAft>
              <a:buSzPts val="3600"/>
              <a:buNone/>
              <a:defRPr sz="9600"/>
            </a:lvl6pPr>
            <a:lvl7pPr lvl="6" algn="ctr" rtl="0">
              <a:spcBef>
                <a:spcPts val="0"/>
              </a:spcBef>
              <a:spcAft>
                <a:spcPts val="0"/>
              </a:spcAft>
              <a:buSzPts val="3600"/>
              <a:buNone/>
              <a:defRPr sz="9600"/>
            </a:lvl7pPr>
            <a:lvl8pPr lvl="7" algn="ctr" rtl="0">
              <a:spcBef>
                <a:spcPts val="0"/>
              </a:spcBef>
              <a:spcAft>
                <a:spcPts val="0"/>
              </a:spcAft>
              <a:buSzPts val="3600"/>
              <a:buNone/>
              <a:defRPr sz="9600"/>
            </a:lvl8pPr>
            <a:lvl9pPr lvl="8" algn="ctr" rtl="0">
              <a:spcBef>
                <a:spcPts val="0"/>
              </a:spcBef>
              <a:spcAft>
                <a:spcPts val="0"/>
              </a:spcAft>
              <a:buSzPts val="3600"/>
              <a:buNone/>
              <a:defRPr sz="9600"/>
            </a:lvl9pPr>
          </a:lstStyle>
          <a:p>
            <a:endParaRPr/>
          </a:p>
        </p:txBody>
      </p:sp>
      <p:sp>
        <p:nvSpPr>
          <p:cNvPr id="968" name="Google Shape;968;p25"/>
          <p:cNvSpPr txBox="1">
            <a:spLocks noGrp="1"/>
          </p:cNvSpPr>
          <p:nvPr>
            <p:ph type="title" idx="2" hasCustomPrompt="1"/>
          </p:nvPr>
        </p:nvSpPr>
        <p:spPr>
          <a:xfrm>
            <a:off x="3586597" y="2820617"/>
            <a:ext cx="7906400" cy="516483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0"/>
              <a:buNone/>
              <a:defRPr sz="32000"/>
            </a:lvl1pPr>
            <a:lvl2pPr lvl="1" algn="l" rtl="0">
              <a:spcBef>
                <a:spcPts val="0"/>
              </a:spcBef>
              <a:spcAft>
                <a:spcPts val="0"/>
              </a:spcAft>
              <a:buSzPts val="12000"/>
              <a:buNone/>
              <a:defRPr sz="32000"/>
            </a:lvl2pPr>
            <a:lvl3pPr lvl="2" algn="l" rtl="0">
              <a:spcBef>
                <a:spcPts val="0"/>
              </a:spcBef>
              <a:spcAft>
                <a:spcPts val="0"/>
              </a:spcAft>
              <a:buSzPts val="12000"/>
              <a:buNone/>
              <a:defRPr sz="32000"/>
            </a:lvl3pPr>
            <a:lvl4pPr lvl="3" algn="l" rtl="0">
              <a:spcBef>
                <a:spcPts val="0"/>
              </a:spcBef>
              <a:spcAft>
                <a:spcPts val="0"/>
              </a:spcAft>
              <a:buSzPts val="12000"/>
              <a:buNone/>
              <a:defRPr sz="32000"/>
            </a:lvl4pPr>
            <a:lvl5pPr lvl="4" algn="l" rtl="0">
              <a:spcBef>
                <a:spcPts val="0"/>
              </a:spcBef>
              <a:spcAft>
                <a:spcPts val="0"/>
              </a:spcAft>
              <a:buSzPts val="12000"/>
              <a:buNone/>
              <a:defRPr sz="32000"/>
            </a:lvl5pPr>
            <a:lvl6pPr lvl="5" algn="l" rtl="0">
              <a:spcBef>
                <a:spcPts val="0"/>
              </a:spcBef>
              <a:spcAft>
                <a:spcPts val="0"/>
              </a:spcAft>
              <a:buSzPts val="12000"/>
              <a:buNone/>
              <a:defRPr sz="32000"/>
            </a:lvl6pPr>
            <a:lvl7pPr lvl="6" algn="l" rtl="0">
              <a:spcBef>
                <a:spcPts val="0"/>
              </a:spcBef>
              <a:spcAft>
                <a:spcPts val="0"/>
              </a:spcAft>
              <a:buSzPts val="12000"/>
              <a:buNone/>
              <a:defRPr sz="32000"/>
            </a:lvl7pPr>
            <a:lvl8pPr lvl="7" algn="l" rtl="0">
              <a:spcBef>
                <a:spcPts val="0"/>
              </a:spcBef>
              <a:spcAft>
                <a:spcPts val="0"/>
              </a:spcAft>
              <a:buSzPts val="12000"/>
              <a:buNone/>
              <a:defRPr sz="32000"/>
            </a:lvl8pPr>
            <a:lvl9pPr lvl="8" algn="l" rtl="0">
              <a:spcBef>
                <a:spcPts val="0"/>
              </a:spcBef>
              <a:spcAft>
                <a:spcPts val="0"/>
              </a:spcAft>
              <a:buSzPts val="12000"/>
              <a:buNone/>
              <a:defRPr sz="32000"/>
            </a:lvl9pPr>
          </a:lstStyle>
          <a:p>
            <a:r>
              <a:t>xx%</a:t>
            </a:r>
          </a:p>
        </p:txBody>
      </p:sp>
      <p:sp>
        <p:nvSpPr>
          <p:cNvPr id="969" name="Google Shape;969;p25"/>
          <p:cNvSpPr txBox="1">
            <a:spLocks noGrp="1"/>
          </p:cNvSpPr>
          <p:nvPr>
            <p:ph type="subTitle" idx="1"/>
          </p:nvPr>
        </p:nvSpPr>
        <p:spPr>
          <a:xfrm>
            <a:off x="4710597" y="10857042"/>
            <a:ext cx="6782400" cy="2070341"/>
          </a:xfrm>
          <a:prstGeom prst="rect">
            <a:avLst/>
          </a:prstGeom>
        </p:spPr>
        <p:txBody>
          <a:bodyPr spcFirstLastPara="1" wrap="square" lIns="91425" tIns="91425" rIns="91425" bIns="91425" anchor="b" anchorCtr="0">
            <a:noAutofit/>
          </a:bodyPr>
          <a:lstStyle>
            <a:lvl1pPr lvl="0" algn="r"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970" name="Google Shape;970;p25"/>
          <p:cNvSpPr/>
          <p:nvPr/>
        </p:nvSpPr>
        <p:spPr>
          <a:xfrm flipH="1">
            <a:off x="11422068" y="5334296"/>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971" name="Google Shape;971;p25"/>
          <p:cNvSpPr/>
          <p:nvPr/>
        </p:nvSpPr>
        <p:spPr>
          <a:xfrm rot="10800000" flipH="1">
            <a:off x="-1487999" y="-816180"/>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Tree>
    <p:extLst>
      <p:ext uri="{BB962C8B-B14F-4D97-AF65-F5344CB8AC3E}">
        <p14:creationId xmlns:p14="http://schemas.microsoft.com/office/powerpoint/2010/main" val="217052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accent3"/>
        </a:solidFill>
        <a:effectLst/>
      </p:bgPr>
    </p:bg>
    <p:spTree>
      <p:nvGrpSpPr>
        <p:cNvPr id="1" name="Shape 972"/>
        <p:cNvGrpSpPr/>
        <p:nvPr/>
      </p:nvGrpSpPr>
      <p:grpSpPr>
        <a:xfrm>
          <a:off x="0" y="0"/>
          <a:ext cx="0" cy="0"/>
          <a:chOff x="0" y="0"/>
          <a:chExt cx="0" cy="0"/>
        </a:xfrm>
      </p:grpSpPr>
      <p:sp>
        <p:nvSpPr>
          <p:cNvPr id="973" name="Google Shape;973;p26"/>
          <p:cNvSpPr/>
          <p:nvPr/>
        </p:nvSpPr>
        <p:spPr>
          <a:xfrm flipH="1">
            <a:off x="11422068" y="5334296"/>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974" name="Google Shape;974;p26"/>
          <p:cNvSpPr/>
          <p:nvPr/>
        </p:nvSpPr>
        <p:spPr>
          <a:xfrm rot="10800000" flipH="1">
            <a:off x="-1487999" y="-816180"/>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975" name="Google Shape;975;p26"/>
          <p:cNvSpPr txBox="1">
            <a:spLocks noGrp="1"/>
          </p:cNvSpPr>
          <p:nvPr>
            <p:ph type="ctrTitle"/>
          </p:nvPr>
        </p:nvSpPr>
        <p:spPr>
          <a:xfrm flipH="1">
            <a:off x="3671933" y="2979597"/>
            <a:ext cx="17789600" cy="2739941"/>
          </a:xfrm>
          <a:prstGeom prst="rect">
            <a:avLst/>
          </a:prstGeom>
        </p:spPr>
        <p:txBody>
          <a:bodyPr spcFirstLastPara="1" wrap="square" lIns="91425" tIns="91425" rIns="91425" bIns="91425" anchor="b" anchorCtr="0">
            <a:noAutofit/>
          </a:bodyPr>
          <a:lstStyle>
            <a:lvl1pPr lvl="0" rtl="0">
              <a:spcBef>
                <a:spcPts val="0"/>
              </a:spcBef>
              <a:spcAft>
                <a:spcPts val="0"/>
              </a:spcAft>
              <a:buSzPts val="5200"/>
              <a:buNone/>
              <a:defRPr sz="17067">
                <a:solidFill>
                  <a:schemeClr val="lt1"/>
                </a:solidFill>
                <a:latin typeface="Raleway Thin"/>
                <a:ea typeface="Raleway Thin"/>
                <a:cs typeface="Raleway Thin"/>
                <a:sym typeface="Raleway Thin"/>
              </a:defRPr>
            </a:lvl1pPr>
            <a:lvl2pPr lvl="1" algn="r" rtl="0">
              <a:spcBef>
                <a:spcPts val="0"/>
              </a:spcBef>
              <a:spcAft>
                <a:spcPts val="0"/>
              </a:spcAft>
              <a:buSzPts val="5200"/>
              <a:buNone/>
              <a:defRPr sz="13867"/>
            </a:lvl2pPr>
            <a:lvl3pPr lvl="2" algn="r" rtl="0">
              <a:spcBef>
                <a:spcPts val="0"/>
              </a:spcBef>
              <a:spcAft>
                <a:spcPts val="0"/>
              </a:spcAft>
              <a:buSzPts val="5200"/>
              <a:buNone/>
              <a:defRPr sz="13867"/>
            </a:lvl3pPr>
            <a:lvl4pPr lvl="3" algn="r" rtl="0">
              <a:spcBef>
                <a:spcPts val="0"/>
              </a:spcBef>
              <a:spcAft>
                <a:spcPts val="0"/>
              </a:spcAft>
              <a:buSzPts val="5200"/>
              <a:buNone/>
              <a:defRPr sz="13867"/>
            </a:lvl4pPr>
            <a:lvl5pPr lvl="4" algn="r" rtl="0">
              <a:spcBef>
                <a:spcPts val="0"/>
              </a:spcBef>
              <a:spcAft>
                <a:spcPts val="0"/>
              </a:spcAft>
              <a:buSzPts val="5200"/>
              <a:buNone/>
              <a:defRPr sz="13867"/>
            </a:lvl5pPr>
            <a:lvl6pPr lvl="5" algn="r" rtl="0">
              <a:spcBef>
                <a:spcPts val="0"/>
              </a:spcBef>
              <a:spcAft>
                <a:spcPts val="0"/>
              </a:spcAft>
              <a:buSzPts val="5200"/>
              <a:buNone/>
              <a:defRPr sz="13867"/>
            </a:lvl6pPr>
            <a:lvl7pPr lvl="6" algn="r" rtl="0">
              <a:spcBef>
                <a:spcPts val="0"/>
              </a:spcBef>
              <a:spcAft>
                <a:spcPts val="0"/>
              </a:spcAft>
              <a:buSzPts val="5200"/>
              <a:buNone/>
              <a:defRPr sz="13867"/>
            </a:lvl7pPr>
            <a:lvl8pPr lvl="7" algn="r" rtl="0">
              <a:spcBef>
                <a:spcPts val="0"/>
              </a:spcBef>
              <a:spcAft>
                <a:spcPts val="0"/>
              </a:spcAft>
              <a:buSzPts val="5200"/>
              <a:buNone/>
              <a:defRPr sz="13867"/>
            </a:lvl8pPr>
            <a:lvl9pPr lvl="8" algn="r" rtl="0">
              <a:spcBef>
                <a:spcPts val="0"/>
              </a:spcBef>
              <a:spcAft>
                <a:spcPts val="0"/>
              </a:spcAft>
              <a:buSzPts val="5200"/>
              <a:buNone/>
              <a:defRPr sz="13867"/>
            </a:lvl9pPr>
          </a:lstStyle>
          <a:p>
            <a:endParaRPr/>
          </a:p>
        </p:txBody>
      </p:sp>
      <p:sp>
        <p:nvSpPr>
          <p:cNvPr id="976" name="Google Shape;976;p26"/>
          <p:cNvSpPr txBox="1">
            <a:spLocks noGrp="1"/>
          </p:cNvSpPr>
          <p:nvPr>
            <p:ph type="subTitle" idx="1"/>
          </p:nvPr>
        </p:nvSpPr>
        <p:spPr>
          <a:xfrm flipH="1">
            <a:off x="7067933" y="5658533"/>
            <a:ext cx="10997600" cy="1374104"/>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Font typeface="Raleway Thin"/>
              <a:buNone/>
              <a:defRPr sz="4800">
                <a:solidFill>
                  <a:schemeClr val="lt1"/>
                </a:solidFill>
                <a:latin typeface="Raleway Thin"/>
                <a:ea typeface="Raleway Thin"/>
                <a:cs typeface="Raleway Thin"/>
                <a:sym typeface="Raleway Thin"/>
              </a:defRPr>
            </a:lvl1pPr>
            <a:lvl2pPr lvl="1" algn="r" rtl="0">
              <a:lnSpc>
                <a:spcPct val="100000"/>
              </a:lnSpc>
              <a:spcBef>
                <a:spcPts val="0"/>
              </a:spcBef>
              <a:spcAft>
                <a:spcPts val="0"/>
              </a:spcAft>
              <a:buSzPts val="2800"/>
              <a:buFont typeface="Raleway Thin"/>
              <a:buNone/>
              <a:defRPr sz="7467">
                <a:latin typeface="Raleway Thin"/>
                <a:ea typeface="Raleway Thin"/>
                <a:cs typeface="Raleway Thin"/>
                <a:sym typeface="Raleway Thin"/>
              </a:defRPr>
            </a:lvl2pPr>
            <a:lvl3pPr lvl="2" algn="r" rtl="0">
              <a:lnSpc>
                <a:spcPct val="100000"/>
              </a:lnSpc>
              <a:spcBef>
                <a:spcPts val="0"/>
              </a:spcBef>
              <a:spcAft>
                <a:spcPts val="0"/>
              </a:spcAft>
              <a:buSzPts val="2800"/>
              <a:buFont typeface="Raleway Thin"/>
              <a:buNone/>
              <a:defRPr sz="7467">
                <a:latin typeface="Raleway Thin"/>
                <a:ea typeface="Raleway Thin"/>
                <a:cs typeface="Raleway Thin"/>
                <a:sym typeface="Raleway Thin"/>
              </a:defRPr>
            </a:lvl3pPr>
            <a:lvl4pPr lvl="3" algn="r" rtl="0">
              <a:lnSpc>
                <a:spcPct val="100000"/>
              </a:lnSpc>
              <a:spcBef>
                <a:spcPts val="0"/>
              </a:spcBef>
              <a:spcAft>
                <a:spcPts val="0"/>
              </a:spcAft>
              <a:buSzPts val="2800"/>
              <a:buFont typeface="Raleway Thin"/>
              <a:buNone/>
              <a:defRPr sz="7467">
                <a:latin typeface="Raleway Thin"/>
                <a:ea typeface="Raleway Thin"/>
                <a:cs typeface="Raleway Thin"/>
                <a:sym typeface="Raleway Thin"/>
              </a:defRPr>
            </a:lvl4pPr>
            <a:lvl5pPr lvl="4" algn="r" rtl="0">
              <a:lnSpc>
                <a:spcPct val="100000"/>
              </a:lnSpc>
              <a:spcBef>
                <a:spcPts val="0"/>
              </a:spcBef>
              <a:spcAft>
                <a:spcPts val="0"/>
              </a:spcAft>
              <a:buSzPts val="2800"/>
              <a:buFont typeface="Raleway Thin"/>
              <a:buNone/>
              <a:defRPr sz="7467">
                <a:latin typeface="Raleway Thin"/>
                <a:ea typeface="Raleway Thin"/>
                <a:cs typeface="Raleway Thin"/>
                <a:sym typeface="Raleway Thin"/>
              </a:defRPr>
            </a:lvl5pPr>
            <a:lvl6pPr lvl="5" algn="r" rtl="0">
              <a:lnSpc>
                <a:spcPct val="100000"/>
              </a:lnSpc>
              <a:spcBef>
                <a:spcPts val="0"/>
              </a:spcBef>
              <a:spcAft>
                <a:spcPts val="0"/>
              </a:spcAft>
              <a:buSzPts val="2800"/>
              <a:buFont typeface="Raleway Thin"/>
              <a:buNone/>
              <a:defRPr sz="7467">
                <a:latin typeface="Raleway Thin"/>
                <a:ea typeface="Raleway Thin"/>
                <a:cs typeface="Raleway Thin"/>
                <a:sym typeface="Raleway Thin"/>
              </a:defRPr>
            </a:lvl6pPr>
            <a:lvl7pPr lvl="6" algn="r" rtl="0">
              <a:lnSpc>
                <a:spcPct val="100000"/>
              </a:lnSpc>
              <a:spcBef>
                <a:spcPts val="0"/>
              </a:spcBef>
              <a:spcAft>
                <a:spcPts val="0"/>
              </a:spcAft>
              <a:buSzPts val="2800"/>
              <a:buFont typeface="Raleway Thin"/>
              <a:buNone/>
              <a:defRPr sz="7467">
                <a:latin typeface="Raleway Thin"/>
                <a:ea typeface="Raleway Thin"/>
                <a:cs typeface="Raleway Thin"/>
                <a:sym typeface="Raleway Thin"/>
              </a:defRPr>
            </a:lvl7pPr>
            <a:lvl8pPr lvl="7" algn="r" rtl="0">
              <a:lnSpc>
                <a:spcPct val="100000"/>
              </a:lnSpc>
              <a:spcBef>
                <a:spcPts val="0"/>
              </a:spcBef>
              <a:spcAft>
                <a:spcPts val="0"/>
              </a:spcAft>
              <a:buSzPts val="2800"/>
              <a:buFont typeface="Raleway Thin"/>
              <a:buNone/>
              <a:defRPr sz="7467">
                <a:latin typeface="Raleway Thin"/>
                <a:ea typeface="Raleway Thin"/>
                <a:cs typeface="Raleway Thin"/>
                <a:sym typeface="Raleway Thin"/>
              </a:defRPr>
            </a:lvl8pPr>
            <a:lvl9pPr lvl="8" algn="r" rtl="0">
              <a:lnSpc>
                <a:spcPct val="100000"/>
              </a:lnSpc>
              <a:spcBef>
                <a:spcPts val="0"/>
              </a:spcBef>
              <a:spcAft>
                <a:spcPts val="0"/>
              </a:spcAft>
              <a:buSzPts val="2800"/>
              <a:buFont typeface="Raleway Thin"/>
              <a:buNone/>
              <a:defRPr sz="7467">
                <a:latin typeface="Raleway Thin"/>
                <a:ea typeface="Raleway Thin"/>
                <a:cs typeface="Raleway Thin"/>
                <a:sym typeface="Raleway Thin"/>
              </a:defRPr>
            </a:lvl9pPr>
          </a:lstStyle>
          <a:p>
            <a:endParaRPr/>
          </a:p>
        </p:txBody>
      </p:sp>
      <p:sp>
        <p:nvSpPr>
          <p:cNvPr id="977" name="Google Shape;977;p26"/>
          <p:cNvSpPr txBox="1">
            <a:spLocks noGrp="1"/>
          </p:cNvSpPr>
          <p:nvPr>
            <p:ph type="subTitle" idx="2"/>
          </p:nvPr>
        </p:nvSpPr>
        <p:spPr>
          <a:xfrm flipH="1">
            <a:off x="7067933" y="7047869"/>
            <a:ext cx="10997600" cy="2739941"/>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4800">
                <a:solidFill>
                  <a:schemeClr val="lt1"/>
                </a:solidFill>
              </a:defRPr>
            </a:lvl1pPr>
            <a:lvl2pPr lvl="1" algn="r" rtl="0">
              <a:lnSpc>
                <a:spcPct val="100000"/>
              </a:lnSpc>
              <a:spcBef>
                <a:spcPts val="0"/>
              </a:spcBef>
              <a:spcAft>
                <a:spcPts val="0"/>
              </a:spcAft>
              <a:buSzPts val="2800"/>
              <a:buNone/>
              <a:defRPr sz="7467"/>
            </a:lvl2pPr>
            <a:lvl3pPr lvl="2" algn="r" rtl="0">
              <a:lnSpc>
                <a:spcPct val="100000"/>
              </a:lnSpc>
              <a:spcBef>
                <a:spcPts val="0"/>
              </a:spcBef>
              <a:spcAft>
                <a:spcPts val="0"/>
              </a:spcAft>
              <a:buSzPts val="2800"/>
              <a:buNone/>
              <a:defRPr sz="7467"/>
            </a:lvl3pPr>
            <a:lvl4pPr lvl="3" algn="r" rtl="0">
              <a:lnSpc>
                <a:spcPct val="100000"/>
              </a:lnSpc>
              <a:spcBef>
                <a:spcPts val="0"/>
              </a:spcBef>
              <a:spcAft>
                <a:spcPts val="0"/>
              </a:spcAft>
              <a:buSzPts val="2800"/>
              <a:buNone/>
              <a:defRPr sz="7467"/>
            </a:lvl4pPr>
            <a:lvl5pPr lvl="4" algn="r" rtl="0">
              <a:lnSpc>
                <a:spcPct val="100000"/>
              </a:lnSpc>
              <a:spcBef>
                <a:spcPts val="0"/>
              </a:spcBef>
              <a:spcAft>
                <a:spcPts val="0"/>
              </a:spcAft>
              <a:buSzPts val="2800"/>
              <a:buNone/>
              <a:defRPr sz="7467"/>
            </a:lvl5pPr>
            <a:lvl6pPr lvl="5" algn="r" rtl="0">
              <a:lnSpc>
                <a:spcPct val="100000"/>
              </a:lnSpc>
              <a:spcBef>
                <a:spcPts val="0"/>
              </a:spcBef>
              <a:spcAft>
                <a:spcPts val="0"/>
              </a:spcAft>
              <a:buSzPts val="2800"/>
              <a:buNone/>
              <a:defRPr sz="7467"/>
            </a:lvl6pPr>
            <a:lvl7pPr lvl="6" algn="r" rtl="0">
              <a:lnSpc>
                <a:spcPct val="100000"/>
              </a:lnSpc>
              <a:spcBef>
                <a:spcPts val="0"/>
              </a:spcBef>
              <a:spcAft>
                <a:spcPts val="0"/>
              </a:spcAft>
              <a:buSzPts val="2800"/>
              <a:buNone/>
              <a:defRPr sz="7467"/>
            </a:lvl7pPr>
            <a:lvl8pPr lvl="7" algn="r" rtl="0">
              <a:lnSpc>
                <a:spcPct val="100000"/>
              </a:lnSpc>
              <a:spcBef>
                <a:spcPts val="0"/>
              </a:spcBef>
              <a:spcAft>
                <a:spcPts val="0"/>
              </a:spcAft>
              <a:buSzPts val="2800"/>
              <a:buNone/>
              <a:defRPr sz="7467"/>
            </a:lvl8pPr>
            <a:lvl9pPr lvl="8" algn="r" rtl="0">
              <a:lnSpc>
                <a:spcPct val="100000"/>
              </a:lnSpc>
              <a:spcBef>
                <a:spcPts val="0"/>
              </a:spcBef>
              <a:spcAft>
                <a:spcPts val="0"/>
              </a:spcAft>
              <a:buSzPts val="2800"/>
              <a:buNone/>
              <a:defRPr sz="7467"/>
            </a:lvl9pPr>
          </a:lstStyle>
          <a:p>
            <a:endParaRPr/>
          </a:p>
        </p:txBody>
      </p:sp>
      <p:sp>
        <p:nvSpPr>
          <p:cNvPr id="978" name="Google Shape;978;p26"/>
          <p:cNvSpPr txBox="1"/>
          <p:nvPr/>
        </p:nvSpPr>
        <p:spPr>
          <a:xfrm>
            <a:off x="7409600" y="11439689"/>
            <a:ext cx="9564800" cy="1702933"/>
          </a:xfrm>
          <a:prstGeom prst="rect">
            <a:avLst/>
          </a:prstGeom>
          <a:noFill/>
          <a:ln>
            <a:noFill/>
          </a:ln>
        </p:spPr>
        <p:txBody>
          <a:bodyPr spcFirstLastPara="1" wrap="square" lIns="243800" tIns="243800" rIns="243800" bIns="243800" anchor="t" anchorCtr="0">
            <a:noAutofit/>
          </a:bodyPr>
          <a:lstStyle/>
          <a:p>
            <a:pPr marL="0" lvl="0" indent="0" algn="r" rtl="0">
              <a:spcBef>
                <a:spcPts val="800"/>
              </a:spcBef>
              <a:spcAft>
                <a:spcPts val="0"/>
              </a:spcAft>
              <a:buNone/>
            </a:pPr>
            <a:r>
              <a:rPr lang="en" sz="2667" b="1">
                <a:solidFill>
                  <a:srgbClr val="FFFFFF"/>
                </a:solidFill>
                <a:latin typeface="Abel"/>
                <a:ea typeface="Abel"/>
                <a:cs typeface="Abel"/>
                <a:sym typeface="Abel"/>
              </a:rPr>
              <a:t>CREDITS:</a:t>
            </a:r>
            <a:r>
              <a:rPr lang="en" sz="2667">
                <a:solidFill>
                  <a:srgbClr val="FFFFFF"/>
                </a:solidFill>
                <a:latin typeface="Abel"/>
                <a:ea typeface="Abel"/>
                <a:cs typeface="Abel"/>
                <a:sym typeface="Abel"/>
              </a:rPr>
              <a:t> This presentation template was created by </a:t>
            </a:r>
            <a:r>
              <a:rPr lang="en" sz="2667" b="1">
                <a:solidFill>
                  <a:srgbClr val="FFFFFF"/>
                </a:solidFill>
                <a:uFill>
                  <a:noFill/>
                </a:uFill>
                <a:latin typeface="Abel"/>
                <a:ea typeface="Abel"/>
                <a:cs typeface="Abel"/>
                <a:sym typeface="Abel"/>
                <a:hlinkClick r:id="rId2">
                  <a:extLst>
                    <a:ext uri="{A12FA001-AC4F-418D-AE19-62706E023703}">
                      <ahyp:hlinkClr xmlns:ahyp="http://schemas.microsoft.com/office/drawing/2018/hyperlinkcolor" val="tx"/>
                    </a:ext>
                  </a:extLst>
                </a:hlinkClick>
              </a:rPr>
              <a:t>Slidesgo</a:t>
            </a:r>
            <a:r>
              <a:rPr lang="en" sz="2667">
                <a:solidFill>
                  <a:srgbClr val="FFFFFF"/>
                </a:solidFill>
                <a:latin typeface="Abel"/>
                <a:ea typeface="Abel"/>
                <a:cs typeface="Abel"/>
                <a:sym typeface="Abel"/>
              </a:rPr>
              <a:t>, including icons by </a:t>
            </a:r>
            <a:r>
              <a:rPr lang="en" sz="2667" b="1">
                <a:solidFill>
                  <a:srgbClr val="FFFFFF"/>
                </a:solidFill>
                <a:uFill>
                  <a:noFill/>
                </a:uFill>
                <a:latin typeface="Abel"/>
                <a:ea typeface="Abel"/>
                <a:cs typeface="Abel"/>
                <a:sym typeface="Abel"/>
                <a:hlinkClick r:id="rId3">
                  <a:extLst>
                    <a:ext uri="{A12FA001-AC4F-418D-AE19-62706E023703}">
                      <ahyp:hlinkClr xmlns:ahyp="http://schemas.microsoft.com/office/drawing/2018/hyperlinkcolor" val="tx"/>
                    </a:ext>
                  </a:extLst>
                </a:hlinkClick>
              </a:rPr>
              <a:t>Flaticon</a:t>
            </a:r>
            <a:r>
              <a:rPr lang="en" sz="2667">
                <a:solidFill>
                  <a:srgbClr val="FFFFFF"/>
                </a:solidFill>
                <a:latin typeface="Abel"/>
                <a:ea typeface="Abel"/>
                <a:cs typeface="Abel"/>
                <a:sym typeface="Abel"/>
              </a:rPr>
              <a:t>, infographics &amp; images by </a:t>
            </a:r>
            <a:r>
              <a:rPr lang="en" sz="2667" b="1">
                <a:solidFill>
                  <a:srgbClr val="FFFFFF"/>
                </a:solidFill>
                <a:uFill>
                  <a:noFill/>
                </a:uFill>
                <a:latin typeface="Abel"/>
                <a:ea typeface="Abel"/>
                <a:cs typeface="Abel"/>
                <a:sym typeface="Abel"/>
                <a:hlinkClick r:id="rId4">
                  <a:extLst>
                    <a:ext uri="{A12FA001-AC4F-418D-AE19-62706E023703}">
                      <ahyp:hlinkClr xmlns:ahyp="http://schemas.microsoft.com/office/drawing/2018/hyperlinkcolor" val="tx"/>
                    </a:ext>
                  </a:extLst>
                </a:hlinkClick>
              </a:rPr>
              <a:t>Freepik</a:t>
            </a:r>
            <a:r>
              <a:rPr lang="en" sz="2667">
                <a:solidFill>
                  <a:srgbClr val="FFFFFF"/>
                </a:solidFill>
                <a:latin typeface="Abel"/>
                <a:ea typeface="Abel"/>
                <a:cs typeface="Abel"/>
                <a:sym typeface="Abel"/>
              </a:rPr>
              <a:t> </a:t>
            </a:r>
            <a:endParaRPr sz="2667" b="1">
              <a:solidFill>
                <a:srgbClr val="FFFFFF"/>
              </a:solidFill>
              <a:latin typeface="Abel"/>
              <a:ea typeface="Abel"/>
              <a:cs typeface="Abel"/>
              <a:sym typeface="Abel"/>
            </a:endParaRPr>
          </a:p>
        </p:txBody>
      </p:sp>
    </p:spTree>
    <p:extLst>
      <p:ext uri="{BB962C8B-B14F-4D97-AF65-F5344CB8AC3E}">
        <p14:creationId xmlns:p14="http://schemas.microsoft.com/office/powerpoint/2010/main" val="15969809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accent3"/>
        </a:solidFill>
        <a:effectLst/>
      </p:bgPr>
    </p:bg>
    <p:spTree>
      <p:nvGrpSpPr>
        <p:cNvPr id="1" name="Shape 979"/>
        <p:cNvGrpSpPr/>
        <p:nvPr/>
      </p:nvGrpSpPr>
      <p:grpSpPr>
        <a:xfrm>
          <a:off x="0" y="0"/>
          <a:ext cx="0" cy="0"/>
          <a:chOff x="0" y="0"/>
          <a:chExt cx="0" cy="0"/>
        </a:xfrm>
      </p:grpSpPr>
      <p:sp>
        <p:nvSpPr>
          <p:cNvPr id="980" name="Google Shape;980;p27"/>
          <p:cNvSpPr/>
          <p:nvPr/>
        </p:nvSpPr>
        <p:spPr>
          <a:xfrm flipH="1">
            <a:off x="11422068" y="5334296"/>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981" name="Google Shape;981;p27"/>
          <p:cNvSpPr/>
          <p:nvPr/>
        </p:nvSpPr>
        <p:spPr>
          <a:xfrm rot="10800000" flipH="1">
            <a:off x="-1487999" y="-816180"/>
            <a:ext cx="14723043" cy="11268955"/>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grpSp>
        <p:nvGrpSpPr>
          <p:cNvPr id="982" name="Google Shape;982;p27"/>
          <p:cNvGrpSpPr/>
          <p:nvPr/>
        </p:nvGrpSpPr>
        <p:grpSpPr>
          <a:xfrm flipH="1">
            <a:off x="318427" y="431762"/>
            <a:ext cx="5156987" cy="6169897"/>
            <a:chOff x="3670075" y="258550"/>
            <a:chExt cx="937225" cy="976625"/>
          </a:xfrm>
        </p:grpSpPr>
        <p:sp>
          <p:nvSpPr>
            <p:cNvPr id="983" name="Google Shape;983;p27"/>
            <p:cNvSpPr/>
            <p:nvPr/>
          </p:nvSpPr>
          <p:spPr>
            <a:xfrm>
              <a:off x="3670075" y="258550"/>
              <a:ext cx="229275" cy="281875"/>
            </a:xfrm>
            <a:custGeom>
              <a:avLst/>
              <a:gdLst/>
              <a:ahLst/>
              <a:cxnLst/>
              <a:rect l="l" t="t" r="r" b="b"/>
              <a:pathLst>
                <a:path w="9171" h="11275" extrusionOk="0">
                  <a:moveTo>
                    <a:pt x="4253" y="1"/>
                  </a:moveTo>
                  <a:cubicBezTo>
                    <a:pt x="4147" y="1"/>
                    <a:pt x="4054" y="13"/>
                    <a:pt x="3937" y="13"/>
                  </a:cubicBezTo>
                  <a:cubicBezTo>
                    <a:pt x="3739" y="24"/>
                    <a:pt x="3540" y="47"/>
                    <a:pt x="3342" y="83"/>
                  </a:cubicBezTo>
                  <a:cubicBezTo>
                    <a:pt x="3260" y="94"/>
                    <a:pt x="3178" y="106"/>
                    <a:pt x="3108" y="118"/>
                  </a:cubicBezTo>
                  <a:cubicBezTo>
                    <a:pt x="2862" y="153"/>
                    <a:pt x="2629" y="188"/>
                    <a:pt x="2442" y="223"/>
                  </a:cubicBezTo>
                  <a:cubicBezTo>
                    <a:pt x="2372" y="234"/>
                    <a:pt x="2302" y="247"/>
                    <a:pt x="2220" y="258"/>
                  </a:cubicBezTo>
                  <a:cubicBezTo>
                    <a:pt x="2068" y="281"/>
                    <a:pt x="1917" y="304"/>
                    <a:pt x="1764" y="351"/>
                  </a:cubicBezTo>
                  <a:cubicBezTo>
                    <a:pt x="1671" y="375"/>
                    <a:pt x="1566" y="410"/>
                    <a:pt x="1473" y="445"/>
                  </a:cubicBezTo>
                  <a:cubicBezTo>
                    <a:pt x="1367" y="480"/>
                    <a:pt x="1250" y="527"/>
                    <a:pt x="1122" y="597"/>
                  </a:cubicBezTo>
                  <a:cubicBezTo>
                    <a:pt x="1029" y="644"/>
                    <a:pt x="912" y="748"/>
                    <a:pt x="853" y="795"/>
                  </a:cubicBezTo>
                  <a:lnTo>
                    <a:pt x="818" y="819"/>
                  </a:lnTo>
                  <a:lnTo>
                    <a:pt x="795" y="842"/>
                  </a:lnTo>
                  <a:cubicBezTo>
                    <a:pt x="713" y="912"/>
                    <a:pt x="632" y="1018"/>
                    <a:pt x="526" y="1158"/>
                  </a:cubicBezTo>
                  <a:cubicBezTo>
                    <a:pt x="491" y="1216"/>
                    <a:pt x="456" y="1275"/>
                    <a:pt x="432" y="1345"/>
                  </a:cubicBezTo>
                  <a:lnTo>
                    <a:pt x="362" y="1403"/>
                  </a:lnTo>
                  <a:cubicBezTo>
                    <a:pt x="211" y="1555"/>
                    <a:pt x="129" y="1753"/>
                    <a:pt x="105" y="2022"/>
                  </a:cubicBezTo>
                  <a:cubicBezTo>
                    <a:pt x="71" y="2466"/>
                    <a:pt x="35" y="3062"/>
                    <a:pt x="12" y="3658"/>
                  </a:cubicBezTo>
                  <a:cubicBezTo>
                    <a:pt x="1" y="3833"/>
                    <a:pt x="12" y="4019"/>
                    <a:pt x="12" y="4195"/>
                  </a:cubicBezTo>
                  <a:lnTo>
                    <a:pt x="12" y="4393"/>
                  </a:lnTo>
                  <a:cubicBezTo>
                    <a:pt x="24" y="4686"/>
                    <a:pt x="24" y="4966"/>
                    <a:pt x="24" y="5258"/>
                  </a:cubicBezTo>
                  <a:cubicBezTo>
                    <a:pt x="35" y="5632"/>
                    <a:pt x="24" y="6018"/>
                    <a:pt x="24" y="6391"/>
                  </a:cubicBezTo>
                  <a:cubicBezTo>
                    <a:pt x="12" y="7022"/>
                    <a:pt x="1" y="7688"/>
                    <a:pt x="47" y="8331"/>
                  </a:cubicBezTo>
                  <a:cubicBezTo>
                    <a:pt x="59" y="8634"/>
                    <a:pt x="105" y="8949"/>
                    <a:pt x="164" y="9289"/>
                  </a:cubicBezTo>
                  <a:cubicBezTo>
                    <a:pt x="211" y="9533"/>
                    <a:pt x="304" y="9779"/>
                    <a:pt x="432" y="9990"/>
                  </a:cubicBezTo>
                  <a:cubicBezTo>
                    <a:pt x="632" y="10328"/>
                    <a:pt x="993" y="10620"/>
                    <a:pt x="1426" y="10807"/>
                  </a:cubicBezTo>
                  <a:cubicBezTo>
                    <a:pt x="1613" y="10889"/>
                    <a:pt x="1823" y="10971"/>
                    <a:pt x="2045" y="11018"/>
                  </a:cubicBezTo>
                  <a:cubicBezTo>
                    <a:pt x="2220" y="11064"/>
                    <a:pt x="2407" y="11088"/>
                    <a:pt x="2571" y="11111"/>
                  </a:cubicBezTo>
                  <a:cubicBezTo>
                    <a:pt x="2816" y="11146"/>
                    <a:pt x="3073" y="11181"/>
                    <a:pt x="3283" y="11205"/>
                  </a:cubicBezTo>
                  <a:cubicBezTo>
                    <a:pt x="3517" y="11216"/>
                    <a:pt x="3750" y="11239"/>
                    <a:pt x="4007" y="11251"/>
                  </a:cubicBezTo>
                  <a:cubicBezTo>
                    <a:pt x="4241" y="11262"/>
                    <a:pt x="4440" y="11275"/>
                    <a:pt x="4638" y="11275"/>
                  </a:cubicBezTo>
                  <a:cubicBezTo>
                    <a:pt x="4965" y="11275"/>
                    <a:pt x="5269" y="11251"/>
                    <a:pt x="5549" y="11216"/>
                  </a:cubicBezTo>
                  <a:lnTo>
                    <a:pt x="5666" y="11205"/>
                  </a:lnTo>
                  <a:cubicBezTo>
                    <a:pt x="5806" y="11181"/>
                    <a:pt x="5970" y="11158"/>
                    <a:pt x="6110" y="11122"/>
                  </a:cubicBezTo>
                  <a:cubicBezTo>
                    <a:pt x="6239" y="11099"/>
                    <a:pt x="6367" y="11064"/>
                    <a:pt x="6507" y="11018"/>
                  </a:cubicBezTo>
                  <a:cubicBezTo>
                    <a:pt x="6776" y="10924"/>
                    <a:pt x="7045" y="10807"/>
                    <a:pt x="7337" y="10667"/>
                  </a:cubicBezTo>
                  <a:cubicBezTo>
                    <a:pt x="7431" y="10620"/>
                    <a:pt x="7524" y="10550"/>
                    <a:pt x="7618" y="10491"/>
                  </a:cubicBezTo>
                  <a:lnTo>
                    <a:pt x="7629" y="10480"/>
                  </a:lnTo>
                  <a:cubicBezTo>
                    <a:pt x="7769" y="10398"/>
                    <a:pt x="7921" y="10281"/>
                    <a:pt x="8061" y="10153"/>
                  </a:cubicBezTo>
                  <a:cubicBezTo>
                    <a:pt x="8272" y="9931"/>
                    <a:pt x="8447" y="9697"/>
                    <a:pt x="8587" y="9429"/>
                  </a:cubicBezTo>
                  <a:cubicBezTo>
                    <a:pt x="8750" y="9090"/>
                    <a:pt x="8879" y="8739"/>
                    <a:pt x="8949" y="8365"/>
                  </a:cubicBezTo>
                  <a:cubicBezTo>
                    <a:pt x="9019" y="8015"/>
                    <a:pt x="9054" y="7676"/>
                    <a:pt x="9090" y="7384"/>
                  </a:cubicBezTo>
                  <a:cubicBezTo>
                    <a:pt x="9136" y="6929"/>
                    <a:pt x="9136" y="6473"/>
                    <a:pt x="9147" y="6018"/>
                  </a:cubicBezTo>
                  <a:lnTo>
                    <a:pt x="9147" y="5877"/>
                  </a:lnTo>
                  <a:cubicBezTo>
                    <a:pt x="9160" y="5328"/>
                    <a:pt x="9171" y="4814"/>
                    <a:pt x="9171" y="4312"/>
                  </a:cubicBezTo>
                  <a:cubicBezTo>
                    <a:pt x="9171" y="3739"/>
                    <a:pt x="9113" y="3178"/>
                    <a:pt x="8996" y="2641"/>
                  </a:cubicBezTo>
                  <a:cubicBezTo>
                    <a:pt x="8926" y="2361"/>
                    <a:pt x="8832" y="2069"/>
                    <a:pt x="8692" y="1789"/>
                  </a:cubicBezTo>
                  <a:cubicBezTo>
                    <a:pt x="8575" y="1555"/>
                    <a:pt x="8423" y="1345"/>
                    <a:pt x="8236" y="1192"/>
                  </a:cubicBezTo>
                  <a:cubicBezTo>
                    <a:pt x="8038" y="1029"/>
                    <a:pt x="7875" y="924"/>
                    <a:pt x="7711" y="842"/>
                  </a:cubicBezTo>
                  <a:cubicBezTo>
                    <a:pt x="7431" y="714"/>
                    <a:pt x="7150" y="620"/>
                    <a:pt x="6870" y="527"/>
                  </a:cubicBezTo>
                  <a:lnTo>
                    <a:pt x="6741" y="480"/>
                  </a:lnTo>
                  <a:cubicBezTo>
                    <a:pt x="6577" y="421"/>
                    <a:pt x="6414" y="375"/>
                    <a:pt x="6239" y="328"/>
                  </a:cubicBezTo>
                  <a:cubicBezTo>
                    <a:pt x="5655" y="153"/>
                    <a:pt x="5129" y="60"/>
                    <a:pt x="4661" y="24"/>
                  </a:cubicBezTo>
                  <a:cubicBezTo>
                    <a:pt x="4521" y="13"/>
                    <a:pt x="4393" y="1"/>
                    <a:pt x="4253" y="1"/>
                  </a:cubicBezTo>
                  <a:close/>
                </a:path>
              </a:pathLst>
            </a:custGeom>
            <a:solidFill>
              <a:srgbClr val="F0AF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84" name="Google Shape;984;p27"/>
            <p:cNvSpPr/>
            <p:nvPr/>
          </p:nvSpPr>
          <p:spPr>
            <a:xfrm>
              <a:off x="4095000" y="426200"/>
              <a:ext cx="144300" cy="204075"/>
            </a:xfrm>
            <a:custGeom>
              <a:avLst/>
              <a:gdLst/>
              <a:ahLst/>
              <a:cxnLst/>
              <a:rect l="l" t="t" r="r" b="b"/>
              <a:pathLst>
                <a:path w="5772" h="8163" extrusionOk="0">
                  <a:moveTo>
                    <a:pt x="1640" y="977"/>
                  </a:moveTo>
                  <a:cubicBezTo>
                    <a:pt x="1674" y="977"/>
                    <a:pt x="1708" y="978"/>
                    <a:pt x="1742" y="982"/>
                  </a:cubicBezTo>
                  <a:cubicBezTo>
                    <a:pt x="1893" y="982"/>
                    <a:pt x="2046" y="994"/>
                    <a:pt x="2197" y="1005"/>
                  </a:cubicBezTo>
                  <a:cubicBezTo>
                    <a:pt x="2454" y="1017"/>
                    <a:pt x="2711" y="1041"/>
                    <a:pt x="2968" y="1075"/>
                  </a:cubicBezTo>
                  <a:cubicBezTo>
                    <a:pt x="3167" y="1111"/>
                    <a:pt x="3354" y="1145"/>
                    <a:pt x="3541" y="1192"/>
                  </a:cubicBezTo>
                  <a:cubicBezTo>
                    <a:pt x="3646" y="1215"/>
                    <a:pt x="3751" y="1239"/>
                    <a:pt x="3845" y="1274"/>
                  </a:cubicBezTo>
                  <a:cubicBezTo>
                    <a:pt x="3915" y="1285"/>
                    <a:pt x="3973" y="1309"/>
                    <a:pt x="4043" y="1332"/>
                  </a:cubicBezTo>
                  <a:cubicBezTo>
                    <a:pt x="4136" y="1379"/>
                    <a:pt x="4219" y="1426"/>
                    <a:pt x="4300" y="1484"/>
                  </a:cubicBezTo>
                  <a:lnTo>
                    <a:pt x="4347" y="1519"/>
                  </a:lnTo>
                  <a:lnTo>
                    <a:pt x="4370" y="1566"/>
                  </a:lnTo>
                  <a:cubicBezTo>
                    <a:pt x="4452" y="1799"/>
                    <a:pt x="4499" y="2045"/>
                    <a:pt x="4534" y="2290"/>
                  </a:cubicBezTo>
                  <a:cubicBezTo>
                    <a:pt x="4604" y="2980"/>
                    <a:pt x="4604" y="3681"/>
                    <a:pt x="4604" y="4370"/>
                  </a:cubicBezTo>
                  <a:cubicBezTo>
                    <a:pt x="4604" y="5036"/>
                    <a:pt x="4604" y="5701"/>
                    <a:pt x="4534" y="6356"/>
                  </a:cubicBezTo>
                  <a:cubicBezTo>
                    <a:pt x="4522" y="6438"/>
                    <a:pt x="4499" y="6508"/>
                    <a:pt x="4476" y="6589"/>
                  </a:cubicBezTo>
                  <a:cubicBezTo>
                    <a:pt x="4440" y="6648"/>
                    <a:pt x="4406" y="6706"/>
                    <a:pt x="4359" y="6776"/>
                  </a:cubicBezTo>
                  <a:cubicBezTo>
                    <a:pt x="4336" y="6812"/>
                    <a:pt x="4300" y="6846"/>
                    <a:pt x="4265" y="6882"/>
                  </a:cubicBezTo>
                  <a:cubicBezTo>
                    <a:pt x="4242" y="6893"/>
                    <a:pt x="4207" y="6905"/>
                    <a:pt x="4183" y="6928"/>
                  </a:cubicBezTo>
                  <a:cubicBezTo>
                    <a:pt x="4066" y="6963"/>
                    <a:pt x="3962" y="6986"/>
                    <a:pt x="3845" y="7010"/>
                  </a:cubicBezTo>
                  <a:cubicBezTo>
                    <a:pt x="3714" y="7019"/>
                    <a:pt x="3585" y="7023"/>
                    <a:pt x="3456" y="7023"/>
                  </a:cubicBezTo>
                  <a:cubicBezTo>
                    <a:pt x="3251" y="7023"/>
                    <a:pt x="3048" y="7013"/>
                    <a:pt x="2840" y="6999"/>
                  </a:cubicBezTo>
                  <a:cubicBezTo>
                    <a:pt x="2513" y="6986"/>
                    <a:pt x="2186" y="6963"/>
                    <a:pt x="1859" y="6916"/>
                  </a:cubicBezTo>
                  <a:cubicBezTo>
                    <a:pt x="1730" y="6893"/>
                    <a:pt x="1602" y="6870"/>
                    <a:pt x="1485" y="6823"/>
                  </a:cubicBezTo>
                  <a:lnTo>
                    <a:pt x="1426" y="6799"/>
                  </a:lnTo>
                  <a:lnTo>
                    <a:pt x="1415" y="6776"/>
                  </a:lnTo>
                  <a:cubicBezTo>
                    <a:pt x="1368" y="6625"/>
                    <a:pt x="1333" y="6472"/>
                    <a:pt x="1309" y="6321"/>
                  </a:cubicBezTo>
                  <a:cubicBezTo>
                    <a:pt x="1228" y="5643"/>
                    <a:pt x="1228" y="4954"/>
                    <a:pt x="1216" y="4276"/>
                  </a:cubicBezTo>
                  <a:cubicBezTo>
                    <a:pt x="1205" y="3564"/>
                    <a:pt x="1193" y="2851"/>
                    <a:pt x="1169" y="2139"/>
                  </a:cubicBezTo>
                  <a:cubicBezTo>
                    <a:pt x="1158" y="1799"/>
                    <a:pt x="1135" y="1461"/>
                    <a:pt x="1122" y="1122"/>
                  </a:cubicBezTo>
                  <a:lnTo>
                    <a:pt x="1122" y="1111"/>
                  </a:lnTo>
                  <a:lnTo>
                    <a:pt x="1135" y="1099"/>
                  </a:lnTo>
                  <a:lnTo>
                    <a:pt x="1146" y="1075"/>
                  </a:lnTo>
                  <a:lnTo>
                    <a:pt x="1205" y="1041"/>
                  </a:lnTo>
                  <a:cubicBezTo>
                    <a:pt x="1263" y="1028"/>
                    <a:pt x="1333" y="1005"/>
                    <a:pt x="1392" y="994"/>
                  </a:cubicBezTo>
                  <a:cubicBezTo>
                    <a:pt x="1474" y="985"/>
                    <a:pt x="1557" y="977"/>
                    <a:pt x="1640" y="977"/>
                  </a:cubicBezTo>
                  <a:close/>
                  <a:moveTo>
                    <a:pt x="2337" y="0"/>
                  </a:moveTo>
                  <a:cubicBezTo>
                    <a:pt x="2163" y="0"/>
                    <a:pt x="1987" y="0"/>
                    <a:pt x="1823" y="13"/>
                  </a:cubicBezTo>
                  <a:cubicBezTo>
                    <a:pt x="1613" y="13"/>
                    <a:pt x="1403" y="36"/>
                    <a:pt x="1205" y="59"/>
                  </a:cubicBezTo>
                  <a:cubicBezTo>
                    <a:pt x="1122" y="83"/>
                    <a:pt x="1052" y="94"/>
                    <a:pt x="971" y="117"/>
                  </a:cubicBezTo>
                  <a:cubicBezTo>
                    <a:pt x="865" y="141"/>
                    <a:pt x="772" y="187"/>
                    <a:pt x="667" y="234"/>
                  </a:cubicBezTo>
                  <a:cubicBezTo>
                    <a:pt x="504" y="316"/>
                    <a:pt x="375" y="444"/>
                    <a:pt x="270" y="584"/>
                  </a:cubicBezTo>
                  <a:cubicBezTo>
                    <a:pt x="247" y="620"/>
                    <a:pt x="223" y="667"/>
                    <a:pt x="200" y="713"/>
                  </a:cubicBezTo>
                  <a:cubicBezTo>
                    <a:pt x="83" y="807"/>
                    <a:pt x="13" y="947"/>
                    <a:pt x="24" y="1111"/>
                  </a:cubicBezTo>
                  <a:cubicBezTo>
                    <a:pt x="24" y="1239"/>
                    <a:pt x="36" y="1379"/>
                    <a:pt x="36" y="1508"/>
                  </a:cubicBezTo>
                  <a:lnTo>
                    <a:pt x="36" y="1613"/>
                  </a:lnTo>
                  <a:cubicBezTo>
                    <a:pt x="36" y="1753"/>
                    <a:pt x="48" y="1893"/>
                    <a:pt x="60" y="2045"/>
                  </a:cubicBezTo>
                  <a:lnTo>
                    <a:pt x="60" y="2197"/>
                  </a:lnTo>
                  <a:cubicBezTo>
                    <a:pt x="60" y="2547"/>
                    <a:pt x="48" y="2898"/>
                    <a:pt x="48" y="3248"/>
                  </a:cubicBezTo>
                  <a:cubicBezTo>
                    <a:pt x="36" y="3972"/>
                    <a:pt x="24" y="4709"/>
                    <a:pt x="13" y="5444"/>
                  </a:cubicBezTo>
                  <a:cubicBezTo>
                    <a:pt x="1" y="5771"/>
                    <a:pt x="13" y="6099"/>
                    <a:pt x="48" y="6426"/>
                  </a:cubicBezTo>
                  <a:cubicBezTo>
                    <a:pt x="71" y="6636"/>
                    <a:pt x="94" y="6858"/>
                    <a:pt x="177" y="7056"/>
                  </a:cubicBezTo>
                  <a:cubicBezTo>
                    <a:pt x="235" y="7197"/>
                    <a:pt x="281" y="7337"/>
                    <a:pt x="364" y="7466"/>
                  </a:cubicBezTo>
                  <a:cubicBezTo>
                    <a:pt x="457" y="7594"/>
                    <a:pt x="550" y="7687"/>
                    <a:pt x="691" y="7781"/>
                  </a:cubicBezTo>
                  <a:cubicBezTo>
                    <a:pt x="807" y="7874"/>
                    <a:pt x="936" y="7921"/>
                    <a:pt x="1064" y="7980"/>
                  </a:cubicBezTo>
                  <a:cubicBezTo>
                    <a:pt x="1169" y="8014"/>
                    <a:pt x="1275" y="8038"/>
                    <a:pt x="1379" y="8061"/>
                  </a:cubicBezTo>
                  <a:cubicBezTo>
                    <a:pt x="1496" y="8085"/>
                    <a:pt x="1625" y="8097"/>
                    <a:pt x="1742" y="8108"/>
                  </a:cubicBezTo>
                  <a:cubicBezTo>
                    <a:pt x="1823" y="8120"/>
                    <a:pt x="1917" y="8131"/>
                    <a:pt x="1999" y="8131"/>
                  </a:cubicBezTo>
                  <a:cubicBezTo>
                    <a:pt x="2186" y="8143"/>
                    <a:pt x="2373" y="8155"/>
                    <a:pt x="2560" y="8155"/>
                  </a:cubicBezTo>
                  <a:cubicBezTo>
                    <a:pt x="2707" y="8160"/>
                    <a:pt x="2855" y="8163"/>
                    <a:pt x="3005" y="8163"/>
                  </a:cubicBezTo>
                  <a:cubicBezTo>
                    <a:pt x="3214" y="8163"/>
                    <a:pt x="3424" y="8157"/>
                    <a:pt x="3635" y="8143"/>
                  </a:cubicBezTo>
                  <a:cubicBezTo>
                    <a:pt x="3751" y="8131"/>
                    <a:pt x="3879" y="8108"/>
                    <a:pt x="3996" y="8097"/>
                  </a:cubicBezTo>
                  <a:cubicBezTo>
                    <a:pt x="4079" y="8085"/>
                    <a:pt x="4160" y="8061"/>
                    <a:pt x="4242" y="8038"/>
                  </a:cubicBezTo>
                  <a:cubicBezTo>
                    <a:pt x="4323" y="8014"/>
                    <a:pt x="4406" y="7991"/>
                    <a:pt x="4487" y="7956"/>
                  </a:cubicBezTo>
                  <a:cubicBezTo>
                    <a:pt x="4557" y="7933"/>
                    <a:pt x="4627" y="7898"/>
                    <a:pt x="4697" y="7863"/>
                  </a:cubicBezTo>
                  <a:cubicBezTo>
                    <a:pt x="4791" y="7816"/>
                    <a:pt x="4861" y="7757"/>
                    <a:pt x="4943" y="7687"/>
                  </a:cubicBezTo>
                  <a:cubicBezTo>
                    <a:pt x="5036" y="7617"/>
                    <a:pt x="5107" y="7547"/>
                    <a:pt x="5164" y="7466"/>
                  </a:cubicBezTo>
                  <a:cubicBezTo>
                    <a:pt x="5247" y="7372"/>
                    <a:pt x="5305" y="7279"/>
                    <a:pt x="5375" y="7173"/>
                  </a:cubicBezTo>
                  <a:cubicBezTo>
                    <a:pt x="5434" y="7069"/>
                    <a:pt x="5468" y="6952"/>
                    <a:pt x="5515" y="6835"/>
                  </a:cubicBezTo>
                  <a:cubicBezTo>
                    <a:pt x="5574" y="6706"/>
                    <a:pt x="5585" y="6566"/>
                    <a:pt x="5608" y="6426"/>
                  </a:cubicBezTo>
                  <a:cubicBezTo>
                    <a:pt x="5679" y="6041"/>
                    <a:pt x="5691" y="5643"/>
                    <a:pt x="5714" y="5246"/>
                  </a:cubicBezTo>
                  <a:cubicBezTo>
                    <a:pt x="5725" y="4896"/>
                    <a:pt x="5737" y="4533"/>
                    <a:pt x="5737" y="4183"/>
                  </a:cubicBezTo>
                  <a:cubicBezTo>
                    <a:pt x="5761" y="3435"/>
                    <a:pt x="5772" y="2676"/>
                    <a:pt x="5644" y="1928"/>
                  </a:cubicBezTo>
                  <a:cubicBezTo>
                    <a:pt x="5621" y="1776"/>
                    <a:pt x="5585" y="1613"/>
                    <a:pt x="5538" y="1449"/>
                  </a:cubicBezTo>
                  <a:cubicBezTo>
                    <a:pt x="5504" y="1332"/>
                    <a:pt x="5457" y="1215"/>
                    <a:pt x="5398" y="1099"/>
                  </a:cubicBezTo>
                  <a:cubicBezTo>
                    <a:pt x="5387" y="1052"/>
                    <a:pt x="5364" y="1017"/>
                    <a:pt x="5340" y="970"/>
                  </a:cubicBezTo>
                  <a:cubicBezTo>
                    <a:pt x="5247" y="818"/>
                    <a:pt x="5107" y="690"/>
                    <a:pt x="4966" y="584"/>
                  </a:cubicBezTo>
                  <a:cubicBezTo>
                    <a:pt x="4791" y="456"/>
                    <a:pt x="4593" y="374"/>
                    <a:pt x="4406" y="293"/>
                  </a:cubicBezTo>
                  <a:cubicBezTo>
                    <a:pt x="4253" y="234"/>
                    <a:pt x="4102" y="187"/>
                    <a:pt x="3938" y="153"/>
                  </a:cubicBezTo>
                  <a:cubicBezTo>
                    <a:pt x="3564" y="83"/>
                    <a:pt x="3191" y="24"/>
                    <a:pt x="2805" y="13"/>
                  </a:cubicBezTo>
                  <a:cubicBezTo>
                    <a:pt x="2653" y="0"/>
                    <a:pt x="2490" y="0"/>
                    <a:pt x="2337" y="0"/>
                  </a:cubicBezTo>
                  <a:close/>
                </a:path>
              </a:pathLst>
            </a:custGeom>
            <a:solidFill>
              <a:srgbClr val="F0AF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85" name="Google Shape;985;p27"/>
            <p:cNvSpPr/>
            <p:nvPr/>
          </p:nvSpPr>
          <p:spPr>
            <a:xfrm>
              <a:off x="4238700" y="875675"/>
              <a:ext cx="288575" cy="359500"/>
            </a:xfrm>
            <a:custGeom>
              <a:avLst/>
              <a:gdLst/>
              <a:ahLst/>
              <a:cxnLst/>
              <a:rect l="l" t="t" r="r" b="b"/>
              <a:pathLst>
                <a:path w="11543" h="14380" extrusionOk="0">
                  <a:moveTo>
                    <a:pt x="3478" y="1166"/>
                  </a:moveTo>
                  <a:cubicBezTo>
                    <a:pt x="3760" y="1166"/>
                    <a:pt x="4041" y="1183"/>
                    <a:pt x="4323" y="1192"/>
                  </a:cubicBezTo>
                  <a:cubicBezTo>
                    <a:pt x="4686" y="1204"/>
                    <a:pt x="5047" y="1227"/>
                    <a:pt x="5410" y="1250"/>
                  </a:cubicBezTo>
                  <a:cubicBezTo>
                    <a:pt x="5574" y="1263"/>
                    <a:pt x="5737" y="1286"/>
                    <a:pt x="5901" y="1286"/>
                  </a:cubicBezTo>
                  <a:cubicBezTo>
                    <a:pt x="6064" y="1297"/>
                    <a:pt x="6216" y="1297"/>
                    <a:pt x="6368" y="1309"/>
                  </a:cubicBezTo>
                  <a:cubicBezTo>
                    <a:pt x="6508" y="1320"/>
                    <a:pt x="6636" y="1333"/>
                    <a:pt x="6776" y="1344"/>
                  </a:cubicBezTo>
                  <a:cubicBezTo>
                    <a:pt x="6929" y="1367"/>
                    <a:pt x="7080" y="1403"/>
                    <a:pt x="7220" y="1449"/>
                  </a:cubicBezTo>
                  <a:cubicBezTo>
                    <a:pt x="7396" y="1496"/>
                    <a:pt x="7583" y="1543"/>
                    <a:pt x="7758" y="1590"/>
                  </a:cubicBezTo>
                  <a:cubicBezTo>
                    <a:pt x="8097" y="1671"/>
                    <a:pt x="8424" y="1764"/>
                    <a:pt x="8751" y="1881"/>
                  </a:cubicBezTo>
                  <a:cubicBezTo>
                    <a:pt x="8798" y="1905"/>
                    <a:pt x="8832" y="1928"/>
                    <a:pt x="8879" y="1963"/>
                  </a:cubicBezTo>
                  <a:cubicBezTo>
                    <a:pt x="8926" y="1998"/>
                    <a:pt x="8961" y="2034"/>
                    <a:pt x="8996" y="2080"/>
                  </a:cubicBezTo>
                  <a:cubicBezTo>
                    <a:pt x="9031" y="2127"/>
                    <a:pt x="9055" y="2174"/>
                    <a:pt x="9078" y="2220"/>
                  </a:cubicBezTo>
                  <a:cubicBezTo>
                    <a:pt x="9148" y="2431"/>
                    <a:pt x="9206" y="2641"/>
                    <a:pt x="9253" y="2851"/>
                  </a:cubicBezTo>
                  <a:cubicBezTo>
                    <a:pt x="9312" y="3108"/>
                    <a:pt x="9370" y="3353"/>
                    <a:pt x="9429" y="3610"/>
                  </a:cubicBezTo>
                  <a:cubicBezTo>
                    <a:pt x="9533" y="4101"/>
                    <a:pt x="9603" y="4592"/>
                    <a:pt x="9674" y="5082"/>
                  </a:cubicBezTo>
                  <a:cubicBezTo>
                    <a:pt x="9744" y="5549"/>
                    <a:pt x="9814" y="6006"/>
                    <a:pt x="9873" y="6461"/>
                  </a:cubicBezTo>
                  <a:cubicBezTo>
                    <a:pt x="9954" y="7127"/>
                    <a:pt x="9989" y="7792"/>
                    <a:pt x="10024" y="8459"/>
                  </a:cubicBezTo>
                  <a:cubicBezTo>
                    <a:pt x="10047" y="8821"/>
                    <a:pt x="10059" y="9183"/>
                    <a:pt x="10059" y="9545"/>
                  </a:cubicBezTo>
                  <a:cubicBezTo>
                    <a:pt x="10071" y="9931"/>
                    <a:pt x="10071" y="10316"/>
                    <a:pt x="10059" y="10713"/>
                  </a:cubicBezTo>
                  <a:cubicBezTo>
                    <a:pt x="10059" y="11040"/>
                    <a:pt x="10047" y="11379"/>
                    <a:pt x="10013" y="11706"/>
                  </a:cubicBezTo>
                  <a:cubicBezTo>
                    <a:pt x="9989" y="11823"/>
                    <a:pt x="9966" y="11951"/>
                    <a:pt x="9919" y="12068"/>
                  </a:cubicBezTo>
                  <a:cubicBezTo>
                    <a:pt x="9896" y="12115"/>
                    <a:pt x="9873" y="12162"/>
                    <a:pt x="9837" y="12208"/>
                  </a:cubicBezTo>
                  <a:cubicBezTo>
                    <a:pt x="9802" y="12244"/>
                    <a:pt x="9767" y="12278"/>
                    <a:pt x="9732" y="12302"/>
                  </a:cubicBezTo>
                  <a:cubicBezTo>
                    <a:pt x="9616" y="12384"/>
                    <a:pt x="9487" y="12454"/>
                    <a:pt x="9346" y="12524"/>
                  </a:cubicBezTo>
                  <a:cubicBezTo>
                    <a:pt x="9312" y="12535"/>
                    <a:pt x="9288" y="12548"/>
                    <a:pt x="9253" y="12559"/>
                  </a:cubicBezTo>
                  <a:cubicBezTo>
                    <a:pt x="9066" y="12641"/>
                    <a:pt x="8879" y="12711"/>
                    <a:pt x="8681" y="12769"/>
                  </a:cubicBezTo>
                  <a:cubicBezTo>
                    <a:pt x="8377" y="12863"/>
                    <a:pt x="8074" y="12956"/>
                    <a:pt x="7770" y="13003"/>
                  </a:cubicBezTo>
                  <a:cubicBezTo>
                    <a:pt x="7454" y="13038"/>
                    <a:pt x="7139" y="13073"/>
                    <a:pt x="6823" y="13085"/>
                  </a:cubicBezTo>
                  <a:cubicBezTo>
                    <a:pt x="6485" y="13096"/>
                    <a:pt x="6145" y="13096"/>
                    <a:pt x="5795" y="13096"/>
                  </a:cubicBezTo>
                  <a:cubicBezTo>
                    <a:pt x="5083" y="13085"/>
                    <a:pt x="4382" y="13085"/>
                    <a:pt x="3669" y="12992"/>
                  </a:cubicBezTo>
                  <a:cubicBezTo>
                    <a:pt x="3482" y="12968"/>
                    <a:pt x="3295" y="12933"/>
                    <a:pt x="3108" y="12898"/>
                  </a:cubicBezTo>
                  <a:cubicBezTo>
                    <a:pt x="2945" y="12875"/>
                    <a:pt x="2793" y="12839"/>
                    <a:pt x="2630" y="12792"/>
                  </a:cubicBezTo>
                  <a:cubicBezTo>
                    <a:pt x="2349" y="12722"/>
                    <a:pt x="2069" y="12629"/>
                    <a:pt x="1788" y="12524"/>
                  </a:cubicBezTo>
                  <a:cubicBezTo>
                    <a:pt x="1683" y="12478"/>
                    <a:pt x="1589" y="12419"/>
                    <a:pt x="1485" y="12361"/>
                  </a:cubicBezTo>
                  <a:lnTo>
                    <a:pt x="1426" y="12291"/>
                  </a:lnTo>
                  <a:lnTo>
                    <a:pt x="1402" y="12267"/>
                  </a:lnTo>
                  <a:cubicBezTo>
                    <a:pt x="1356" y="12127"/>
                    <a:pt x="1332" y="11975"/>
                    <a:pt x="1321" y="11835"/>
                  </a:cubicBezTo>
                  <a:cubicBezTo>
                    <a:pt x="1239" y="11180"/>
                    <a:pt x="1228" y="10526"/>
                    <a:pt x="1204" y="9872"/>
                  </a:cubicBezTo>
                  <a:cubicBezTo>
                    <a:pt x="1192" y="9124"/>
                    <a:pt x="1169" y="8377"/>
                    <a:pt x="1158" y="7629"/>
                  </a:cubicBezTo>
                  <a:cubicBezTo>
                    <a:pt x="1122" y="6180"/>
                    <a:pt x="1099" y="4720"/>
                    <a:pt x="1075" y="3272"/>
                  </a:cubicBezTo>
                  <a:lnTo>
                    <a:pt x="1075" y="3108"/>
                  </a:lnTo>
                  <a:cubicBezTo>
                    <a:pt x="1088" y="2921"/>
                    <a:pt x="1088" y="2735"/>
                    <a:pt x="1088" y="2535"/>
                  </a:cubicBezTo>
                  <a:cubicBezTo>
                    <a:pt x="1088" y="2314"/>
                    <a:pt x="1088" y="2092"/>
                    <a:pt x="1111" y="1858"/>
                  </a:cubicBezTo>
                  <a:lnTo>
                    <a:pt x="1145" y="1718"/>
                  </a:lnTo>
                  <a:cubicBezTo>
                    <a:pt x="1169" y="1671"/>
                    <a:pt x="1204" y="1624"/>
                    <a:pt x="1228" y="1578"/>
                  </a:cubicBezTo>
                  <a:lnTo>
                    <a:pt x="1262" y="1543"/>
                  </a:lnTo>
                  <a:cubicBezTo>
                    <a:pt x="1286" y="1531"/>
                    <a:pt x="1321" y="1507"/>
                    <a:pt x="1356" y="1496"/>
                  </a:cubicBezTo>
                  <a:cubicBezTo>
                    <a:pt x="1461" y="1461"/>
                    <a:pt x="1566" y="1426"/>
                    <a:pt x="1672" y="1403"/>
                  </a:cubicBezTo>
                  <a:cubicBezTo>
                    <a:pt x="1823" y="1356"/>
                    <a:pt x="1975" y="1320"/>
                    <a:pt x="2139" y="1297"/>
                  </a:cubicBezTo>
                  <a:cubicBezTo>
                    <a:pt x="2131" y="1297"/>
                    <a:pt x="2124" y="1297"/>
                    <a:pt x="2117" y="1297"/>
                  </a:cubicBezTo>
                  <a:lnTo>
                    <a:pt x="2117" y="1297"/>
                  </a:lnTo>
                  <a:cubicBezTo>
                    <a:pt x="2230" y="1278"/>
                    <a:pt x="2338" y="1260"/>
                    <a:pt x="2454" y="1250"/>
                  </a:cubicBezTo>
                  <a:cubicBezTo>
                    <a:pt x="2723" y="1216"/>
                    <a:pt x="3003" y="1180"/>
                    <a:pt x="3272" y="1169"/>
                  </a:cubicBezTo>
                  <a:cubicBezTo>
                    <a:pt x="3340" y="1167"/>
                    <a:pt x="3409" y="1166"/>
                    <a:pt x="3478" y="1166"/>
                  </a:cubicBezTo>
                  <a:close/>
                  <a:moveTo>
                    <a:pt x="4429" y="1"/>
                  </a:moveTo>
                  <a:cubicBezTo>
                    <a:pt x="4066" y="1"/>
                    <a:pt x="3704" y="1"/>
                    <a:pt x="3342" y="35"/>
                  </a:cubicBezTo>
                  <a:cubicBezTo>
                    <a:pt x="3144" y="59"/>
                    <a:pt x="2933" y="71"/>
                    <a:pt x="2734" y="106"/>
                  </a:cubicBezTo>
                  <a:cubicBezTo>
                    <a:pt x="2571" y="129"/>
                    <a:pt x="2419" y="164"/>
                    <a:pt x="2256" y="188"/>
                  </a:cubicBezTo>
                  <a:cubicBezTo>
                    <a:pt x="2103" y="211"/>
                    <a:pt x="1940" y="246"/>
                    <a:pt x="1788" y="281"/>
                  </a:cubicBezTo>
                  <a:cubicBezTo>
                    <a:pt x="1625" y="316"/>
                    <a:pt x="1473" y="375"/>
                    <a:pt x="1309" y="421"/>
                  </a:cubicBezTo>
                  <a:cubicBezTo>
                    <a:pt x="1134" y="468"/>
                    <a:pt x="947" y="538"/>
                    <a:pt x="784" y="632"/>
                  </a:cubicBezTo>
                  <a:cubicBezTo>
                    <a:pt x="550" y="760"/>
                    <a:pt x="387" y="970"/>
                    <a:pt x="258" y="1204"/>
                  </a:cubicBezTo>
                  <a:cubicBezTo>
                    <a:pt x="71" y="1554"/>
                    <a:pt x="36" y="1975"/>
                    <a:pt x="24" y="2372"/>
                  </a:cubicBezTo>
                  <a:cubicBezTo>
                    <a:pt x="1" y="2722"/>
                    <a:pt x="1" y="3062"/>
                    <a:pt x="24" y="3400"/>
                  </a:cubicBezTo>
                  <a:cubicBezTo>
                    <a:pt x="24" y="3493"/>
                    <a:pt x="47" y="3587"/>
                    <a:pt x="94" y="3669"/>
                  </a:cubicBezTo>
                  <a:cubicBezTo>
                    <a:pt x="106" y="3692"/>
                    <a:pt x="130" y="3727"/>
                    <a:pt x="153" y="3750"/>
                  </a:cubicBezTo>
                  <a:cubicBezTo>
                    <a:pt x="153" y="4662"/>
                    <a:pt x="130" y="5562"/>
                    <a:pt x="106" y="6473"/>
                  </a:cubicBezTo>
                  <a:cubicBezTo>
                    <a:pt x="83" y="7945"/>
                    <a:pt x="59" y="9417"/>
                    <a:pt x="13" y="10877"/>
                  </a:cubicBezTo>
                  <a:cubicBezTo>
                    <a:pt x="1" y="11216"/>
                    <a:pt x="1" y="11554"/>
                    <a:pt x="24" y="11893"/>
                  </a:cubicBezTo>
                  <a:cubicBezTo>
                    <a:pt x="36" y="12104"/>
                    <a:pt x="59" y="12325"/>
                    <a:pt x="106" y="12535"/>
                  </a:cubicBezTo>
                  <a:cubicBezTo>
                    <a:pt x="141" y="12688"/>
                    <a:pt x="200" y="12839"/>
                    <a:pt x="270" y="12968"/>
                  </a:cubicBezTo>
                  <a:cubicBezTo>
                    <a:pt x="387" y="13155"/>
                    <a:pt x="538" y="13283"/>
                    <a:pt x="702" y="13412"/>
                  </a:cubicBezTo>
                  <a:cubicBezTo>
                    <a:pt x="842" y="13517"/>
                    <a:pt x="982" y="13599"/>
                    <a:pt x="1134" y="13657"/>
                  </a:cubicBezTo>
                  <a:cubicBezTo>
                    <a:pt x="1345" y="13750"/>
                    <a:pt x="1555" y="13833"/>
                    <a:pt x="1765" y="13891"/>
                  </a:cubicBezTo>
                  <a:cubicBezTo>
                    <a:pt x="2092" y="13996"/>
                    <a:pt x="2431" y="14090"/>
                    <a:pt x="2770" y="14148"/>
                  </a:cubicBezTo>
                  <a:cubicBezTo>
                    <a:pt x="3517" y="14277"/>
                    <a:pt x="4288" y="14358"/>
                    <a:pt x="5059" y="14370"/>
                  </a:cubicBezTo>
                  <a:cubicBezTo>
                    <a:pt x="5355" y="14375"/>
                    <a:pt x="5652" y="14379"/>
                    <a:pt x="5951" y="14379"/>
                  </a:cubicBezTo>
                  <a:cubicBezTo>
                    <a:pt x="6384" y="14379"/>
                    <a:pt x="6820" y="14369"/>
                    <a:pt x="7256" y="14335"/>
                  </a:cubicBezTo>
                  <a:cubicBezTo>
                    <a:pt x="7419" y="14323"/>
                    <a:pt x="7594" y="14300"/>
                    <a:pt x="7758" y="14277"/>
                  </a:cubicBezTo>
                  <a:cubicBezTo>
                    <a:pt x="7980" y="14253"/>
                    <a:pt x="8202" y="14218"/>
                    <a:pt x="8412" y="14171"/>
                  </a:cubicBezTo>
                  <a:cubicBezTo>
                    <a:pt x="8517" y="14136"/>
                    <a:pt x="8622" y="14113"/>
                    <a:pt x="8728" y="14078"/>
                  </a:cubicBezTo>
                  <a:cubicBezTo>
                    <a:pt x="8902" y="14031"/>
                    <a:pt x="9066" y="13984"/>
                    <a:pt x="9230" y="13926"/>
                  </a:cubicBezTo>
                  <a:cubicBezTo>
                    <a:pt x="9393" y="13867"/>
                    <a:pt x="9557" y="13797"/>
                    <a:pt x="9720" y="13727"/>
                  </a:cubicBezTo>
                  <a:lnTo>
                    <a:pt x="9756" y="13716"/>
                  </a:lnTo>
                  <a:cubicBezTo>
                    <a:pt x="9790" y="13704"/>
                    <a:pt x="9814" y="13692"/>
                    <a:pt x="9849" y="13680"/>
                  </a:cubicBezTo>
                  <a:lnTo>
                    <a:pt x="9873" y="13669"/>
                  </a:lnTo>
                  <a:cubicBezTo>
                    <a:pt x="10036" y="13599"/>
                    <a:pt x="10200" y="13529"/>
                    <a:pt x="10351" y="13423"/>
                  </a:cubicBezTo>
                  <a:cubicBezTo>
                    <a:pt x="10527" y="13319"/>
                    <a:pt x="10702" y="13190"/>
                    <a:pt x="10831" y="13026"/>
                  </a:cubicBezTo>
                  <a:cubicBezTo>
                    <a:pt x="10947" y="12886"/>
                    <a:pt x="11052" y="12735"/>
                    <a:pt x="11134" y="12571"/>
                  </a:cubicBezTo>
                  <a:cubicBezTo>
                    <a:pt x="11228" y="12349"/>
                    <a:pt x="11298" y="12127"/>
                    <a:pt x="11345" y="11893"/>
                  </a:cubicBezTo>
                  <a:cubicBezTo>
                    <a:pt x="11402" y="11484"/>
                    <a:pt x="11449" y="11076"/>
                    <a:pt x="11473" y="10655"/>
                  </a:cubicBezTo>
                  <a:cubicBezTo>
                    <a:pt x="11496" y="10269"/>
                    <a:pt x="11508" y="9884"/>
                    <a:pt x="11519" y="9498"/>
                  </a:cubicBezTo>
                  <a:cubicBezTo>
                    <a:pt x="11543" y="8797"/>
                    <a:pt x="11519" y="8108"/>
                    <a:pt x="11473" y="7407"/>
                  </a:cubicBezTo>
                  <a:cubicBezTo>
                    <a:pt x="11449" y="6987"/>
                    <a:pt x="11415" y="6566"/>
                    <a:pt x="11356" y="6146"/>
                  </a:cubicBezTo>
                  <a:cubicBezTo>
                    <a:pt x="11309" y="5795"/>
                    <a:pt x="11251" y="5445"/>
                    <a:pt x="11192" y="5106"/>
                  </a:cubicBezTo>
                  <a:cubicBezTo>
                    <a:pt x="11088" y="4428"/>
                    <a:pt x="10982" y="3750"/>
                    <a:pt x="10807" y="3085"/>
                  </a:cubicBezTo>
                  <a:cubicBezTo>
                    <a:pt x="10725" y="2758"/>
                    <a:pt x="10644" y="2431"/>
                    <a:pt x="10550" y="2115"/>
                  </a:cubicBezTo>
                  <a:cubicBezTo>
                    <a:pt x="10503" y="1905"/>
                    <a:pt x="10421" y="1706"/>
                    <a:pt x="10328" y="1520"/>
                  </a:cubicBezTo>
                  <a:cubicBezTo>
                    <a:pt x="10258" y="1379"/>
                    <a:pt x="10164" y="1250"/>
                    <a:pt x="10059" y="1146"/>
                  </a:cubicBezTo>
                  <a:cubicBezTo>
                    <a:pt x="9966" y="1029"/>
                    <a:pt x="9860" y="947"/>
                    <a:pt x="9744" y="853"/>
                  </a:cubicBezTo>
                  <a:cubicBezTo>
                    <a:pt x="9405" y="608"/>
                    <a:pt x="8973" y="515"/>
                    <a:pt x="8564" y="421"/>
                  </a:cubicBezTo>
                  <a:cubicBezTo>
                    <a:pt x="8237" y="339"/>
                    <a:pt x="7910" y="269"/>
                    <a:pt x="7583" y="199"/>
                  </a:cubicBezTo>
                  <a:cubicBezTo>
                    <a:pt x="7209" y="106"/>
                    <a:pt x="6823" y="82"/>
                    <a:pt x="6449" y="59"/>
                  </a:cubicBezTo>
                  <a:lnTo>
                    <a:pt x="5971" y="59"/>
                  </a:lnTo>
                  <a:cubicBezTo>
                    <a:pt x="5795" y="48"/>
                    <a:pt x="5620" y="35"/>
                    <a:pt x="5457" y="24"/>
                  </a:cubicBezTo>
                  <a:cubicBezTo>
                    <a:pt x="5106" y="12"/>
                    <a:pt x="4767"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86" name="Google Shape;986;p27"/>
            <p:cNvSpPr/>
            <p:nvPr/>
          </p:nvSpPr>
          <p:spPr>
            <a:xfrm>
              <a:off x="4305000" y="493675"/>
              <a:ext cx="302300" cy="231025"/>
            </a:xfrm>
            <a:custGeom>
              <a:avLst/>
              <a:gdLst/>
              <a:ahLst/>
              <a:cxnLst/>
              <a:rect l="l" t="t" r="r" b="b"/>
              <a:pathLst>
                <a:path w="12092" h="9241" extrusionOk="0">
                  <a:moveTo>
                    <a:pt x="5807" y="1332"/>
                  </a:moveTo>
                  <a:cubicBezTo>
                    <a:pt x="6146" y="1356"/>
                    <a:pt x="6473" y="1367"/>
                    <a:pt x="6811" y="1390"/>
                  </a:cubicBezTo>
                  <a:cubicBezTo>
                    <a:pt x="7162" y="1402"/>
                    <a:pt x="7512" y="1426"/>
                    <a:pt x="7851" y="1460"/>
                  </a:cubicBezTo>
                  <a:cubicBezTo>
                    <a:pt x="8155" y="1472"/>
                    <a:pt x="8447" y="1484"/>
                    <a:pt x="8750" y="1507"/>
                  </a:cubicBezTo>
                  <a:cubicBezTo>
                    <a:pt x="9007" y="1530"/>
                    <a:pt x="9265" y="1530"/>
                    <a:pt x="9522" y="1566"/>
                  </a:cubicBezTo>
                  <a:cubicBezTo>
                    <a:pt x="9685" y="1589"/>
                    <a:pt x="9849" y="1636"/>
                    <a:pt x="10012" y="1694"/>
                  </a:cubicBezTo>
                  <a:cubicBezTo>
                    <a:pt x="10094" y="1729"/>
                    <a:pt x="10165" y="1776"/>
                    <a:pt x="10235" y="1823"/>
                  </a:cubicBezTo>
                  <a:lnTo>
                    <a:pt x="10258" y="1846"/>
                  </a:lnTo>
                  <a:cubicBezTo>
                    <a:pt x="10305" y="1904"/>
                    <a:pt x="10328" y="1963"/>
                    <a:pt x="10363" y="2021"/>
                  </a:cubicBezTo>
                  <a:cubicBezTo>
                    <a:pt x="10445" y="2255"/>
                    <a:pt x="10503" y="2488"/>
                    <a:pt x="10562" y="2722"/>
                  </a:cubicBezTo>
                  <a:cubicBezTo>
                    <a:pt x="10620" y="2944"/>
                    <a:pt x="10655" y="3178"/>
                    <a:pt x="10690" y="3412"/>
                  </a:cubicBezTo>
                  <a:cubicBezTo>
                    <a:pt x="10713" y="3657"/>
                    <a:pt x="10725" y="3890"/>
                    <a:pt x="10725" y="4136"/>
                  </a:cubicBezTo>
                  <a:cubicBezTo>
                    <a:pt x="10736" y="4381"/>
                    <a:pt x="10736" y="4627"/>
                    <a:pt x="10713" y="4871"/>
                  </a:cubicBezTo>
                  <a:cubicBezTo>
                    <a:pt x="10690" y="5117"/>
                    <a:pt x="10666" y="5351"/>
                    <a:pt x="10643" y="5585"/>
                  </a:cubicBezTo>
                  <a:cubicBezTo>
                    <a:pt x="10632" y="5806"/>
                    <a:pt x="10608" y="6029"/>
                    <a:pt x="10585" y="6239"/>
                  </a:cubicBezTo>
                  <a:cubicBezTo>
                    <a:pt x="10526" y="6577"/>
                    <a:pt x="10456" y="6916"/>
                    <a:pt x="10351" y="7243"/>
                  </a:cubicBezTo>
                  <a:cubicBezTo>
                    <a:pt x="10293" y="7371"/>
                    <a:pt x="10235" y="7488"/>
                    <a:pt x="10165" y="7594"/>
                  </a:cubicBezTo>
                  <a:lnTo>
                    <a:pt x="10106" y="7652"/>
                  </a:lnTo>
                  <a:cubicBezTo>
                    <a:pt x="10071" y="7675"/>
                    <a:pt x="10036" y="7687"/>
                    <a:pt x="10001" y="7711"/>
                  </a:cubicBezTo>
                  <a:cubicBezTo>
                    <a:pt x="9884" y="7757"/>
                    <a:pt x="9767" y="7781"/>
                    <a:pt x="9638" y="7804"/>
                  </a:cubicBezTo>
                  <a:cubicBezTo>
                    <a:pt x="8984" y="7874"/>
                    <a:pt x="8330" y="7898"/>
                    <a:pt x="7676" y="7898"/>
                  </a:cubicBezTo>
                  <a:cubicBezTo>
                    <a:pt x="6951" y="7886"/>
                    <a:pt x="6227" y="7874"/>
                    <a:pt x="5503" y="7839"/>
                  </a:cubicBezTo>
                  <a:cubicBezTo>
                    <a:pt x="5141" y="7815"/>
                    <a:pt x="4779" y="7781"/>
                    <a:pt x="4417" y="7734"/>
                  </a:cubicBezTo>
                  <a:lnTo>
                    <a:pt x="3540" y="7629"/>
                  </a:lnTo>
                  <a:cubicBezTo>
                    <a:pt x="3295" y="7594"/>
                    <a:pt x="3050" y="7558"/>
                    <a:pt x="2816" y="7512"/>
                  </a:cubicBezTo>
                  <a:cubicBezTo>
                    <a:pt x="2594" y="7454"/>
                    <a:pt x="2384" y="7384"/>
                    <a:pt x="2162" y="7301"/>
                  </a:cubicBezTo>
                  <a:cubicBezTo>
                    <a:pt x="2080" y="7267"/>
                    <a:pt x="2010" y="7220"/>
                    <a:pt x="1928" y="7173"/>
                  </a:cubicBezTo>
                  <a:lnTo>
                    <a:pt x="1893" y="7138"/>
                  </a:lnTo>
                  <a:cubicBezTo>
                    <a:pt x="1858" y="7091"/>
                    <a:pt x="1835" y="7044"/>
                    <a:pt x="1811" y="6986"/>
                  </a:cubicBezTo>
                  <a:cubicBezTo>
                    <a:pt x="1777" y="6916"/>
                    <a:pt x="1764" y="6834"/>
                    <a:pt x="1741" y="6764"/>
                  </a:cubicBezTo>
                  <a:cubicBezTo>
                    <a:pt x="1718" y="6484"/>
                    <a:pt x="1730" y="6203"/>
                    <a:pt x="1753" y="5912"/>
                  </a:cubicBezTo>
                  <a:cubicBezTo>
                    <a:pt x="1764" y="5561"/>
                    <a:pt x="1800" y="5199"/>
                    <a:pt x="1847" y="4837"/>
                  </a:cubicBezTo>
                  <a:cubicBezTo>
                    <a:pt x="1917" y="4194"/>
                    <a:pt x="1975" y="3552"/>
                    <a:pt x="2057" y="2909"/>
                  </a:cubicBezTo>
                  <a:cubicBezTo>
                    <a:pt x="2092" y="2675"/>
                    <a:pt x="2138" y="2442"/>
                    <a:pt x="2208" y="2220"/>
                  </a:cubicBezTo>
                  <a:cubicBezTo>
                    <a:pt x="2255" y="2150"/>
                    <a:pt x="2291" y="2068"/>
                    <a:pt x="2337" y="1998"/>
                  </a:cubicBezTo>
                  <a:lnTo>
                    <a:pt x="2442" y="1893"/>
                  </a:lnTo>
                  <a:lnTo>
                    <a:pt x="2501" y="1857"/>
                  </a:lnTo>
                  <a:cubicBezTo>
                    <a:pt x="2652" y="1753"/>
                    <a:pt x="2828" y="1659"/>
                    <a:pt x="3003" y="1577"/>
                  </a:cubicBezTo>
                  <a:cubicBezTo>
                    <a:pt x="3120" y="1543"/>
                    <a:pt x="3225" y="1507"/>
                    <a:pt x="3353" y="1472"/>
                  </a:cubicBezTo>
                  <a:cubicBezTo>
                    <a:pt x="3400" y="1472"/>
                    <a:pt x="3447" y="1460"/>
                    <a:pt x="3506" y="1449"/>
                  </a:cubicBezTo>
                  <a:cubicBezTo>
                    <a:pt x="4218" y="1379"/>
                    <a:pt x="4931" y="1356"/>
                    <a:pt x="5643" y="1343"/>
                  </a:cubicBezTo>
                  <a:cubicBezTo>
                    <a:pt x="5702" y="1332"/>
                    <a:pt x="5749" y="1332"/>
                    <a:pt x="5807" y="1332"/>
                  </a:cubicBezTo>
                  <a:close/>
                  <a:moveTo>
                    <a:pt x="4207" y="0"/>
                  </a:moveTo>
                  <a:cubicBezTo>
                    <a:pt x="4020" y="12"/>
                    <a:pt x="3844" y="35"/>
                    <a:pt x="3669" y="58"/>
                  </a:cubicBezTo>
                  <a:cubicBezTo>
                    <a:pt x="3634" y="71"/>
                    <a:pt x="3610" y="71"/>
                    <a:pt x="3587" y="71"/>
                  </a:cubicBezTo>
                  <a:cubicBezTo>
                    <a:pt x="3493" y="71"/>
                    <a:pt x="3412" y="94"/>
                    <a:pt x="3330" y="141"/>
                  </a:cubicBezTo>
                  <a:lnTo>
                    <a:pt x="3319" y="141"/>
                  </a:lnTo>
                  <a:cubicBezTo>
                    <a:pt x="3296" y="140"/>
                    <a:pt x="3274" y="140"/>
                    <a:pt x="3251" y="140"/>
                  </a:cubicBezTo>
                  <a:cubicBezTo>
                    <a:pt x="2842" y="140"/>
                    <a:pt x="2445" y="243"/>
                    <a:pt x="2080" y="409"/>
                  </a:cubicBezTo>
                  <a:cubicBezTo>
                    <a:pt x="1917" y="468"/>
                    <a:pt x="1753" y="538"/>
                    <a:pt x="1613" y="631"/>
                  </a:cubicBezTo>
                  <a:lnTo>
                    <a:pt x="1566" y="655"/>
                  </a:lnTo>
                  <a:lnTo>
                    <a:pt x="1496" y="701"/>
                  </a:lnTo>
                  <a:cubicBezTo>
                    <a:pt x="1321" y="829"/>
                    <a:pt x="1169" y="970"/>
                    <a:pt x="1029" y="1145"/>
                  </a:cubicBezTo>
                  <a:cubicBezTo>
                    <a:pt x="923" y="1273"/>
                    <a:pt x="819" y="1414"/>
                    <a:pt x="749" y="1566"/>
                  </a:cubicBezTo>
                  <a:cubicBezTo>
                    <a:pt x="690" y="1717"/>
                    <a:pt x="620" y="1870"/>
                    <a:pt x="573" y="2021"/>
                  </a:cubicBezTo>
                  <a:cubicBezTo>
                    <a:pt x="526" y="2197"/>
                    <a:pt x="479" y="2360"/>
                    <a:pt x="456" y="2535"/>
                  </a:cubicBezTo>
                  <a:cubicBezTo>
                    <a:pt x="386" y="2956"/>
                    <a:pt x="339" y="3388"/>
                    <a:pt x="281" y="3809"/>
                  </a:cubicBezTo>
                  <a:cubicBezTo>
                    <a:pt x="246" y="4066"/>
                    <a:pt x="211" y="4323"/>
                    <a:pt x="188" y="4580"/>
                  </a:cubicBezTo>
                  <a:cubicBezTo>
                    <a:pt x="129" y="4954"/>
                    <a:pt x="82" y="5328"/>
                    <a:pt x="59" y="5701"/>
                  </a:cubicBezTo>
                  <a:cubicBezTo>
                    <a:pt x="36" y="6029"/>
                    <a:pt x="1" y="6367"/>
                    <a:pt x="48" y="6694"/>
                  </a:cubicBezTo>
                  <a:cubicBezTo>
                    <a:pt x="82" y="6940"/>
                    <a:pt x="106" y="7161"/>
                    <a:pt x="199" y="7395"/>
                  </a:cubicBezTo>
                  <a:cubicBezTo>
                    <a:pt x="246" y="7524"/>
                    <a:pt x="305" y="7664"/>
                    <a:pt x="375" y="7781"/>
                  </a:cubicBezTo>
                  <a:cubicBezTo>
                    <a:pt x="445" y="7898"/>
                    <a:pt x="538" y="8026"/>
                    <a:pt x="620" y="8119"/>
                  </a:cubicBezTo>
                  <a:cubicBezTo>
                    <a:pt x="936" y="8493"/>
                    <a:pt x="1391" y="8680"/>
                    <a:pt x="1835" y="8809"/>
                  </a:cubicBezTo>
                  <a:cubicBezTo>
                    <a:pt x="2010" y="8867"/>
                    <a:pt x="2185" y="8914"/>
                    <a:pt x="2361" y="8949"/>
                  </a:cubicBezTo>
                  <a:cubicBezTo>
                    <a:pt x="2594" y="8996"/>
                    <a:pt x="2839" y="9019"/>
                    <a:pt x="3085" y="9054"/>
                  </a:cubicBezTo>
                  <a:cubicBezTo>
                    <a:pt x="3436" y="9089"/>
                    <a:pt x="3786" y="9124"/>
                    <a:pt x="4136" y="9147"/>
                  </a:cubicBezTo>
                  <a:cubicBezTo>
                    <a:pt x="4475" y="9171"/>
                    <a:pt x="4814" y="9217"/>
                    <a:pt x="5152" y="9217"/>
                  </a:cubicBezTo>
                  <a:cubicBezTo>
                    <a:pt x="5526" y="9229"/>
                    <a:pt x="5900" y="9241"/>
                    <a:pt x="6274" y="9241"/>
                  </a:cubicBezTo>
                  <a:lnTo>
                    <a:pt x="7325" y="9241"/>
                  </a:lnTo>
                  <a:cubicBezTo>
                    <a:pt x="7676" y="9241"/>
                    <a:pt x="8038" y="9229"/>
                    <a:pt x="8389" y="9217"/>
                  </a:cubicBezTo>
                  <a:cubicBezTo>
                    <a:pt x="8739" y="9194"/>
                    <a:pt x="9101" y="9159"/>
                    <a:pt x="9451" y="9124"/>
                  </a:cubicBezTo>
                  <a:cubicBezTo>
                    <a:pt x="9872" y="9077"/>
                    <a:pt x="10316" y="9019"/>
                    <a:pt x="10690" y="8809"/>
                  </a:cubicBezTo>
                  <a:cubicBezTo>
                    <a:pt x="10819" y="8727"/>
                    <a:pt x="10947" y="8633"/>
                    <a:pt x="11052" y="8529"/>
                  </a:cubicBezTo>
                  <a:cubicBezTo>
                    <a:pt x="11099" y="8493"/>
                    <a:pt x="11134" y="8435"/>
                    <a:pt x="11169" y="8388"/>
                  </a:cubicBezTo>
                  <a:cubicBezTo>
                    <a:pt x="11227" y="8318"/>
                    <a:pt x="11286" y="8248"/>
                    <a:pt x="11333" y="8178"/>
                  </a:cubicBezTo>
                  <a:cubicBezTo>
                    <a:pt x="11450" y="8002"/>
                    <a:pt x="11531" y="7804"/>
                    <a:pt x="11613" y="7617"/>
                  </a:cubicBezTo>
                  <a:cubicBezTo>
                    <a:pt x="11730" y="7290"/>
                    <a:pt x="11811" y="6940"/>
                    <a:pt x="11881" y="6600"/>
                  </a:cubicBezTo>
                  <a:cubicBezTo>
                    <a:pt x="11951" y="6203"/>
                    <a:pt x="11975" y="5806"/>
                    <a:pt x="12022" y="5409"/>
                  </a:cubicBezTo>
                  <a:cubicBezTo>
                    <a:pt x="12057" y="5071"/>
                    <a:pt x="12092" y="4743"/>
                    <a:pt x="12080" y="4404"/>
                  </a:cubicBezTo>
                  <a:cubicBezTo>
                    <a:pt x="12068" y="4007"/>
                    <a:pt x="12045" y="3599"/>
                    <a:pt x="11987" y="3201"/>
                  </a:cubicBezTo>
                  <a:cubicBezTo>
                    <a:pt x="11940" y="2862"/>
                    <a:pt x="11858" y="2535"/>
                    <a:pt x="11753" y="2220"/>
                  </a:cubicBezTo>
                  <a:cubicBezTo>
                    <a:pt x="11694" y="2010"/>
                    <a:pt x="11613" y="1823"/>
                    <a:pt x="11531" y="1624"/>
                  </a:cubicBezTo>
                  <a:cubicBezTo>
                    <a:pt x="11450" y="1437"/>
                    <a:pt x="11344" y="1273"/>
                    <a:pt x="11216" y="1122"/>
                  </a:cubicBezTo>
                  <a:cubicBezTo>
                    <a:pt x="11076" y="935"/>
                    <a:pt x="10865" y="806"/>
                    <a:pt x="10666" y="689"/>
                  </a:cubicBezTo>
                  <a:cubicBezTo>
                    <a:pt x="10479" y="596"/>
                    <a:pt x="10293" y="514"/>
                    <a:pt x="10094" y="444"/>
                  </a:cubicBezTo>
                  <a:cubicBezTo>
                    <a:pt x="9732" y="315"/>
                    <a:pt x="9335" y="292"/>
                    <a:pt x="8950" y="269"/>
                  </a:cubicBezTo>
                  <a:cubicBezTo>
                    <a:pt x="8599" y="234"/>
                    <a:pt x="8249" y="211"/>
                    <a:pt x="7898" y="187"/>
                  </a:cubicBezTo>
                  <a:cubicBezTo>
                    <a:pt x="7559" y="164"/>
                    <a:pt x="7208" y="128"/>
                    <a:pt x="6870" y="105"/>
                  </a:cubicBezTo>
                  <a:cubicBezTo>
                    <a:pt x="6507" y="94"/>
                    <a:pt x="6146" y="71"/>
                    <a:pt x="5783" y="47"/>
                  </a:cubicBezTo>
                  <a:cubicBezTo>
                    <a:pt x="5433" y="24"/>
                    <a:pt x="5082" y="0"/>
                    <a:pt x="4721"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87" name="Google Shape;987;p27"/>
            <p:cNvSpPr/>
            <p:nvPr/>
          </p:nvSpPr>
          <p:spPr>
            <a:xfrm>
              <a:off x="3953375" y="706425"/>
              <a:ext cx="175250" cy="228275"/>
            </a:xfrm>
            <a:custGeom>
              <a:avLst/>
              <a:gdLst/>
              <a:ahLst/>
              <a:cxnLst/>
              <a:rect l="l" t="t" r="r" b="b"/>
              <a:pathLst>
                <a:path w="7010" h="9131" extrusionOk="0">
                  <a:moveTo>
                    <a:pt x="2208" y="1294"/>
                  </a:moveTo>
                  <a:cubicBezTo>
                    <a:pt x="2314" y="1294"/>
                    <a:pt x="2419" y="1297"/>
                    <a:pt x="2524" y="1304"/>
                  </a:cubicBezTo>
                  <a:cubicBezTo>
                    <a:pt x="2804" y="1327"/>
                    <a:pt x="3072" y="1350"/>
                    <a:pt x="3342" y="1374"/>
                  </a:cubicBezTo>
                  <a:cubicBezTo>
                    <a:pt x="3832" y="1444"/>
                    <a:pt x="4323" y="1478"/>
                    <a:pt x="4801" y="1537"/>
                  </a:cubicBezTo>
                  <a:cubicBezTo>
                    <a:pt x="4977" y="1572"/>
                    <a:pt x="5152" y="1595"/>
                    <a:pt x="5328" y="1654"/>
                  </a:cubicBezTo>
                  <a:cubicBezTo>
                    <a:pt x="5386" y="1689"/>
                    <a:pt x="5432" y="1724"/>
                    <a:pt x="5491" y="1759"/>
                  </a:cubicBezTo>
                  <a:cubicBezTo>
                    <a:pt x="5515" y="1782"/>
                    <a:pt x="5549" y="1805"/>
                    <a:pt x="5572" y="1841"/>
                  </a:cubicBezTo>
                  <a:lnTo>
                    <a:pt x="5596" y="1876"/>
                  </a:lnTo>
                  <a:cubicBezTo>
                    <a:pt x="5678" y="1992"/>
                    <a:pt x="5748" y="2121"/>
                    <a:pt x="5806" y="2262"/>
                  </a:cubicBezTo>
                  <a:cubicBezTo>
                    <a:pt x="5842" y="2343"/>
                    <a:pt x="5865" y="2425"/>
                    <a:pt x="5888" y="2519"/>
                  </a:cubicBezTo>
                  <a:cubicBezTo>
                    <a:pt x="5900" y="2553"/>
                    <a:pt x="5900" y="2600"/>
                    <a:pt x="5912" y="2635"/>
                  </a:cubicBezTo>
                  <a:cubicBezTo>
                    <a:pt x="5970" y="3173"/>
                    <a:pt x="5970" y="3710"/>
                    <a:pt x="5993" y="4259"/>
                  </a:cubicBezTo>
                  <a:lnTo>
                    <a:pt x="5993" y="4376"/>
                  </a:lnTo>
                  <a:cubicBezTo>
                    <a:pt x="5982" y="4633"/>
                    <a:pt x="5970" y="4890"/>
                    <a:pt x="5958" y="5135"/>
                  </a:cubicBezTo>
                  <a:cubicBezTo>
                    <a:pt x="5946" y="5404"/>
                    <a:pt x="5923" y="5673"/>
                    <a:pt x="5900" y="5930"/>
                  </a:cubicBezTo>
                  <a:cubicBezTo>
                    <a:pt x="5888" y="6151"/>
                    <a:pt x="5876" y="6385"/>
                    <a:pt x="5865" y="6607"/>
                  </a:cubicBezTo>
                  <a:cubicBezTo>
                    <a:pt x="5842" y="6805"/>
                    <a:pt x="5842" y="6992"/>
                    <a:pt x="5829" y="7191"/>
                  </a:cubicBezTo>
                  <a:cubicBezTo>
                    <a:pt x="5806" y="7319"/>
                    <a:pt x="5772" y="7436"/>
                    <a:pt x="5725" y="7565"/>
                  </a:cubicBezTo>
                  <a:cubicBezTo>
                    <a:pt x="5689" y="7623"/>
                    <a:pt x="5666" y="7682"/>
                    <a:pt x="5619" y="7740"/>
                  </a:cubicBezTo>
                  <a:lnTo>
                    <a:pt x="5608" y="7752"/>
                  </a:lnTo>
                  <a:cubicBezTo>
                    <a:pt x="5561" y="7787"/>
                    <a:pt x="5515" y="7810"/>
                    <a:pt x="5468" y="7822"/>
                  </a:cubicBezTo>
                  <a:cubicBezTo>
                    <a:pt x="5304" y="7892"/>
                    <a:pt x="5117" y="7939"/>
                    <a:pt x="4942" y="7986"/>
                  </a:cubicBezTo>
                  <a:cubicBezTo>
                    <a:pt x="4778" y="8020"/>
                    <a:pt x="4603" y="8056"/>
                    <a:pt x="4428" y="8079"/>
                  </a:cubicBezTo>
                  <a:cubicBezTo>
                    <a:pt x="4241" y="8103"/>
                    <a:pt x="4054" y="8103"/>
                    <a:pt x="3879" y="8103"/>
                  </a:cubicBezTo>
                  <a:cubicBezTo>
                    <a:pt x="3825" y="8106"/>
                    <a:pt x="3770" y="8107"/>
                    <a:pt x="3716" y="8107"/>
                  </a:cubicBezTo>
                  <a:cubicBezTo>
                    <a:pt x="3584" y="8107"/>
                    <a:pt x="3451" y="8099"/>
                    <a:pt x="3318" y="8090"/>
                  </a:cubicBezTo>
                  <a:cubicBezTo>
                    <a:pt x="3131" y="8079"/>
                    <a:pt x="2956" y="8056"/>
                    <a:pt x="2769" y="8044"/>
                  </a:cubicBezTo>
                  <a:cubicBezTo>
                    <a:pt x="2605" y="8033"/>
                    <a:pt x="2442" y="8020"/>
                    <a:pt x="2278" y="7997"/>
                  </a:cubicBezTo>
                  <a:cubicBezTo>
                    <a:pt x="2021" y="7950"/>
                    <a:pt x="1764" y="7904"/>
                    <a:pt x="1519" y="7822"/>
                  </a:cubicBezTo>
                  <a:cubicBezTo>
                    <a:pt x="1426" y="7776"/>
                    <a:pt x="1343" y="7729"/>
                    <a:pt x="1250" y="7682"/>
                  </a:cubicBezTo>
                  <a:lnTo>
                    <a:pt x="1215" y="7635"/>
                  </a:lnTo>
                  <a:cubicBezTo>
                    <a:pt x="1192" y="7612"/>
                    <a:pt x="1180" y="7589"/>
                    <a:pt x="1169" y="7553"/>
                  </a:cubicBezTo>
                  <a:cubicBezTo>
                    <a:pt x="1133" y="7460"/>
                    <a:pt x="1110" y="7378"/>
                    <a:pt x="1099" y="7285"/>
                  </a:cubicBezTo>
                  <a:cubicBezTo>
                    <a:pt x="1040" y="6794"/>
                    <a:pt x="1029" y="6291"/>
                    <a:pt x="1029" y="5790"/>
                  </a:cubicBezTo>
                  <a:cubicBezTo>
                    <a:pt x="1040" y="5240"/>
                    <a:pt x="1040" y="4691"/>
                    <a:pt x="1075" y="4154"/>
                  </a:cubicBezTo>
                  <a:cubicBezTo>
                    <a:pt x="1086" y="3874"/>
                    <a:pt x="1110" y="3604"/>
                    <a:pt x="1145" y="3324"/>
                  </a:cubicBezTo>
                  <a:cubicBezTo>
                    <a:pt x="1180" y="3103"/>
                    <a:pt x="1203" y="2880"/>
                    <a:pt x="1227" y="2659"/>
                  </a:cubicBezTo>
                  <a:cubicBezTo>
                    <a:pt x="1250" y="2483"/>
                    <a:pt x="1273" y="2296"/>
                    <a:pt x="1320" y="2109"/>
                  </a:cubicBezTo>
                  <a:cubicBezTo>
                    <a:pt x="1356" y="1946"/>
                    <a:pt x="1414" y="1782"/>
                    <a:pt x="1472" y="1619"/>
                  </a:cubicBezTo>
                  <a:cubicBezTo>
                    <a:pt x="1507" y="1561"/>
                    <a:pt x="1530" y="1502"/>
                    <a:pt x="1577" y="1444"/>
                  </a:cubicBezTo>
                  <a:lnTo>
                    <a:pt x="1600" y="1420"/>
                  </a:lnTo>
                  <a:cubicBezTo>
                    <a:pt x="1636" y="1397"/>
                    <a:pt x="1671" y="1374"/>
                    <a:pt x="1717" y="1350"/>
                  </a:cubicBezTo>
                  <a:cubicBezTo>
                    <a:pt x="1776" y="1327"/>
                    <a:pt x="1834" y="1315"/>
                    <a:pt x="1893" y="1304"/>
                  </a:cubicBezTo>
                  <a:cubicBezTo>
                    <a:pt x="1998" y="1297"/>
                    <a:pt x="2103" y="1294"/>
                    <a:pt x="2208" y="1294"/>
                  </a:cubicBezTo>
                  <a:close/>
                  <a:moveTo>
                    <a:pt x="2212" y="0"/>
                  </a:moveTo>
                  <a:cubicBezTo>
                    <a:pt x="2118" y="0"/>
                    <a:pt x="2023" y="5"/>
                    <a:pt x="1928" y="19"/>
                  </a:cubicBezTo>
                  <a:cubicBezTo>
                    <a:pt x="1753" y="42"/>
                    <a:pt x="1577" y="65"/>
                    <a:pt x="1402" y="135"/>
                  </a:cubicBezTo>
                  <a:cubicBezTo>
                    <a:pt x="1309" y="170"/>
                    <a:pt x="1203" y="217"/>
                    <a:pt x="1110" y="263"/>
                  </a:cubicBezTo>
                  <a:cubicBezTo>
                    <a:pt x="1016" y="322"/>
                    <a:pt x="935" y="392"/>
                    <a:pt x="853" y="450"/>
                  </a:cubicBezTo>
                  <a:cubicBezTo>
                    <a:pt x="572" y="684"/>
                    <a:pt x="432" y="1034"/>
                    <a:pt x="339" y="1374"/>
                  </a:cubicBezTo>
                  <a:cubicBezTo>
                    <a:pt x="292" y="1502"/>
                    <a:pt x="258" y="1631"/>
                    <a:pt x="234" y="1771"/>
                  </a:cubicBezTo>
                  <a:cubicBezTo>
                    <a:pt x="199" y="1946"/>
                    <a:pt x="175" y="2133"/>
                    <a:pt x="152" y="2319"/>
                  </a:cubicBezTo>
                  <a:cubicBezTo>
                    <a:pt x="117" y="2576"/>
                    <a:pt x="94" y="2846"/>
                    <a:pt x="82" y="3114"/>
                  </a:cubicBezTo>
                  <a:cubicBezTo>
                    <a:pt x="58" y="3371"/>
                    <a:pt x="35" y="3628"/>
                    <a:pt x="24" y="3885"/>
                  </a:cubicBezTo>
                  <a:cubicBezTo>
                    <a:pt x="12" y="4165"/>
                    <a:pt x="12" y="4446"/>
                    <a:pt x="12" y="4726"/>
                  </a:cubicBezTo>
                  <a:cubicBezTo>
                    <a:pt x="0" y="4995"/>
                    <a:pt x="12" y="5263"/>
                    <a:pt x="12" y="5533"/>
                  </a:cubicBezTo>
                  <a:cubicBezTo>
                    <a:pt x="12" y="5801"/>
                    <a:pt x="12" y="6070"/>
                    <a:pt x="24" y="6338"/>
                  </a:cubicBezTo>
                  <a:cubicBezTo>
                    <a:pt x="47" y="6607"/>
                    <a:pt x="71" y="6876"/>
                    <a:pt x="94" y="7133"/>
                  </a:cubicBezTo>
                  <a:cubicBezTo>
                    <a:pt x="129" y="7460"/>
                    <a:pt x="175" y="7787"/>
                    <a:pt x="339" y="8079"/>
                  </a:cubicBezTo>
                  <a:cubicBezTo>
                    <a:pt x="398" y="8173"/>
                    <a:pt x="468" y="8266"/>
                    <a:pt x="549" y="8348"/>
                  </a:cubicBezTo>
                  <a:cubicBezTo>
                    <a:pt x="572" y="8383"/>
                    <a:pt x="619" y="8418"/>
                    <a:pt x="655" y="8441"/>
                  </a:cubicBezTo>
                  <a:cubicBezTo>
                    <a:pt x="701" y="8488"/>
                    <a:pt x="759" y="8523"/>
                    <a:pt x="818" y="8570"/>
                  </a:cubicBezTo>
                  <a:cubicBezTo>
                    <a:pt x="946" y="8651"/>
                    <a:pt x="1099" y="8721"/>
                    <a:pt x="1239" y="8768"/>
                  </a:cubicBezTo>
                  <a:cubicBezTo>
                    <a:pt x="1484" y="8874"/>
                    <a:pt x="1753" y="8932"/>
                    <a:pt x="2010" y="8978"/>
                  </a:cubicBezTo>
                  <a:cubicBezTo>
                    <a:pt x="2314" y="9037"/>
                    <a:pt x="2617" y="9048"/>
                    <a:pt x="2909" y="9084"/>
                  </a:cubicBezTo>
                  <a:cubicBezTo>
                    <a:pt x="3166" y="9107"/>
                    <a:pt x="3412" y="9131"/>
                    <a:pt x="3669" y="9131"/>
                  </a:cubicBezTo>
                  <a:cubicBezTo>
                    <a:pt x="3972" y="9119"/>
                    <a:pt x="4276" y="9107"/>
                    <a:pt x="4580" y="9061"/>
                  </a:cubicBezTo>
                  <a:cubicBezTo>
                    <a:pt x="4837" y="9025"/>
                    <a:pt x="5082" y="8967"/>
                    <a:pt x="5328" y="8885"/>
                  </a:cubicBezTo>
                  <a:cubicBezTo>
                    <a:pt x="5479" y="8838"/>
                    <a:pt x="5631" y="8780"/>
                    <a:pt x="5772" y="8710"/>
                  </a:cubicBezTo>
                  <a:cubicBezTo>
                    <a:pt x="5912" y="8651"/>
                    <a:pt x="6040" y="8570"/>
                    <a:pt x="6157" y="8476"/>
                  </a:cubicBezTo>
                  <a:cubicBezTo>
                    <a:pt x="6297" y="8360"/>
                    <a:pt x="6390" y="8207"/>
                    <a:pt x="6484" y="8056"/>
                  </a:cubicBezTo>
                  <a:cubicBezTo>
                    <a:pt x="6554" y="7916"/>
                    <a:pt x="6624" y="7776"/>
                    <a:pt x="6671" y="7623"/>
                  </a:cubicBezTo>
                  <a:cubicBezTo>
                    <a:pt x="6764" y="7355"/>
                    <a:pt x="6787" y="7051"/>
                    <a:pt x="6800" y="6759"/>
                  </a:cubicBezTo>
                  <a:cubicBezTo>
                    <a:pt x="6823" y="6490"/>
                    <a:pt x="6846" y="6233"/>
                    <a:pt x="6870" y="5964"/>
                  </a:cubicBezTo>
                  <a:cubicBezTo>
                    <a:pt x="6881" y="5707"/>
                    <a:pt x="6916" y="5439"/>
                    <a:pt x="6928" y="5182"/>
                  </a:cubicBezTo>
                  <a:cubicBezTo>
                    <a:pt x="6940" y="4913"/>
                    <a:pt x="6951" y="4633"/>
                    <a:pt x="6974" y="4364"/>
                  </a:cubicBezTo>
                  <a:lnTo>
                    <a:pt x="7010" y="3558"/>
                  </a:lnTo>
                  <a:lnTo>
                    <a:pt x="7010" y="3360"/>
                  </a:lnTo>
                  <a:cubicBezTo>
                    <a:pt x="7010" y="3301"/>
                    <a:pt x="7010" y="3231"/>
                    <a:pt x="6998" y="3161"/>
                  </a:cubicBezTo>
                  <a:cubicBezTo>
                    <a:pt x="6998" y="3033"/>
                    <a:pt x="6974" y="2892"/>
                    <a:pt x="6963" y="2752"/>
                  </a:cubicBezTo>
                  <a:lnTo>
                    <a:pt x="6951" y="2693"/>
                  </a:lnTo>
                  <a:cubicBezTo>
                    <a:pt x="6951" y="2635"/>
                    <a:pt x="6940" y="2565"/>
                    <a:pt x="6904" y="2506"/>
                  </a:cubicBezTo>
                  <a:lnTo>
                    <a:pt x="6904" y="2495"/>
                  </a:lnTo>
                  <a:cubicBezTo>
                    <a:pt x="6916" y="2168"/>
                    <a:pt x="6823" y="1852"/>
                    <a:pt x="6694" y="1548"/>
                  </a:cubicBezTo>
                  <a:cubicBezTo>
                    <a:pt x="6647" y="1432"/>
                    <a:pt x="6601" y="1315"/>
                    <a:pt x="6530" y="1198"/>
                  </a:cubicBezTo>
                  <a:lnTo>
                    <a:pt x="6507" y="1163"/>
                  </a:lnTo>
                  <a:lnTo>
                    <a:pt x="6472" y="1117"/>
                  </a:lnTo>
                  <a:cubicBezTo>
                    <a:pt x="6379" y="976"/>
                    <a:pt x="6273" y="860"/>
                    <a:pt x="6145" y="766"/>
                  </a:cubicBezTo>
                  <a:cubicBezTo>
                    <a:pt x="6040" y="684"/>
                    <a:pt x="5935" y="603"/>
                    <a:pt x="5818" y="556"/>
                  </a:cubicBezTo>
                  <a:cubicBezTo>
                    <a:pt x="5701" y="497"/>
                    <a:pt x="5596" y="450"/>
                    <a:pt x="5468" y="416"/>
                  </a:cubicBezTo>
                  <a:cubicBezTo>
                    <a:pt x="5351" y="380"/>
                    <a:pt x="5222" y="346"/>
                    <a:pt x="5094" y="322"/>
                  </a:cubicBezTo>
                  <a:cubicBezTo>
                    <a:pt x="4767" y="276"/>
                    <a:pt x="4440" y="240"/>
                    <a:pt x="4124" y="193"/>
                  </a:cubicBezTo>
                  <a:cubicBezTo>
                    <a:pt x="3926" y="170"/>
                    <a:pt x="3727" y="147"/>
                    <a:pt x="3540" y="123"/>
                  </a:cubicBezTo>
                  <a:cubicBezTo>
                    <a:pt x="3259" y="89"/>
                    <a:pt x="2979" y="42"/>
                    <a:pt x="2687" y="30"/>
                  </a:cubicBezTo>
                  <a:cubicBezTo>
                    <a:pt x="2533" y="15"/>
                    <a:pt x="2373" y="0"/>
                    <a:pt x="2212"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988" name="Google Shape;988;p27"/>
          <p:cNvGrpSpPr/>
          <p:nvPr/>
        </p:nvGrpSpPr>
        <p:grpSpPr>
          <a:xfrm rot="10800000" flipH="1">
            <a:off x="18838760" y="9399947"/>
            <a:ext cx="5156987" cy="6169897"/>
            <a:chOff x="3670075" y="258550"/>
            <a:chExt cx="937225" cy="976625"/>
          </a:xfrm>
        </p:grpSpPr>
        <p:sp>
          <p:nvSpPr>
            <p:cNvPr id="989" name="Google Shape;989;p27"/>
            <p:cNvSpPr/>
            <p:nvPr/>
          </p:nvSpPr>
          <p:spPr>
            <a:xfrm>
              <a:off x="3670075" y="258550"/>
              <a:ext cx="229275" cy="281875"/>
            </a:xfrm>
            <a:custGeom>
              <a:avLst/>
              <a:gdLst/>
              <a:ahLst/>
              <a:cxnLst/>
              <a:rect l="l" t="t" r="r" b="b"/>
              <a:pathLst>
                <a:path w="9171" h="11275" extrusionOk="0">
                  <a:moveTo>
                    <a:pt x="4253" y="1"/>
                  </a:moveTo>
                  <a:cubicBezTo>
                    <a:pt x="4147" y="1"/>
                    <a:pt x="4054" y="13"/>
                    <a:pt x="3937" y="13"/>
                  </a:cubicBezTo>
                  <a:cubicBezTo>
                    <a:pt x="3739" y="24"/>
                    <a:pt x="3540" y="47"/>
                    <a:pt x="3342" y="83"/>
                  </a:cubicBezTo>
                  <a:cubicBezTo>
                    <a:pt x="3260" y="94"/>
                    <a:pt x="3178" y="106"/>
                    <a:pt x="3108" y="118"/>
                  </a:cubicBezTo>
                  <a:cubicBezTo>
                    <a:pt x="2862" y="153"/>
                    <a:pt x="2629" y="188"/>
                    <a:pt x="2442" y="223"/>
                  </a:cubicBezTo>
                  <a:cubicBezTo>
                    <a:pt x="2372" y="234"/>
                    <a:pt x="2302" y="247"/>
                    <a:pt x="2220" y="258"/>
                  </a:cubicBezTo>
                  <a:cubicBezTo>
                    <a:pt x="2068" y="281"/>
                    <a:pt x="1917" y="304"/>
                    <a:pt x="1764" y="351"/>
                  </a:cubicBezTo>
                  <a:cubicBezTo>
                    <a:pt x="1671" y="375"/>
                    <a:pt x="1566" y="410"/>
                    <a:pt x="1473" y="445"/>
                  </a:cubicBezTo>
                  <a:cubicBezTo>
                    <a:pt x="1367" y="480"/>
                    <a:pt x="1250" y="527"/>
                    <a:pt x="1122" y="597"/>
                  </a:cubicBezTo>
                  <a:cubicBezTo>
                    <a:pt x="1029" y="644"/>
                    <a:pt x="912" y="748"/>
                    <a:pt x="853" y="795"/>
                  </a:cubicBezTo>
                  <a:lnTo>
                    <a:pt x="818" y="819"/>
                  </a:lnTo>
                  <a:lnTo>
                    <a:pt x="795" y="842"/>
                  </a:lnTo>
                  <a:cubicBezTo>
                    <a:pt x="713" y="912"/>
                    <a:pt x="632" y="1018"/>
                    <a:pt x="526" y="1158"/>
                  </a:cubicBezTo>
                  <a:cubicBezTo>
                    <a:pt x="491" y="1216"/>
                    <a:pt x="456" y="1275"/>
                    <a:pt x="432" y="1345"/>
                  </a:cubicBezTo>
                  <a:lnTo>
                    <a:pt x="362" y="1403"/>
                  </a:lnTo>
                  <a:cubicBezTo>
                    <a:pt x="211" y="1555"/>
                    <a:pt x="129" y="1753"/>
                    <a:pt x="105" y="2022"/>
                  </a:cubicBezTo>
                  <a:cubicBezTo>
                    <a:pt x="71" y="2466"/>
                    <a:pt x="35" y="3062"/>
                    <a:pt x="12" y="3658"/>
                  </a:cubicBezTo>
                  <a:cubicBezTo>
                    <a:pt x="1" y="3833"/>
                    <a:pt x="12" y="4019"/>
                    <a:pt x="12" y="4195"/>
                  </a:cubicBezTo>
                  <a:lnTo>
                    <a:pt x="12" y="4393"/>
                  </a:lnTo>
                  <a:cubicBezTo>
                    <a:pt x="24" y="4686"/>
                    <a:pt x="24" y="4966"/>
                    <a:pt x="24" y="5258"/>
                  </a:cubicBezTo>
                  <a:cubicBezTo>
                    <a:pt x="35" y="5632"/>
                    <a:pt x="24" y="6018"/>
                    <a:pt x="24" y="6391"/>
                  </a:cubicBezTo>
                  <a:cubicBezTo>
                    <a:pt x="12" y="7022"/>
                    <a:pt x="1" y="7688"/>
                    <a:pt x="47" y="8331"/>
                  </a:cubicBezTo>
                  <a:cubicBezTo>
                    <a:pt x="59" y="8634"/>
                    <a:pt x="105" y="8949"/>
                    <a:pt x="164" y="9289"/>
                  </a:cubicBezTo>
                  <a:cubicBezTo>
                    <a:pt x="211" y="9533"/>
                    <a:pt x="304" y="9779"/>
                    <a:pt x="432" y="9990"/>
                  </a:cubicBezTo>
                  <a:cubicBezTo>
                    <a:pt x="632" y="10328"/>
                    <a:pt x="993" y="10620"/>
                    <a:pt x="1426" y="10807"/>
                  </a:cubicBezTo>
                  <a:cubicBezTo>
                    <a:pt x="1613" y="10889"/>
                    <a:pt x="1823" y="10971"/>
                    <a:pt x="2045" y="11018"/>
                  </a:cubicBezTo>
                  <a:cubicBezTo>
                    <a:pt x="2220" y="11064"/>
                    <a:pt x="2407" y="11088"/>
                    <a:pt x="2571" y="11111"/>
                  </a:cubicBezTo>
                  <a:cubicBezTo>
                    <a:pt x="2816" y="11146"/>
                    <a:pt x="3073" y="11181"/>
                    <a:pt x="3283" y="11205"/>
                  </a:cubicBezTo>
                  <a:cubicBezTo>
                    <a:pt x="3517" y="11216"/>
                    <a:pt x="3750" y="11239"/>
                    <a:pt x="4007" y="11251"/>
                  </a:cubicBezTo>
                  <a:cubicBezTo>
                    <a:pt x="4241" y="11262"/>
                    <a:pt x="4440" y="11275"/>
                    <a:pt x="4638" y="11275"/>
                  </a:cubicBezTo>
                  <a:cubicBezTo>
                    <a:pt x="4965" y="11275"/>
                    <a:pt x="5269" y="11251"/>
                    <a:pt x="5549" y="11216"/>
                  </a:cubicBezTo>
                  <a:lnTo>
                    <a:pt x="5666" y="11205"/>
                  </a:lnTo>
                  <a:cubicBezTo>
                    <a:pt x="5806" y="11181"/>
                    <a:pt x="5970" y="11158"/>
                    <a:pt x="6110" y="11122"/>
                  </a:cubicBezTo>
                  <a:cubicBezTo>
                    <a:pt x="6239" y="11099"/>
                    <a:pt x="6367" y="11064"/>
                    <a:pt x="6507" y="11018"/>
                  </a:cubicBezTo>
                  <a:cubicBezTo>
                    <a:pt x="6776" y="10924"/>
                    <a:pt x="7045" y="10807"/>
                    <a:pt x="7337" y="10667"/>
                  </a:cubicBezTo>
                  <a:cubicBezTo>
                    <a:pt x="7431" y="10620"/>
                    <a:pt x="7524" y="10550"/>
                    <a:pt x="7618" y="10491"/>
                  </a:cubicBezTo>
                  <a:lnTo>
                    <a:pt x="7629" y="10480"/>
                  </a:lnTo>
                  <a:cubicBezTo>
                    <a:pt x="7769" y="10398"/>
                    <a:pt x="7921" y="10281"/>
                    <a:pt x="8061" y="10153"/>
                  </a:cubicBezTo>
                  <a:cubicBezTo>
                    <a:pt x="8272" y="9931"/>
                    <a:pt x="8447" y="9697"/>
                    <a:pt x="8587" y="9429"/>
                  </a:cubicBezTo>
                  <a:cubicBezTo>
                    <a:pt x="8750" y="9090"/>
                    <a:pt x="8879" y="8739"/>
                    <a:pt x="8949" y="8365"/>
                  </a:cubicBezTo>
                  <a:cubicBezTo>
                    <a:pt x="9019" y="8015"/>
                    <a:pt x="9054" y="7676"/>
                    <a:pt x="9090" y="7384"/>
                  </a:cubicBezTo>
                  <a:cubicBezTo>
                    <a:pt x="9136" y="6929"/>
                    <a:pt x="9136" y="6473"/>
                    <a:pt x="9147" y="6018"/>
                  </a:cubicBezTo>
                  <a:lnTo>
                    <a:pt x="9147" y="5877"/>
                  </a:lnTo>
                  <a:cubicBezTo>
                    <a:pt x="9160" y="5328"/>
                    <a:pt x="9171" y="4814"/>
                    <a:pt x="9171" y="4312"/>
                  </a:cubicBezTo>
                  <a:cubicBezTo>
                    <a:pt x="9171" y="3739"/>
                    <a:pt x="9113" y="3178"/>
                    <a:pt x="8996" y="2641"/>
                  </a:cubicBezTo>
                  <a:cubicBezTo>
                    <a:pt x="8926" y="2361"/>
                    <a:pt x="8832" y="2069"/>
                    <a:pt x="8692" y="1789"/>
                  </a:cubicBezTo>
                  <a:cubicBezTo>
                    <a:pt x="8575" y="1555"/>
                    <a:pt x="8423" y="1345"/>
                    <a:pt x="8236" y="1192"/>
                  </a:cubicBezTo>
                  <a:cubicBezTo>
                    <a:pt x="8038" y="1029"/>
                    <a:pt x="7875" y="924"/>
                    <a:pt x="7711" y="842"/>
                  </a:cubicBezTo>
                  <a:cubicBezTo>
                    <a:pt x="7431" y="714"/>
                    <a:pt x="7150" y="620"/>
                    <a:pt x="6870" y="527"/>
                  </a:cubicBezTo>
                  <a:lnTo>
                    <a:pt x="6741" y="480"/>
                  </a:lnTo>
                  <a:cubicBezTo>
                    <a:pt x="6577" y="421"/>
                    <a:pt x="6414" y="375"/>
                    <a:pt x="6239" y="328"/>
                  </a:cubicBezTo>
                  <a:cubicBezTo>
                    <a:pt x="5655" y="153"/>
                    <a:pt x="5129" y="60"/>
                    <a:pt x="4661" y="24"/>
                  </a:cubicBezTo>
                  <a:cubicBezTo>
                    <a:pt x="4521" y="13"/>
                    <a:pt x="4393" y="1"/>
                    <a:pt x="4253" y="1"/>
                  </a:cubicBezTo>
                  <a:close/>
                </a:path>
              </a:pathLst>
            </a:custGeom>
            <a:solidFill>
              <a:srgbClr val="F0AF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90" name="Google Shape;990;p27"/>
            <p:cNvSpPr/>
            <p:nvPr/>
          </p:nvSpPr>
          <p:spPr>
            <a:xfrm>
              <a:off x="4095000" y="426200"/>
              <a:ext cx="144300" cy="204075"/>
            </a:xfrm>
            <a:custGeom>
              <a:avLst/>
              <a:gdLst/>
              <a:ahLst/>
              <a:cxnLst/>
              <a:rect l="l" t="t" r="r" b="b"/>
              <a:pathLst>
                <a:path w="5772" h="8163" extrusionOk="0">
                  <a:moveTo>
                    <a:pt x="1640" y="977"/>
                  </a:moveTo>
                  <a:cubicBezTo>
                    <a:pt x="1674" y="977"/>
                    <a:pt x="1708" y="978"/>
                    <a:pt x="1742" y="982"/>
                  </a:cubicBezTo>
                  <a:cubicBezTo>
                    <a:pt x="1893" y="982"/>
                    <a:pt x="2046" y="994"/>
                    <a:pt x="2197" y="1005"/>
                  </a:cubicBezTo>
                  <a:cubicBezTo>
                    <a:pt x="2454" y="1017"/>
                    <a:pt x="2711" y="1041"/>
                    <a:pt x="2968" y="1075"/>
                  </a:cubicBezTo>
                  <a:cubicBezTo>
                    <a:pt x="3167" y="1111"/>
                    <a:pt x="3354" y="1145"/>
                    <a:pt x="3541" y="1192"/>
                  </a:cubicBezTo>
                  <a:cubicBezTo>
                    <a:pt x="3646" y="1215"/>
                    <a:pt x="3751" y="1239"/>
                    <a:pt x="3845" y="1274"/>
                  </a:cubicBezTo>
                  <a:cubicBezTo>
                    <a:pt x="3915" y="1285"/>
                    <a:pt x="3973" y="1309"/>
                    <a:pt x="4043" y="1332"/>
                  </a:cubicBezTo>
                  <a:cubicBezTo>
                    <a:pt x="4136" y="1379"/>
                    <a:pt x="4219" y="1426"/>
                    <a:pt x="4300" y="1484"/>
                  </a:cubicBezTo>
                  <a:lnTo>
                    <a:pt x="4347" y="1519"/>
                  </a:lnTo>
                  <a:lnTo>
                    <a:pt x="4370" y="1566"/>
                  </a:lnTo>
                  <a:cubicBezTo>
                    <a:pt x="4452" y="1799"/>
                    <a:pt x="4499" y="2045"/>
                    <a:pt x="4534" y="2290"/>
                  </a:cubicBezTo>
                  <a:cubicBezTo>
                    <a:pt x="4604" y="2980"/>
                    <a:pt x="4604" y="3681"/>
                    <a:pt x="4604" y="4370"/>
                  </a:cubicBezTo>
                  <a:cubicBezTo>
                    <a:pt x="4604" y="5036"/>
                    <a:pt x="4604" y="5701"/>
                    <a:pt x="4534" y="6356"/>
                  </a:cubicBezTo>
                  <a:cubicBezTo>
                    <a:pt x="4522" y="6438"/>
                    <a:pt x="4499" y="6508"/>
                    <a:pt x="4476" y="6589"/>
                  </a:cubicBezTo>
                  <a:cubicBezTo>
                    <a:pt x="4440" y="6648"/>
                    <a:pt x="4406" y="6706"/>
                    <a:pt x="4359" y="6776"/>
                  </a:cubicBezTo>
                  <a:cubicBezTo>
                    <a:pt x="4336" y="6812"/>
                    <a:pt x="4300" y="6846"/>
                    <a:pt x="4265" y="6882"/>
                  </a:cubicBezTo>
                  <a:cubicBezTo>
                    <a:pt x="4242" y="6893"/>
                    <a:pt x="4207" y="6905"/>
                    <a:pt x="4183" y="6928"/>
                  </a:cubicBezTo>
                  <a:cubicBezTo>
                    <a:pt x="4066" y="6963"/>
                    <a:pt x="3962" y="6986"/>
                    <a:pt x="3845" y="7010"/>
                  </a:cubicBezTo>
                  <a:cubicBezTo>
                    <a:pt x="3714" y="7019"/>
                    <a:pt x="3585" y="7023"/>
                    <a:pt x="3456" y="7023"/>
                  </a:cubicBezTo>
                  <a:cubicBezTo>
                    <a:pt x="3251" y="7023"/>
                    <a:pt x="3048" y="7013"/>
                    <a:pt x="2840" y="6999"/>
                  </a:cubicBezTo>
                  <a:cubicBezTo>
                    <a:pt x="2513" y="6986"/>
                    <a:pt x="2186" y="6963"/>
                    <a:pt x="1859" y="6916"/>
                  </a:cubicBezTo>
                  <a:cubicBezTo>
                    <a:pt x="1730" y="6893"/>
                    <a:pt x="1602" y="6870"/>
                    <a:pt x="1485" y="6823"/>
                  </a:cubicBezTo>
                  <a:lnTo>
                    <a:pt x="1426" y="6799"/>
                  </a:lnTo>
                  <a:lnTo>
                    <a:pt x="1415" y="6776"/>
                  </a:lnTo>
                  <a:cubicBezTo>
                    <a:pt x="1368" y="6625"/>
                    <a:pt x="1333" y="6472"/>
                    <a:pt x="1309" y="6321"/>
                  </a:cubicBezTo>
                  <a:cubicBezTo>
                    <a:pt x="1228" y="5643"/>
                    <a:pt x="1228" y="4954"/>
                    <a:pt x="1216" y="4276"/>
                  </a:cubicBezTo>
                  <a:cubicBezTo>
                    <a:pt x="1205" y="3564"/>
                    <a:pt x="1193" y="2851"/>
                    <a:pt x="1169" y="2139"/>
                  </a:cubicBezTo>
                  <a:cubicBezTo>
                    <a:pt x="1158" y="1799"/>
                    <a:pt x="1135" y="1461"/>
                    <a:pt x="1122" y="1122"/>
                  </a:cubicBezTo>
                  <a:lnTo>
                    <a:pt x="1122" y="1111"/>
                  </a:lnTo>
                  <a:lnTo>
                    <a:pt x="1135" y="1099"/>
                  </a:lnTo>
                  <a:lnTo>
                    <a:pt x="1146" y="1075"/>
                  </a:lnTo>
                  <a:lnTo>
                    <a:pt x="1205" y="1041"/>
                  </a:lnTo>
                  <a:cubicBezTo>
                    <a:pt x="1263" y="1028"/>
                    <a:pt x="1333" y="1005"/>
                    <a:pt x="1392" y="994"/>
                  </a:cubicBezTo>
                  <a:cubicBezTo>
                    <a:pt x="1474" y="985"/>
                    <a:pt x="1557" y="977"/>
                    <a:pt x="1640" y="977"/>
                  </a:cubicBezTo>
                  <a:close/>
                  <a:moveTo>
                    <a:pt x="2337" y="0"/>
                  </a:moveTo>
                  <a:cubicBezTo>
                    <a:pt x="2163" y="0"/>
                    <a:pt x="1987" y="0"/>
                    <a:pt x="1823" y="13"/>
                  </a:cubicBezTo>
                  <a:cubicBezTo>
                    <a:pt x="1613" y="13"/>
                    <a:pt x="1403" y="36"/>
                    <a:pt x="1205" y="59"/>
                  </a:cubicBezTo>
                  <a:cubicBezTo>
                    <a:pt x="1122" y="83"/>
                    <a:pt x="1052" y="94"/>
                    <a:pt x="971" y="117"/>
                  </a:cubicBezTo>
                  <a:cubicBezTo>
                    <a:pt x="865" y="141"/>
                    <a:pt x="772" y="187"/>
                    <a:pt x="667" y="234"/>
                  </a:cubicBezTo>
                  <a:cubicBezTo>
                    <a:pt x="504" y="316"/>
                    <a:pt x="375" y="444"/>
                    <a:pt x="270" y="584"/>
                  </a:cubicBezTo>
                  <a:cubicBezTo>
                    <a:pt x="247" y="620"/>
                    <a:pt x="223" y="667"/>
                    <a:pt x="200" y="713"/>
                  </a:cubicBezTo>
                  <a:cubicBezTo>
                    <a:pt x="83" y="807"/>
                    <a:pt x="13" y="947"/>
                    <a:pt x="24" y="1111"/>
                  </a:cubicBezTo>
                  <a:cubicBezTo>
                    <a:pt x="24" y="1239"/>
                    <a:pt x="36" y="1379"/>
                    <a:pt x="36" y="1508"/>
                  </a:cubicBezTo>
                  <a:lnTo>
                    <a:pt x="36" y="1613"/>
                  </a:lnTo>
                  <a:cubicBezTo>
                    <a:pt x="36" y="1753"/>
                    <a:pt x="48" y="1893"/>
                    <a:pt x="60" y="2045"/>
                  </a:cubicBezTo>
                  <a:lnTo>
                    <a:pt x="60" y="2197"/>
                  </a:lnTo>
                  <a:cubicBezTo>
                    <a:pt x="60" y="2547"/>
                    <a:pt x="48" y="2898"/>
                    <a:pt x="48" y="3248"/>
                  </a:cubicBezTo>
                  <a:cubicBezTo>
                    <a:pt x="36" y="3972"/>
                    <a:pt x="24" y="4709"/>
                    <a:pt x="13" y="5444"/>
                  </a:cubicBezTo>
                  <a:cubicBezTo>
                    <a:pt x="1" y="5771"/>
                    <a:pt x="13" y="6099"/>
                    <a:pt x="48" y="6426"/>
                  </a:cubicBezTo>
                  <a:cubicBezTo>
                    <a:pt x="71" y="6636"/>
                    <a:pt x="94" y="6858"/>
                    <a:pt x="177" y="7056"/>
                  </a:cubicBezTo>
                  <a:cubicBezTo>
                    <a:pt x="235" y="7197"/>
                    <a:pt x="281" y="7337"/>
                    <a:pt x="364" y="7466"/>
                  </a:cubicBezTo>
                  <a:cubicBezTo>
                    <a:pt x="457" y="7594"/>
                    <a:pt x="550" y="7687"/>
                    <a:pt x="691" y="7781"/>
                  </a:cubicBezTo>
                  <a:cubicBezTo>
                    <a:pt x="807" y="7874"/>
                    <a:pt x="936" y="7921"/>
                    <a:pt x="1064" y="7980"/>
                  </a:cubicBezTo>
                  <a:cubicBezTo>
                    <a:pt x="1169" y="8014"/>
                    <a:pt x="1275" y="8038"/>
                    <a:pt x="1379" y="8061"/>
                  </a:cubicBezTo>
                  <a:cubicBezTo>
                    <a:pt x="1496" y="8085"/>
                    <a:pt x="1625" y="8097"/>
                    <a:pt x="1742" y="8108"/>
                  </a:cubicBezTo>
                  <a:cubicBezTo>
                    <a:pt x="1823" y="8120"/>
                    <a:pt x="1917" y="8131"/>
                    <a:pt x="1999" y="8131"/>
                  </a:cubicBezTo>
                  <a:cubicBezTo>
                    <a:pt x="2186" y="8143"/>
                    <a:pt x="2373" y="8155"/>
                    <a:pt x="2560" y="8155"/>
                  </a:cubicBezTo>
                  <a:cubicBezTo>
                    <a:pt x="2707" y="8160"/>
                    <a:pt x="2855" y="8163"/>
                    <a:pt x="3005" y="8163"/>
                  </a:cubicBezTo>
                  <a:cubicBezTo>
                    <a:pt x="3214" y="8163"/>
                    <a:pt x="3424" y="8157"/>
                    <a:pt x="3635" y="8143"/>
                  </a:cubicBezTo>
                  <a:cubicBezTo>
                    <a:pt x="3751" y="8131"/>
                    <a:pt x="3879" y="8108"/>
                    <a:pt x="3996" y="8097"/>
                  </a:cubicBezTo>
                  <a:cubicBezTo>
                    <a:pt x="4079" y="8085"/>
                    <a:pt x="4160" y="8061"/>
                    <a:pt x="4242" y="8038"/>
                  </a:cubicBezTo>
                  <a:cubicBezTo>
                    <a:pt x="4323" y="8014"/>
                    <a:pt x="4406" y="7991"/>
                    <a:pt x="4487" y="7956"/>
                  </a:cubicBezTo>
                  <a:cubicBezTo>
                    <a:pt x="4557" y="7933"/>
                    <a:pt x="4627" y="7898"/>
                    <a:pt x="4697" y="7863"/>
                  </a:cubicBezTo>
                  <a:cubicBezTo>
                    <a:pt x="4791" y="7816"/>
                    <a:pt x="4861" y="7757"/>
                    <a:pt x="4943" y="7687"/>
                  </a:cubicBezTo>
                  <a:cubicBezTo>
                    <a:pt x="5036" y="7617"/>
                    <a:pt x="5107" y="7547"/>
                    <a:pt x="5164" y="7466"/>
                  </a:cubicBezTo>
                  <a:cubicBezTo>
                    <a:pt x="5247" y="7372"/>
                    <a:pt x="5305" y="7279"/>
                    <a:pt x="5375" y="7173"/>
                  </a:cubicBezTo>
                  <a:cubicBezTo>
                    <a:pt x="5434" y="7069"/>
                    <a:pt x="5468" y="6952"/>
                    <a:pt x="5515" y="6835"/>
                  </a:cubicBezTo>
                  <a:cubicBezTo>
                    <a:pt x="5574" y="6706"/>
                    <a:pt x="5585" y="6566"/>
                    <a:pt x="5608" y="6426"/>
                  </a:cubicBezTo>
                  <a:cubicBezTo>
                    <a:pt x="5679" y="6041"/>
                    <a:pt x="5691" y="5643"/>
                    <a:pt x="5714" y="5246"/>
                  </a:cubicBezTo>
                  <a:cubicBezTo>
                    <a:pt x="5725" y="4896"/>
                    <a:pt x="5737" y="4533"/>
                    <a:pt x="5737" y="4183"/>
                  </a:cubicBezTo>
                  <a:cubicBezTo>
                    <a:pt x="5761" y="3435"/>
                    <a:pt x="5772" y="2676"/>
                    <a:pt x="5644" y="1928"/>
                  </a:cubicBezTo>
                  <a:cubicBezTo>
                    <a:pt x="5621" y="1776"/>
                    <a:pt x="5585" y="1613"/>
                    <a:pt x="5538" y="1449"/>
                  </a:cubicBezTo>
                  <a:cubicBezTo>
                    <a:pt x="5504" y="1332"/>
                    <a:pt x="5457" y="1215"/>
                    <a:pt x="5398" y="1099"/>
                  </a:cubicBezTo>
                  <a:cubicBezTo>
                    <a:pt x="5387" y="1052"/>
                    <a:pt x="5364" y="1017"/>
                    <a:pt x="5340" y="970"/>
                  </a:cubicBezTo>
                  <a:cubicBezTo>
                    <a:pt x="5247" y="818"/>
                    <a:pt x="5107" y="690"/>
                    <a:pt x="4966" y="584"/>
                  </a:cubicBezTo>
                  <a:cubicBezTo>
                    <a:pt x="4791" y="456"/>
                    <a:pt x="4593" y="374"/>
                    <a:pt x="4406" y="293"/>
                  </a:cubicBezTo>
                  <a:cubicBezTo>
                    <a:pt x="4253" y="234"/>
                    <a:pt x="4102" y="187"/>
                    <a:pt x="3938" y="153"/>
                  </a:cubicBezTo>
                  <a:cubicBezTo>
                    <a:pt x="3564" y="83"/>
                    <a:pt x="3191" y="24"/>
                    <a:pt x="2805" y="13"/>
                  </a:cubicBezTo>
                  <a:cubicBezTo>
                    <a:pt x="2653" y="0"/>
                    <a:pt x="2490" y="0"/>
                    <a:pt x="2337" y="0"/>
                  </a:cubicBezTo>
                  <a:close/>
                </a:path>
              </a:pathLst>
            </a:custGeom>
            <a:solidFill>
              <a:srgbClr val="F0AF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91" name="Google Shape;991;p27"/>
            <p:cNvSpPr/>
            <p:nvPr/>
          </p:nvSpPr>
          <p:spPr>
            <a:xfrm>
              <a:off x="4238700" y="875675"/>
              <a:ext cx="288575" cy="359500"/>
            </a:xfrm>
            <a:custGeom>
              <a:avLst/>
              <a:gdLst/>
              <a:ahLst/>
              <a:cxnLst/>
              <a:rect l="l" t="t" r="r" b="b"/>
              <a:pathLst>
                <a:path w="11543" h="14380" extrusionOk="0">
                  <a:moveTo>
                    <a:pt x="3478" y="1166"/>
                  </a:moveTo>
                  <a:cubicBezTo>
                    <a:pt x="3760" y="1166"/>
                    <a:pt x="4041" y="1183"/>
                    <a:pt x="4323" y="1192"/>
                  </a:cubicBezTo>
                  <a:cubicBezTo>
                    <a:pt x="4686" y="1204"/>
                    <a:pt x="5047" y="1227"/>
                    <a:pt x="5410" y="1250"/>
                  </a:cubicBezTo>
                  <a:cubicBezTo>
                    <a:pt x="5574" y="1263"/>
                    <a:pt x="5737" y="1286"/>
                    <a:pt x="5901" y="1286"/>
                  </a:cubicBezTo>
                  <a:cubicBezTo>
                    <a:pt x="6064" y="1297"/>
                    <a:pt x="6216" y="1297"/>
                    <a:pt x="6368" y="1309"/>
                  </a:cubicBezTo>
                  <a:cubicBezTo>
                    <a:pt x="6508" y="1320"/>
                    <a:pt x="6636" y="1333"/>
                    <a:pt x="6776" y="1344"/>
                  </a:cubicBezTo>
                  <a:cubicBezTo>
                    <a:pt x="6929" y="1367"/>
                    <a:pt x="7080" y="1403"/>
                    <a:pt x="7220" y="1449"/>
                  </a:cubicBezTo>
                  <a:cubicBezTo>
                    <a:pt x="7396" y="1496"/>
                    <a:pt x="7583" y="1543"/>
                    <a:pt x="7758" y="1590"/>
                  </a:cubicBezTo>
                  <a:cubicBezTo>
                    <a:pt x="8097" y="1671"/>
                    <a:pt x="8424" y="1764"/>
                    <a:pt x="8751" y="1881"/>
                  </a:cubicBezTo>
                  <a:cubicBezTo>
                    <a:pt x="8798" y="1905"/>
                    <a:pt x="8832" y="1928"/>
                    <a:pt x="8879" y="1963"/>
                  </a:cubicBezTo>
                  <a:cubicBezTo>
                    <a:pt x="8926" y="1998"/>
                    <a:pt x="8961" y="2034"/>
                    <a:pt x="8996" y="2080"/>
                  </a:cubicBezTo>
                  <a:cubicBezTo>
                    <a:pt x="9031" y="2127"/>
                    <a:pt x="9055" y="2174"/>
                    <a:pt x="9078" y="2220"/>
                  </a:cubicBezTo>
                  <a:cubicBezTo>
                    <a:pt x="9148" y="2431"/>
                    <a:pt x="9206" y="2641"/>
                    <a:pt x="9253" y="2851"/>
                  </a:cubicBezTo>
                  <a:cubicBezTo>
                    <a:pt x="9312" y="3108"/>
                    <a:pt x="9370" y="3353"/>
                    <a:pt x="9429" y="3610"/>
                  </a:cubicBezTo>
                  <a:cubicBezTo>
                    <a:pt x="9533" y="4101"/>
                    <a:pt x="9603" y="4592"/>
                    <a:pt x="9674" y="5082"/>
                  </a:cubicBezTo>
                  <a:cubicBezTo>
                    <a:pt x="9744" y="5549"/>
                    <a:pt x="9814" y="6006"/>
                    <a:pt x="9873" y="6461"/>
                  </a:cubicBezTo>
                  <a:cubicBezTo>
                    <a:pt x="9954" y="7127"/>
                    <a:pt x="9989" y="7792"/>
                    <a:pt x="10024" y="8459"/>
                  </a:cubicBezTo>
                  <a:cubicBezTo>
                    <a:pt x="10047" y="8821"/>
                    <a:pt x="10059" y="9183"/>
                    <a:pt x="10059" y="9545"/>
                  </a:cubicBezTo>
                  <a:cubicBezTo>
                    <a:pt x="10071" y="9931"/>
                    <a:pt x="10071" y="10316"/>
                    <a:pt x="10059" y="10713"/>
                  </a:cubicBezTo>
                  <a:cubicBezTo>
                    <a:pt x="10059" y="11040"/>
                    <a:pt x="10047" y="11379"/>
                    <a:pt x="10013" y="11706"/>
                  </a:cubicBezTo>
                  <a:cubicBezTo>
                    <a:pt x="9989" y="11823"/>
                    <a:pt x="9966" y="11951"/>
                    <a:pt x="9919" y="12068"/>
                  </a:cubicBezTo>
                  <a:cubicBezTo>
                    <a:pt x="9896" y="12115"/>
                    <a:pt x="9873" y="12162"/>
                    <a:pt x="9837" y="12208"/>
                  </a:cubicBezTo>
                  <a:cubicBezTo>
                    <a:pt x="9802" y="12244"/>
                    <a:pt x="9767" y="12278"/>
                    <a:pt x="9732" y="12302"/>
                  </a:cubicBezTo>
                  <a:cubicBezTo>
                    <a:pt x="9616" y="12384"/>
                    <a:pt x="9487" y="12454"/>
                    <a:pt x="9346" y="12524"/>
                  </a:cubicBezTo>
                  <a:cubicBezTo>
                    <a:pt x="9312" y="12535"/>
                    <a:pt x="9288" y="12548"/>
                    <a:pt x="9253" y="12559"/>
                  </a:cubicBezTo>
                  <a:cubicBezTo>
                    <a:pt x="9066" y="12641"/>
                    <a:pt x="8879" y="12711"/>
                    <a:pt x="8681" y="12769"/>
                  </a:cubicBezTo>
                  <a:cubicBezTo>
                    <a:pt x="8377" y="12863"/>
                    <a:pt x="8074" y="12956"/>
                    <a:pt x="7770" y="13003"/>
                  </a:cubicBezTo>
                  <a:cubicBezTo>
                    <a:pt x="7454" y="13038"/>
                    <a:pt x="7139" y="13073"/>
                    <a:pt x="6823" y="13085"/>
                  </a:cubicBezTo>
                  <a:cubicBezTo>
                    <a:pt x="6485" y="13096"/>
                    <a:pt x="6145" y="13096"/>
                    <a:pt x="5795" y="13096"/>
                  </a:cubicBezTo>
                  <a:cubicBezTo>
                    <a:pt x="5083" y="13085"/>
                    <a:pt x="4382" y="13085"/>
                    <a:pt x="3669" y="12992"/>
                  </a:cubicBezTo>
                  <a:cubicBezTo>
                    <a:pt x="3482" y="12968"/>
                    <a:pt x="3295" y="12933"/>
                    <a:pt x="3108" y="12898"/>
                  </a:cubicBezTo>
                  <a:cubicBezTo>
                    <a:pt x="2945" y="12875"/>
                    <a:pt x="2793" y="12839"/>
                    <a:pt x="2630" y="12792"/>
                  </a:cubicBezTo>
                  <a:cubicBezTo>
                    <a:pt x="2349" y="12722"/>
                    <a:pt x="2069" y="12629"/>
                    <a:pt x="1788" y="12524"/>
                  </a:cubicBezTo>
                  <a:cubicBezTo>
                    <a:pt x="1683" y="12478"/>
                    <a:pt x="1589" y="12419"/>
                    <a:pt x="1485" y="12361"/>
                  </a:cubicBezTo>
                  <a:lnTo>
                    <a:pt x="1426" y="12291"/>
                  </a:lnTo>
                  <a:lnTo>
                    <a:pt x="1402" y="12267"/>
                  </a:lnTo>
                  <a:cubicBezTo>
                    <a:pt x="1356" y="12127"/>
                    <a:pt x="1332" y="11975"/>
                    <a:pt x="1321" y="11835"/>
                  </a:cubicBezTo>
                  <a:cubicBezTo>
                    <a:pt x="1239" y="11180"/>
                    <a:pt x="1228" y="10526"/>
                    <a:pt x="1204" y="9872"/>
                  </a:cubicBezTo>
                  <a:cubicBezTo>
                    <a:pt x="1192" y="9124"/>
                    <a:pt x="1169" y="8377"/>
                    <a:pt x="1158" y="7629"/>
                  </a:cubicBezTo>
                  <a:cubicBezTo>
                    <a:pt x="1122" y="6180"/>
                    <a:pt x="1099" y="4720"/>
                    <a:pt x="1075" y="3272"/>
                  </a:cubicBezTo>
                  <a:lnTo>
                    <a:pt x="1075" y="3108"/>
                  </a:lnTo>
                  <a:cubicBezTo>
                    <a:pt x="1088" y="2921"/>
                    <a:pt x="1088" y="2735"/>
                    <a:pt x="1088" y="2535"/>
                  </a:cubicBezTo>
                  <a:cubicBezTo>
                    <a:pt x="1088" y="2314"/>
                    <a:pt x="1088" y="2092"/>
                    <a:pt x="1111" y="1858"/>
                  </a:cubicBezTo>
                  <a:lnTo>
                    <a:pt x="1145" y="1718"/>
                  </a:lnTo>
                  <a:cubicBezTo>
                    <a:pt x="1169" y="1671"/>
                    <a:pt x="1204" y="1624"/>
                    <a:pt x="1228" y="1578"/>
                  </a:cubicBezTo>
                  <a:lnTo>
                    <a:pt x="1262" y="1543"/>
                  </a:lnTo>
                  <a:cubicBezTo>
                    <a:pt x="1286" y="1531"/>
                    <a:pt x="1321" y="1507"/>
                    <a:pt x="1356" y="1496"/>
                  </a:cubicBezTo>
                  <a:cubicBezTo>
                    <a:pt x="1461" y="1461"/>
                    <a:pt x="1566" y="1426"/>
                    <a:pt x="1672" y="1403"/>
                  </a:cubicBezTo>
                  <a:cubicBezTo>
                    <a:pt x="1823" y="1356"/>
                    <a:pt x="1975" y="1320"/>
                    <a:pt x="2139" y="1297"/>
                  </a:cubicBezTo>
                  <a:cubicBezTo>
                    <a:pt x="2131" y="1297"/>
                    <a:pt x="2124" y="1297"/>
                    <a:pt x="2117" y="1297"/>
                  </a:cubicBezTo>
                  <a:lnTo>
                    <a:pt x="2117" y="1297"/>
                  </a:lnTo>
                  <a:cubicBezTo>
                    <a:pt x="2230" y="1278"/>
                    <a:pt x="2338" y="1260"/>
                    <a:pt x="2454" y="1250"/>
                  </a:cubicBezTo>
                  <a:cubicBezTo>
                    <a:pt x="2723" y="1216"/>
                    <a:pt x="3003" y="1180"/>
                    <a:pt x="3272" y="1169"/>
                  </a:cubicBezTo>
                  <a:cubicBezTo>
                    <a:pt x="3340" y="1167"/>
                    <a:pt x="3409" y="1166"/>
                    <a:pt x="3478" y="1166"/>
                  </a:cubicBezTo>
                  <a:close/>
                  <a:moveTo>
                    <a:pt x="4429" y="1"/>
                  </a:moveTo>
                  <a:cubicBezTo>
                    <a:pt x="4066" y="1"/>
                    <a:pt x="3704" y="1"/>
                    <a:pt x="3342" y="35"/>
                  </a:cubicBezTo>
                  <a:cubicBezTo>
                    <a:pt x="3144" y="59"/>
                    <a:pt x="2933" y="71"/>
                    <a:pt x="2734" y="106"/>
                  </a:cubicBezTo>
                  <a:cubicBezTo>
                    <a:pt x="2571" y="129"/>
                    <a:pt x="2419" y="164"/>
                    <a:pt x="2256" y="188"/>
                  </a:cubicBezTo>
                  <a:cubicBezTo>
                    <a:pt x="2103" y="211"/>
                    <a:pt x="1940" y="246"/>
                    <a:pt x="1788" y="281"/>
                  </a:cubicBezTo>
                  <a:cubicBezTo>
                    <a:pt x="1625" y="316"/>
                    <a:pt x="1473" y="375"/>
                    <a:pt x="1309" y="421"/>
                  </a:cubicBezTo>
                  <a:cubicBezTo>
                    <a:pt x="1134" y="468"/>
                    <a:pt x="947" y="538"/>
                    <a:pt x="784" y="632"/>
                  </a:cubicBezTo>
                  <a:cubicBezTo>
                    <a:pt x="550" y="760"/>
                    <a:pt x="387" y="970"/>
                    <a:pt x="258" y="1204"/>
                  </a:cubicBezTo>
                  <a:cubicBezTo>
                    <a:pt x="71" y="1554"/>
                    <a:pt x="36" y="1975"/>
                    <a:pt x="24" y="2372"/>
                  </a:cubicBezTo>
                  <a:cubicBezTo>
                    <a:pt x="1" y="2722"/>
                    <a:pt x="1" y="3062"/>
                    <a:pt x="24" y="3400"/>
                  </a:cubicBezTo>
                  <a:cubicBezTo>
                    <a:pt x="24" y="3493"/>
                    <a:pt x="47" y="3587"/>
                    <a:pt x="94" y="3669"/>
                  </a:cubicBezTo>
                  <a:cubicBezTo>
                    <a:pt x="106" y="3692"/>
                    <a:pt x="130" y="3727"/>
                    <a:pt x="153" y="3750"/>
                  </a:cubicBezTo>
                  <a:cubicBezTo>
                    <a:pt x="153" y="4662"/>
                    <a:pt x="130" y="5562"/>
                    <a:pt x="106" y="6473"/>
                  </a:cubicBezTo>
                  <a:cubicBezTo>
                    <a:pt x="83" y="7945"/>
                    <a:pt x="59" y="9417"/>
                    <a:pt x="13" y="10877"/>
                  </a:cubicBezTo>
                  <a:cubicBezTo>
                    <a:pt x="1" y="11216"/>
                    <a:pt x="1" y="11554"/>
                    <a:pt x="24" y="11893"/>
                  </a:cubicBezTo>
                  <a:cubicBezTo>
                    <a:pt x="36" y="12104"/>
                    <a:pt x="59" y="12325"/>
                    <a:pt x="106" y="12535"/>
                  </a:cubicBezTo>
                  <a:cubicBezTo>
                    <a:pt x="141" y="12688"/>
                    <a:pt x="200" y="12839"/>
                    <a:pt x="270" y="12968"/>
                  </a:cubicBezTo>
                  <a:cubicBezTo>
                    <a:pt x="387" y="13155"/>
                    <a:pt x="538" y="13283"/>
                    <a:pt x="702" y="13412"/>
                  </a:cubicBezTo>
                  <a:cubicBezTo>
                    <a:pt x="842" y="13517"/>
                    <a:pt x="982" y="13599"/>
                    <a:pt x="1134" y="13657"/>
                  </a:cubicBezTo>
                  <a:cubicBezTo>
                    <a:pt x="1345" y="13750"/>
                    <a:pt x="1555" y="13833"/>
                    <a:pt x="1765" y="13891"/>
                  </a:cubicBezTo>
                  <a:cubicBezTo>
                    <a:pt x="2092" y="13996"/>
                    <a:pt x="2431" y="14090"/>
                    <a:pt x="2770" y="14148"/>
                  </a:cubicBezTo>
                  <a:cubicBezTo>
                    <a:pt x="3517" y="14277"/>
                    <a:pt x="4288" y="14358"/>
                    <a:pt x="5059" y="14370"/>
                  </a:cubicBezTo>
                  <a:cubicBezTo>
                    <a:pt x="5355" y="14375"/>
                    <a:pt x="5652" y="14379"/>
                    <a:pt x="5951" y="14379"/>
                  </a:cubicBezTo>
                  <a:cubicBezTo>
                    <a:pt x="6384" y="14379"/>
                    <a:pt x="6820" y="14369"/>
                    <a:pt x="7256" y="14335"/>
                  </a:cubicBezTo>
                  <a:cubicBezTo>
                    <a:pt x="7419" y="14323"/>
                    <a:pt x="7594" y="14300"/>
                    <a:pt x="7758" y="14277"/>
                  </a:cubicBezTo>
                  <a:cubicBezTo>
                    <a:pt x="7980" y="14253"/>
                    <a:pt x="8202" y="14218"/>
                    <a:pt x="8412" y="14171"/>
                  </a:cubicBezTo>
                  <a:cubicBezTo>
                    <a:pt x="8517" y="14136"/>
                    <a:pt x="8622" y="14113"/>
                    <a:pt x="8728" y="14078"/>
                  </a:cubicBezTo>
                  <a:cubicBezTo>
                    <a:pt x="8902" y="14031"/>
                    <a:pt x="9066" y="13984"/>
                    <a:pt x="9230" y="13926"/>
                  </a:cubicBezTo>
                  <a:cubicBezTo>
                    <a:pt x="9393" y="13867"/>
                    <a:pt x="9557" y="13797"/>
                    <a:pt x="9720" y="13727"/>
                  </a:cubicBezTo>
                  <a:lnTo>
                    <a:pt x="9756" y="13716"/>
                  </a:lnTo>
                  <a:cubicBezTo>
                    <a:pt x="9790" y="13704"/>
                    <a:pt x="9814" y="13692"/>
                    <a:pt x="9849" y="13680"/>
                  </a:cubicBezTo>
                  <a:lnTo>
                    <a:pt x="9873" y="13669"/>
                  </a:lnTo>
                  <a:cubicBezTo>
                    <a:pt x="10036" y="13599"/>
                    <a:pt x="10200" y="13529"/>
                    <a:pt x="10351" y="13423"/>
                  </a:cubicBezTo>
                  <a:cubicBezTo>
                    <a:pt x="10527" y="13319"/>
                    <a:pt x="10702" y="13190"/>
                    <a:pt x="10831" y="13026"/>
                  </a:cubicBezTo>
                  <a:cubicBezTo>
                    <a:pt x="10947" y="12886"/>
                    <a:pt x="11052" y="12735"/>
                    <a:pt x="11134" y="12571"/>
                  </a:cubicBezTo>
                  <a:cubicBezTo>
                    <a:pt x="11228" y="12349"/>
                    <a:pt x="11298" y="12127"/>
                    <a:pt x="11345" y="11893"/>
                  </a:cubicBezTo>
                  <a:cubicBezTo>
                    <a:pt x="11402" y="11484"/>
                    <a:pt x="11449" y="11076"/>
                    <a:pt x="11473" y="10655"/>
                  </a:cubicBezTo>
                  <a:cubicBezTo>
                    <a:pt x="11496" y="10269"/>
                    <a:pt x="11508" y="9884"/>
                    <a:pt x="11519" y="9498"/>
                  </a:cubicBezTo>
                  <a:cubicBezTo>
                    <a:pt x="11543" y="8797"/>
                    <a:pt x="11519" y="8108"/>
                    <a:pt x="11473" y="7407"/>
                  </a:cubicBezTo>
                  <a:cubicBezTo>
                    <a:pt x="11449" y="6987"/>
                    <a:pt x="11415" y="6566"/>
                    <a:pt x="11356" y="6146"/>
                  </a:cubicBezTo>
                  <a:cubicBezTo>
                    <a:pt x="11309" y="5795"/>
                    <a:pt x="11251" y="5445"/>
                    <a:pt x="11192" y="5106"/>
                  </a:cubicBezTo>
                  <a:cubicBezTo>
                    <a:pt x="11088" y="4428"/>
                    <a:pt x="10982" y="3750"/>
                    <a:pt x="10807" y="3085"/>
                  </a:cubicBezTo>
                  <a:cubicBezTo>
                    <a:pt x="10725" y="2758"/>
                    <a:pt x="10644" y="2431"/>
                    <a:pt x="10550" y="2115"/>
                  </a:cubicBezTo>
                  <a:cubicBezTo>
                    <a:pt x="10503" y="1905"/>
                    <a:pt x="10421" y="1706"/>
                    <a:pt x="10328" y="1520"/>
                  </a:cubicBezTo>
                  <a:cubicBezTo>
                    <a:pt x="10258" y="1379"/>
                    <a:pt x="10164" y="1250"/>
                    <a:pt x="10059" y="1146"/>
                  </a:cubicBezTo>
                  <a:cubicBezTo>
                    <a:pt x="9966" y="1029"/>
                    <a:pt x="9860" y="947"/>
                    <a:pt x="9744" y="853"/>
                  </a:cubicBezTo>
                  <a:cubicBezTo>
                    <a:pt x="9405" y="608"/>
                    <a:pt x="8973" y="515"/>
                    <a:pt x="8564" y="421"/>
                  </a:cubicBezTo>
                  <a:cubicBezTo>
                    <a:pt x="8237" y="339"/>
                    <a:pt x="7910" y="269"/>
                    <a:pt x="7583" y="199"/>
                  </a:cubicBezTo>
                  <a:cubicBezTo>
                    <a:pt x="7209" y="106"/>
                    <a:pt x="6823" y="82"/>
                    <a:pt x="6449" y="59"/>
                  </a:cubicBezTo>
                  <a:lnTo>
                    <a:pt x="5971" y="59"/>
                  </a:lnTo>
                  <a:cubicBezTo>
                    <a:pt x="5795" y="48"/>
                    <a:pt x="5620" y="35"/>
                    <a:pt x="5457" y="24"/>
                  </a:cubicBezTo>
                  <a:cubicBezTo>
                    <a:pt x="5106" y="12"/>
                    <a:pt x="4767"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92" name="Google Shape;992;p27"/>
            <p:cNvSpPr/>
            <p:nvPr/>
          </p:nvSpPr>
          <p:spPr>
            <a:xfrm>
              <a:off x="4305000" y="493675"/>
              <a:ext cx="302300" cy="231025"/>
            </a:xfrm>
            <a:custGeom>
              <a:avLst/>
              <a:gdLst/>
              <a:ahLst/>
              <a:cxnLst/>
              <a:rect l="l" t="t" r="r" b="b"/>
              <a:pathLst>
                <a:path w="12092" h="9241" extrusionOk="0">
                  <a:moveTo>
                    <a:pt x="5807" y="1332"/>
                  </a:moveTo>
                  <a:cubicBezTo>
                    <a:pt x="6146" y="1356"/>
                    <a:pt x="6473" y="1367"/>
                    <a:pt x="6811" y="1390"/>
                  </a:cubicBezTo>
                  <a:cubicBezTo>
                    <a:pt x="7162" y="1402"/>
                    <a:pt x="7512" y="1426"/>
                    <a:pt x="7851" y="1460"/>
                  </a:cubicBezTo>
                  <a:cubicBezTo>
                    <a:pt x="8155" y="1472"/>
                    <a:pt x="8447" y="1484"/>
                    <a:pt x="8750" y="1507"/>
                  </a:cubicBezTo>
                  <a:cubicBezTo>
                    <a:pt x="9007" y="1530"/>
                    <a:pt x="9265" y="1530"/>
                    <a:pt x="9522" y="1566"/>
                  </a:cubicBezTo>
                  <a:cubicBezTo>
                    <a:pt x="9685" y="1589"/>
                    <a:pt x="9849" y="1636"/>
                    <a:pt x="10012" y="1694"/>
                  </a:cubicBezTo>
                  <a:cubicBezTo>
                    <a:pt x="10094" y="1729"/>
                    <a:pt x="10165" y="1776"/>
                    <a:pt x="10235" y="1823"/>
                  </a:cubicBezTo>
                  <a:lnTo>
                    <a:pt x="10258" y="1846"/>
                  </a:lnTo>
                  <a:cubicBezTo>
                    <a:pt x="10305" y="1904"/>
                    <a:pt x="10328" y="1963"/>
                    <a:pt x="10363" y="2021"/>
                  </a:cubicBezTo>
                  <a:cubicBezTo>
                    <a:pt x="10445" y="2255"/>
                    <a:pt x="10503" y="2488"/>
                    <a:pt x="10562" y="2722"/>
                  </a:cubicBezTo>
                  <a:cubicBezTo>
                    <a:pt x="10620" y="2944"/>
                    <a:pt x="10655" y="3178"/>
                    <a:pt x="10690" y="3412"/>
                  </a:cubicBezTo>
                  <a:cubicBezTo>
                    <a:pt x="10713" y="3657"/>
                    <a:pt x="10725" y="3890"/>
                    <a:pt x="10725" y="4136"/>
                  </a:cubicBezTo>
                  <a:cubicBezTo>
                    <a:pt x="10736" y="4381"/>
                    <a:pt x="10736" y="4627"/>
                    <a:pt x="10713" y="4871"/>
                  </a:cubicBezTo>
                  <a:cubicBezTo>
                    <a:pt x="10690" y="5117"/>
                    <a:pt x="10666" y="5351"/>
                    <a:pt x="10643" y="5585"/>
                  </a:cubicBezTo>
                  <a:cubicBezTo>
                    <a:pt x="10632" y="5806"/>
                    <a:pt x="10608" y="6029"/>
                    <a:pt x="10585" y="6239"/>
                  </a:cubicBezTo>
                  <a:cubicBezTo>
                    <a:pt x="10526" y="6577"/>
                    <a:pt x="10456" y="6916"/>
                    <a:pt x="10351" y="7243"/>
                  </a:cubicBezTo>
                  <a:cubicBezTo>
                    <a:pt x="10293" y="7371"/>
                    <a:pt x="10235" y="7488"/>
                    <a:pt x="10165" y="7594"/>
                  </a:cubicBezTo>
                  <a:lnTo>
                    <a:pt x="10106" y="7652"/>
                  </a:lnTo>
                  <a:cubicBezTo>
                    <a:pt x="10071" y="7675"/>
                    <a:pt x="10036" y="7687"/>
                    <a:pt x="10001" y="7711"/>
                  </a:cubicBezTo>
                  <a:cubicBezTo>
                    <a:pt x="9884" y="7757"/>
                    <a:pt x="9767" y="7781"/>
                    <a:pt x="9638" y="7804"/>
                  </a:cubicBezTo>
                  <a:cubicBezTo>
                    <a:pt x="8984" y="7874"/>
                    <a:pt x="8330" y="7898"/>
                    <a:pt x="7676" y="7898"/>
                  </a:cubicBezTo>
                  <a:cubicBezTo>
                    <a:pt x="6951" y="7886"/>
                    <a:pt x="6227" y="7874"/>
                    <a:pt x="5503" y="7839"/>
                  </a:cubicBezTo>
                  <a:cubicBezTo>
                    <a:pt x="5141" y="7815"/>
                    <a:pt x="4779" y="7781"/>
                    <a:pt x="4417" y="7734"/>
                  </a:cubicBezTo>
                  <a:lnTo>
                    <a:pt x="3540" y="7629"/>
                  </a:lnTo>
                  <a:cubicBezTo>
                    <a:pt x="3295" y="7594"/>
                    <a:pt x="3050" y="7558"/>
                    <a:pt x="2816" y="7512"/>
                  </a:cubicBezTo>
                  <a:cubicBezTo>
                    <a:pt x="2594" y="7454"/>
                    <a:pt x="2384" y="7384"/>
                    <a:pt x="2162" y="7301"/>
                  </a:cubicBezTo>
                  <a:cubicBezTo>
                    <a:pt x="2080" y="7267"/>
                    <a:pt x="2010" y="7220"/>
                    <a:pt x="1928" y="7173"/>
                  </a:cubicBezTo>
                  <a:lnTo>
                    <a:pt x="1893" y="7138"/>
                  </a:lnTo>
                  <a:cubicBezTo>
                    <a:pt x="1858" y="7091"/>
                    <a:pt x="1835" y="7044"/>
                    <a:pt x="1811" y="6986"/>
                  </a:cubicBezTo>
                  <a:cubicBezTo>
                    <a:pt x="1777" y="6916"/>
                    <a:pt x="1764" y="6834"/>
                    <a:pt x="1741" y="6764"/>
                  </a:cubicBezTo>
                  <a:cubicBezTo>
                    <a:pt x="1718" y="6484"/>
                    <a:pt x="1730" y="6203"/>
                    <a:pt x="1753" y="5912"/>
                  </a:cubicBezTo>
                  <a:cubicBezTo>
                    <a:pt x="1764" y="5561"/>
                    <a:pt x="1800" y="5199"/>
                    <a:pt x="1847" y="4837"/>
                  </a:cubicBezTo>
                  <a:cubicBezTo>
                    <a:pt x="1917" y="4194"/>
                    <a:pt x="1975" y="3552"/>
                    <a:pt x="2057" y="2909"/>
                  </a:cubicBezTo>
                  <a:cubicBezTo>
                    <a:pt x="2092" y="2675"/>
                    <a:pt x="2138" y="2442"/>
                    <a:pt x="2208" y="2220"/>
                  </a:cubicBezTo>
                  <a:cubicBezTo>
                    <a:pt x="2255" y="2150"/>
                    <a:pt x="2291" y="2068"/>
                    <a:pt x="2337" y="1998"/>
                  </a:cubicBezTo>
                  <a:lnTo>
                    <a:pt x="2442" y="1893"/>
                  </a:lnTo>
                  <a:lnTo>
                    <a:pt x="2501" y="1857"/>
                  </a:lnTo>
                  <a:cubicBezTo>
                    <a:pt x="2652" y="1753"/>
                    <a:pt x="2828" y="1659"/>
                    <a:pt x="3003" y="1577"/>
                  </a:cubicBezTo>
                  <a:cubicBezTo>
                    <a:pt x="3120" y="1543"/>
                    <a:pt x="3225" y="1507"/>
                    <a:pt x="3353" y="1472"/>
                  </a:cubicBezTo>
                  <a:cubicBezTo>
                    <a:pt x="3400" y="1472"/>
                    <a:pt x="3447" y="1460"/>
                    <a:pt x="3506" y="1449"/>
                  </a:cubicBezTo>
                  <a:cubicBezTo>
                    <a:pt x="4218" y="1379"/>
                    <a:pt x="4931" y="1356"/>
                    <a:pt x="5643" y="1343"/>
                  </a:cubicBezTo>
                  <a:cubicBezTo>
                    <a:pt x="5702" y="1332"/>
                    <a:pt x="5749" y="1332"/>
                    <a:pt x="5807" y="1332"/>
                  </a:cubicBezTo>
                  <a:close/>
                  <a:moveTo>
                    <a:pt x="4207" y="0"/>
                  </a:moveTo>
                  <a:cubicBezTo>
                    <a:pt x="4020" y="12"/>
                    <a:pt x="3844" y="35"/>
                    <a:pt x="3669" y="58"/>
                  </a:cubicBezTo>
                  <a:cubicBezTo>
                    <a:pt x="3634" y="71"/>
                    <a:pt x="3610" y="71"/>
                    <a:pt x="3587" y="71"/>
                  </a:cubicBezTo>
                  <a:cubicBezTo>
                    <a:pt x="3493" y="71"/>
                    <a:pt x="3412" y="94"/>
                    <a:pt x="3330" y="141"/>
                  </a:cubicBezTo>
                  <a:lnTo>
                    <a:pt x="3319" y="141"/>
                  </a:lnTo>
                  <a:cubicBezTo>
                    <a:pt x="3296" y="140"/>
                    <a:pt x="3274" y="140"/>
                    <a:pt x="3251" y="140"/>
                  </a:cubicBezTo>
                  <a:cubicBezTo>
                    <a:pt x="2842" y="140"/>
                    <a:pt x="2445" y="243"/>
                    <a:pt x="2080" y="409"/>
                  </a:cubicBezTo>
                  <a:cubicBezTo>
                    <a:pt x="1917" y="468"/>
                    <a:pt x="1753" y="538"/>
                    <a:pt x="1613" y="631"/>
                  </a:cubicBezTo>
                  <a:lnTo>
                    <a:pt x="1566" y="655"/>
                  </a:lnTo>
                  <a:lnTo>
                    <a:pt x="1496" y="701"/>
                  </a:lnTo>
                  <a:cubicBezTo>
                    <a:pt x="1321" y="829"/>
                    <a:pt x="1169" y="970"/>
                    <a:pt x="1029" y="1145"/>
                  </a:cubicBezTo>
                  <a:cubicBezTo>
                    <a:pt x="923" y="1273"/>
                    <a:pt x="819" y="1414"/>
                    <a:pt x="749" y="1566"/>
                  </a:cubicBezTo>
                  <a:cubicBezTo>
                    <a:pt x="690" y="1717"/>
                    <a:pt x="620" y="1870"/>
                    <a:pt x="573" y="2021"/>
                  </a:cubicBezTo>
                  <a:cubicBezTo>
                    <a:pt x="526" y="2197"/>
                    <a:pt x="479" y="2360"/>
                    <a:pt x="456" y="2535"/>
                  </a:cubicBezTo>
                  <a:cubicBezTo>
                    <a:pt x="386" y="2956"/>
                    <a:pt x="339" y="3388"/>
                    <a:pt x="281" y="3809"/>
                  </a:cubicBezTo>
                  <a:cubicBezTo>
                    <a:pt x="246" y="4066"/>
                    <a:pt x="211" y="4323"/>
                    <a:pt x="188" y="4580"/>
                  </a:cubicBezTo>
                  <a:cubicBezTo>
                    <a:pt x="129" y="4954"/>
                    <a:pt x="82" y="5328"/>
                    <a:pt x="59" y="5701"/>
                  </a:cubicBezTo>
                  <a:cubicBezTo>
                    <a:pt x="36" y="6029"/>
                    <a:pt x="1" y="6367"/>
                    <a:pt x="48" y="6694"/>
                  </a:cubicBezTo>
                  <a:cubicBezTo>
                    <a:pt x="82" y="6940"/>
                    <a:pt x="106" y="7161"/>
                    <a:pt x="199" y="7395"/>
                  </a:cubicBezTo>
                  <a:cubicBezTo>
                    <a:pt x="246" y="7524"/>
                    <a:pt x="305" y="7664"/>
                    <a:pt x="375" y="7781"/>
                  </a:cubicBezTo>
                  <a:cubicBezTo>
                    <a:pt x="445" y="7898"/>
                    <a:pt x="538" y="8026"/>
                    <a:pt x="620" y="8119"/>
                  </a:cubicBezTo>
                  <a:cubicBezTo>
                    <a:pt x="936" y="8493"/>
                    <a:pt x="1391" y="8680"/>
                    <a:pt x="1835" y="8809"/>
                  </a:cubicBezTo>
                  <a:cubicBezTo>
                    <a:pt x="2010" y="8867"/>
                    <a:pt x="2185" y="8914"/>
                    <a:pt x="2361" y="8949"/>
                  </a:cubicBezTo>
                  <a:cubicBezTo>
                    <a:pt x="2594" y="8996"/>
                    <a:pt x="2839" y="9019"/>
                    <a:pt x="3085" y="9054"/>
                  </a:cubicBezTo>
                  <a:cubicBezTo>
                    <a:pt x="3436" y="9089"/>
                    <a:pt x="3786" y="9124"/>
                    <a:pt x="4136" y="9147"/>
                  </a:cubicBezTo>
                  <a:cubicBezTo>
                    <a:pt x="4475" y="9171"/>
                    <a:pt x="4814" y="9217"/>
                    <a:pt x="5152" y="9217"/>
                  </a:cubicBezTo>
                  <a:cubicBezTo>
                    <a:pt x="5526" y="9229"/>
                    <a:pt x="5900" y="9241"/>
                    <a:pt x="6274" y="9241"/>
                  </a:cubicBezTo>
                  <a:lnTo>
                    <a:pt x="7325" y="9241"/>
                  </a:lnTo>
                  <a:cubicBezTo>
                    <a:pt x="7676" y="9241"/>
                    <a:pt x="8038" y="9229"/>
                    <a:pt x="8389" y="9217"/>
                  </a:cubicBezTo>
                  <a:cubicBezTo>
                    <a:pt x="8739" y="9194"/>
                    <a:pt x="9101" y="9159"/>
                    <a:pt x="9451" y="9124"/>
                  </a:cubicBezTo>
                  <a:cubicBezTo>
                    <a:pt x="9872" y="9077"/>
                    <a:pt x="10316" y="9019"/>
                    <a:pt x="10690" y="8809"/>
                  </a:cubicBezTo>
                  <a:cubicBezTo>
                    <a:pt x="10819" y="8727"/>
                    <a:pt x="10947" y="8633"/>
                    <a:pt x="11052" y="8529"/>
                  </a:cubicBezTo>
                  <a:cubicBezTo>
                    <a:pt x="11099" y="8493"/>
                    <a:pt x="11134" y="8435"/>
                    <a:pt x="11169" y="8388"/>
                  </a:cubicBezTo>
                  <a:cubicBezTo>
                    <a:pt x="11227" y="8318"/>
                    <a:pt x="11286" y="8248"/>
                    <a:pt x="11333" y="8178"/>
                  </a:cubicBezTo>
                  <a:cubicBezTo>
                    <a:pt x="11450" y="8002"/>
                    <a:pt x="11531" y="7804"/>
                    <a:pt x="11613" y="7617"/>
                  </a:cubicBezTo>
                  <a:cubicBezTo>
                    <a:pt x="11730" y="7290"/>
                    <a:pt x="11811" y="6940"/>
                    <a:pt x="11881" y="6600"/>
                  </a:cubicBezTo>
                  <a:cubicBezTo>
                    <a:pt x="11951" y="6203"/>
                    <a:pt x="11975" y="5806"/>
                    <a:pt x="12022" y="5409"/>
                  </a:cubicBezTo>
                  <a:cubicBezTo>
                    <a:pt x="12057" y="5071"/>
                    <a:pt x="12092" y="4743"/>
                    <a:pt x="12080" y="4404"/>
                  </a:cubicBezTo>
                  <a:cubicBezTo>
                    <a:pt x="12068" y="4007"/>
                    <a:pt x="12045" y="3599"/>
                    <a:pt x="11987" y="3201"/>
                  </a:cubicBezTo>
                  <a:cubicBezTo>
                    <a:pt x="11940" y="2862"/>
                    <a:pt x="11858" y="2535"/>
                    <a:pt x="11753" y="2220"/>
                  </a:cubicBezTo>
                  <a:cubicBezTo>
                    <a:pt x="11694" y="2010"/>
                    <a:pt x="11613" y="1823"/>
                    <a:pt x="11531" y="1624"/>
                  </a:cubicBezTo>
                  <a:cubicBezTo>
                    <a:pt x="11450" y="1437"/>
                    <a:pt x="11344" y="1273"/>
                    <a:pt x="11216" y="1122"/>
                  </a:cubicBezTo>
                  <a:cubicBezTo>
                    <a:pt x="11076" y="935"/>
                    <a:pt x="10865" y="806"/>
                    <a:pt x="10666" y="689"/>
                  </a:cubicBezTo>
                  <a:cubicBezTo>
                    <a:pt x="10479" y="596"/>
                    <a:pt x="10293" y="514"/>
                    <a:pt x="10094" y="444"/>
                  </a:cubicBezTo>
                  <a:cubicBezTo>
                    <a:pt x="9732" y="315"/>
                    <a:pt x="9335" y="292"/>
                    <a:pt x="8950" y="269"/>
                  </a:cubicBezTo>
                  <a:cubicBezTo>
                    <a:pt x="8599" y="234"/>
                    <a:pt x="8249" y="211"/>
                    <a:pt x="7898" y="187"/>
                  </a:cubicBezTo>
                  <a:cubicBezTo>
                    <a:pt x="7559" y="164"/>
                    <a:pt x="7208" y="128"/>
                    <a:pt x="6870" y="105"/>
                  </a:cubicBezTo>
                  <a:cubicBezTo>
                    <a:pt x="6507" y="94"/>
                    <a:pt x="6146" y="71"/>
                    <a:pt x="5783" y="47"/>
                  </a:cubicBezTo>
                  <a:cubicBezTo>
                    <a:pt x="5433" y="24"/>
                    <a:pt x="5082" y="0"/>
                    <a:pt x="4721"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93" name="Google Shape;993;p27"/>
            <p:cNvSpPr/>
            <p:nvPr/>
          </p:nvSpPr>
          <p:spPr>
            <a:xfrm>
              <a:off x="3953375" y="706425"/>
              <a:ext cx="175250" cy="228275"/>
            </a:xfrm>
            <a:custGeom>
              <a:avLst/>
              <a:gdLst/>
              <a:ahLst/>
              <a:cxnLst/>
              <a:rect l="l" t="t" r="r" b="b"/>
              <a:pathLst>
                <a:path w="7010" h="9131" extrusionOk="0">
                  <a:moveTo>
                    <a:pt x="2208" y="1294"/>
                  </a:moveTo>
                  <a:cubicBezTo>
                    <a:pt x="2314" y="1294"/>
                    <a:pt x="2419" y="1297"/>
                    <a:pt x="2524" y="1304"/>
                  </a:cubicBezTo>
                  <a:cubicBezTo>
                    <a:pt x="2804" y="1327"/>
                    <a:pt x="3072" y="1350"/>
                    <a:pt x="3342" y="1374"/>
                  </a:cubicBezTo>
                  <a:cubicBezTo>
                    <a:pt x="3832" y="1444"/>
                    <a:pt x="4323" y="1478"/>
                    <a:pt x="4801" y="1537"/>
                  </a:cubicBezTo>
                  <a:cubicBezTo>
                    <a:pt x="4977" y="1572"/>
                    <a:pt x="5152" y="1595"/>
                    <a:pt x="5328" y="1654"/>
                  </a:cubicBezTo>
                  <a:cubicBezTo>
                    <a:pt x="5386" y="1689"/>
                    <a:pt x="5432" y="1724"/>
                    <a:pt x="5491" y="1759"/>
                  </a:cubicBezTo>
                  <a:cubicBezTo>
                    <a:pt x="5515" y="1782"/>
                    <a:pt x="5549" y="1805"/>
                    <a:pt x="5572" y="1841"/>
                  </a:cubicBezTo>
                  <a:lnTo>
                    <a:pt x="5596" y="1876"/>
                  </a:lnTo>
                  <a:cubicBezTo>
                    <a:pt x="5678" y="1992"/>
                    <a:pt x="5748" y="2121"/>
                    <a:pt x="5806" y="2262"/>
                  </a:cubicBezTo>
                  <a:cubicBezTo>
                    <a:pt x="5842" y="2343"/>
                    <a:pt x="5865" y="2425"/>
                    <a:pt x="5888" y="2519"/>
                  </a:cubicBezTo>
                  <a:cubicBezTo>
                    <a:pt x="5900" y="2553"/>
                    <a:pt x="5900" y="2600"/>
                    <a:pt x="5912" y="2635"/>
                  </a:cubicBezTo>
                  <a:cubicBezTo>
                    <a:pt x="5970" y="3173"/>
                    <a:pt x="5970" y="3710"/>
                    <a:pt x="5993" y="4259"/>
                  </a:cubicBezTo>
                  <a:lnTo>
                    <a:pt x="5993" y="4376"/>
                  </a:lnTo>
                  <a:cubicBezTo>
                    <a:pt x="5982" y="4633"/>
                    <a:pt x="5970" y="4890"/>
                    <a:pt x="5958" y="5135"/>
                  </a:cubicBezTo>
                  <a:cubicBezTo>
                    <a:pt x="5946" y="5404"/>
                    <a:pt x="5923" y="5673"/>
                    <a:pt x="5900" y="5930"/>
                  </a:cubicBezTo>
                  <a:cubicBezTo>
                    <a:pt x="5888" y="6151"/>
                    <a:pt x="5876" y="6385"/>
                    <a:pt x="5865" y="6607"/>
                  </a:cubicBezTo>
                  <a:cubicBezTo>
                    <a:pt x="5842" y="6805"/>
                    <a:pt x="5842" y="6992"/>
                    <a:pt x="5829" y="7191"/>
                  </a:cubicBezTo>
                  <a:cubicBezTo>
                    <a:pt x="5806" y="7319"/>
                    <a:pt x="5772" y="7436"/>
                    <a:pt x="5725" y="7565"/>
                  </a:cubicBezTo>
                  <a:cubicBezTo>
                    <a:pt x="5689" y="7623"/>
                    <a:pt x="5666" y="7682"/>
                    <a:pt x="5619" y="7740"/>
                  </a:cubicBezTo>
                  <a:lnTo>
                    <a:pt x="5608" y="7752"/>
                  </a:lnTo>
                  <a:cubicBezTo>
                    <a:pt x="5561" y="7787"/>
                    <a:pt x="5515" y="7810"/>
                    <a:pt x="5468" y="7822"/>
                  </a:cubicBezTo>
                  <a:cubicBezTo>
                    <a:pt x="5304" y="7892"/>
                    <a:pt x="5117" y="7939"/>
                    <a:pt x="4942" y="7986"/>
                  </a:cubicBezTo>
                  <a:cubicBezTo>
                    <a:pt x="4778" y="8020"/>
                    <a:pt x="4603" y="8056"/>
                    <a:pt x="4428" y="8079"/>
                  </a:cubicBezTo>
                  <a:cubicBezTo>
                    <a:pt x="4241" y="8103"/>
                    <a:pt x="4054" y="8103"/>
                    <a:pt x="3879" y="8103"/>
                  </a:cubicBezTo>
                  <a:cubicBezTo>
                    <a:pt x="3825" y="8106"/>
                    <a:pt x="3770" y="8107"/>
                    <a:pt x="3716" y="8107"/>
                  </a:cubicBezTo>
                  <a:cubicBezTo>
                    <a:pt x="3584" y="8107"/>
                    <a:pt x="3451" y="8099"/>
                    <a:pt x="3318" y="8090"/>
                  </a:cubicBezTo>
                  <a:cubicBezTo>
                    <a:pt x="3131" y="8079"/>
                    <a:pt x="2956" y="8056"/>
                    <a:pt x="2769" y="8044"/>
                  </a:cubicBezTo>
                  <a:cubicBezTo>
                    <a:pt x="2605" y="8033"/>
                    <a:pt x="2442" y="8020"/>
                    <a:pt x="2278" y="7997"/>
                  </a:cubicBezTo>
                  <a:cubicBezTo>
                    <a:pt x="2021" y="7950"/>
                    <a:pt x="1764" y="7904"/>
                    <a:pt x="1519" y="7822"/>
                  </a:cubicBezTo>
                  <a:cubicBezTo>
                    <a:pt x="1426" y="7776"/>
                    <a:pt x="1343" y="7729"/>
                    <a:pt x="1250" y="7682"/>
                  </a:cubicBezTo>
                  <a:lnTo>
                    <a:pt x="1215" y="7635"/>
                  </a:lnTo>
                  <a:cubicBezTo>
                    <a:pt x="1192" y="7612"/>
                    <a:pt x="1180" y="7589"/>
                    <a:pt x="1169" y="7553"/>
                  </a:cubicBezTo>
                  <a:cubicBezTo>
                    <a:pt x="1133" y="7460"/>
                    <a:pt x="1110" y="7378"/>
                    <a:pt x="1099" y="7285"/>
                  </a:cubicBezTo>
                  <a:cubicBezTo>
                    <a:pt x="1040" y="6794"/>
                    <a:pt x="1029" y="6291"/>
                    <a:pt x="1029" y="5790"/>
                  </a:cubicBezTo>
                  <a:cubicBezTo>
                    <a:pt x="1040" y="5240"/>
                    <a:pt x="1040" y="4691"/>
                    <a:pt x="1075" y="4154"/>
                  </a:cubicBezTo>
                  <a:cubicBezTo>
                    <a:pt x="1086" y="3874"/>
                    <a:pt x="1110" y="3604"/>
                    <a:pt x="1145" y="3324"/>
                  </a:cubicBezTo>
                  <a:cubicBezTo>
                    <a:pt x="1180" y="3103"/>
                    <a:pt x="1203" y="2880"/>
                    <a:pt x="1227" y="2659"/>
                  </a:cubicBezTo>
                  <a:cubicBezTo>
                    <a:pt x="1250" y="2483"/>
                    <a:pt x="1273" y="2296"/>
                    <a:pt x="1320" y="2109"/>
                  </a:cubicBezTo>
                  <a:cubicBezTo>
                    <a:pt x="1356" y="1946"/>
                    <a:pt x="1414" y="1782"/>
                    <a:pt x="1472" y="1619"/>
                  </a:cubicBezTo>
                  <a:cubicBezTo>
                    <a:pt x="1507" y="1561"/>
                    <a:pt x="1530" y="1502"/>
                    <a:pt x="1577" y="1444"/>
                  </a:cubicBezTo>
                  <a:lnTo>
                    <a:pt x="1600" y="1420"/>
                  </a:lnTo>
                  <a:cubicBezTo>
                    <a:pt x="1636" y="1397"/>
                    <a:pt x="1671" y="1374"/>
                    <a:pt x="1717" y="1350"/>
                  </a:cubicBezTo>
                  <a:cubicBezTo>
                    <a:pt x="1776" y="1327"/>
                    <a:pt x="1834" y="1315"/>
                    <a:pt x="1893" y="1304"/>
                  </a:cubicBezTo>
                  <a:cubicBezTo>
                    <a:pt x="1998" y="1297"/>
                    <a:pt x="2103" y="1294"/>
                    <a:pt x="2208" y="1294"/>
                  </a:cubicBezTo>
                  <a:close/>
                  <a:moveTo>
                    <a:pt x="2212" y="0"/>
                  </a:moveTo>
                  <a:cubicBezTo>
                    <a:pt x="2118" y="0"/>
                    <a:pt x="2023" y="5"/>
                    <a:pt x="1928" y="19"/>
                  </a:cubicBezTo>
                  <a:cubicBezTo>
                    <a:pt x="1753" y="42"/>
                    <a:pt x="1577" y="65"/>
                    <a:pt x="1402" y="135"/>
                  </a:cubicBezTo>
                  <a:cubicBezTo>
                    <a:pt x="1309" y="170"/>
                    <a:pt x="1203" y="217"/>
                    <a:pt x="1110" y="263"/>
                  </a:cubicBezTo>
                  <a:cubicBezTo>
                    <a:pt x="1016" y="322"/>
                    <a:pt x="935" y="392"/>
                    <a:pt x="853" y="450"/>
                  </a:cubicBezTo>
                  <a:cubicBezTo>
                    <a:pt x="572" y="684"/>
                    <a:pt x="432" y="1034"/>
                    <a:pt x="339" y="1374"/>
                  </a:cubicBezTo>
                  <a:cubicBezTo>
                    <a:pt x="292" y="1502"/>
                    <a:pt x="258" y="1631"/>
                    <a:pt x="234" y="1771"/>
                  </a:cubicBezTo>
                  <a:cubicBezTo>
                    <a:pt x="199" y="1946"/>
                    <a:pt x="175" y="2133"/>
                    <a:pt x="152" y="2319"/>
                  </a:cubicBezTo>
                  <a:cubicBezTo>
                    <a:pt x="117" y="2576"/>
                    <a:pt x="94" y="2846"/>
                    <a:pt x="82" y="3114"/>
                  </a:cubicBezTo>
                  <a:cubicBezTo>
                    <a:pt x="58" y="3371"/>
                    <a:pt x="35" y="3628"/>
                    <a:pt x="24" y="3885"/>
                  </a:cubicBezTo>
                  <a:cubicBezTo>
                    <a:pt x="12" y="4165"/>
                    <a:pt x="12" y="4446"/>
                    <a:pt x="12" y="4726"/>
                  </a:cubicBezTo>
                  <a:cubicBezTo>
                    <a:pt x="0" y="4995"/>
                    <a:pt x="12" y="5263"/>
                    <a:pt x="12" y="5533"/>
                  </a:cubicBezTo>
                  <a:cubicBezTo>
                    <a:pt x="12" y="5801"/>
                    <a:pt x="12" y="6070"/>
                    <a:pt x="24" y="6338"/>
                  </a:cubicBezTo>
                  <a:cubicBezTo>
                    <a:pt x="47" y="6607"/>
                    <a:pt x="71" y="6876"/>
                    <a:pt x="94" y="7133"/>
                  </a:cubicBezTo>
                  <a:cubicBezTo>
                    <a:pt x="129" y="7460"/>
                    <a:pt x="175" y="7787"/>
                    <a:pt x="339" y="8079"/>
                  </a:cubicBezTo>
                  <a:cubicBezTo>
                    <a:pt x="398" y="8173"/>
                    <a:pt x="468" y="8266"/>
                    <a:pt x="549" y="8348"/>
                  </a:cubicBezTo>
                  <a:cubicBezTo>
                    <a:pt x="572" y="8383"/>
                    <a:pt x="619" y="8418"/>
                    <a:pt x="655" y="8441"/>
                  </a:cubicBezTo>
                  <a:cubicBezTo>
                    <a:pt x="701" y="8488"/>
                    <a:pt x="759" y="8523"/>
                    <a:pt x="818" y="8570"/>
                  </a:cubicBezTo>
                  <a:cubicBezTo>
                    <a:pt x="946" y="8651"/>
                    <a:pt x="1099" y="8721"/>
                    <a:pt x="1239" y="8768"/>
                  </a:cubicBezTo>
                  <a:cubicBezTo>
                    <a:pt x="1484" y="8874"/>
                    <a:pt x="1753" y="8932"/>
                    <a:pt x="2010" y="8978"/>
                  </a:cubicBezTo>
                  <a:cubicBezTo>
                    <a:pt x="2314" y="9037"/>
                    <a:pt x="2617" y="9048"/>
                    <a:pt x="2909" y="9084"/>
                  </a:cubicBezTo>
                  <a:cubicBezTo>
                    <a:pt x="3166" y="9107"/>
                    <a:pt x="3412" y="9131"/>
                    <a:pt x="3669" y="9131"/>
                  </a:cubicBezTo>
                  <a:cubicBezTo>
                    <a:pt x="3972" y="9119"/>
                    <a:pt x="4276" y="9107"/>
                    <a:pt x="4580" y="9061"/>
                  </a:cubicBezTo>
                  <a:cubicBezTo>
                    <a:pt x="4837" y="9025"/>
                    <a:pt x="5082" y="8967"/>
                    <a:pt x="5328" y="8885"/>
                  </a:cubicBezTo>
                  <a:cubicBezTo>
                    <a:pt x="5479" y="8838"/>
                    <a:pt x="5631" y="8780"/>
                    <a:pt x="5772" y="8710"/>
                  </a:cubicBezTo>
                  <a:cubicBezTo>
                    <a:pt x="5912" y="8651"/>
                    <a:pt x="6040" y="8570"/>
                    <a:pt x="6157" y="8476"/>
                  </a:cubicBezTo>
                  <a:cubicBezTo>
                    <a:pt x="6297" y="8360"/>
                    <a:pt x="6390" y="8207"/>
                    <a:pt x="6484" y="8056"/>
                  </a:cubicBezTo>
                  <a:cubicBezTo>
                    <a:pt x="6554" y="7916"/>
                    <a:pt x="6624" y="7776"/>
                    <a:pt x="6671" y="7623"/>
                  </a:cubicBezTo>
                  <a:cubicBezTo>
                    <a:pt x="6764" y="7355"/>
                    <a:pt x="6787" y="7051"/>
                    <a:pt x="6800" y="6759"/>
                  </a:cubicBezTo>
                  <a:cubicBezTo>
                    <a:pt x="6823" y="6490"/>
                    <a:pt x="6846" y="6233"/>
                    <a:pt x="6870" y="5964"/>
                  </a:cubicBezTo>
                  <a:cubicBezTo>
                    <a:pt x="6881" y="5707"/>
                    <a:pt x="6916" y="5439"/>
                    <a:pt x="6928" y="5182"/>
                  </a:cubicBezTo>
                  <a:cubicBezTo>
                    <a:pt x="6940" y="4913"/>
                    <a:pt x="6951" y="4633"/>
                    <a:pt x="6974" y="4364"/>
                  </a:cubicBezTo>
                  <a:lnTo>
                    <a:pt x="7010" y="3558"/>
                  </a:lnTo>
                  <a:lnTo>
                    <a:pt x="7010" y="3360"/>
                  </a:lnTo>
                  <a:cubicBezTo>
                    <a:pt x="7010" y="3301"/>
                    <a:pt x="7010" y="3231"/>
                    <a:pt x="6998" y="3161"/>
                  </a:cubicBezTo>
                  <a:cubicBezTo>
                    <a:pt x="6998" y="3033"/>
                    <a:pt x="6974" y="2892"/>
                    <a:pt x="6963" y="2752"/>
                  </a:cubicBezTo>
                  <a:lnTo>
                    <a:pt x="6951" y="2693"/>
                  </a:lnTo>
                  <a:cubicBezTo>
                    <a:pt x="6951" y="2635"/>
                    <a:pt x="6940" y="2565"/>
                    <a:pt x="6904" y="2506"/>
                  </a:cubicBezTo>
                  <a:lnTo>
                    <a:pt x="6904" y="2495"/>
                  </a:lnTo>
                  <a:cubicBezTo>
                    <a:pt x="6916" y="2168"/>
                    <a:pt x="6823" y="1852"/>
                    <a:pt x="6694" y="1548"/>
                  </a:cubicBezTo>
                  <a:cubicBezTo>
                    <a:pt x="6647" y="1432"/>
                    <a:pt x="6601" y="1315"/>
                    <a:pt x="6530" y="1198"/>
                  </a:cubicBezTo>
                  <a:lnTo>
                    <a:pt x="6507" y="1163"/>
                  </a:lnTo>
                  <a:lnTo>
                    <a:pt x="6472" y="1117"/>
                  </a:lnTo>
                  <a:cubicBezTo>
                    <a:pt x="6379" y="976"/>
                    <a:pt x="6273" y="860"/>
                    <a:pt x="6145" y="766"/>
                  </a:cubicBezTo>
                  <a:cubicBezTo>
                    <a:pt x="6040" y="684"/>
                    <a:pt x="5935" y="603"/>
                    <a:pt x="5818" y="556"/>
                  </a:cubicBezTo>
                  <a:cubicBezTo>
                    <a:pt x="5701" y="497"/>
                    <a:pt x="5596" y="450"/>
                    <a:pt x="5468" y="416"/>
                  </a:cubicBezTo>
                  <a:cubicBezTo>
                    <a:pt x="5351" y="380"/>
                    <a:pt x="5222" y="346"/>
                    <a:pt x="5094" y="322"/>
                  </a:cubicBezTo>
                  <a:cubicBezTo>
                    <a:pt x="4767" y="276"/>
                    <a:pt x="4440" y="240"/>
                    <a:pt x="4124" y="193"/>
                  </a:cubicBezTo>
                  <a:cubicBezTo>
                    <a:pt x="3926" y="170"/>
                    <a:pt x="3727" y="147"/>
                    <a:pt x="3540" y="123"/>
                  </a:cubicBezTo>
                  <a:cubicBezTo>
                    <a:pt x="3259" y="89"/>
                    <a:pt x="2979" y="42"/>
                    <a:pt x="2687" y="30"/>
                  </a:cubicBezTo>
                  <a:cubicBezTo>
                    <a:pt x="2533" y="15"/>
                    <a:pt x="2373" y="0"/>
                    <a:pt x="2212"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40273818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994"/>
        <p:cNvGrpSpPr/>
        <p:nvPr/>
      </p:nvGrpSpPr>
      <p:grpSpPr>
        <a:xfrm>
          <a:off x="0" y="0"/>
          <a:ext cx="0" cy="0"/>
          <a:chOff x="0" y="0"/>
          <a:chExt cx="0" cy="0"/>
        </a:xfrm>
      </p:grpSpPr>
      <p:sp>
        <p:nvSpPr>
          <p:cNvPr id="995" name="Google Shape;995;p28"/>
          <p:cNvSpPr/>
          <p:nvPr/>
        </p:nvSpPr>
        <p:spPr>
          <a:xfrm rot="10800000">
            <a:off x="14009845" y="-603827"/>
            <a:ext cx="12310155" cy="9422142"/>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sp>
        <p:nvSpPr>
          <p:cNvPr id="996" name="Google Shape;996;p28"/>
          <p:cNvSpPr/>
          <p:nvPr/>
        </p:nvSpPr>
        <p:spPr>
          <a:xfrm>
            <a:off x="-1363634" y="7934861"/>
            <a:ext cx="11325203" cy="8668261"/>
          </a:xfrm>
          <a:custGeom>
            <a:avLst/>
            <a:gdLst/>
            <a:ahLst/>
            <a:cxnLst/>
            <a:rect l="l" t="t" r="r" b="b"/>
            <a:pathLst>
              <a:path w="105305" h="70200" extrusionOk="0">
                <a:moveTo>
                  <a:pt x="0" y="1"/>
                </a:moveTo>
                <a:lnTo>
                  <a:pt x="0" y="70200"/>
                </a:lnTo>
                <a:lnTo>
                  <a:pt x="105304" y="70200"/>
                </a:lnTo>
                <a:lnTo>
                  <a:pt x="105304" y="65749"/>
                </a:lnTo>
                <a:cubicBezTo>
                  <a:pt x="104510" y="65691"/>
                  <a:pt x="103727" y="65597"/>
                  <a:pt x="102956" y="65445"/>
                </a:cubicBezTo>
                <a:cubicBezTo>
                  <a:pt x="96823" y="64289"/>
                  <a:pt x="91566" y="60504"/>
                  <a:pt x="85900" y="57910"/>
                </a:cubicBezTo>
                <a:cubicBezTo>
                  <a:pt x="79842" y="55138"/>
                  <a:pt x="73170" y="53692"/>
                  <a:pt x="66504" y="53692"/>
                </a:cubicBezTo>
                <a:cubicBezTo>
                  <a:pt x="65585" y="53692"/>
                  <a:pt x="64667" y="53719"/>
                  <a:pt x="63750" y="53775"/>
                </a:cubicBezTo>
                <a:cubicBezTo>
                  <a:pt x="58843" y="54066"/>
                  <a:pt x="54007" y="55141"/>
                  <a:pt x="49100" y="55317"/>
                </a:cubicBezTo>
                <a:cubicBezTo>
                  <a:pt x="48693" y="55331"/>
                  <a:pt x="48283" y="55339"/>
                  <a:pt x="47873" y="55339"/>
                </a:cubicBezTo>
                <a:cubicBezTo>
                  <a:pt x="43332" y="55339"/>
                  <a:pt x="38676" y="54410"/>
                  <a:pt x="35141" y="51613"/>
                </a:cubicBezTo>
                <a:cubicBezTo>
                  <a:pt x="30362" y="47840"/>
                  <a:pt x="28540" y="41426"/>
                  <a:pt x="27944" y="35351"/>
                </a:cubicBezTo>
                <a:cubicBezTo>
                  <a:pt x="27348" y="29289"/>
                  <a:pt x="27687" y="23074"/>
                  <a:pt x="25993" y="17220"/>
                </a:cubicBezTo>
                <a:cubicBezTo>
                  <a:pt x="24054" y="10504"/>
                  <a:pt x="19370" y="4592"/>
                  <a:pt x="13201" y="1309"/>
                </a:cubicBezTo>
                <a:cubicBezTo>
                  <a:pt x="12267" y="807"/>
                  <a:pt x="11297" y="375"/>
                  <a:pt x="10304" y="1"/>
                </a:cubicBezTo>
                <a:close/>
              </a:path>
            </a:pathLst>
          </a:custGeom>
          <a:solidFill>
            <a:srgbClr val="FFFFFF">
              <a:alpha val="25220"/>
            </a:srgbClr>
          </a:solidFill>
          <a:ln>
            <a:noFill/>
          </a:ln>
        </p:spPr>
        <p:txBody>
          <a:bodyPr spcFirstLastPara="1" wrap="square" lIns="243800" tIns="243800" rIns="243800" bIns="243800" anchor="ctr" anchorCtr="0">
            <a:noAutofit/>
          </a:bodyPr>
          <a:lstStyle/>
          <a:p>
            <a:pPr marL="0" lvl="0" indent="0" algn="l" rtl="0">
              <a:spcBef>
                <a:spcPts val="0"/>
              </a:spcBef>
              <a:spcAft>
                <a:spcPts val="0"/>
              </a:spcAft>
              <a:buNone/>
            </a:pPr>
            <a:endParaRPr sz="9600"/>
          </a:p>
        </p:txBody>
      </p:sp>
      <p:grpSp>
        <p:nvGrpSpPr>
          <p:cNvPr id="997" name="Google Shape;997;p28"/>
          <p:cNvGrpSpPr/>
          <p:nvPr/>
        </p:nvGrpSpPr>
        <p:grpSpPr>
          <a:xfrm flipH="1">
            <a:off x="20109265" y="310822"/>
            <a:ext cx="3613507" cy="2805195"/>
            <a:chOff x="1228775" y="238225"/>
            <a:chExt cx="804050" cy="543650"/>
          </a:xfrm>
        </p:grpSpPr>
        <p:sp>
          <p:nvSpPr>
            <p:cNvPr id="998" name="Google Shape;998;p28"/>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999" name="Google Shape;999;p28"/>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0" name="Google Shape;1000;p28"/>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1" name="Google Shape;1001;p28"/>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2" name="Google Shape;1002;p28"/>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3" name="Google Shape;1003;p28"/>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4" name="Google Shape;1004;p28"/>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5" name="Google Shape;1005;p28"/>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6" name="Google Shape;1006;p28"/>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7" name="Google Shape;1007;p28"/>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8" name="Google Shape;1008;p28"/>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09" name="Google Shape;1009;p28"/>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0" name="Google Shape;1010;p28"/>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1" name="Google Shape;1011;p28"/>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2" name="Google Shape;1012;p28"/>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3" name="Google Shape;1013;p28"/>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4" name="Google Shape;1014;p28"/>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5" name="Google Shape;1015;p28"/>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6" name="Google Shape;1016;p28"/>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7" name="Google Shape;1017;p28"/>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8" name="Google Shape;1018;p28"/>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19" name="Google Shape;1019;p28"/>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0" name="Google Shape;1020;p28"/>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1" name="Google Shape;1021;p28"/>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2" name="Google Shape;1022;p28"/>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grpSp>
        <p:nvGrpSpPr>
          <p:cNvPr id="1023" name="Google Shape;1023;p28"/>
          <p:cNvGrpSpPr/>
          <p:nvPr/>
        </p:nvGrpSpPr>
        <p:grpSpPr>
          <a:xfrm rot="10800000" flipH="1">
            <a:off x="630065" y="12374644"/>
            <a:ext cx="3613507" cy="2805195"/>
            <a:chOff x="1228775" y="238225"/>
            <a:chExt cx="804050" cy="543650"/>
          </a:xfrm>
        </p:grpSpPr>
        <p:sp>
          <p:nvSpPr>
            <p:cNvPr id="1024" name="Google Shape;1024;p28"/>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5" name="Google Shape;1025;p28"/>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6" name="Google Shape;1026;p28"/>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7" name="Google Shape;1027;p28"/>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8" name="Google Shape;1028;p28"/>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29" name="Google Shape;1029;p28"/>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0" name="Google Shape;1030;p28"/>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1" name="Google Shape;1031;p28"/>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2" name="Google Shape;1032;p28"/>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3" name="Google Shape;1033;p28"/>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4" name="Google Shape;1034;p28"/>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5" name="Google Shape;1035;p28"/>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6" name="Google Shape;1036;p28"/>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7" name="Google Shape;1037;p28"/>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8" name="Google Shape;1038;p28"/>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39" name="Google Shape;1039;p28"/>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0" name="Google Shape;1040;p28"/>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1" name="Google Shape;1041;p28"/>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2" name="Google Shape;1042;p28"/>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3" name="Google Shape;1043;p28"/>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4" name="Google Shape;1044;p28"/>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5" name="Google Shape;1045;p28"/>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6" name="Google Shape;1046;p28"/>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7" name="Google Shape;1047;p28"/>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sp>
          <p:nvSpPr>
            <p:cNvPr id="1048" name="Google Shape;1048;p28"/>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rgbClr val="823C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600"/>
            </a:p>
          </p:txBody>
        </p:sp>
      </p:grpSp>
    </p:spTree>
    <p:extLst>
      <p:ext uri="{BB962C8B-B14F-4D97-AF65-F5344CB8AC3E}">
        <p14:creationId xmlns:p14="http://schemas.microsoft.com/office/powerpoint/2010/main" val="3541197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Nivel de texto 1…"/>
          <p:cNvSpPr txBox="1">
            <a:spLocks noGrp="1"/>
          </p:cNvSpPr>
          <p:nvPr>
            <p:ph type="body" idx="1"/>
          </p:nvPr>
        </p:nvSpPr>
        <p:spPr>
          <a:xfrm>
            <a:off x="4387453" y="2801937"/>
            <a:ext cx="15609094" cy="10144126"/>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ctr">
            <a:normAutofit/>
          </a:bodyPr>
          <a:lstStyle/>
          <a:p>
            <a:r>
              <a:t>Nivel de texto 1</a:t>
            </a:r>
          </a:p>
          <a:p>
            <a:pPr lvl="1"/>
            <a:r>
              <a:t>Nivel de texto 2</a:t>
            </a:r>
          </a:p>
          <a:p>
            <a:pPr lvl="2"/>
            <a:r>
              <a:t>Nivel de texto 3</a:t>
            </a:r>
          </a:p>
          <a:p>
            <a:pPr lvl="3"/>
            <a:r>
              <a:t>Nivel de texto 4</a:t>
            </a:r>
          </a:p>
          <a:p>
            <a:pPr lvl="4"/>
            <a:r>
              <a:t>Nivel de texto 5</a:t>
            </a:r>
          </a:p>
        </p:txBody>
      </p:sp>
      <p:sp>
        <p:nvSpPr>
          <p:cNvPr id="3" name="Texto del título"/>
          <p:cNvSpPr txBox="1">
            <a:spLocks noGrp="1"/>
          </p:cNvSpPr>
          <p:nvPr>
            <p:ph type="title"/>
          </p:nvPr>
        </p:nvSpPr>
        <p:spPr>
          <a:xfrm>
            <a:off x="4387453" y="1373187"/>
            <a:ext cx="15609094" cy="3036095"/>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ctr">
            <a:normAutofit/>
          </a:bodyPr>
          <a:lstStyle/>
          <a:p>
            <a:r>
              <a:t>Texto del título</a:t>
            </a:r>
          </a:p>
        </p:txBody>
      </p:sp>
      <p:sp>
        <p:nvSpPr>
          <p:cNvPr id="4" name="Número de diapositiva"/>
          <p:cNvSpPr txBox="1">
            <a:spLocks noGrp="1"/>
          </p:cNvSpPr>
          <p:nvPr>
            <p:ph type="sldNum" sz="quarter" idx="2"/>
          </p:nvPr>
        </p:nvSpPr>
        <p:spPr>
          <a:xfrm>
            <a:off x="11939981" y="14089062"/>
            <a:ext cx="494513" cy="502335"/>
          </a:xfrm>
          <a:prstGeom prst="rect">
            <a:avLst/>
          </a:prstGeom>
          <a:ln w="12700">
            <a:miter lim="400000"/>
          </a:ln>
        </p:spPr>
        <p:txBody>
          <a:bodyPr wrap="none" lIns="71437" tIns="71437" rIns="71437" bIns="71437">
            <a:spAutoFit/>
          </a:bodyPr>
          <a:lstStyle>
            <a:lvl1pPr>
              <a:defRPr sz="2400" b="0">
                <a:latin typeface="Helvetica Neue Light"/>
                <a:ea typeface="Helvetica Neue Light"/>
                <a:cs typeface="Helvetica Neue Light"/>
                <a:sym typeface="Helvetica Neue Light"/>
              </a:defRPr>
            </a:lvl1pPr>
          </a:lstStyle>
          <a:p>
            <a:fld id="{86CB4B4D-7CA3-9044-876B-883B54F8677D}" type="slidenum">
              <a:t>‹Nº›</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1pPr>
      <a:lvl2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2pPr>
      <a:lvl3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3pPr>
      <a:lvl4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4pPr>
      <a:lvl5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5pPr>
      <a:lvl6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6pPr>
      <a:lvl7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7pPr>
      <a:lvl8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8pPr>
      <a:lvl9pPr marL="0" marR="0" indent="0" algn="ctr" defTabSz="943239" rtl="0" latinLnBrk="0">
        <a:lnSpc>
          <a:spcPct val="100000"/>
        </a:lnSpc>
        <a:spcBef>
          <a:spcPts val="0"/>
        </a:spcBef>
        <a:spcAft>
          <a:spcPts val="0"/>
        </a:spcAft>
        <a:buClrTx/>
        <a:buSzTx/>
        <a:buFontTx/>
        <a:buNone/>
        <a:tabLst/>
        <a:defRPr sz="12800" b="0" i="0" u="none" strike="noStrike" cap="none" spc="0" baseline="0">
          <a:ln>
            <a:noFill/>
          </a:ln>
          <a:solidFill>
            <a:srgbClr val="FFFFFF"/>
          </a:solidFill>
          <a:uFillTx/>
          <a:latin typeface="+mn-lt"/>
          <a:ea typeface="+mn-ea"/>
          <a:cs typeface="+mn-cs"/>
          <a:sym typeface="Helvetica Neue Medium"/>
        </a:defRPr>
      </a:lvl9pPr>
    </p:titleStyle>
    <p:bodyStyle>
      <a:lvl1pPr marL="6945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1pPr>
      <a:lvl2pPr marL="11390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2pPr>
      <a:lvl3pPr marL="15835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3pPr>
      <a:lvl4pPr marL="20280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4pPr>
      <a:lvl5pPr marL="24725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5pPr>
      <a:lvl6pPr marL="29170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6pPr>
      <a:lvl7pPr marL="33615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7pPr>
      <a:lvl8pPr marL="38060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8pPr>
      <a:lvl9pPr marL="4250531" marR="0" indent="-694531" algn="l" defTabSz="943239" rtl="0" latinLnBrk="0">
        <a:lnSpc>
          <a:spcPct val="100000"/>
        </a:lnSpc>
        <a:spcBef>
          <a:spcPts val="6700"/>
        </a:spcBef>
        <a:spcAft>
          <a:spcPts val="0"/>
        </a:spcAft>
        <a:buClrTx/>
        <a:buSzPct val="145000"/>
        <a:buFontTx/>
        <a:buChar char="•"/>
        <a:tabLst/>
        <a:defRPr sz="5000" b="0" i="0" u="none" strike="noStrike" cap="none" spc="0" baseline="0">
          <a:ln>
            <a:noFill/>
          </a:ln>
          <a:solidFill>
            <a:srgbClr val="FFFFFF"/>
          </a:solidFill>
          <a:uFillTx/>
          <a:latin typeface="Helvetica Neue"/>
          <a:ea typeface="Helvetica Neue"/>
          <a:cs typeface="Helvetica Neue"/>
          <a:sym typeface="Helvetica Neue"/>
        </a:defRPr>
      </a:lvl9pPr>
    </p:bodyStyle>
    <p:otherStyle>
      <a:lvl1pPr marL="0" marR="0" indent="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943239"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920000" y="1362546"/>
            <a:ext cx="20544000" cy="1753452"/>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1pPr>
            <a:lvl2pPr lvl="1"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2pPr>
            <a:lvl3pPr lvl="2"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3pPr>
            <a:lvl4pPr lvl="3"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4pPr>
            <a:lvl5pPr lvl="4"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5pPr>
            <a:lvl6pPr lvl="5"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6pPr>
            <a:lvl7pPr lvl="6"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7pPr>
            <a:lvl8pPr lvl="7"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8pPr>
            <a:lvl9pPr lvl="8" algn="ctr">
              <a:spcBef>
                <a:spcPts val="0"/>
              </a:spcBef>
              <a:spcAft>
                <a:spcPts val="0"/>
              </a:spcAft>
              <a:buClr>
                <a:schemeClr val="lt1"/>
              </a:buClr>
              <a:buSzPts val="3000"/>
              <a:buFont typeface="Raleway Thin"/>
              <a:buNone/>
              <a:defRPr sz="3000">
                <a:solidFill>
                  <a:schemeClr val="lt1"/>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1920000" y="3528565"/>
            <a:ext cx="20544000" cy="10460089"/>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1pPr>
            <a:lvl2pPr marL="914400" lvl="1"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2pPr>
            <a:lvl3pPr marL="1371600" lvl="2"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3pPr>
            <a:lvl4pPr marL="1828800" lvl="3"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4pPr>
            <a:lvl5pPr marL="2286000" lvl="4"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5pPr>
            <a:lvl6pPr marL="2743200" lvl="5"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6pPr>
            <a:lvl7pPr marL="3200400" lvl="6"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7pPr>
            <a:lvl8pPr marL="3657600" lvl="7"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8pPr>
            <a:lvl9pPr marL="4114800" lvl="8" indent="-330200">
              <a:lnSpc>
                <a:spcPct val="100000"/>
              </a:lnSpc>
              <a:spcBef>
                <a:spcPts val="0"/>
              </a:spcBef>
              <a:spcAft>
                <a:spcPts val="0"/>
              </a:spcAft>
              <a:buClr>
                <a:schemeClr val="lt1"/>
              </a:buClr>
              <a:buSzPts val="1600"/>
              <a:buFont typeface="Abel"/>
              <a:buChar char="■"/>
              <a:defRPr sz="1600">
                <a:solidFill>
                  <a:schemeClr val="lt1"/>
                </a:solidFill>
                <a:latin typeface="Abel"/>
                <a:ea typeface="Abel"/>
                <a:cs typeface="Abel"/>
                <a:sym typeface="Abel"/>
              </a:defRPr>
            </a:lvl9pPr>
          </a:lstStyle>
          <a:p>
            <a:endParaRPr/>
          </a:p>
        </p:txBody>
      </p:sp>
    </p:spTree>
    <p:extLst>
      <p:ext uri="{BB962C8B-B14F-4D97-AF65-F5344CB8AC3E}">
        <p14:creationId xmlns:p14="http://schemas.microsoft.com/office/powerpoint/2010/main" val="3426933448"/>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7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ítulo…"/>
          <p:cNvSpPr txBox="1"/>
          <p:nvPr/>
        </p:nvSpPr>
        <p:spPr>
          <a:xfrm>
            <a:off x="2969067" y="5921976"/>
            <a:ext cx="18671733" cy="4058741"/>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b">
            <a:normAutofit/>
          </a:bodyPr>
          <a:lstStyle/>
          <a:p>
            <a:pPr marL="36575" marR="36575" indent="12191" algn="r" defTabSz="905510">
              <a:lnSpc>
                <a:spcPct val="90000"/>
              </a:lnSpc>
              <a:defRPr sz="8160">
                <a:solidFill>
                  <a:srgbClr val="434343"/>
                </a:solidFill>
                <a:latin typeface="Calibri"/>
                <a:ea typeface="Calibri"/>
                <a:cs typeface="Calibri"/>
                <a:sym typeface="Calibri"/>
              </a:defRPr>
            </a:pPr>
            <a:r>
              <a:rPr lang="es-ES" sz="7200" dirty="0">
                <a:solidFill>
                  <a:schemeClr val="tx2">
                    <a:lumMod val="75000"/>
                  </a:schemeClr>
                </a:solidFill>
                <a:latin typeface="Calibri"/>
                <a:cs typeface="Calibri"/>
              </a:rPr>
              <a:t>Comités de Evaluación y </a:t>
            </a:r>
          </a:p>
          <a:p>
            <a:pPr marL="36575" marR="36575" indent="12191" algn="r" defTabSz="905510">
              <a:lnSpc>
                <a:spcPct val="90000"/>
              </a:lnSpc>
              <a:defRPr sz="8160">
                <a:solidFill>
                  <a:srgbClr val="434343"/>
                </a:solidFill>
                <a:latin typeface="Calibri"/>
                <a:ea typeface="Calibri"/>
                <a:cs typeface="Calibri"/>
                <a:sym typeface="Calibri"/>
              </a:defRPr>
            </a:pPr>
            <a:r>
              <a:rPr lang="es-ES" sz="7200" dirty="0">
                <a:solidFill>
                  <a:schemeClr val="tx2">
                    <a:lumMod val="75000"/>
                  </a:schemeClr>
                </a:solidFill>
                <a:latin typeface="Calibri"/>
                <a:cs typeface="Calibri"/>
              </a:rPr>
              <a:t>Seguimiento Etapa Productiva</a:t>
            </a:r>
          </a:p>
          <a:p>
            <a:pPr marL="36575" marR="36575" indent="12191" algn="r" defTabSz="905510">
              <a:lnSpc>
                <a:spcPct val="80000"/>
              </a:lnSpc>
              <a:defRPr sz="8160">
                <a:solidFill>
                  <a:srgbClr val="434343"/>
                </a:solidFill>
                <a:latin typeface="Calibri"/>
                <a:ea typeface="Calibri"/>
                <a:cs typeface="Calibri"/>
                <a:sym typeface="Calibri"/>
              </a:defRPr>
            </a:pPr>
            <a:r>
              <a:rPr lang="es-CO" dirty="0">
                <a:solidFill>
                  <a:schemeClr val="tx2">
                    <a:lumMod val="50000"/>
                  </a:schemeClr>
                </a:solidFill>
              </a:rPr>
              <a:t> </a:t>
            </a:r>
          </a:p>
        </p:txBody>
      </p:sp>
      <p:sp>
        <p:nvSpPr>
          <p:cNvPr id="3" name="Título…">
            <a:extLst>
              <a:ext uri="{FF2B5EF4-FFF2-40B4-BE49-F238E27FC236}">
                <a16:creationId xmlns:a16="http://schemas.microsoft.com/office/drawing/2014/main" id="{C369DF6E-263C-4013-9A13-CCBFF9A24CDA}"/>
              </a:ext>
            </a:extLst>
          </p:cNvPr>
          <p:cNvSpPr txBox="1"/>
          <p:nvPr/>
        </p:nvSpPr>
        <p:spPr>
          <a:xfrm>
            <a:off x="9979467" y="8402320"/>
            <a:ext cx="11661333" cy="1243117"/>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b">
            <a:normAutofit/>
          </a:bodyPr>
          <a:lstStyle/>
          <a:p>
            <a:pPr marL="36575" marR="36575" indent="12191" algn="r" defTabSz="905510">
              <a:lnSpc>
                <a:spcPct val="80000"/>
              </a:lnSpc>
              <a:defRPr sz="8160">
                <a:solidFill>
                  <a:srgbClr val="434343"/>
                </a:solidFill>
                <a:latin typeface="Calibri"/>
                <a:ea typeface="Calibri"/>
                <a:cs typeface="Calibri"/>
                <a:sym typeface="Calibri"/>
              </a:defRPr>
            </a:pPr>
            <a:r>
              <a:rPr lang="es-CO" sz="4800" dirty="0">
                <a:solidFill>
                  <a:srgbClr val="FF5300"/>
                </a:solidFill>
              </a:rPr>
              <a:t>Centro de Servicios Financieros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94" name="Google Shape;2144;p42">
            <a:extLst>
              <a:ext uri="{FF2B5EF4-FFF2-40B4-BE49-F238E27FC236}">
                <a16:creationId xmlns:a16="http://schemas.microsoft.com/office/drawing/2014/main" id="{110AB18E-BF3C-443A-A44D-1D367AAB9122}"/>
              </a:ext>
            </a:extLst>
          </p:cNvPr>
          <p:cNvSpPr/>
          <p:nvPr/>
        </p:nvSpPr>
        <p:spPr>
          <a:xfrm>
            <a:off x="18128033" y="14231369"/>
            <a:ext cx="5877722" cy="875382"/>
          </a:xfrm>
          <a:custGeom>
            <a:avLst/>
            <a:gdLst/>
            <a:ahLst/>
            <a:cxnLst/>
            <a:rect l="l" t="t" r="r" b="b"/>
            <a:pathLst>
              <a:path w="9020" h="905" extrusionOk="0">
                <a:moveTo>
                  <a:pt x="4505" y="0"/>
                </a:moveTo>
                <a:cubicBezTo>
                  <a:pt x="2013" y="0"/>
                  <a:pt x="0" y="204"/>
                  <a:pt x="0" y="457"/>
                </a:cubicBezTo>
                <a:cubicBezTo>
                  <a:pt x="0" y="701"/>
                  <a:pt x="2013" y="905"/>
                  <a:pt x="4505" y="905"/>
                </a:cubicBezTo>
                <a:cubicBezTo>
                  <a:pt x="6995" y="905"/>
                  <a:pt x="9019" y="701"/>
                  <a:pt x="9019" y="457"/>
                </a:cubicBezTo>
                <a:cubicBezTo>
                  <a:pt x="9019" y="204"/>
                  <a:pt x="6995" y="0"/>
                  <a:pt x="4505" y="0"/>
                </a:cubicBezTo>
                <a:close/>
              </a:path>
            </a:pathLst>
          </a:custGeom>
          <a:solidFill>
            <a:schemeClr val="bg2">
              <a:lumMod val="40000"/>
              <a:lumOff val="60000"/>
              <a:alpha val="252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Rectángulo 26">
            <a:extLst>
              <a:ext uri="{FF2B5EF4-FFF2-40B4-BE49-F238E27FC236}">
                <a16:creationId xmlns:a16="http://schemas.microsoft.com/office/drawing/2014/main" id="{74619B19-E749-4DE6-A570-5413A4EC9F05}"/>
              </a:ext>
            </a:extLst>
          </p:cNvPr>
          <p:cNvSpPr/>
          <p:nvPr/>
        </p:nvSpPr>
        <p:spPr>
          <a:xfrm>
            <a:off x="1686728" y="2087357"/>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C6714114-A6CC-4A7F-B218-0012DB368940}"/>
              </a:ext>
            </a:extLst>
          </p:cNvPr>
          <p:cNvSpPr txBox="1"/>
          <p:nvPr/>
        </p:nvSpPr>
        <p:spPr>
          <a:xfrm>
            <a:off x="1460495" y="6413084"/>
            <a:ext cx="14090322" cy="75309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just" defTabSz="943239" rtl="0" eaLnBrk="1" fontAlgn="auto" latinLnBrk="0" hangingPunct="0">
              <a:lnSpc>
                <a:spcPct val="100000"/>
              </a:lnSpc>
              <a:spcBef>
                <a:spcPts val="0"/>
              </a:spcBef>
              <a:spcAft>
                <a:spcPts val="0"/>
              </a:spcAft>
              <a:buClrTx/>
              <a:buSzTx/>
              <a:buFontTx/>
              <a:buNone/>
              <a:tabLst/>
              <a:defRPr/>
            </a:pPr>
            <a:r>
              <a:rPr kumimoji="0" lang="es-ES" sz="6000" b="0" i="0" u="none" strike="noStrike" kern="0" cap="none" spc="0" normalizeH="0" baseline="0" noProof="0" dirty="0">
                <a:ln>
                  <a:noFill/>
                </a:ln>
                <a:solidFill>
                  <a:srgbClr val="000000">
                    <a:lumMod val="65000"/>
                    <a:lumOff val="35000"/>
                  </a:srgbClr>
                </a:solidFill>
                <a:effectLst/>
                <a:uLnTx/>
                <a:uFillTx/>
                <a:latin typeface="Daytona Condensed" panose="020B0604020202020204" pitchFamily="34" charset="0"/>
                <a:cs typeface="Calibri" panose="020F0502020204030204" pitchFamily="34" charset="0"/>
                <a:sym typeface="Helvetica Neue"/>
              </a:rPr>
              <a:t>En cada Centro de Formación Profesional del SENA funcionará un Comité de Evaluación y Seguimiento, como instancia competente para investigar y analizar casos tanto académicos como disciplinarios de los aprendices de todos los tipos y modalidades de formación, y cuyas recomendaciones deben ser entregadas al Subdirector del Centro para su decisión.</a:t>
            </a:r>
          </a:p>
        </p:txBody>
      </p:sp>
      <p:sp>
        <p:nvSpPr>
          <p:cNvPr id="24" name="CuadroTexto 23">
            <a:extLst>
              <a:ext uri="{FF2B5EF4-FFF2-40B4-BE49-F238E27FC236}">
                <a16:creationId xmlns:a16="http://schemas.microsoft.com/office/drawing/2014/main" id="{328242D8-D330-4970-9FD5-C4015F74A230}"/>
              </a:ext>
            </a:extLst>
          </p:cNvPr>
          <p:cNvSpPr txBox="1"/>
          <p:nvPr/>
        </p:nvSpPr>
        <p:spPr>
          <a:xfrm>
            <a:off x="1077128" y="730401"/>
            <a:ext cx="17769839"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Comité de Evaluación y Seguimiento</a:t>
            </a:r>
          </a:p>
        </p:txBody>
      </p:sp>
      <p:grpSp>
        <p:nvGrpSpPr>
          <p:cNvPr id="287" name="Google Shape;2149;p42">
            <a:extLst>
              <a:ext uri="{FF2B5EF4-FFF2-40B4-BE49-F238E27FC236}">
                <a16:creationId xmlns:a16="http://schemas.microsoft.com/office/drawing/2014/main" id="{DC5AE7A9-253E-4E6D-B8DD-5C3C92A3E2C7}"/>
              </a:ext>
            </a:extLst>
          </p:cNvPr>
          <p:cNvGrpSpPr/>
          <p:nvPr/>
        </p:nvGrpSpPr>
        <p:grpSpPr>
          <a:xfrm>
            <a:off x="16461087" y="3281910"/>
            <a:ext cx="6583680" cy="11498856"/>
            <a:chOff x="2900825" y="3172950"/>
            <a:chExt cx="445875" cy="877550"/>
          </a:xfrm>
        </p:grpSpPr>
        <p:sp>
          <p:nvSpPr>
            <p:cNvPr id="288" name="Google Shape;2150;p42">
              <a:extLst>
                <a:ext uri="{FF2B5EF4-FFF2-40B4-BE49-F238E27FC236}">
                  <a16:creationId xmlns:a16="http://schemas.microsoft.com/office/drawing/2014/main" id="{B351E554-4658-4507-B6A7-B3942BB9A00A}"/>
                </a:ext>
              </a:extLst>
            </p:cNvPr>
            <p:cNvSpPr/>
            <p:nvPr/>
          </p:nvSpPr>
          <p:spPr>
            <a:xfrm>
              <a:off x="3171275" y="3393625"/>
              <a:ext cx="95350" cy="57250"/>
            </a:xfrm>
            <a:custGeom>
              <a:avLst/>
              <a:gdLst/>
              <a:ahLst/>
              <a:cxnLst/>
              <a:rect l="l" t="t" r="r" b="b"/>
              <a:pathLst>
                <a:path w="3814" h="2290" extrusionOk="0">
                  <a:moveTo>
                    <a:pt x="1231" y="1"/>
                  </a:moveTo>
                  <a:cubicBezTo>
                    <a:pt x="1231" y="1"/>
                    <a:pt x="1282" y="957"/>
                    <a:pt x="875" y="1354"/>
                  </a:cubicBezTo>
                  <a:cubicBezTo>
                    <a:pt x="601" y="1465"/>
                    <a:pt x="276" y="1567"/>
                    <a:pt x="1" y="1638"/>
                  </a:cubicBezTo>
                  <a:cubicBezTo>
                    <a:pt x="306" y="1892"/>
                    <a:pt x="956" y="2289"/>
                    <a:pt x="1912" y="2289"/>
                  </a:cubicBezTo>
                  <a:cubicBezTo>
                    <a:pt x="2858" y="2289"/>
                    <a:pt x="3509" y="1892"/>
                    <a:pt x="3814" y="1638"/>
                  </a:cubicBezTo>
                  <a:cubicBezTo>
                    <a:pt x="3539" y="1567"/>
                    <a:pt x="3214" y="1465"/>
                    <a:pt x="2940" y="1354"/>
                  </a:cubicBezTo>
                  <a:cubicBezTo>
                    <a:pt x="2533" y="957"/>
                    <a:pt x="2583" y="1"/>
                    <a:pt x="2583"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2151;p42">
              <a:extLst>
                <a:ext uri="{FF2B5EF4-FFF2-40B4-BE49-F238E27FC236}">
                  <a16:creationId xmlns:a16="http://schemas.microsoft.com/office/drawing/2014/main" id="{8C00BB72-BA49-438D-B03F-1CB3DAD63135}"/>
                </a:ext>
              </a:extLst>
            </p:cNvPr>
            <p:cNvSpPr/>
            <p:nvPr/>
          </p:nvSpPr>
          <p:spPr>
            <a:xfrm>
              <a:off x="3200250" y="3405075"/>
              <a:ext cx="36900" cy="7400"/>
            </a:xfrm>
            <a:custGeom>
              <a:avLst/>
              <a:gdLst/>
              <a:ahLst/>
              <a:cxnLst/>
              <a:rect l="l" t="t" r="r" b="b"/>
              <a:pathLst>
                <a:path w="1476" h="296" extrusionOk="0">
                  <a:moveTo>
                    <a:pt x="52" y="1"/>
                  </a:moveTo>
                  <a:cubicBezTo>
                    <a:pt x="41" y="92"/>
                    <a:pt x="32" y="194"/>
                    <a:pt x="1" y="295"/>
                  </a:cubicBezTo>
                  <a:lnTo>
                    <a:pt x="1" y="295"/>
                  </a:lnTo>
                  <a:cubicBezTo>
                    <a:pt x="32" y="194"/>
                    <a:pt x="41" y="92"/>
                    <a:pt x="52" y="1"/>
                  </a:cubicBezTo>
                  <a:lnTo>
                    <a:pt x="52" y="1"/>
                  </a:lnTo>
                  <a:close/>
                  <a:moveTo>
                    <a:pt x="1445" y="1"/>
                  </a:moveTo>
                  <a:lnTo>
                    <a:pt x="1445" y="1"/>
                  </a:lnTo>
                  <a:cubicBezTo>
                    <a:pt x="1455" y="72"/>
                    <a:pt x="1465" y="143"/>
                    <a:pt x="1475" y="225"/>
                  </a:cubicBezTo>
                  <a:lnTo>
                    <a:pt x="1475" y="225"/>
                  </a:lnTo>
                  <a:cubicBezTo>
                    <a:pt x="1465" y="143"/>
                    <a:pt x="1455" y="72"/>
                    <a:pt x="1445" y="1"/>
                  </a:cubicBez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2152;p42">
              <a:extLst>
                <a:ext uri="{FF2B5EF4-FFF2-40B4-BE49-F238E27FC236}">
                  <a16:creationId xmlns:a16="http://schemas.microsoft.com/office/drawing/2014/main" id="{FC2EE9F1-6B87-4194-97DD-D2CB4344DB72}"/>
                </a:ext>
              </a:extLst>
            </p:cNvPr>
            <p:cNvSpPr/>
            <p:nvPr/>
          </p:nvSpPr>
          <p:spPr>
            <a:xfrm>
              <a:off x="3200250" y="3405075"/>
              <a:ext cx="36900" cy="8425"/>
            </a:xfrm>
            <a:custGeom>
              <a:avLst/>
              <a:gdLst/>
              <a:ahLst/>
              <a:cxnLst/>
              <a:rect l="l" t="t" r="r" b="b"/>
              <a:pathLst>
                <a:path w="1476" h="337" extrusionOk="0">
                  <a:moveTo>
                    <a:pt x="52" y="1"/>
                  </a:moveTo>
                  <a:cubicBezTo>
                    <a:pt x="41" y="92"/>
                    <a:pt x="32" y="194"/>
                    <a:pt x="1" y="295"/>
                  </a:cubicBezTo>
                  <a:cubicBezTo>
                    <a:pt x="224" y="326"/>
                    <a:pt x="418" y="336"/>
                    <a:pt x="590" y="336"/>
                  </a:cubicBezTo>
                  <a:cubicBezTo>
                    <a:pt x="987" y="336"/>
                    <a:pt x="1282" y="275"/>
                    <a:pt x="1475" y="225"/>
                  </a:cubicBezTo>
                  <a:cubicBezTo>
                    <a:pt x="1465" y="143"/>
                    <a:pt x="1455" y="72"/>
                    <a:pt x="1445" y="1"/>
                  </a:cubicBezTo>
                  <a:cubicBezTo>
                    <a:pt x="1221" y="31"/>
                    <a:pt x="997" y="51"/>
                    <a:pt x="753" y="51"/>
                  </a:cubicBezTo>
                  <a:cubicBezTo>
                    <a:pt x="499" y="51"/>
                    <a:pt x="276" y="31"/>
                    <a:pt x="52" y="1"/>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2153;p42">
              <a:extLst>
                <a:ext uri="{FF2B5EF4-FFF2-40B4-BE49-F238E27FC236}">
                  <a16:creationId xmlns:a16="http://schemas.microsoft.com/office/drawing/2014/main" id="{4B32E984-C56C-4A29-BFF1-A1E57090B6E5}"/>
                </a:ext>
              </a:extLst>
            </p:cNvPr>
            <p:cNvSpPr/>
            <p:nvPr/>
          </p:nvSpPr>
          <p:spPr>
            <a:xfrm>
              <a:off x="3241425" y="3423125"/>
              <a:ext cx="2075" cy="2825"/>
            </a:xfrm>
            <a:custGeom>
              <a:avLst/>
              <a:gdLst/>
              <a:ahLst/>
              <a:cxnLst/>
              <a:rect l="l" t="t" r="r" b="b"/>
              <a:pathLst>
                <a:path w="83" h="113" extrusionOk="0">
                  <a:moveTo>
                    <a:pt x="1" y="0"/>
                  </a:moveTo>
                  <a:lnTo>
                    <a:pt x="1" y="0"/>
                  </a:lnTo>
                  <a:cubicBezTo>
                    <a:pt x="21" y="41"/>
                    <a:pt x="52" y="72"/>
                    <a:pt x="82" y="113"/>
                  </a:cubicBezTo>
                  <a:lnTo>
                    <a:pt x="82" y="113"/>
                  </a:lnTo>
                  <a:cubicBezTo>
                    <a:pt x="52" y="72"/>
                    <a:pt x="21" y="41"/>
                    <a:pt x="1" y="0"/>
                  </a:cubicBez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 name="Google Shape;2154;p42">
              <a:extLst>
                <a:ext uri="{FF2B5EF4-FFF2-40B4-BE49-F238E27FC236}">
                  <a16:creationId xmlns:a16="http://schemas.microsoft.com/office/drawing/2014/main" id="{26C5E155-537F-4F46-AA57-BFE3BBB1EC8F}"/>
                </a:ext>
              </a:extLst>
            </p:cNvPr>
            <p:cNvSpPr/>
            <p:nvPr/>
          </p:nvSpPr>
          <p:spPr>
            <a:xfrm>
              <a:off x="3223400" y="3423125"/>
              <a:ext cx="20100" cy="27750"/>
            </a:xfrm>
            <a:custGeom>
              <a:avLst/>
              <a:gdLst/>
              <a:ahLst/>
              <a:cxnLst/>
              <a:rect l="l" t="t" r="r" b="b"/>
              <a:pathLst>
                <a:path w="804" h="1110" extrusionOk="0">
                  <a:moveTo>
                    <a:pt x="722" y="0"/>
                  </a:moveTo>
                  <a:cubicBezTo>
                    <a:pt x="641" y="82"/>
                    <a:pt x="559" y="153"/>
                    <a:pt x="468" y="214"/>
                  </a:cubicBezTo>
                  <a:cubicBezTo>
                    <a:pt x="214" y="387"/>
                    <a:pt x="41" y="753"/>
                    <a:pt x="0" y="1109"/>
                  </a:cubicBezTo>
                  <a:cubicBezTo>
                    <a:pt x="82" y="1099"/>
                    <a:pt x="163" y="1099"/>
                    <a:pt x="244" y="1089"/>
                  </a:cubicBezTo>
                  <a:cubicBezTo>
                    <a:pt x="275" y="936"/>
                    <a:pt x="336" y="794"/>
                    <a:pt x="427" y="651"/>
                  </a:cubicBezTo>
                  <a:cubicBezTo>
                    <a:pt x="570" y="448"/>
                    <a:pt x="692" y="275"/>
                    <a:pt x="803" y="113"/>
                  </a:cubicBezTo>
                  <a:cubicBezTo>
                    <a:pt x="773" y="72"/>
                    <a:pt x="742" y="41"/>
                    <a:pt x="722" y="0"/>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 name="Google Shape;2155;p42">
              <a:extLst>
                <a:ext uri="{FF2B5EF4-FFF2-40B4-BE49-F238E27FC236}">
                  <a16:creationId xmlns:a16="http://schemas.microsoft.com/office/drawing/2014/main" id="{30762851-5C3E-49CD-98B3-693A14B4F789}"/>
                </a:ext>
              </a:extLst>
            </p:cNvPr>
            <p:cNvSpPr/>
            <p:nvPr/>
          </p:nvSpPr>
          <p:spPr>
            <a:xfrm>
              <a:off x="3130100" y="3627250"/>
              <a:ext cx="82650" cy="420200"/>
            </a:xfrm>
            <a:custGeom>
              <a:avLst/>
              <a:gdLst/>
              <a:ahLst/>
              <a:cxnLst/>
              <a:rect l="l" t="t" r="r" b="b"/>
              <a:pathLst>
                <a:path w="3306" h="16808" extrusionOk="0">
                  <a:moveTo>
                    <a:pt x="631" y="0"/>
                  </a:moveTo>
                  <a:cubicBezTo>
                    <a:pt x="1" y="3417"/>
                    <a:pt x="1902" y="16086"/>
                    <a:pt x="1902" y="16086"/>
                  </a:cubicBezTo>
                  <a:cubicBezTo>
                    <a:pt x="1607" y="16126"/>
                    <a:pt x="1363" y="16187"/>
                    <a:pt x="1139" y="16248"/>
                  </a:cubicBezTo>
                  <a:cubicBezTo>
                    <a:pt x="1252" y="16391"/>
                    <a:pt x="1394" y="16583"/>
                    <a:pt x="1485" y="16807"/>
                  </a:cubicBezTo>
                  <a:cubicBezTo>
                    <a:pt x="1485" y="16807"/>
                    <a:pt x="2217" y="16583"/>
                    <a:pt x="2939" y="16492"/>
                  </a:cubicBezTo>
                  <a:lnTo>
                    <a:pt x="2939" y="16086"/>
                  </a:lnTo>
                  <a:lnTo>
                    <a:pt x="3305" y="1454"/>
                  </a:lnTo>
                  <a:lnTo>
                    <a:pt x="3305" y="0"/>
                  </a:ln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2156;p42">
              <a:extLst>
                <a:ext uri="{FF2B5EF4-FFF2-40B4-BE49-F238E27FC236}">
                  <a16:creationId xmlns:a16="http://schemas.microsoft.com/office/drawing/2014/main" id="{D19C4909-F7D0-4210-B355-634B21E23898}"/>
                </a:ext>
              </a:extLst>
            </p:cNvPr>
            <p:cNvSpPr/>
            <p:nvPr/>
          </p:nvSpPr>
          <p:spPr>
            <a:xfrm>
              <a:off x="3225425" y="3627250"/>
              <a:ext cx="82400" cy="420200"/>
            </a:xfrm>
            <a:custGeom>
              <a:avLst/>
              <a:gdLst/>
              <a:ahLst/>
              <a:cxnLst/>
              <a:rect l="l" t="t" r="r" b="b"/>
              <a:pathLst>
                <a:path w="3296" h="16808" extrusionOk="0">
                  <a:moveTo>
                    <a:pt x="1" y="0"/>
                  </a:moveTo>
                  <a:lnTo>
                    <a:pt x="1" y="1454"/>
                  </a:lnTo>
                  <a:lnTo>
                    <a:pt x="356" y="16086"/>
                  </a:lnTo>
                  <a:lnTo>
                    <a:pt x="356" y="16492"/>
                  </a:lnTo>
                  <a:cubicBezTo>
                    <a:pt x="1079" y="16583"/>
                    <a:pt x="1811" y="16807"/>
                    <a:pt x="1811" y="16807"/>
                  </a:cubicBezTo>
                  <a:cubicBezTo>
                    <a:pt x="1902" y="16583"/>
                    <a:pt x="2044" y="16391"/>
                    <a:pt x="2156" y="16248"/>
                  </a:cubicBezTo>
                  <a:cubicBezTo>
                    <a:pt x="1933" y="16187"/>
                    <a:pt x="1689" y="16126"/>
                    <a:pt x="1393" y="16086"/>
                  </a:cubicBezTo>
                  <a:cubicBezTo>
                    <a:pt x="1393" y="16086"/>
                    <a:pt x="3295" y="3417"/>
                    <a:pt x="2665" y="0"/>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2157;p42">
              <a:extLst>
                <a:ext uri="{FF2B5EF4-FFF2-40B4-BE49-F238E27FC236}">
                  <a16:creationId xmlns:a16="http://schemas.microsoft.com/office/drawing/2014/main" id="{FCE1D874-F2AA-4287-8468-0349D27D26F7}"/>
                </a:ext>
              </a:extLst>
            </p:cNvPr>
            <p:cNvSpPr/>
            <p:nvPr/>
          </p:nvSpPr>
          <p:spPr>
            <a:xfrm>
              <a:off x="3147650" y="3776200"/>
              <a:ext cx="62050" cy="24175"/>
            </a:xfrm>
            <a:custGeom>
              <a:avLst/>
              <a:gdLst/>
              <a:ahLst/>
              <a:cxnLst/>
              <a:rect l="l" t="t" r="r" b="b"/>
              <a:pathLst>
                <a:path w="2482" h="967" extrusionOk="0">
                  <a:moveTo>
                    <a:pt x="0" y="1"/>
                  </a:moveTo>
                  <a:cubicBezTo>
                    <a:pt x="21" y="254"/>
                    <a:pt x="41" y="519"/>
                    <a:pt x="61" y="773"/>
                  </a:cubicBezTo>
                  <a:cubicBezTo>
                    <a:pt x="844" y="855"/>
                    <a:pt x="1688" y="936"/>
                    <a:pt x="2461" y="966"/>
                  </a:cubicBezTo>
                  <a:lnTo>
                    <a:pt x="2481" y="428"/>
                  </a:lnTo>
                  <a:cubicBezTo>
                    <a:pt x="1770" y="397"/>
                    <a:pt x="1038" y="254"/>
                    <a:pt x="0" y="1"/>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2158;p42">
              <a:extLst>
                <a:ext uri="{FF2B5EF4-FFF2-40B4-BE49-F238E27FC236}">
                  <a16:creationId xmlns:a16="http://schemas.microsoft.com/office/drawing/2014/main" id="{3A07A873-F1BA-4E77-9E7B-72E732848415}"/>
                </a:ext>
              </a:extLst>
            </p:cNvPr>
            <p:cNvSpPr/>
            <p:nvPr/>
          </p:nvSpPr>
          <p:spPr>
            <a:xfrm>
              <a:off x="3228225" y="3775200"/>
              <a:ext cx="62300" cy="25175"/>
            </a:xfrm>
            <a:custGeom>
              <a:avLst/>
              <a:gdLst/>
              <a:ahLst/>
              <a:cxnLst/>
              <a:rect l="l" t="t" r="r" b="b"/>
              <a:pathLst>
                <a:path w="2492" h="1007" extrusionOk="0">
                  <a:moveTo>
                    <a:pt x="2492" y="0"/>
                  </a:moveTo>
                  <a:lnTo>
                    <a:pt x="2492" y="0"/>
                  </a:lnTo>
                  <a:cubicBezTo>
                    <a:pt x="1444" y="264"/>
                    <a:pt x="692" y="416"/>
                    <a:pt x="0" y="457"/>
                  </a:cubicBezTo>
                  <a:lnTo>
                    <a:pt x="21" y="1006"/>
                  </a:lnTo>
                  <a:cubicBezTo>
                    <a:pt x="987" y="956"/>
                    <a:pt x="1790" y="651"/>
                    <a:pt x="2461" y="315"/>
                  </a:cubicBezTo>
                  <a:cubicBezTo>
                    <a:pt x="2471" y="213"/>
                    <a:pt x="2481" y="102"/>
                    <a:pt x="2492" y="0"/>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Google Shape;2159;p42">
              <a:extLst>
                <a:ext uri="{FF2B5EF4-FFF2-40B4-BE49-F238E27FC236}">
                  <a16:creationId xmlns:a16="http://schemas.microsoft.com/office/drawing/2014/main" id="{606F666C-78B5-4FDD-9275-964A9E35C300}"/>
                </a:ext>
              </a:extLst>
            </p:cNvPr>
            <p:cNvSpPr/>
            <p:nvPr/>
          </p:nvSpPr>
          <p:spPr>
            <a:xfrm>
              <a:off x="3133150" y="4033450"/>
              <a:ext cx="70450" cy="17050"/>
            </a:xfrm>
            <a:custGeom>
              <a:avLst/>
              <a:gdLst/>
              <a:ahLst/>
              <a:cxnLst/>
              <a:rect l="l" t="t" r="r" b="b"/>
              <a:pathLst>
                <a:path w="2818" h="682" extrusionOk="0">
                  <a:moveTo>
                    <a:pt x="1017" y="0"/>
                  </a:moveTo>
                  <a:cubicBezTo>
                    <a:pt x="601" y="112"/>
                    <a:pt x="306" y="244"/>
                    <a:pt x="133" y="376"/>
                  </a:cubicBezTo>
                  <a:cubicBezTo>
                    <a:pt x="1" y="478"/>
                    <a:pt x="72" y="681"/>
                    <a:pt x="235" y="681"/>
                  </a:cubicBezTo>
                  <a:lnTo>
                    <a:pt x="2644" y="681"/>
                  </a:lnTo>
                  <a:cubicBezTo>
                    <a:pt x="2736" y="681"/>
                    <a:pt x="2817" y="600"/>
                    <a:pt x="2817" y="509"/>
                  </a:cubicBezTo>
                  <a:lnTo>
                    <a:pt x="2817" y="244"/>
                  </a:lnTo>
                  <a:cubicBezTo>
                    <a:pt x="2095" y="335"/>
                    <a:pt x="1363" y="559"/>
                    <a:pt x="1363" y="559"/>
                  </a:cubicBezTo>
                  <a:cubicBezTo>
                    <a:pt x="1272" y="335"/>
                    <a:pt x="1130" y="143"/>
                    <a:pt x="1017" y="0"/>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 name="Google Shape;2160;p42">
              <a:extLst>
                <a:ext uri="{FF2B5EF4-FFF2-40B4-BE49-F238E27FC236}">
                  <a16:creationId xmlns:a16="http://schemas.microsoft.com/office/drawing/2014/main" id="{1FCA3A6D-AA41-49B2-8F84-F31771991A8B}"/>
                </a:ext>
              </a:extLst>
            </p:cNvPr>
            <p:cNvSpPr/>
            <p:nvPr/>
          </p:nvSpPr>
          <p:spPr>
            <a:xfrm>
              <a:off x="3234325" y="4033450"/>
              <a:ext cx="70450" cy="17050"/>
            </a:xfrm>
            <a:custGeom>
              <a:avLst/>
              <a:gdLst/>
              <a:ahLst/>
              <a:cxnLst/>
              <a:rect l="l" t="t" r="r" b="b"/>
              <a:pathLst>
                <a:path w="2818" h="682" extrusionOk="0">
                  <a:moveTo>
                    <a:pt x="1800" y="0"/>
                  </a:moveTo>
                  <a:cubicBezTo>
                    <a:pt x="1688" y="143"/>
                    <a:pt x="1546" y="335"/>
                    <a:pt x="1455" y="559"/>
                  </a:cubicBezTo>
                  <a:cubicBezTo>
                    <a:pt x="1455" y="559"/>
                    <a:pt x="723" y="335"/>
                    <a:pt x="0" y="244"/>
                  </a:cubicBezTo>
                  <a:lnTo>
                    <a:pt x="0" y="509"/>
                  </a:lnTo>
                  <a:cubicBezTo>
                    <a:pt x="0" y="600"/>
                    <a:pt x="82" y="681"/>
                    <a:pt x="173" y="681"/>
                  </a:cubicBezTo>
                  <a:lnTo>
                    <a:pt x="2583" y="681"/>
                  </a:lnTo>
                  <a:cubicBezTo>
                    <a:pt x="2745" y="681"/>
                    <a:pt x="2817" y="478"/>
                    <a:pt x="2684" y="376"/>
                  </a:cubicBezTo>
                  <a:cubicBezTo>
                    <a:pt x="2512" y="244"/>
                    <a:pt x="2217" y="112"/>
                    <a:pt x="1800" y="0"/>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 name="Google Shape;2161;p42">
              <a:extLst>
                <a:ext uri="{FF2B5EF4-FFF2-40B4-BE49-F238E27FC236}">
                  <a16:creationId xmlns:a16="http://schemas.microsoft.com/office/drawing/2014/main" id="{15C2C8CE-B87F-4C41-B7CB-3AA34477E2B1}"/>
                </a:ext>
              </a:extLst>
            </p:cNvPr>
            <p:cNvSpPr/>
            <p:nvPr/>
          </p:nvSpPr>
          <p:spPr>
            <a:xfrm>
              <a:off x="3095800" y="3436850"/>
              <a:ext cx="74250" cy="131175"/>
            </a:xfrm>
            <a:custGeom>
              <a:avLst/>
              <a:gdLst/>
              <a:ahLst/>
              <a:cxnLst/>
              <a:rect l="l" t="t" r="r" b="b"/>
              <a:pathLst>
                <a:path w="2970" h="5247" extrusionOk="0">
                  <a:moveTo>
                    <a:pt x="2633" y="0"/>
                  </a:moveTo>
                  <a:cubicBezTo>
                    <a:pt x="2166" y="133"/>
                    <a:pt x="1566" y="631"/>
                    <a:pt x="1067" y="2207"/>
                  </a:cubicBezTo>
                  <a:cubicBezTo>
                    <a:pt x="864" y="2827"/>
                    <a:pt x="651" y="3326"/>
                    <a:pt x="651" y="3326"/>
                  </a:cubicBezTo>
                  <a:cubicBezTo>
                    <a:pt x="651" y="3326"/>
                    <a:pt x="356" y="3387"/>
                    <a:pt x="0" y="3468"/>
                  </a:cubicBezTo>
                  <a:cubicBezTo>
                    <a:pt x="254" y="3783"/>
                    <a:pt x="478" y="4312"/>
                    <a:pt x="478" y="5247"/>
                  </a:cubicBezTo>
                  <a:cubicBezTo>
                    <a:pt x="1708" y="5247"/>
                    <a:pt x="2278" y="4617"/>
                    <a:pt x="2502" y="3946"/>
                  </a:cubicBezTo>
                  <a:cubicBezTo>
                    <a:pt x="2725" y="3285"/>
                    <a:pt x="2969" y="2370"/>
                    <a:pt x="2969" y="2370"/>
                  </a:cubicBezTo>
                  <a:lnTo>
                    <a:pt x="2969" y="0"/>
                  </a:ln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2162;p42">
              <a:extLst>
                <a:ext uri="{FF2B5EF4-FFF2-40B4-BE49-F238E27FC236}">
                  <a16:creationId xmlns:a16="http://schemas.microsoft.com/office/drawing/2014/main" id="{3E0567E3-6336-40CB-969E-D7EED9087856}"/>
                </a:ext>
              </a:extLst>
            </p:cNvPr>
            <p:cNvSpPr/>
            <p:nvPr/>
          </p:nvSpPr>
          <p:spPr>
            <a:xfrm>
              <a:off x="3102650" y="3535750"/>
              <a:ext cx="16300" cy="11450"/>
            </a:xfrm>
            <a:custGeom>
              <a:avLst/>
              <a:gdLst/>
              <a:ahLst/>
              <a:cxnLst/>
              <a:rect l="l" t="t" r="r" b="b"/>
              <a:pathLst>
                <a:path w="652" h="458" extrusionOk="0">
                  <a:moveTo>
                    <a:pt x="0" y="0"/>
                  </a:moveTo>
                  <a:cubicBezTo>
                    <a:pt x="52" y="132"/>
                    <a:pt x="102" y="285"/>
                    <a:pt x="133" y="457"/>
                  </a:cubicBezTo>
                  <a:lnTo>
                    <a:pt x="479" y="457"/>
                  </a:lnTo>
                  <a:cubicBezTo>
                    <a:pt x="570" y="457"/>
                    <a:pt x="651" y="376"/>
                    <a:pt x="651" y="285"/>
                  </a:cubicBezTo>
                  <a:lnTo>
                    <a:pt x="651" y="173"/>
                  </a:lnTo>
                  <a:cubicBezTo>
                    <a:pt x="631" y="173"/>
                    <a:pt x="610" y="152"/>
                    <a:pt x="590" y="142"/>
                  </a:cubicBezTo>
                  <a:cubicBezTo>
                    <a:pt x="529" y="102"/>
                    <a:pt x="488" y="51"/>
                    <a:pt x="458" y="0"/>
                  </a:cubicBezTo>
                  <a:close/>
                </a:path>
              </a:pathLst>
            </a:custGeom>
            <a:solidFill>
              <a:srgbClr val="8DAC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 name="Google Shape;2163;p42">
              <a:extLst>
                <a:ext uri="{FF2B5EF4-FFF2-40B4-BE49-F238E27FC236}">
                  <a16:creationId xmlns:a16="http://schemas.microsoft.com/office/drawing/2014/main" id="{70785CA6-DE80-44B3-8CBF-AAC6962D1124}"/>
                </a:ext>
              </a:extLst>
            </p:cNvPr>
            <p:cNvSpPr/>
            <p:nvPr/>
          </p:nvSpPr>
          <p:spPr>
            <a:xfrm>
              <a:off x="3153475" y="3461525"/>
              <a:ext cx="8175" cy="29250"/>
            </a:xfrm>
            <a:custGeom>
              <a:avLst/>
              <a:gdLst/>
              <a:ahLst/>
              <a:cxnLst/>
              <a:rect l="l" t="t" r="r" b="b"/>
              <a:pathLst>
                <a:path w="327" h="1170" extrusionOk="0">
                  <a:moveTo>
                    <a:pt x="326" y="0"/>
                  </a:moveTo>
                  <a:cubicBezTo>
                    <a:pt x="326" y="0"/>
                    <a:pt x="113" y="529"/>
                    <a:pt x="1" y="1088"/>
                  </a:cubicBezTo>
                  <a:cubicBezTo>
                    <a:pt x="52" y="1108"/>
                    <a:pt x="103" y="1139"/>
                    <a:pt x="164" y="1169"/>
                  </a:cubicBezTo>
                  <a:cubicBezTo>
                    <a:pt x="235" y="539"/>
                    <a:pt x="326" y="0"/>
                    <a:pt x="326" y="0"/>
                  </a:cubicBezTo>
                  <a:close/>
                </a:path>
              </a:pathLst>
            </a:custGeom>
            <a:solidFill>
              <a:srgbClr val="8DAC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2164;p42">
              <a:extLst>
                <a:ext uri="{FF2B5EF4-FFF2-40B4-BE49-F238E27FC236}">
                  <a16:creationId xmlns:a16="http://schemas.microsoft.com/office/drawing/2014/main" id="{E35910A8-493A-4274-BE20-1529460DD3E4}"/>
                </a:ext>
              </a:extLst>
            </p:cNvPr>
            <p:cNvSpPr/>
            <p:nvPr/>
          </p:nvSpPr>
          <p:spPr>
            <a:xfrm>
              <a:off x="3111300" y="3519975"/>
              <a:ext cx="25" cy="25"/>
            </a:xfrm>
            <a:custGeom>
              <a:avLst/>
              <a:gdLst/>
              <a:ahLst/>
              <a:cxnLst/>
              <a:rect l="l" t="t" r="r" b="b"/>
              <a:pathLst>
                <a:path w="1" h="1" extrusionOk="0">
                  <a:moveTo>
                    <a:pt x="0" y="1"/>
                  </a:moveTo>
                  <a:lnTo>
                    <a:pt x="0" y="1"/>
                  </a:lnTo>
                  <a:lnTo>
                    <a:pt x="0" y="1"/>
                  </a:lnTo>
                  <a:close/>
                </a:path>
              </a:pathLst>
            </a:custGeom>
            <a:solidFill>
              <a:srgbClr val="D4E1F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Google Shape;2165;p42">
              <a:extLst>
                <a:ext uri="{FF2B5EF4-FFF2-40B4-BE49-F238E27FC236}">
                  <a16:creationId xmlns:a16="http://schemas.microsoft.com/office/drawing/2014/main" id="{76CB475F-1E9E-4CCC-905D-B4F3181FBF39}"/>
                </a:ext>
              </a:extLst>
            </p:cNvPr>
            <p:cNvSpPr/>
            <p:nvPr/>
          </p:nvSpPr>
          <p:spPr>
            <a:xfrm>
              <a:off x="3111300" y="3477000"/>
              <a:ext cx="46275" cy="65375"/>
            </a:xfrm>
            <a:custGeom>
              <a:avLst/>
              <a:gdLst/>
              <a:ahLst/>
              <a:cxnLst/>
              <a:rect l="l" t="t" r="r" b="b"/>
              <a:pathLst>
                <a:path w="1851" h="2615" extrusionOk="0">
                  <a:moveTo>
                    <a:pt x="661" y="1"/>
                  </a:moveTo>
                  <a:cubicBezTo>
                    <a:pt x="641" y="52"/>
                    <a:pt x="621" y="113"/>
                    <a:pt x="590" y="174"/>
                  </a:cubicBezTo>
                  <a:cubicBezTo>
                    <a:pt x="610" y="174"/>
                    <a:pt x="621" y="184"/>
                    <a:pt x="630" y="184"/>
                  </a:cubicBezTo>
                  <a:cubicBezTo>
                    <a:pt x="804" y="225"/>
                    <a:pt x="956" y="296"/>
                    <a:pt x="1098" y="398"/>
                  </a:cubicBezTo>
                  <a:cubicBezTo>
                    <a:pt x="1281" y="509"/>
                    <a:pt x="1475" y="622"/>
                    <a:pt x="1637" y="703"/>
                  </a:cubicBezTo>
                  <a:cubicBezTo>
                    <a:pt x="1658" y="622"/>
                    <a:pt x="1668" y="540"/>
                    <a:pt x="1688" y="469"/>
                  </a:cubicBezTo>
                  <a:cubicBezTo>
                    <a:pt x="1302" y="265"/>
                    <a:pt x="1048" y="123"/>
                    <a:pt x="661" y="1"/>
                  </a:cubicBezTo>
                  <a:close/>
                  <a:moveTo>
                    <a:pt x="112" y="1506"/>
                  </a:moveTo>
                  <a:cubicBezTo>
                    <a:pt x="61" y="1638"/>
                    <a:pt x="31" y="1720"/>
                    <a:pt x="31" y="1720"/>
                  </a:cubicBezTo>
                  <a:lnTo>
                    <a:pt x="0" y="1720"/>
                  </a:lnTo>
                  <a:cubicBezTo>
                    <a:pt x="20" y="1781"/>
                    <a:pt x="41" y="1831"/>
                    <a:pt x="81" y="1862"/>
                  </a:cubicBezTo>
                  <a:cubicBezTo>
                    <a:pt x="81" y="1862"/>
                    <a:pt x="0" y="2136"/>
                    <a:pt x="112" y="2350"/>
                  </a:cubicBezTo>
                  <a:lnTo>
                    <a:pt x="305" y="2350"/>
                  </a:lnTo>
                  <a:lnTo>
                    <a:pt x="305" y="2523"/>
                  </a:lnTo>
                  <a:cubicBezTo>
                    <a:pt x="377" y="2563"/>
                    <a:pt x="458" y="2574"/>
                    <a:pt x="529" y="2574"/>
                  </a:cubicBezTo>
                  <a:cubicBezTo>
                    <a:pt x="773" y="2574"/>
                    <a:pt x="1007" y="2462"/>
                    <a:pt x="1007" y="2462"/>
                  </a:cubicBezTo>
                  <a:cubicBezTo>
                    <a:pt x="1007" y="2462"/>
                    <a:pt x="1261" y="2614"/>
                    <a:pt x="1637" y="2614"/>
                  </a:cubicBezTo>
                  <a:lnTo>
                    <a:pt x="1769" y="2614"/>
                  </a:lnTo>
                  <a:cubicBezTo>
                    <a:pt x="1800" y="2553"/>
                    <a:pt x="1830" y="2492"/>
                    <a:pt x="1851" y="2431"/>
                  </a:cubicBezTo>
                  <a:lnTo>
                    <a:pt x="1851" y="2431"/>
                  </a:lnTo>
                  <a:cubicBezTo>
                    <a:pt x="1769" y="2441"/>
                    <a:pt x="1678" y="2452"/>
                    <a:pt x="1597" y="2452"/>
                  </a:cubicBezTo>
                  <a:cubicBezTo>
                    <a:pt x="1241" y="2452"/>
                    <a:pt x="946" y="2340"/>
                    <a:pt x="946" y="2340"/>
                  </a:cubicBezTo>
                  <a:cubicBezTo>
                    <a:pt x="946" y="2350"/>
                    <a:pt x="844" y="2482"/>
                    <a:pt x="651" y="2482"/>
                  </a:cubicBezTo>
                  <a:cubicBezTo>
                    <a:pt x="580" y="2482"/>
                    <a:pt x="488" y="2462"/>
                    <a:pt x="386" y="2401"/>
                  </a:cubicBezTo>
                  <a:cubicBezTo>
                    <a:pt x="41" y="2167"/>
                    <a:pt x="244" y="1842"/>
                    <a:pt x="244" y="1831"/>
                  </a:cubicBezTo>
                  <a:cubicBezTo>
                    <a:pt x="234" y="1831"/>
                    <a:pt x="234" y="1821"/>
                    <a:pt x="234" y="1821"/>
                  </a:cubicBezTo>
                  <a:cubicBezTo>
                    <a:pt x="153" y="1709"/>
                    <a:pt x="122" y="1598"/>
                    <a:pt x="112" y="1506"/>
                  </a:cubicBezTo>
                  <a:close/>
                </a:path>
              </a:pathLst>
            </a:custGeom>
            <a:solidFill>
              <a:srgbClr val="8DAC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 name="Google Shape;2166;p42">
              <a:extLst>
                <a:ext uri="{FF2B5EF4-FFF2-40B4-BE49-F238E27FC236}">
                  <a16:creationId xmlns:a16="http://schemas.microsoft.com/office/drawing/2014/main" id="{30D5B6A6-2DD7-467F-B163-400B9D3FA214}"/>
                </a:ext>
              </a:extLst>
            </p:cNvPr>
            <p:cNvSpPr/>
            <p:nvPr/>
          </p:nvSpPr>
          <p:spPr>
            <a:xfrm>
              <a:off x="3114100" y="3535750"/>
              <a:ext cx="4850" cy="4325"/>
            </a:xfrm>
            <a:custGeom>
              <a:avLst/>
              <a:gdLst/>
              <a:ahLst/>
              <a:cxnLst/>
              <a:rect l="l" t="t" r="r" b="b"/>
              <a:pathLst>
                <a:path w="194" h="173" extrusionOk="0">
                  <a:moveTo>
                    <a:pt x="0" y="0"/>
                  </a:moveTo>
                  <a:cubicBezTo>
                    <a:pt x="30" y="51"/>
                    <a:pt x="71" y="102"/>
                    <a:pt x="132" y="142"/>
                  </a:cubicBezTo>
                  <a:cubicBezTo>
                    <a:pt x="152" y="152"/>
                    <a:pt x="173" y="173"/>
                    <a:pt x="193" y="173"/>
                  </a:cubicBezTo>
                  <a:lnTo>
                    <a:pt x="193" y="0"/>
                  </a:lnTo>
                  <a:close/>
                </a:path>
              </a:pathLst>
            </a:custGeom>
            <a:solidFill>
              <a:srgbClr val="7598F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 name="Google Shape;2167;p42">
              <a:extLst>
                <a:ext uri="{FF2B5EF4-FFF2-40B4-BE49-F238E27FC236}">
                  <a16:creationId xmlns:a16="http://schemas.microsoft.com/office/drawing/2014/main" id="{999EEB47-666C-4DA8-BC6D-041D82578FF5}"/>
                </a:ext>
              </a:extLst>
            </p:cNvPr>
            <p:cNvSpPr/>
            <p:nvPr/>
          </p:nvSpPr>
          <p:spPr>
            <a:xfrm>
              <a:off x="3152225" y="3488700"/>
              <a:ext cx="5350" cy="8425"/>
            </a:xfrm>
            <a:custGeom>
              <a:avLst/>
              <a:gdLst/>
              <a:ahLst/>
              <a:cxnLst/>
              <a:rect l="l" t="t" r="r" b="b"/>
              <a:pathLst>
                <a:path w="214" h="337" extrusionOk="0">
                  <a:moveTo>
                    <a:pt x="51" y="1"/>
                  </a:moveTo>
                  <a:cubicBezTo>
                    <a:pt x="31" y="72"/>
                    <a:pt x="21" y="154"/>
                    <a:pt x="0" y="235"/>
                  </a:cubicBezTo>
                  <a:cubicBezTo>
                    <a:pt x="71" y="276"/>
                    <a:pt x="132" y="306"/>
                    <a:pt x="193" y="337"/>
                  </a:cubicBezTo>
                  <a:cubicBezTo>
                    <a:pt x="193" y="276"/>
                    <a:pt x="204" y="215"/>
                    <a:pt x="204" y="163"/>
                  </a:cubicBezTo>
                  <a:lnTo>
                    <a:pt x="204" y="123"/>
                  </a:lnTo>
                  <a:cubicBezTo>
                    <a:pt x="214" y="113"/>
                    <a:pt x="214" y="93"/>
                    <a:pt x="214" y="82"/>
                  </a:cubicBezTo>
                  <a:cubicBezTo>
                    <a:pt x="153" y="52"/>
                    <a:pt x="102" y="21"/>
                    <a:pt x="51" y="1"/>
                  </a:cubicBezTo>
                  <a:close/>
                </a:path>
              </a:pathLst>
            </a:custGeom>
            <a:solidFill>
              <a:srgbClr val="7598F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Google Shape;2168;p42">
              <a:extLst>
                <a:ext uri="{FF2B5EF4-FFF2-40B4-BE49-F238E27FC236}">
                  <a16:creationId xmlns:a16="http://schemas.microsoft.com/office/drawing/2014/main" id="{ADF3F68D-CBA4-4E9B-AD11-B5C524F519CA}"/>
                </a:ext>
              </a:extLst>
            </p:cNvPr>
            <p:cNvSpPr/>
            <p:nvPr/>
          </p:nvSpPr>
          <p:spPr>
            <a:xfrm>
              <a:off x="2988525" y="3523550"/>
              <a:ext cx="119225" cy="44475"/>
            </a:xfrm>
            <a:custGeom>
              <a:avLst/>
              <a:gdLst/>
              <a:ahLst/>
              <a:cxnLst/>
              <a:rect l="l" t="t" r="r" b="b"/>
              <a:pathLst>
                <a:path w="4769" h="1779" extrusionOk="0">
                  <a:moveTo>
                    <a:pt x="4291" y="0"/>
                  </a:moveTo>
                  <a:cubicBezTo>
                    <a:pt x="3707" y="139"/>
                    <a:pt x="2932" y="305"/>
                    <a:pt x="2796" y="305"/>
                  </a:cubicBezTo>
                  <a:cubicBezTo>
                    <a:pt x="2793" y="305"/>
                    <a:pt x="2789" y="305"/>
                    <a:pt x="2786" y="305"/>
                  </a:cubicBezTo>
                  <a:cubicBezTo>
                    <a:pt x="2786" y="305"/>
                    <a:pt x="2349" y="102"/>
                    <a:pt x="2009" y="102"/>
                  </a:cubicBezTo>
                  <a:cubicBezTo>
                    <a:pt x="1968" y="102"/>
                    <a:pt x="1929" y="105"/>
                    <a:pt x="1892" y="111"/>
                  </a:cubicBezTo>
                  <a:cubicBezTo>
                    <a:pt x="1546" y="172"/>
                    <a:pt x="1515" y="559"/>
                    <a:pt x="1515" y="559"/>
                  </a:cubicBezTo>
                  <a:lnTo>
                    <a:pt x="2258" y="559"/>
                  </a:lnTo>
                  <a:lnTo>
                    <a:pt x="2258" y="854"/>
                  </a:lnTo>
                  <a:lnTo>
                    <a:pt x="1" y="854"/>
                  </a:lnTo>
                  <a:cubicBezTo>
                    <a:pt x="1" y="854"/>
                    <a:pt x="315" y="1363"/>
                    <a:pt x="712" y="1494"/>
                  </a:cubicBezTo>
                  <a:cubicBezTo>
                    <a:pt x="816" y="1531"/>
                    <a:pt x="997" y="1544"/>
                    <a:pt x="1203" y="1544"/>
                  </a:cubicBezTo>
                  <a:cubicBezTo>
                    <a:pt x="1743" y="1544"/>
                    <a:pt x="2461" y="1454"/>
                    <a:pt x="2461" y="1454"/>
                  </a:cubicBezTo>
                  <a:cubicBezTo>
                    <a:pt x="2461" y="1454"/>
                    <a:pt x="3539" y="1779"/>
                    <a:pt x="4769" y="1779"/>
                  </a:cubicBezTo>
                  <a:cubicBezTo>
                    <a:pt x="4769" y="844"/>
                    <a:pt x="4545" y="315"/>
                    <a:pt x="4291" y="0"/>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 name="Google Shape;2169;p42">
              <a:extLst>
                <a:ext uri="{FF2B5EF4-FFF2-40B4-BE49-F238E27FC236}">
                  <a16:creationId xmlns:a16="http://schemas.microsoft.com/office/drawing/2014/main" id="{EB6F66C5-36F1-4A45-8D79-957923ED14C9}"/>
                </a:ext>
              </a:extLst>
            </p:cNvPr>
            <p:cNvSpPr/>
            <p:nvPr/>
          </p:nvSpPr>
          <p:spPr>
            <a:xfrm>
              <a:off x="2988775" y="3545400"/>
              <a:ext cx="61300" cy="16800"/>
            </a:xfrm>
            <a:custGeom>
              <a:avLst/>
              <a:gdLst/>
              <a:ahLst/>
              <a:cxnLst/>
              <a:rect l="l" t="t" r="r" b="b"/>
              <a:pathLst>
                <a:path w="2452" h="672" extrusionOk="0">
                  <a:moveTo>
                    <a:pt x="2410" y="580"/>
                  </a:moveTo>
                  <a:lnTo>
                    <a:pt x="2410" y="590"/>
                  </a:lnTo>
                  <a:lnTo>
                    <a:pt x="2410" y="580"/>
                  </a:lnTo>
                  <a:close/>
                  <a:moveTo>
                    <a:pt x="2420" y="580"/>
                  </a:moveTo>
                  <a:lnTo>
                    <a:pt x="2420" y="580"/>
                  </a:lnTo>
                  <a:lnTo>
                    <a:pt x="2420" y="580"/>
                  </a:lnTo>
                  <a:close/>
                  <a:moveTo>
                    <a:pt x="2451" y="580"/>
                  </a:moveTo>
                  <a:lnTo>
                    <a:pt x="2431" y="580"/>
                  </a:lnTo>
                  <a:lnTo>
                    <a:pt x="2451" y="580"/>
                  </a:lnTo>
                  <a:close/>
                  <a:moveTo>
                    <a:pt x="2451" y="580"/>
                  </a:moveTo>
                  <a:lnTo>
                    <a:pt x="2451" y="580"/>
                  </a:lnTo>
                  <a:lnTo>
                    <a:pt x="2451" y="580"/>
                  </a:lnTo>
                  <a:close/>
                  <a:moveTo>
                    <a:pt x="0" y="0"/>
                  </a:moveTo>
                  <a:cubicBezTo>
                    <a:pt x="72" y="92"/>
                    <a:pt x="357" y="498"/>
                    <a:pt x="702" y="620"/>
                  </a:cubicBezTo>
                  <a:cubicBezTo>
                    <a:pt x="804" y="661"/>
                    <a:pt x="976" y="672"/>
                    <a:pt x="1180" y="672"/>
                  </a:cubicBezTo>
                  <a:cubicBezTo>
                    <a:pt x="1638" y="672"/>
                    <a:pt x="2237" y="600"/>
                    <a:pt x="2410" y="590"/>
                  </a:cubicBezTo>
                  <a:cubicBezTo>
                    <a:pt x="2237" y="600"/>
                    <a:pt x="1638" y="672"/>
                    <a:pt x="1180" y="672"/>
                  </a:cubicBezTo>
                  <a:cubicBezTo>
                    <a:pt x="976" y="672"/>
                    <a:pt x="804" y="661"/>
                    <a:pt x="702" y="620"/>
                  </a:cubicBezTo>
                  <a:cubicBezTo>
                    <a:pt x="357" y="498"/>
                    <a:pt x="72" y="92"/>
                    <a:pt x="0" y="0"/>
                  </a:cubicBez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 name="Google Shape;2170;p42">
              <a:extLst>
                <a:ext uri="{FF2B5EF4-FFF2-40B4-BE49-F238E27FC236}">
                  <a16:creationId xmlns:a16="http://schemas.microsoft.com/office/drawing/2014/main" id="{E64C2585-C161-482D-94F4-0F83B4891FDE}"/>
                </a:ext>
              </a:extLst>
            </p:cNvPr>
            <p:cNvSpPr/>
            <p:nvPr/>
          </p:nvSpPr>
          <p:spPr>
            <a:xfrm>
              <a:off x="2988525" y="3530400"/>
              <a:ext cx="117450" cy="37125"/>
            </a:xfrm>
            <a:custGeom>
              <a:avLst/>
              <a:gdLst/>
              <a:ahLst/>
              <a:cxnLst/>
              <a:rect l="l" t="t" r="r" b="b"/>
              <a:pathLst>
                <a:path w="4698" h="1485" extrusionOk="0">
                  <a:moveTo>
                    <a:pt x="2176" y="0"/>
                  </a:moveTo>
                  <a:cubicBezTo>
                    <a:pt x="1840" y="0"/>
                    <a:pt x="1515" y="285"/>
                    <a:pt x="1515" y="285"/>
                  </a:cubicBezTo>
                  <a:lnTo>
                    <a:pt x="2258" y="285"/>
                  </a:lnTo>
                  <a:lnTo>
                    <a:pt x="2258" y="580"/>
                  </a:lnTo>
                  <a:lnTo>
                    <a:pt x="1" y="580"/>
                  </a:lnTo>
                  <a:cubicBezTo>
                    <a:pt x="1" y="580"/>
                    <a:pt x="1" y="590"/>
                    <a:pt x="10" y="600"/>
                  </a:cubicBezTo>
                  <a:cubicBezTo>
                    <a:pt x="82" y="692"/>
                    <a:pt x="367" y="1098"/>
                    <a:pt x="712" y="1220"/>
                  </a:cubicBezTo>
                  <a:cubicBezTo>
                    <a:pt x="814" y="1261"/>
                    <a:pt x="986" y="1272"/>
                    <a:pt x="1190" y="1272"/>
                  </a:cubicBezTo>
                  <a:cubicBezTo>
                    <a:pt x="1648" y="1272"/>
                    <a:pt x="2247" y="1200"/>
                    <a:pt x="2420" y="1190"/>
                  </a:cubicBezTo>
                  <a:lnTo>
                    <a:pt x="2420" y="1180"/>
                  </a:lnTo>
                  <a:lnTo>
                    <a:pt x="2461" y="1180"/>
                  </a:lnTo>
                  <a:cubicBezTo>
                    <a:pt x="2471" y="1180"/>
                    <a:pt x="3284" y="1424"/>
                    <a:pt x="4312" y="1485"/>
                  </a:cubicBezTo>
                  <a:cubicBezTo>
                    <a:pt x="3467" y="1342"/>
                    <a:pt x="2461" y="671"/>
                    <a:pt x="2461" y="671"/>
                  </a:cubicBezTo>
                  <a:lnTo>
                    <a:pt x="4698" y="671"/>
                  </a:lnTo>
                  <a:cubicBezTo>
                    <a:pt x="4667" y="499"/>
                    <a:pt x="4617" y="346"/>
                    <a:pt x="4565" y="214"/>
                  </a:cubicBezTo>
                  <a:lnTo>
                    <a:pt x="2786" y="214"/>
                  </a:lnTo>
                  <a:cubicBezTo>
                    <a:pt x="2786" y="214"/>
                    <a:pt x="2512" y="51"/>
                    <a:pt x="2258" y="11"/>
                  </a:cubicBezTo>
                  <a:cubicBezTo>
                    <a:pt x="2237" y="11"/>
                    <a:pt x="2207" y="0"/>
                    <a:pt x="2176" y="0"/>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 name="Google Shape;2171;p42">
              <a:extLst>
                <a:ext uri="{FF2B5EF4-FFF2-40B4-BE49-F238E27FC236}">
                  <a16:creationId xmlns:a16="http://schemas.microsoft.com/office/drawing/2014/main" id="{5F66F14C-382C-4059-9B38-D40F4054805E}"/>
                </a:ext>
              </a:extLst>
            </p:cNvPr>
            <p:cNvSpPr/>
            <p:nvPr/>
          </p:nvSpPr>
          <p:spPr>
            <a:xfrm>
              <a:off x="3091225" y="3434575"/>
              <a:ext cx="255475" cy="352400"/>
            </a:xfrm>
            <a:custGeom>
              <a:avLst/>
              <a:gdLst/>
              <a:ahLst/>
              <a:cxnLst/>
              <a:rect l="l" t="t" r="r" b="b"/>
              <a:pathLst>
                <a:path w="10219" h="14096" extrusionOk="0">
                  <a:moveTo>
                    <a:pt x="3203" y="0"/>
                  </a:moveTo>
                  <a:cubicBezTo>
                    <a:pt x="3051" y="41"/>
                    <a:pt x="2918" y="71"/>
                    <a:pt x="2816" y="91"/>
                  </a:cubicBezTo>
                  <a:lnTo>
                    <a:pt x="2816" y="1078"/>
                  </a:lnTo>
                  <a:cubicBezTo>
                    <a:pt x="2816" y="1078"/>
                    <a:pt x="2715" y="1668"/>
                    <a:pt x="2644" y="2328"/>
                  </a:cubicBezTo>
                  <a:cubicBezTo>
                    <a:pt x="2613" y="2654"/>
                    <a:pt x="2644" y="2979"/>
                    <a:pt x="2735" y="3295"/>
                  </a:cubicBezTo>
                  <a:cubicBezTo>
                    <a:pt x="2796" y="3487"/>
                    <a:pt x="2877" y="3731"/>
                    <a:pt x="2990" y="3955"/>
                  </a:cubicBezTo>
                  <a:cubicBezTo>
                    <a:pt x="2339" y="6233"/>
                    <a:pt x="1169" y="7341"/>
                    <a:pt x="0" y="13126"/>
                  </a:cubicBezTo>
                  <a:cubicBezTo>
                    <a:pt x="0" y="13126"/>
                    <a:pt x="1220" y="13422"/>
                    <a:pt x="2257" y="13666"/>
                  </a:cubicBezTo>
                  <a:cubicBezTo>
                    <a:pt x="3444" y="13949"/>
                    <a:pt x="4236" y="14096"/>
                    <a:pt x="5039" y="14096"/>
                  </a:cubicBezTo>
                  <a:cubicBezTo>
                    <a:pt x="5908" y="14096"/>
                    <a:pt x="6789" y="13923"/>
                    <a:pt x="8195" y="13564"/>
                  </a:cubicBezTo>
                  <a:cubicBezTo>
                    <a:pt x="9273" y="13289"/>
                    <a:pt x="10218" y="13126"/>
                    <a:pt x="10218" y="13126"/>
                  </a:cubicBezTo>
                  <a:cubicBezTo>
                    <a:pt x="9049" y="7341"/>
                    <a:pt x="7880" y="6233"/>
                    <a:pt x="7229" y="3955"/>
                  </a:cubicBezTo>
                  <a:cubicBezTo>
                    <a:pt x="7341" y="3731"/>
                    <a:pt x="7423" y="3487"/>
                    <a:pt x="7484" y="3295"/>
                  </a:cubicBezTo>
                  <a:cubicBezTo>
                    <a:pt x="7575" y="2979"/>
                    <a:pt x="7606" y="2654"/>
                    <a:pt x="7575" y="2328"/>
                  </a:cubicBezTo>
                  <a:cubicBezTo>
                    <a:pt x="7504" y="1668"/>
                    <a:pt x="7402" y="1078"/>
                    <a:pt x="7402" y="1078"/>
                  </a:cubicBezTo>
                  <a:lnTo>
                    <a:pt x="7402" y="91"/>
                  </a:lnTo>
                  <a:cubicBezTo>
                    <a:pt x="7301" y="71"/>
                    <a:pt x="7168" y="41"/>
                    <a:pt x="7016" y="0"/>
                  </a:cubicBezTo>
                  <a:cubicBezTo>
                    <a:pt x="6711" y="254"/>
                    <a:pt x="6060" y="651"/>
                    <a:pt x="5114" y="651"/>
                  </a:cubicBezTo>
                  <a:cubicBezTo>
                    <a:pt x="4158" y="651"/>
                    <a:pt x="3508" y="254"/>
                    <a:pt x="3203" y="0"/>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2172;p42">
              <a:extLst>
                <a:ext uri="{FF2B5EF4-FFF2-40B4-BE49-F238E27FC236}">
                  <a16:creationId xmlns:a16="http://schemas.microsoft.com/office/drawing/2014/main" id="{62185CA3-F2EA-42C1-9E90-08D84560DCBE}"/>
                </a:ext>
              </a:extLst>
            </p:cNvPr>
            <p:cNvSpPr/>
            <p:nvPr/>
          </p:nvSpPr>
          <p:spPr>
            <a:xfrm>
              <a:off x="3223400" y="3450325"/>
              <a:ext cx="6125" cy="550"/>
            </a:xfrm>
            <a:custGeom>
              <a:avLst/>
              <a:gdLst/>
              <a:ahLst/>
              <a:cxnLst/>
              <a:rect l="l" t="t" r="r" b="b"/>
              <a:pathLst>
                <a:path w="245" h="22" extrusionOk="0">
                  <a:moveTo>
                    <a:pt x="244" y="1"/>
                  </a:moveTo>
                  <a:lnTo>
                    <a:pt x="244" y="1"/>
                  </a:lnTo>
                  <a:cubicBezTo>
                    <a:pt x="163" y="11"/>
                    <a:pt x="82" y="11"/>
                    <a:pt x="0" y="21"/>
                  </a:cubicBezTo>
                  <a:cubicBezTo>
                    <a:pt x="82" y="21"/>
                    <a:pt x="163" y="11"/>
                    <a:pt x="244" y="1"/>
                  </a:cubicBezTo>
                  <a:close/>
                </a:path>
              </a:pathLst>
            </a:custGeom>
            <a:solidFill>
              <a:srgbClr val="D0B9B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2173;p42">
              <a:extLst>
                <a:ext uri="{FF2B5EF4-FFF2-40B4-BE49-F238E27FC236}">
                  <a16:creationId xmlns:a16="http://schemas.microsoft.com/office/drawing/2014/main" id="{FAF3DDD1-B10C-4FD3-AB49-DD03C6A7CD73}"/>
                </a:ext>
              </a:extLst>
            </p:cNvPr>
            <p:cNvSpPr/>
            <p:nvPr/>
          </p:nvSpPr>
          <p:spPr>
            <a:xfrm>
              <a:off x="3157300" y="3491750"/>
              <a:ext cx="25" cy="1050"/>
            </a:xfrm>
            <a:custGeom>
              <a:avLst/>
              <a:gdLst/>
              <a:ahLst/>
              <a:cxnLst/>
              <a:rect l="l" t="t" r="r" b="b"/>
              <a:pathLst>
                <a:path w="1" h="42" extrusionOk="0">
                  <a:moveTo>
                    <a:pt x="1" y="1"/>
                  </a:moveTo>
                  <a:lnTo>
                    <a:pt x="1" y="41"/>
                  </a:lnTo>
                  <a:lnTo>
                    <a:pt x="1" y="41"/>
                  </a:lnTo>
                  <a:lnTo>
                    <a:pt x="1" y="41"/>
                  </a:lnTo>
                  <a:close/>
                </a:path>
              </a:pathLst>
            </a:custGeom>
            <a:solidFill>
              <a:srgbClr val="6186F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 name="Google Shape;2174;p42">
              <a:extLst>
                <a:ext uri="{FF2B5EF4-FFF2-40B4-BE49-F238E27FC236}">
                  <a16:creationId xmlns:a16="http://schemas.microsoft.com/office/drawing/2014/main" id="{929A1D8D-22C3-4BEA-A2E3-4430E7780A18}"/>
                </a:ext>
              </a:extLst>
            </p:cNvPr>
            <p:cNvSpPr/>
            <p:nvPr/>
          </p:nvSpPr>
          <p:spPr>
            <a:xfrm>
              <a:off x="3163650" y="3535225"/>
              <a:ext cx="115425" cy="19600"/>
            </a:xfrm>
            <a:custGeom>
              <a:avLst/>
              <a:gdLst/>
              <a:ahLst/>
              <a:cxnLst/>
              <a:rect l="l" t="t" r="r" b="b"/>
              <a:pathLst>
                <a:path w="4617" h="784" extrusionOk="0">
                  <a:moveTo>
                    <a:pt x="4526" y="529"/>
                  </a:moveTo>
                  <a:lnTo>
                    <a:pt x="4526" y="529"/>
                  </a:lnTo>
                  <a:cubicBezTo>
                    <a:pt x="4556" y="611"/>
                    <a:pt x="4587" y="702"/>
                    <a:pt x="4617" y="783"/>
                  </a:cubicBezTo>
                  <a:lnTo>
                    <a:pt x="4617" y="783"/>
                  </a:lnTo>
                  <a:cubicBezTo>
                    <a:pt x="4587" y="702"/>
                    <a:pt x="4556" y="611"/>
                    <a:pt x="4526" y="529"/>
                  </a:cubicBezTo>
                  <a:close/>
                  <a:moveTo>
                    <a:pt x="72" y="1"/>
                  </a:moveTo>
                  <a:lnTo>
                    <a:pt x="72" y="1"/>
                  </a:lnTo>
                  <a:cubicBezTo>
                    <a:pt x="52" y="72"/>
                    <a:pt x="32" y="143"/>
                    <a:pt x="1" y="214"/>
                  </a:cubicBezTo>
                  <a:lnTo>
                    <a:pt x="1" y="214"/>
                  </a:lnTo>
                  <a:lnTo>
                    <a:pt x="1" y="214"/>
                  </a:lnTo>
                  <a:cubicBezTo>
                    <a:pt x="32" y="143"/>
                    <a:pt x="52" y="72"/>
                    <a:pt x="72" y="1"/>
                  </a:cubicBezTo>
                  <a:close/>
                </a:path>
              </a:pathLst>
            </a:custGeom>
            <a:solidFill>
              <a:srgbClr val="D4E1F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 name="Google Shape;2175;p42">
              <a:extLst>
                <a:ext uri="{FF2B5EF4-FFF2-40B4-BE49-F238E27FC236}">
                  <a16:creationId xmlns:a16="http://schemas.microsoft.com/office/drawing/2014/main" id="{C6A7141D-BDF9-4642-8CE7-460EB6F976E8}"/>
                </a:ext>
              </a:extLst>
            </p:cNvPr>
            <p:cNvSpPr/>
            <p:nvPr/>
          </p:nvSpPr>
          <p:spPr>
            <a:xfrm>
              <a:off x="3157050" y="3450325"/>
              <a:ext cx="122025" cy="121275"/>
            </a:xfrm>
            <a:custGeom>
              <a:avLst/>
              <a:gdLst/>
              <a:ahLst/>
              <a:cxnLst/>
              <a:rect l="l" t="t" r="r" b="b"/>
              <a:pathLst>
                <a:path w="4881" h="4851" extrusionOk="0">
                  <a:moveTo>
                    <a:pt x="2898" y="1"/>
                  </a:moveTo>
                  <a:cubicBezTo>
                    <a:pt x="2817" y="11"/>
                    <a:pt x="2736" y="21"/>
                    <a:pt x="2654" y="21"/>
                  </a:cubicBezTo>
                  <a:cubicBezTo>
                    <a:pt x="2614" y="356"/>
                    <a:pt x="2675" y="682"/>
                    <a:pt x="2868" y="844"/>
                  </a:cubicBezTo>
                  <a:cubicBezTo>
                    <a:pt x="3142" y="1079"/>
                    <a:pt x="3793" y="1637"/>
                    <a:pt x="3396" y="2349"/>
                  </a:cubicBezTo>
                  <a:lnTo>
                    <a:pt x="3509" y="2349"/>
                  </a:lnTo>
                  <a:cubicBezTo>
                    <a:pt x="3448" y="2410"/>
                    <a:pt x="3386" y="2461"/>
                    <a:pt x="3325" y="2491"/>
                  </a:cubicBezTo>
                  <a:cubicBezTo>
                    <a:pt x="3325" y="2491"/>
                    <a:pt x="1577" y="2278"/>
                    <a:pt x="519" y="1831"/>
                  </a:cubicBezTo>
                  <a:cubicBezTo>
                    <a:pt x="326" y="1759"/>
                    <a:pt x="163" y="1678"/>
                    <a:pt x="21" y="1617"/>
                  </a:cubicBezTo>
                  <a:cubicBezTo>
                    <a:pt x="21" y="1628"/>
                    <a:pt x="21" y="1648"/>
                    <a:pt x="11" y="1658"/>
                  </a:cubicBezTo>
                  <a:lnTo>
                    <a:pt x="11" y="1698"/>
                  </a:lnTo>
                  <a:cubicBezTo>
                    <a:pt x="11" y="1750"/>
                    <a:pt x="0" y="1811"/>
                    <a:pt x="0" y="1872"/>
                  </a:cubicBezTo>
                  <a:cubicBezTo>
                    <a:pt x="143" y="1933"/>
                    <a:pt x="244" y="1983"/>
                    <a:pt x="244" y="1983"/>
                  </a:cubicBezTo>
                  <a:cubicBezTo>
                    <a:pt x="956" y="2319"/>
                    <a:pt x="1739" y="2512"/>
                    <a:pt x="2349" y="2634"/>
                  </a:cubicBezTo>
                  <a:cubicBezTo>
                    <a:pt x="2705" y="2695"/>
                    <a:pt x="3010" y="2735"/>
                    <a:pt x="3203" y="2756"/>
                  </a:cubicBezTo>
                  <a:cubicBezTo>
                    <a:pt x="3325" y="2665"/>
                    <a:pt x="3549" y="2471"/>
                    <a:pt x="3793" y="2177"/>
                  </a:cubicBezTo>
                  <a:lnTo>
                    <a:pt x="3793" y="2177"/>
                  </a:lnTo>
                  <a:cubicBezTo>
                    <a:pt x="3753" y="2186"/>
                    <a:pt x="3692" y="2197"/>
                    <a:pt x="3631" y="2197"/>
                  </a:cubicBezTo>
                  <a:cubicBezTo>
                    <a:pt x="3631" y="2197"/>
                    <a:pt x="3895" y="1689"/>
                    <a:pt x="3488" y="1332"/>
                  </a:cubicBezTo>
                  <a:cubicBezTo>
                    <a:pt x="3071" y="966"/>
                    <a:pt x="2817" y="478"/>
                    <a:pt x="2898" y="1"/>
                  </a:cubicBezTo>
                  <a:close/>
                  <a:moveTo>
                    <a:pt x="336" y="3397"/>
                  </a:moveTo>
                  <a:cubicBezTo>
                    <a:pt x="316" y="3468"/>
                    <a:pt x="296" y="3539"/>
                    <a:pt x="265" y="3610"/>
                  </a:cubicBezTo>
                  <a:cubicBezTo>
                    <a:pt x="275" y="3610"/>
                    <a:pt x="1861" y="4850"/>
                    <a:pt x="3457" y="4850"/>
                  </a:cubicBezTo>
                  <a:lnTo>
                    <a:pt x="3518" y="4850"/>
                  </a:lnTo>
                  <a:cubicBezTo>
                    <a:pt x="4088" y="4841"/>
                    <a:pt x="4535" y="4545"/>
                    <a:pt x="4881" y="4179"/>
                  </a:cubicBezTo>
                  <a:cubicBezTo>
                    <a:pt x="4851" y="4098"/>
                    <a:pt x="4820" y="4007"/>
                    <a:pt x="4790" y="3925"/>
                  </a:cubicBezTo>
                  <a:cubicBezTo>
                    <a:pt x="4494" y="4251"/>
                    <a:pt x="4149" y="4454"/>
                    <a:pt x="3762" y="4536"/>
                  </a:cubicBezTo>
                  <a:cubicBezTo>
                    <a:pt x="3661" y="4556"/>
                    <a:pt x="3549" y="4566"/>
                    <a:pt x="3427" y="4566"/>
                  </a:cubicBezTo>
                  <a:cubicBezTo>
                    <a:pt x="3010" y="4566"/>
                    <a:pt x="2461" y="4454"/>
                    <a:pt x="1932" y="4271"/>
                  </a:cubicBezTo>
                  <a:cubicBezTo>
                    <a:pt x="1312" y="4057"/>
                    <a:pt x="712" y="3742"/>
                    <a:pt x="336" y="3397"/>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 name="Google Shape;2176;p42">
              <a:extLst>
                <a:ext uri="{FF2B5EF4-FFF2-40B4-BE49-F238E27FC236}">
                  <a16:creationId xmlns:a16="http://schemas.microsoft.com/office/drawing/2014/main" id="{AB08EA55-1823-4852-984F-0A7A8C3A2487}"/>
                </a:ext>
              </a:extLst>
            </p:cNvPr>
            <p:cNvSpPr/>
            <p:nvPr/>
          </p:nvSpPr>
          <p:spPr>
            <a:xfrm>
              <a:off x="3237125" y="3503450"/>
              <a:ext cx="18325" cy="16550"/>
            </a:xfrm>
            <a:custGeom>
              <a:avLst/>
              <a:gdLst/>
              <a:ahLst/>
              <a:cxnLst/>
              <a:rect l="l" t="t" r="r" b="b"/>
              <a:pathLst>
                <a:path w="733" h="662" extrusionOk="0">
                  <a:moveTo>
                    <a:pt x="733" y="0"/>
                  </a:moveTo>
                  <a:lnTo>
                    <a:pt x="733" y="0"/>
                  </a:lnTo>
                  <a:cubicBezTo>
                    <a:pt x="692" y="21"/>
                    <a:pt x="641" y="41"/>
                    <a:pt x="590" y="52"/>
                  </a:cubicBezTo>
                  <a:cubicBezTo>
                    <a:pt x="346" y="346"/>
                    <a:pt x="122" y="540"/>
                    <a:pt x="0" y="631"/>
                  </a:cubicBezTo>
                  <a:cubicBezTo>
                    <a:pt x="163" y="651"/>
                    <a:pt x="254" y="662"/>
                    <a:pt x="254" y="662"/>
                  </a:cubicBezTo>
                  <a:cubicBezTo>
                    <a:pt x="356" y="499"/>
                    <a:pt x="468" y="346"/>
                    <a:pt x="580" y="204"/>
                  </a:cubicBezTo>
                  <a:cubicBezTo>
                    <a:pt x="631" y="133"/>
                    <a:pt x="681" y="72"/>
                    <a:pt x="733" y="0"/>
                  </a:cubicBezTo>
                  <a:close/>
                </a:path>
              </a:pathLst>
            </a:custGeom>
            <a:solidFill>
              <a:srgbClr val="7598F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 name="Google Shape;2177;p42">
              <a:extLst>
                <a:ext uri="{FF2B5EF4-FFF2-40B4-BE49-F238E27FC236}">
                  <a16:creationId xmlns:a16="http://schemas.microsoft.com/office/drawing/2014/main" id="{02A4CE27-574A-4F17-8EFF-D7D018BC390E}"/>
                </a:ext>
              </a:extLst>
            </p:cNvPr>
            <p:cNvSpPr/>
            <p:nvPr/>
          </p:nvSpPr>
          <p:spPr>
            <a:xfrm>
              <a:off x="3100875" y="3300450"/>
              <a:ext cx="34100" cy="39950"/>
            </a:xfrm>
            <a:custGeom>
              <a:avLst/>
              <a:gdLst/>
              <a:ahLst/>
              <a:cxnLst/>
              <a:rect l="l" t="t" r="r" b="b"/>
              <a:pathLst>
                <a:path w="1364" h="1598" extrusionOk="0">
                  <a:moveTo>
                    <a:pt x="702" y="1"/>
                  </a:moveTo>
                  <a:cubicBezTo>
                    <a:pt x="642" y="1"/>
                    <a:pt x="578" y="9"/>
                    <a:pt x="509" y="27"/>
                  </a:cubicBezTo>
                  <a:cubicBezTo>
                    <a:pt x="92" y="139"/>
                    <a:pt x="1" y="678"/>
                    <a:pt x="163" y="1023"/>
                  </a:cubicBezTo>
                  <a:cubicBezTo>
                    <a:pt x="350" y="1422"/>
                    <a:pt x="691" y="1597"/>
                    <a:pt x="973" y="1597"/>
                  </a:cubicBezTo>
                  <a:cubicBezTo>
                    <a:pt x="1137" y="1597"/>
                    <a:pt x="1281" y="1539"/>
                    <a:pt x="1363" y="1430"/>
                  </a:cubicBezTo>
                  <a:lnTo>
                    <a:pt x="1363" y="515"/>
                  </a:lnTo>
                  <a:cubicBezTo>
                    <a:pt x="1363" y="515"/>
                    <a:pt x="1178" y="1"/>
                    <a:pt x="702"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 name="Google Shape;2178;p42">
              <a:extLst>
                <a:ext uri="{FF2B5EF4-FFF2-40B4-BE49-F238E27FC236}">
                  <a16:creationId xmlns:a16="http://schemas.microsoft.com/office/drawing/2014/main" id="{556EEBEB-FF36-4AC7-BE3E-EA049D54D75D}"/>
                </a:ext>
              </a:extLst>
            </p:cNvPr>
            <p:cNvSpPr/>
            <p:nvPr/>
          </p:nvSpPr>
          <p:spPr>
            <a:xfrm>
              <a:off x="3110025" y="3306975"/>
              <a:ext cx="21625" cy="25800"/>
            </a:xfrm>
            <a:custGeom>
              <a:avLst/>
              <a:gdLst/>
              <a:ahLst/>
              <a:cxnLst/>
              <a:rect l="l" t="t" r="r" b="b"/>
              <a:pathLst>
                <a:path w="865" h="1032" extrusionOk="0">
                  <a:moveTo>
                    <a:pt x="275" y="0"/>
                  </a:moveTo>
                  <a:cubicBezTo>
                    <a:pt x="224" y="0"/>
                    <a:pt x="173" y="21"/>
                    <a:pt x="123" y="30"/>
                  </a:cubicBezTo>
                  <a:cubicBezTo>
                    <a:pt x="71" y="61"/>
                    <a:pt x="31" y="91"/>
                    <a:pt x="10" y="143"/>
                  </a:cubicBezTo>
                  <a:cubicBezTo>
                    <a:pt x="1" y="143"/>
                    <a:pt x="1" y="152"/>
                    <a:pt x="10" y="163"/>
                  </a:cubicBezTo>
                  <a:cubicBezTo>
                    <a:pt x="16" y="168"/>
                    <a:pt x="21" y="170"/>
                    <a:pt x="26" y="170"/>
                  </a:cubicBezTo>
                  <a:cubicBezTo>
                    <a:pt x="31" y="170"/>
                    <a:pt x="36" y="168"/>
                    <a:pt x="41" y="163"/>
                  </a:cubicBezTo>
                  <a:cubicBezTo>
                    <a:pt x="92" y="103"/>
                    <a:pt x="158" y="79"/>
                    <a:pt x="225" y="79"/>
                  </a:cubicBezTo>
                  <a:cubicBezTo>
                    <a:pt x="239" y="79"/>
                    <a:pt x="252" y="80"/>
                    <a:pt x="265" y="82"/>
                  </a:cubicBezTo>
                  <a:cubicBezTo>
                    <a:pt x="356" y="82"/>
                    <a:pt x="437" y="112"/>
                    <a:pt x="509" y="163"/>
                  </a:cubicBezTo>
                  <a:cubicBezTo>
                    <a:pt x="580" y="204"/>
                    <a:pt x="641" y="274"/>
                    <a:pt x="692" y="346"/>
                  </a:cubicBezTo>
                  <a:lnTo>
                    <a:pt x="733" y="396"/>
                  </a:lnTo>
                  <a:lnTo>
                    <a:pt x="763" y="457"/>
                  </a:lnTo>
                  <a:cubicBezTo>
                    <a:pt x="772" y="476"/>
                    <a:pt x="779" y="496"/>
                    <a:pt x="786" y="516"/>
                  </a:cubicBezTo>
                  <a:lnTo>
                    <a:pt x="786" y="516"/>
                  </a:lnTo>
                  <a:cubicBezTo>
                    <a:pt x="706" y="461"/>
                    <a:pt x="612" y="413"/>
                    <a:pt x="498" y="396"/>
                  </a:cubicBezTo>
                  <a:cubicBezTo>
                    <a:pt x="487" y="395"/>
                    <a:pt x="476" y="394"/>
                    <a:pt x="464" y="394"/>
                  </a:cubicBezTo>
                  <a:cubicBezTo>
                    <a:pt x="403" y="394"/>
                    <a:pt x="338" y="417"/>
                    <a:pt x="295" y="468"/>
                  </a:cubicBezTo>
                  <a:cubicBezTo>
                    <a:pt x="245" y="529"/>
                    <a:pt x="224" y="590"/>
                    <a:pt x="214" y="661"/>
                  </a:cubicBezTo>
                  <a:cubicBezTo>
                    <a:pt x="204" y="732"/>
                    <a:pt x="234" y="823"/>
                    <a:pt x="295" y="864"/>
                  </a:cubicBezTo>
                  <a:cubicBezTo>
                    <a:pt x="356" y="915"/>
                    <a:pt x="428" y="925"/>
                    <a:pt x="498" y="936"/>
                  </a:cubicBezTo>
                  <a:cubicBezTo>
                    <a:pt x="559" y="936"/>
                    <a:pt x="620" y="936"/>
                    <a:pt x="672" y="945"/>
                  </a:cubicBezTo>
                  <a:cubicBezTo>
                    <a:pt x="733" y="966"/>
                    <a:pt x="794" y="976"/>
                    <a:pt x="814" y="1017"/>
                  </a:cubicBezTo>
                  <a:lnTo>
                    <a:pt x="824" y="1027"/>
                  </a:lnTo>
                  <a:cubicBezTo>
                    <a:pt x="824" y="1027"/>
                    <a:pt x="829" y="1031"/>
                    <a:pt x="835" y="1031"/>
                  </a:cubicBezTo>
                  <a:cubicBezTo>
                    <a:pt x="838" y="1031"/>
                    <a:pt x="841" y="1030"/>
                    <a:pt x="844" y="1027"/>
                  </a:cubicBezTo>
                  <a:cubicBezTo>
                    <a:pt x="855" y="1027"/>
                    <a:pt x="865" y="1017"/>
                    <a:pt x="855" y="1006"/>
                  </a:cubicBezTo>
                  <a:cubicBezTo>
                    <a:pt x="844" y="966"/>
                    <a:pt x="814" y="945"/>
                    <a:pt x="783" y="925"/>
                  </a:cubicBezTo>
                  <a:cubicBezTo>
                    <a:pt x="753" y="905"/>
                    <a:pt x="722" y="895"/>
                    <a:pt x="692" y="884"/>
                  </a:cubicBezTo>
                  <a:cubicBezTo>
                    <a:pt x="631" y="864"/>
                    <a:pt x="559" y="854"/>
                    <a:pt x="498" y="844"/>
                  </a:cubicBezTo>
                  <a:cubicBezTo>
                    <a:pt x="437" y="844"/>
                    <a:pt x="387" y="834"/>
                    <a:pt x="346" y="803"/>
                  </a:cubicBezTo>
                  <a:cubicBezTo>
                    <a:pt x="315" y="773"/>
                    <a:pt x="295" y="722"/>
                    <a:pt x="295" y="671"/>
                  </a:cubicBezTo>
                  <a:cubicBezTo>
                    <a:pt x="306" y="620"/>
                    <a:pt x="326" y="559"/>
                    <a:pt x="356" y="518"/>
                  </a:cubicBezTo>
                  <a:cubicBezTo>
                    <a:pt x="387" y="488"/>
                    <a:pt x="437" y="468"/>
                    <a:pt x="489" y="468"/>
                  </a:cubicBezTo>
                  <a:cubicBezTo>
                    <a:pt x="600" y="478"/>
                    <a:pt x="722" y="539"/>
                    <a:pt x="824" y="600"/>
                  </a:cubicBezTo>
                  <a:lnTo>
                    <a:pt x="844" y="600"/>
                  </a:lnTo>
                  <a:cubicBezTo>
                    <a:pt x="855" y="600"/>
                    <a:pt x="865" y="590"/>
                    <a:pt x="855" y="579"/>
                  </a:cubicBezTo>
                  <a:cubicBezTo>
                    <a:pt x="854" y="573"/>
                    <a:pt x="852" y="568"/>
                    <a:pt x="851" y="562"/>
                  </a:cubicBezTo>
                  <a:lnTo>
                    <a:pt x="851" y="562"/>
                  </a:lnTo>
                  <a:lnTo>
                    <a:pt x="855" y="559"/>
                  </a:lnTo>
                  <a:lnTo>
                    <a:pt x="851" y="559"/>
                  </a:lnTo>
                  <a:cubicBezTo>
                    <a:pt x="830" y="466"/>
                    <a:pt x="800" y="381"/>
                    <a:pt x="753" y="305"/>
                  </a:cubicBezTo>
                  <a:cubicBezTo>
                    <a:pt x="702" y="224"/>
                    <a:pt x="641" y="143"/>
                    <a:pt x="559" y="91"/>
                  </a:cubicBezTo>
                  <a:cubicBezTo>
                    <a:pt x="468" y="41"/>
                    <a:pt x="376" y="0"/>
                    <a:pt x="275" y="0"/>
                  </a:cubicBezTo>
                  <a:close/>
                </a:path>
              </a:pathLst>
            </a:custGeom>
            <a:solidFill>
              <a:srgbClr val="DCAF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 name="Google Shape;2179;p42">
              <a:extLst>
                <a:ext uri="{FF2B5EF4-FFF2-40B4-BE49-F238E27FC236}">
                  <a16:creationId xmlns:a16="http://schemas.microsoft.com/office/drawing/2014/main" id="{69435D4F-CFBE-4260-93B9-BC8ECAD12068}"/>
                </a:ext>
              </a:extLst>
            </p:cNvPr>
            <p:cNvSpPr/>
            <p:nvPr/>
          </p:nvSpPr>
          <p:spPr>
            <a:xfrm>
              <a:off x="3104675" y="3302900"/>
              <a:ext cx="28775" cy="36375"/>
            </a:xfrm>
            <a:custGeom>
              <a:avLst/>
              <a:gdLst/>
              <a:ahLst/>
              <a:cxnLst/>
              <a:rect l="l" t="t" r="r" b="b"/>
              <a:pathLst>
                <a:path w="1151" h="1455" extrusionOk="0">
                  <a:moveTo>
                    <a:pt x="194" y="1"/>
                  </a:moveTo>
                  <a:cubicBezTo>
                    <a:pt x="113" y="51"/>
                    <a:pt x="52" y="143"/>
                    <a:pt x="1" y="234"/>
                  </a:cubicBezTo>
                  <a:cubicBezTo>
                    <a:pt x="123" y="367"/>
                    <a:pt x="296" y="529"/>
                    <a:pt x="499" y="651"/>
                  </a:cubicBezTo>
                  <a:cubicBezTo>
                    <a:pt x="499" y="641"/>
                    <a:pt x="499" y="641"/>
                    <a:pt x="509" y="631"/>
                  </a:cubicBezTo>
                  <a:cubicBezTo>
                    <a:pt x="540" y="590"/>
                    <a:pt x="590" y="570"/>
                    <a:pt x="642" y="559"/>
                  </a:cubicBezTo>
                  <a:cubicBezTo>
                    <a:pt x="540" y="489"/>
                    <a:pt x="438" y="387"/>
                    <a:pt x="337" y="265"/>
                  </a:cubicBezTo>
                  <a:cubicBezTo>
                    <a:pt x="306" y="275"/>
                    <a:pt x="276" y="295"/>
                    <a:pt x="255" y="326"/>
                  </a:cubicBezTo>
                  <a:cubicBezTo>
                    <a:pt x="255" y="326"/>
                    <a:pt x="245" y="336"/>
                    <a:pt x="235" y="336"/>
                  </a:cubicBezTo>
                  <a:cubicBezTo>
                    <a:pt x="235" y="336"/>
                    <a:pt x="235" y="326"/>
                    <a:pt x="224" y="326"/>
                  </a:cubicBezTo>
                  <a:cubicBezTo>
                    <a:pt x="215" y="315"/>
                    <a:pt x="215" y="306"/>
                    <a:pt x="224" y="306"/>
                  </a:cubicBezTo>
                  <a:cubicBezTo>
                    <a:pt x="245" y="265"/>
                    <a:pt x="276" y="234"/>
                    <a:pt x="306" y="214"/>
                  </a:cubicBezTo>
                  <a:cubicBezTo>
                    <a:pt x="265" y="153"/>
                    <a:pt x="224" y="82"/>
                    <a:pt x="194" y="1"/>
                  </a:cubicBezTo>
                  <a:close/>
                  <a:moveTo>
                    <a:pt x="692" y="631"/>
                  </a:moveTo>
                  <a:cubicBezTo>
                    <a:pt x="642" y="631"/>
                    <a:pt x="601" y="651"/>
                    <a:pt x="570" y="681"/>
                  </a:cubicBezTo>
                  <a:lnTo>
                    <a:pt x="570" y="692"/>
                  </a:lnTo>
                  <a:cubicBezTo>
                    <a:pt x="662" y="742"/>
                    <a:pt x="773" y="794"/>
                    <a:pt x="886" y="824"/>
                  </a:cubicBezTo>
                  <a:cubicBezTo>
                    <a:pt x="886" y="824"/>
                    <a:pt x="906" y="916"/>
                    <a:pt x="947" y="1058"/>
                  </a:cubicBezTo>
                  <a:cubicBezTo>
                    <a:pt x="957" y="1068"/>
                    <a:pt x="977" y="1078"/>
                    <a:pt x="997" y="1088"/>
                  </a:cubicBezTo>
                  <a:cubicBezTo>
                    <a:pt x="1028" y="1108"/>
                    <a:pt x="1058" y="1129"/>
                    <a:pt x="1069" y="1169"/>
                  </a:cubicBezTo>
                  <a:cubicBezTo>
                    <a:pt x="1079" y="1180"/>
                    <a:pt x="1069" y="1190"/>
                    <a:pt x="1058" y="1190"/>
                  </a:cubicBezTo>
                  <a:lnTo>
                    <a:pt x="1038" y="1190"/>
                  </a:lnTo>
                  <a:lnTo>
                    <a:pt x="1028" y="1180"/>
                  </a:lnTo>
                  <a:cubicBezTo>
                    <a:pt x="1018" y="1160"/>
                    <a:pt x="987" y="1139"/>
                    <a:pt x="957" y="1129"/>
                  </a:cubicBezTo>
                  <a:lnTo>
                    <a:pt x="957" y="1129"/>
                  </a:lnTo>
                  <a:cubicBezTo>
                    <a:pt x="987" y="1221"/>
                    <a:pt x="1018" y="1332"/>
                    <a:pt x="1058" y="1454"/>
                  </a:cubicBezTo>
                  <a:cubicBezTo>
                    <a:pt x="1089" y="1434"/>
                    <a:pt x="1119" y="1424"/>
                    <a:pt x="1150" y="1393"/>
                  </a:cubicBezTo>
                  <a:cubicBezTo>
                    <a:pt x="1099" y="1190"/>
                    <a:pt x="1058" y="977"/>
                    <a:pt x="1038" y="753"/>
                  </a:cubicBezTo>
                  <a:cubicBezTo>
                    <a:pt x="1018" y="742"/>
                    <a:pt x="987" y="733"/>
                    <a:pt x="967" y="722"/>
                  </a:cubicBezTo>
                  <a:cubicBezTo>
                    <a:pt x="926" y="702"/>
                    <a:pt x="865" y="681"/>
                    <a:pt x="804" y="651"/>
                  </a:cubicBezTo>
                  <a:cubicBezTo>
                    <a:pt x="773" y="641"/>
                    <a:pt x="743" y="631"/>
                    <a:pt x="703" y="631"/>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2180;p42">
              <a:extLst>
                <a:ext uri="{FF2B5EF4-FFF2-40B4-BE49-F238E27FC236}">
                  <a16:creationId xmlns:a16="http://schemas.microsoft.com/office/drawing/2014/main" id="{7F833F96-E014-4BFA-BB02-56BBDCDA98C4}"/>
                </a:ext>
              </a:extLst>
            </p:cNvPr>
            <p:cNvSpPr/>
            <p:nvPr/>
          </p:nvSpPr>
          <p:spPr>
            <a:xfrm>
              <a:off x="3110025" y="3308225"/>
              <a:ext cx="21625" cy="24425"/>
            </a:xfrm>
            <a:custGeom>
              <a:avLst/>
              <a:gdLst/>
              <a:ahLst/>
              <a:cxnLst/>
              <a:rect l="l" t="t" r="r" b="b"/>
              <a:pathLst>
                <a:path w="865" h="977" extrusionOk="0">
                  <a:moveTo>
                    <a:pt x="92" y="1"/>
                  </a:moveTo>
                  <a:cubicBezTo>
                    <a:pt x="62" y="21"/>
                    <a:pt x="31" y="52"/>
                    <a:pt x="10" y="93"/>
                  </a:cubicBezTo>
                  <a:cubicBezTo>
                    <a:pt x="1" y="93"/>
                    <a:pt x="1" y="102"/>
                    <a:pt x="10" y="113"/>
                  </a:cubicBezTo>
                  <a:cubicBezTo>
                    <a:pt x="21" y="113"/>
                    <a:pt x="21" y="123"/>
                    <a:pt x="21" y="123"/>
                  </a:cubicBezTo>
                  <a:cubicBezTo>
                    <a:pt x="31" y="123"/>
                    <a:pt x="41" y="113"/>
                    <a:pt x="41" y="113"/>
                  </a:cubicBezTo>
                  <a:cubicBezTo>
                    <a:pt x="62" y="82"/>
                    <a:pt x="92" y="62"/>
                    <a:pt x="123" y="52"/>
                  </a:cubicBezTo>
                  <a:cubicBezTo>
                    <a:pt x="112" y="32"/>
                    <a:pt x="102" y="21"/>
                    <a:pt x="92" y="1"/>
                  </a:cubicBezTo>
                  <a:close/>
                  <a:moveTo>
                    <a:pt x="428" y="346"/>
                  </a:moveTo>
                  <a:cubicBezTo>
                    <a:pt x="376" y="357"/>
                    <a:pt x="326" y="377"/>
                    <a:pt x="295" y="418"/>
                  </a:cubicBezTo>
                  <a:cubicBezTo>
                    <a:pt x="285" y="428"/>
                    <a:pt x="285" y="428"/>
                    <a:pt x="285" y="438"/>
                  </a:cubicBezTo>
                  <a:cubicBezTo>
                    <a:pt x="306" y="448"/>
                    <a:pt x="326" y="468"/>
                    <a:pt x="356" y="479"/>
                  </a:cubicBezTo>
                  <a:lnTo>
                    <a:pt x="356" y="468"/>
                  </a:lnTo>
                  <a:cubicBezTo>
                    <a:pt x="387" y="438"/>
                    <a:pt x="428" y="418"/>
                    <a:pt x="478" y="418"/>
                  </a:cubicBezTo>
                  <a:lnTo>
                    <a:pt x="489" y="418"/>
                  </a:lnTo>
                  <a:cubicBezTo>
                    <a:pt x="529" y="418"/>
                    <a:pt x="559" y="428"/>
                    <a:pt x="590" y="438"/>
                  </a:cubicBezTo>
                  <a:cubicBezTo>
                    <a:pt x="539" y="407"/>
                    <a:pt x="489" y="377"/>
                    <a:pt x="428" y="346"/>
                  </a:cubicBezTo>
                  <a:close/>
                  <a:moveTo>
                    <a:pt x="753" y="509"/>
                  </a:moveTo>
                  <a:cubicBezTo>
                    <a:pt x="773" y="520"/>
                    <a:pt x="804" y="529"/>
                    <a:pt x="824" y="540"/>
                  </a:cubicBezTo>
                  <a:cubicBezTo>
                    <a:pt x="824" y="540"/>
                    <a:pt x="824" y="529"/>
                    <a:pt x="814" y="529"/>
                  </a:cubicBezTo>
                  <a:cubicBezTo>
                    <a:pt x="804" y="520"/>
                    <a:pt x="783" y="520"/>
                    <a:pt x="753" y="509"/>
                  </a:cubicBezTo>
                  <a:close/>
                  <a:moveTo>
                    <a:pt x="733" y="845"/>
                  </a:moveTo>
                  <a:cubicBezTo>
                    <a:pt x="733" y="865"/>
                    <a:pt x="743" y="895"/>
                    <a:pt x="743" y="916"/>
                  </a:cubicBezTo>
                  <a:cubicBezTo>
                    <a:pt x="773" y="926"/>
                    <a:pt x="804" y="947"/>
                    <a:pt x="814" y="967"/>
                  </a:cubicBezTo>
                  <a:lnTo>
                    <a:pt x="824" y="977"/>
                  </a:lnTo>
                  <a:lnTo>
                    <a:pt x="844" y="977"/>
                  </a:lnTo>
                  <a:cubicBezTo>
                    <a:pt x="855" y="977"/>
                    <a:pt x="865" y="967"/>
                    <a:pt x="855" y="956"/>
                  </a:cubicBezTo>
                  <a:cubicBezTo>
                    <a:pt x="844" y="916"/>
                    <a:pt x="814" y="895"/>
                    <a:pt x="783" y="875"/>
                  </a:cubicBezTo>
                  <a:cubicBezTo>
                    <a:pt x="763" y="865"/>
                    <a:pt x="743" y="855"/>
                    <a:pt x="733" y="845"/>
                  </a:cubicBezTo>
                  <a:close/>
                </a:path>
              </a:pathLst>
            </a:custGeom>
            <a:solidFill>
              <a:srgbClr val="DA9F7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 name="Google Shape;2181;p42">
              <a:extLst>
                <a:ext uri="{FF2B5EF4-FFF2-40B4-BE49-F238E27FC236}">
                  <a16:creationId xmlns:a16="http://schemas.microsoft.com/office/drawing/2014/main" id="{931AE5D6-73A8-4125-916F-2AF5E7C09EF8}"/>
                </a:ext>
              </a:extLst>
            </p:cNvPr>
            <p:cNvSpPr/>
            <p:nvPr/>
          </p:nvSpPr>
          <p:spPr>
            <a:xfrm>
              <a:off x="3302950" y="3300450"/>
              <a:ext cx="34075" cy="39950"/>
            </a:xfrm>
            <a:custGeom>
              <a:avLst/>
              <a:gdLst/>
              <a:ahLst/>
              <a:cxnLst/>
              <a:rect l="l" t="t" r="r" b="b"/>
              <a:pathLst>
                <a:path w="1363" h="1598" extrusionOk="0">
                  <a:moveTo>
                    <a:pt x="662" y="1"/>
                  </a:moveTo>
                  <a:cubicBezTo>
                    <a:pt x="186" y="1"/>
                    <a:pt x="0" y="515"/>
                    <a:pt x="0" y="515"/>
                  </a:cubicBezTo>
                  <a:lnTo>
                    <a:pt x="0" y="1430"/>
                  </a:lnTo>
                  <a:cubicBezTo>
                    <a:pt x="83" y="1539"/>
                    <a:pt x="226" y="1597"/>
                    <a:pt x="390" y="1597"/>
                  </a:cubicBezTo>
                  <a:cubicBezTo>
                    <a:pt x="673" y="1597"/>
                    <a:pt x="1014" y="1422"/>
                    <a:pt x="1200" y="1023"/>
                  </a:cubicBezTo>
                  <a:cubicBezTo>
                    <a:pt x="1363" y="678"/>
                    <a:pt x="1272" y="139"/>
                    <a:pt x="855" y="27"/>
                  </a:cubicBezTo>
                  <a:cubicBezTo>
                    <a:pt x="786" y="9"/>
                    <a:pt x="722" y="1"/>
                    <a:pt x="662"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 name="Google Shape;2182;p42">
              <a:extLst>
                <a:ext uri="{FF2B5EF4-FFF2-40B4-BE49-F238E27FC236}">
                  <a16:creationId xmlns:a16="http://schemas.microsoft.com/office/drawing/2014/main" id="{94F9EDEC-7AE9-479A-97C5-FA8BCE53F612}"/>
                </a:ext>
              </a:extLst>
            </p:cNvPr>
            <p:cNvSpPr/>
            <p:nvPr/>
          </p:nvSpPr>
          <p:spPr>
            <a:xfrm>
              <a:off x="3306500" y="3306975"/>
              <a:ext cx="21375" cy="25800"/>
            </a:xfrm>
            <a:custGeom>
              <a:avLst/>
              <a:gdLst/>
              <a:ahLst/>
              <a:cxnLst/>
              <a:rect l="l" t="t" r="r" b="b"/>
              <a:pathLst>
                <a:path w="855" h="1032" extrusionOk="0">
                  <a:moveTo>
                    <a:pt x="581" y="0"/>
                  </a:moveTo>
                  <a:cubicBezTo>
                    <a:pt x="479" y="0"/>
                    <a:pt x="387" y="41"/>
                    <a:pt x="296" y="91"/>
                  </a:cubicBezTo>
                  <a:cubicBezTo>
                    <a:pt x="215" y="143"/>
                    <a:pt x="154" y="224"/>
                    <a:pt x="103" y="305"/>
                  </a:cubicBezTo>
                  <a:cubicBezTo>
                    <a:pt x="55" y="381"/>
                    <a:pt x="25" y="466"/>
                    <a:pt x="5" y="559"/>
                  </a:cubicBezTo>
                  <a:lnTo>
                    <a:pt x="1" y="559"/>
                  </a:lnTo>
                  <a:lnTo>
                    <a:pt x="4" y="562"/>
                  </a:lnTo>
                  <a:lnTo>
                    <a:pt x="4" y="562"/>
                  </a:lnTo>
                  <a:cubicBezTo>
                    <a:pt x="3" y="568"/>
                    <a:pt x="2" y="573"/>
                    <a:pt x="1" y="579"/>
                  </a:cubicBezTo>
                  <a:lnTo>
                    <a:pt x="1" y="600"/>
                  </a:lnTo>
                  <a:lnTo>
                    <a:pt x="32" y="600"/>
                  </a:lnTo>
                  <a:cubicBezTo>
                    <a:pt x="133" y="539"/>
                    <a:pt x="255" y="478"/>
                    <a:pt x="367" y="468"/>
                  </a:cubicBezTo>
                  <a:cubicBezTo>
                    <a:pt x="418" y="468"/>
                    <a:pt x="469" y="488"/>
                    <a:pt x="499" y="518"/>
                  </a:cubicBezTo>
                  <a:cubicBezTo>
                    <a:pt x="530" y="559"/>
                    <a:pt x="550" y="620"/>
                    <a:pt x="560" y="671"/>
                  </a:cubicBezTo>
                  <a:cubicBezTo>
                    <a:pt x="560" y="722"/>
                    <a:pt x="540" y="773"/>
                    <a:pt x="509" y="803"/>
                  </a:cubicBezTo>
                  <a:cubicBezTo>
                    <a:pt x="469" y="834"/>
                    <a:pt x="418" y="844"/>
                    <a:pt x="357" y="844"/>
                  </a:cubicBezTo>
                  <a:cubicBezTo>
                    <a:pt x="296" y="854"/>
                    <a:pt x="225" y="864"/>
                    <a:pt x="164" y="884"/>
                  </a:cubicBezTo>
                  <a:cubicBezTo>
                    <a:pt x="133" y="895"/>
                    <a:pt x="103" y="905"/>
                    <a:pt x="72" y="925"/>
                  </a:cubicBezTo>
                  <a:cubicBezTo>
                    <a:pt x="42" y="945"/>
                    <a:pt x="11" y="966"/>
                    <a:pt x="1" y="1006"/>
                  </a:cubicBezTo>
                  <a:cubicBezTo>
                    <a:pt x="1" y="1017"/>
                    <a:pt x="1" y="1027"/>
                    <a:pt x="11" y="1027"/>
                  </a:cubicBezTo>
                  <a:cubicBezTo>
                    <a:pt x="15" y="1030"/>
                    <a:pt x="18" y="1031"/>
                    <a:pt x="21" y="1031"/>
                  </a:cubicBezTo>
                  <a:cubicBezTo>
                    <a:pt x="27" y="1031"/>
                    <a:pt x="32" y="1027"/>
                    <a:pt x="32" y="1027"/>
                  </a:cubicBezTo>
                  <a:lnTo>
                    <a:pt x="42" y="1017"/>
                  </a:lnTo>
                  <a:cubicBezTo>
                    <a:pt x="62" y="976"/>
                    <a:pt x="123" y="966"/>
                    <a:pt x="184" y="945"/>
                  </a:cubicBezTo>
                  <a:cubicBezTo>
                    <a:pt x="235" y="936"/>
                    <a:pt x="296" y="936"/>
                    <a:pt x="357" y="936"/>
                  </a:cubicBezTo>
                  <a:cubicBezTo>
                    <a:pt x="428" y="925"/>
                    <a:pt x="499" y="915"/>
                    <a:pt x="560" y="864"/>
                  </a:cubicBezTo>
                  <a:cubicBezTo>
                    <a:pt x="621" y="823"/>
                    <a:pt x="652" y="732"/>
                    <a:pt x="642" y="661"/>
                  </a:cubicBezTo>
                  <a:cubicBezTo>
                    <a:pt x="631" y="590"/>
                    <a:pt x="611" y="529"/>
                    <a:pt x="560" y="468"/>
                  </a:cubicBezTo>
                  <a:cubicBezTo>
                    <a:pt x="517" y="417"/>
                    <a:pt x="453" y="394"/>
                    <a:pt x="391" y="394"/>
                  </a:cubicBezTo>
                  <a:cubicBezTo>
                    <a:pt x="380" y="394"/>
                    <a:pt x="368" y="395"/>
                    <a:pt x="357" y="396"/>
                  </a:cubicBezTo>
                  <a:cubicBezTo>
                    <a:pt x="244" y="413"/>
                    <a:pt x="149" y="461"/>
                    <a:pt x="70" y="516"/>
                  </a:cubicBezTo>
                  <a:lnTo>
                    <a:pt x="70" y="516"/>
                  </a:lnTo>
                  <a:cubicBezTo>
                    <a:pt x="77" y="496"/>
                    <a:pt x="84" y="476"/>
                    <a:pt x="93" y="457"/>
                  </a:cubicBezTo>
                  <a:lnTo>
                    <a:pt x="123" y="396"/>
                  </a:lnTo>
                  <a:lnTo>
                    <a:pt x="164" y="346"/>
                  </a:lnTo>
                  <a:cubicBezTo>
                    <a:pt x="215" y="274"/>
                    <a:pt x="276" y="204"/>
                    <a:pt x="347" y="163"/>
                  </a:cubicBezTo>
                  <a:cubicBezTo>
                    <a:pt x="418" y="112"/>
                    <a:pt x="499" y="82"/>
                    <a:pt x="591" y="82"/>
                  </a:cubicBezTo>
                  <a:cubicBezTo>
                    <a:pt x="604" y="80"/>
                    <a:pt x="617" y="79"/>
                    <a:pt x="630" y="79"/>
                  </a:cubicBezTo>
                  <a:cubicBezTo>
                    <a:pt x="698" y="79"/>
                    <a:pt x="763" y="103"/>
                    <a:pt x="814" y="163"/>
                  </a:cubicBezTo>
                  <a:cubicBezTo>
                    <a:pt x="820" y="168"/>
                    <a:pt x="825" y="170"/>
                    <a:pt x="830" y="170"/>
                  </a:cubicBezTo>
                  <a:cubicBezTo>
                    <a:pt x="835" y="170"/>
                    <a:pt x="840" y="168"/>
                    <a:pt x="845" y="163"/>
                  </a:cubicBezTo>
                  <a:cubicBezTo>
                    <a:pt x="845" y="163"/>
                    <a:pt x="855" y="152"/>
                    <a:pt x="845" y="143"/>
                  </a:cubicBezTo>
                  <a:cubicBezTo>
                    <a:pt x="825" y="91"/>
                    <a:pt x="784" y="61"/>
                    <a:pt x="733" y="30"/>
                  </a:cubicBezTo>
                  <a:cubicBezTo>
                    <a:pt x="682" y="21"/>
                    <a:pt x="631" y="0"/>
                    <a:pt x="581" y="0"/>
                  </a:cubicBezTo>
                  <a:close/>
                </a:path>
              </a:pathLst>
            </a:custGeom>
            <a:solidFill>
              <a:srgbClr val="DCAF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 name="Google Shape;2183;p42">
              <a:extLst>
                <a:ext uri="{FF2B5EF4-FFF2-40B4-BE49-F238E27FC236}">
                  <a16:creationId xmlns:a16="http://schemas.microsoft.com/office/drawing/2014/main" id="{51FA6952-3EAC-46B9-81FD-F004F6504FE3}"/>
                </a:ext>
              </a:extLst>
            </p:cNvPr>
            <p:cNvSpPr/>
            <p:nvPr/>
          </p:nvSpPr>
          <p:spPr>
            <a:xfrm>
              <a:off x="3304475" y="3302900"/>
              <a:ext cx="28750" cy="36375"/>
            </a:xfrm>
            <a:custGeom>
              <a:avLst/>
              <a:gdLst/>
              <a:ahLst/>
              <a:cxnLst/>
              <a:rect l="l" t="t" r="r" b="b"/>
              <a:pathLst>
                <a:path w="1150" h="1455" extrusionOk="0">
                  <a:moveTo>
                    <a:pt x="956" y="1"/>
                  </a:moveTo>
                  <a:cubicBezTo>
                    <a:pt x="926" y="82"/>
                    <a:pt x="885" y="153"/>
                    <a:pt x="845" y="214"/>
                  </a:cubicBezTo>
                  <a:cubicBezTo>
                    <a:pt x="875" y="234"/>
                    <a:pt x="906" y="265"/>
                    <a:pt x="926" y="306"/>
                  </a:cubicBezTo>
                  <a:cubicBezTo>
                    <a:pt x="936" y="315"/>
                    <a:pt x="926" y="326"/>
                    <a:pt x="926" y="326"/>
                  </a:cubicBezTo>
                  <a:cubicBezTo>
                    <a:pt x="916" y="326"/>
                    <a:pt x="916" y="336"/>
                    <a:pt x="916" y="336"/>
                  </a:cubicBezTo>
                  <a:cubicBezTo>
                    <a:pt x="906" y="336"/>
                    <a:pt x="895" y="326"/>
                    <a:pt x="895" y="326"/>
                  </a:cubicBezTo>
                  <a:cubicBezTo>
                    <a:pt x="875" y="295"/>
                    <a:pt x="845" y="275"/>
                    <a:pt x="814" y="265"/>
                  </a:cubicBezTo>
                  <a:cubicBezTo>
                    <a:pt x="712" y="387"/>
                    <a:pt x="611" y="489"/>
                    <a:pt x="509" y="559"/>
                  </a:cubicBezTo>
                  <a:cubicBezTo>
                    <a:pt x="560" y="570"/>
                    <a:pt x="611" y="590"/>
                    <a:pt x="641" y="631"/>
                  </a:cubicBezTo>
                  <a:cubicBezTo>
                    <a:pt x="651" y="641"/>
                    <a:pt x="651" y="641"/>
                    <a:pt x="651" y="651"/>
                  </a:cubicBezTo>
                  <a:cubicBezTo>
                    <a:pt x="855" y="529"/>
                    <a:pt x="1028" y="367"/>
                    <a:pt x="1150" y="234"/>
                  </a:cubicBezTo>
                  <a:cubicBezTo>
                    <a:pt x="1099" y="143"/>
                    <a:pt x="1038" y="51"/>
                    <a:pt x="956" y="1"/>
                  </a:cubicBezTo>
                  <a:close/>
                  <a:moveTo>
                    <a:pt x="448" y="631"/>
                  </a:moveTo>
                  <a:cubicBezTo>
                    <a:pt x="418" y="631"/>
                    <a:pt x="377" y="641"/>
                    <a:pt x="346" y="651"/>
                  </a:cubicBezTo>
                  <a:cubicBezTo>
                    <a:pt x="285" y="681"/>
                    <a:pt x="224" y="702"/>
                    <a:pt x="184" y="722"/>
                  </a:cubicBezTo>
                  <a:cubicBezTo>
                    <a:pt x="163" y="733"/>
                    <a:pt x="133" y="742"/>
                    <a:pt x="113" y="753"/>
                  </a:cubicBezTo>
                  <a:cubicBezTo>
                    <a:pt x="92" y="977"/>
                    <a:pt x="52" y="1190"/>
                    <a:pt x="0" y="1393"/>
                  </a:cubicBezTo>
                  <a:cubicBezTo>
                    <a:pt x="31" y="1424"/>
                    <a:pt x="61" y="1434"/>
                    <a:pt x="92" y="1454"/>
                  </a:cubicBezTo>
                  <a:cubicBezTo>
                    <a:pt x="133" y="1332"/>
                    <a:pt x="163" y="1221"/>
                    <a:pt x="194" y="1129"/>
                  </a:cubicBezTo>
                  <a:lnTo>
                    <a:pt x="194" y="1129"/>
                  </a:lnTo>
                  <a:cubicBezTo>
                    <a:pt x="163" y="1139"/>
                    <a:pt x="133" y="1160"/>
                    <a:pt x="123" y="1180"/>
                  </a:cubicBezTo>
                  <a:lnTo>
                    <a:pt x="113" y="1190"/>
                  </a:lnTo>
                  <a:lnTo>
                    <a:pt x="92" y="1190"/>
                  </a:lnTo>
                  <a:cubicBezTo>
                    <a:pt x="82" y="1190"/>
                    <a:pt x="82" y="1180"/>
                    <a:pt x="82" y="1169"/>
                  </a:cubicBezTo>
                  <a:cubicBezTo>
                    <a:pt x="92" y="1129"/>
                    <a:pt x="123" y="1108"/>
                    <a:pt x="153" y="1088"/>
                  </a:cubicBezTo>
                  <a:cubicBezTo>
                    <a:pt x="174" y="1078"/>
                    <a:pt x="194" y="1068"/>
                    <a:pt x="204" y="1058"/>
                  </a:cubicBezTo>
                  <a:cubicBezTo>
                    <a:pt x="245" y="916"/>
                    <a:pt x="265" y="824"/>
                    <a:pt x="265" y="824"/>
                  </a:cubicBezTo>
                  <a:cubicBezTo>
                    <a:pt x="377" y="794"/>
                    <a:pt x="489" y="742"/>
                    <a:pt x="580" y="692"/>
                  </a:cubicBezTo>
                  <a:lnTo>
                    <a:pt x="580" y="681"/>
                  </a:lnTo>
                  <a:cubicBezTo>
                    <a:pt x="550" y="651"/>
                    <a:pt x="509" y="631"/>
                    <a:pt x="458" y="631"/>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 name="Google Shape;2184;p42">
              <a:extLst>
                <a:ext uri="{FF2B5EF4-FFF2-40B4-BE49-F238E27FC236}">
                  <a16:creationId xmlns:a16="http://schemas.microsoft.com/office/drawing/2014/main" id="{3A83FAE8-69C3-408E-9B6A-D513512550B8}"/>
                </a:ext>
              </a:extLst>
            </p:cNvPr>
            <p:cNvSpPr/>
            <p:nvPr/>
          </p:nvSpPr>
          <p:spPr>
            <a:xfrm>
              <a:off x="3306500" y="3308225"/>
              <a:ext cx="21375" cy="24425"/>
            </a:xfrm>
            <a:custGeom>
              <a:avLst/>
              <a:gdLst/>
              <a:ahLst/>
              <a:cxnLst/>
              <a:rect l="l" t="t" r="r" b="b"/>
              <a:pathLst>
                <a:path w="855" h="977" extrusionOk="0">
                  <a:moveTo>
                    <a:pt x="764" y="1"/>
                  </a:moveTo>
                  <a:cubicBezTo>
                    <a:pt x="753" y="21"/>
                    <a:pt x="743" y="32"/>
                    <a:pt x="733" y="52"/>
                  </a:cubicBezTo>
                  <a:cubicBezTo>
                    <a:pt x="764" y="62"/>
                    <a:pt x="794" y="82"/>
                    <a:pt x="814" y="113"/>
                  </a:cubicBezTo>
                  <a:cubicBezTo>
                    <a:pt x="814" y="113"/>
                    <a:pt x="825" y="123"/>
                    <a:pt x="835" y="123"/>
                  </a:cubicBezTo>
                  <a:cubicBezTo>
                    <a:pt x="835" y="123"/>
                    <a:pt x="835" y="113"/>
                    <a:pt x="845" y="113"/>
                  </a:cubicBezTo>
                  <a:cubicBezTo>
                    <a:pt x="845" y="113"/>
                    <a:pt x="855" y="102"/>
                    <a:pt x="845" y="93"/>
                  </a:cubicBezTo>
                  <a:cubicBezTo>
                    <a:pt x="825" y="52"/>
                    <a:pt x="794" y="21"/>
                    <a:pt x="764" y="1"/>
                  </a:cubicBezTo>
                  <a:close/>
                  <a:moveTo>
                    <a:pt x="428" y="346"/>
                  </a:moveTo>
                  <a:cubicBezTo>
                    <a:pt x="367" y="377"/>
                    <a:pt x="316" y="407"/>
                    <a:pt x="265" y="438"/>
                  </a:cubicBezTo>
                  <a:cubicBezTo>
                    <a:pt x="296" y="428"/>
                    <a:pt x="337" y="418"/>
                    <a:pt x="367" y="418"/>
                  </a:cubicBezTo>
                  <a:lnTo>
                    <a:pt x="377" y="418"/>
                  </a:lnTo>
                  <a:cubicBezTo>
                    <a:pt x="428" y="418"/>
                    <a:pt x="469" y="438"/>
                    <a:pt x="499" y="468"/>
                  </a:cubicBezTo>
                  <a:lnTo>
                    <a:pt x="499" y="479"/>
                  </a:lnTo>
                  <a:cubicBezTo>
                    <a:pt x="530" y="468"/>
                    <a:pt x="550" y="448"/>
                    <a:pt x="570" y="438"/>
                  </a:cubicBezTo>
                  <a:cubicBezTo>
                    <a:pt x="570" y="428"/>
                    <a:pt x="570" y="428"/>
                    <a:pt x="560" y="418"/>
                  </a:cubicBezTo>
                  <a:cubicBezTo>
                    <a:pt x="530" y="377"/>
                    <a:pt x="479" y="357"/>
                    <a:pt x="428" y="346"/>
                  </a:cubicBezTo>
                  <a:close/>
                  <a:moveTo>
                    <a:pt x="103" y="509"/>
                  </a:moveTo>
                  <a:cubicBezTo>
                    <a:pt x="72" y="520"/>
                    <a:pt x="52" y="520"/>
                    <a:pt x="42" y="529"/>
                  </a:cubicBezTo>
                  <a:lnTo>
                    <a:pt x="32" y="540"/>
                  </a:lnTo>
                  <a:cubicBezTo>
                    <a:pt x="52" y="529"/>
                    <a:pt x="82" y="520"/>
                    <a:pt x="103" y="509"/>
                  </a:cubicBezTo>
                  <a:close/>
                  <a:moveTo>
                    <a:pt x="123" y="845"/>
                  </a:moveTo>
                  <a:cubicBezTo>
                    <a:pt x="113" y="855"/>
                    <a:pt x="93" y="865"/>
                    <a:pt x="72" y="875"/>
                  </a:cubicBezTo>
                  <a:cubicBezTo>
                    <a:pt x="42" y="895"/>
                    <a:pt x="11" y="916"/>
                    <a:pt x="1" y="956"/>
                  </a:cubicBezTo>
                  <a:cubicBezTo>
                    <a:pt x="1" y="967"/>
                    <a:pt x="1" y="977"/>
                    <a:pt x="11" y="977"/>
                  </a:cubicBezTo>
                  <a:lnTo>
                    <a:pt x="32" y="977"/>
                  </a:lnTo>
                  <a:lnTo>
                    <a:pt x="42" y="967"/>
                  </a:lnTo>
                  <a:cubicBezTo>
                    <a:pt x="52" y="947"/>
                    <a:pt x="82" y="926"/>
                    <a:pt x="113" y="916"/>
                  </a:cubicBezTo>
                  <a:cubicBezTo>
                    <a:pt x="113" y="895"/>
                    <a:pt x="123" y="865"/>
                    <a:pt x="123" y="845"/>
                  </a:cubicBezTo>
                  <a:close/>
                </a:path>
              </a:pathLst>
            </a:custGeom>
            <a:solidFill>
              <a:srgbClr val="DA9F7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 name="Google Shape;2185;p42">
              <a:extLst>
                <a:ext uri="{FF2B5EF4-FFF2-40B4-BE49-F238E27FC236}">
                  <a16:creationId xmlns:a16="http://schemas.microsoft.com/office/drawing/2014/main" id="{1070CCDC-2E40-434D-8415-44C0E479967F}"/>
                </a:ext>
              </a:extLst>
            </p:cNvPr>
            <p:cNvSpPr/>
            <p:nvPr/>
          </p:nvSpPr>
          <p:spPr>
            <a:xfrm>
              <a:off x="3126025" y="3194625"/>
              <a:ext cx="185850" cy="211750"/>
            </a:xfrm>
            <a:custGeom>
              <a:avLst/>
              <a:gdLst/>
              <a:ahLst/>
              <a:cxnLst/>
              <a:rect l="l" t="t" r="r" b="b"/>
              <a:pathLst>
                <a:path w="7434" h="8470" extrusionOk="0">
                  <a:moveTo>
                    <a:pt x="3722" y="0"/>
                  </a:moveTo>
                  <a:cubicBezTo>
                    <a:pt x="1424" y="0"/>
                    <a:pt x="225" y="1474"/>
                    <a:pt x="133" y="3609"/>
                  </a:cubicBezTo>
                  <a:cubicBezTo>
                    <a:pt x="1" y="6558"/>
                    <a:pt x="1079" y="8469"/>
                    <a:pt x="3722" y="8469"/>
                  </a:cubicBezTo>
                  <a:cubicBezTo>
                    <a:pt x="6356" y="8469"/>
                    <a:pt x="7434" y="6558"/>
                    <a:pt x="7301" y="3609"/>
                  </a:cubicBezTo>
                  <a:cubicBezTo>
                    <a:pt x="7210" y="1474"/>
                    <a:pt x="6010" y="0"/>
                    <a:pt x="3722" y="0"/>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 name="Google Shape;2186;p42">
              <a:extLst>
                <a:ext uri="{FF2B5EF4-FFF2-40B4-BE49-F238E27FC236}">
                  <a16:creationId xmlns:a16="http://schemas.microsoft.com/office/drawing/2014/main" id="{69DC954D-FB71-4F60-9293-80AD4B3BFB9B}"/>
                </a:ext>
              </a:extLst>
            </p:cNvPr>
            <p:cNvSpPr/>
            <p:nvPr/>
          </p:nvSpPr>
          <p:spPr>
            <a:xfrm>
              <a:off x="3165675" y="3300350"/>
              <a:ext cx="17075" cy="23150"/>
            </a:xfrm>
            <a:custGeom>
              <a:avLst/>
              <a:gdLst/>
              <a:ahLst/>
              <a:cxnLst/>
              <a:rect l="l" t="t" r="r" b="b"/>
              <a:pathLst>
                <a:path w="683" h="926" extrusionOk="0">
                  <a:moveTo>
                    <a:pt x="337" y="1"/>
                  </a:moveTo>
                  <a:cubicBezTo>
                    <a:pt x="154" y="1"/>
                    <a:pt x="1" y="214"/>
                    <a:pt x="1" y="469"/>
                  </a:cubicBezTo>
                  <a:cubicBezTo>
                    <a:pt x="1" y="713"/>
                    <a:pt x="154" y="926"/>
                    <a:pt x="337" y="926"/>
                  </a:cubicBezTo>
                  <a:cubicBezTo>
                    <a:pt x="530" y="926"/>
                    <a:pt x="683" y="713"/>
                    <a:pt x="683" y="469"/>
                  </a:cubicBezTo>
                  <a:cubicBezTo>
                    <a:pt x="683" y="214"/>
                    <a:pt x="530" y="1"/>
                    <a:pt x="337"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 name="Google Shape;2187;p42">
              <a:extLst>
                <a:ext uri="{FF2B5EF4-FFF2-40B4-BE49-F238E27FC236}">
                  <a16:creationId xmlns:a16="http://schemas.microsoft.com/office/drawing/2014/main" id="{B0C0A964-DAF1-4F23-A415-2F242FA95F75}"/>
                </a:ext>
              </a:extLst>
            </p:cNvPr>
            <p:cNvSpPr/>
            <p:nvPr/>
          </p:nvSpPr>
          <p:spPr>
            <a:xfrm>
              <a:off x="3158575" y="3298575"/>
              <a:ext cx="31300" cy="11700"/>
            </a:xfrm>
            <a:custGeom>
              <a:avLst/>
              <a:gdLst/>
              <a:ahLst/>
              <a:cxnLst/>
              <a:rect l="l" t="t" r="r" b="b"/>
              <a:pathLst>
                <a:path w="1252" h="468" extrusionOk="0">
                  <a:moveTo>
                    <a:pt x="621" y="0"/>
                  </a:moveTo>
                  <a:cubicBezTo>
                    <a:pt x="488" y="0"/>
                    <a:pt x="346" y="41"/>
                    <a:pt x="244" y="122"/>
                  </a:cubicBezTo>
                  <a:cubicBezTo>
                    <a:pt x="133" y="204"/>
                    <a:pt x="52" y="305"/>
                    <a:pt x="0" y="427"/>
                  </a:cubicBezTo>
                  <a:cubicBezTo>
                    <a:pt x="0" y="438"/>
                    <a:pt x="0" y="448"/>
                    <a:pt x="11" y="458"/>
                  </a:cubicBezTo>
                  <a:cubicBezTo>
                    <a:pt x="16" y="463"/>
                    <a:pt x="23" y="466"/>
                    <a:pt x="31" y="466"/>
                  </a:cubicBezTo>
                  <a:cubicBezTo>
                    <a:pt x="39" y="466"/>
                    <a:pt x="46" y="463"/>
                    <a:pt x="52" y="458"/>
                  </a:cubicBezTo>
                  <a:cubicBezTo>
                    <a:pt x="122" y="357"/>
                    <a:pt x="214" y="285"/>
                    <a:pt x="305" y="235"/>
                  </a:cubicBezTo>
                  <a:cubicBezTo>
                    <a:pt x="407" y="174"/>
                    <a:pt x="519" y="153"/>
                    <a:pt x="621" y="153"/>
                  </a:cubicBezTo>
                  <a:cubicBezTo>
                    <a:pt x="732" y="153"/>
                    <a:pt x="845" y="174"/>
                    <a:pt x="936" y="235"/>
                  </a:cubicBezTo>
                  <a:cubicBezTo>
                    <a:pt x="1037" y="285"/>
                    <a:pt x="1129" y="366"/>
                    <a:pt x="1200" y="458"/>
                  </a:cubicBezTo>
                  <a:cubicBezTo>
                    <a:pt x="1211" y="468"/>
                    <a:pt x="1220" y="468"/>
                    <a:pt x="1231" y="468"/>
                  </a:cubicBezTo>
                  <a:cubicBezTo>
                    <a:pt x="1241" y="458"/>
                    <a:pt x="1251" y="448"/>
                    <a:pt x="1241" y="438"/>
                  </a:cubicBezTo>
                  <a:cubicBezTo>
                    <a:pt x="1200" y="316"/>
                    <a:pt x="1119" y="204"/>
                    <a:pt x="1007" y="122"/>
                  </a:cubicBezTo>
                  <a:cubicBezTo>
                    <a:pt x="895" y="41"/>
                    <a:pt x="763" y="0"/>
                    <a:pt x="621" y="0"/>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 name="Google Shape;2188;p42">
              <a:extLst>
                <a:ext uri="{FF2B5EF4-FFF2-40B4-BE49-F238E27FC236}">
                  <a16:creationId xmlns:a16="http://schemas.microsoft.com/office/drawing/2014/main" id="{0BBF1C3E-F9F0-4DA4-9373-992E6580D496}"/>
                </a:ext>
              </a:extLst>
            </p:cNvPr>
            <p:cNvSpPr/>
            <p:nvPr/>
          </p:nvSpPr>
          <p:spPr>
            <a:xfrm>
              <a:off x="3152725" y="3302450"/>
              <a:ext cx="9175" cy="5050"/>
            </a:xfrm>
            <a:custGeom>
              <a:avLst/>
              <a:gdLst/>
              <a:ahLst/>
              <a:cxnLst/>
              <a:rect l="l" t="t" r="r" b="b"/>
              <a:pathLst>
                <a:path w="367" h="202" extrusionOk="0">
                  <a:moveTo>
                    <a:pt x="31" y="1"/>
                  </a:moveTo>
                  <a:cubicBezTo>
                    <a:pt x="24" y="1"/>
                    <a:pt x="16" y="3"/>
                    <a:pt x="11" y="8"/>
                  </a:cubicBezTo>
                  <a:cubicBezTo>
                    <a:pt x="1" y="19"/>
                    <a:pt x="1" y="39"/>
                    <a:pt x="11" y="49"/>
                  </a:cubicBezTo>
                  <a:cubicBezTo>
                    <a:pt x="133" y="181"/>
                    <a:pt x="326" y="202"/>
                    <a:pt x="336" y="202"/>
                  </a:cubicBezTo>
                  <a:cubicBezTo>
                    <a:pt x="356" y="202"/>
                    <a:pt x="367" y="191"/>
                    <a:pt x="367" y="171"/>
                  </a:cubicBezTo>
                  <a:cubicBezTo>
                    <a:pt x="367" y="161"/>
                    <a:pt x="356" y="141"/>
                    <a:pt x="347" y="141"/>
                  </a:cubicBezTo>
                  <a:cubicBezTo>
                    <a:pt x="336" y="141"/>
                    <a:pt x="164" y="120"/>
                    <a:pt x="51" y="8"/>
                  </a:cubicBezTo>
                  <a:cubicBezTo>
                    <a:pt x="46" y="3"/>
                    <a:pt x="39" y="1"/>
                    <a:pt x="31"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 name="Google Shape;2189;p42">
              <a:extLst>
                <a:ext uri="{FF2B5EF4-FFF2-40B4-BE49-F238E27FC236}">
                  <a16:creationId xmlns:a16="http://schemas.microsoft.com/office/drawing/2014/main" id="{DDE2F148-8F6F-421E-808F-B8805601056D}"/>
                </a:ext>
              </a:extLst>
            </p:cNvPr>
            <p:cNvSpPr/>
            <p:nvPr/>
          </p:nvSpPr>
          <p:spPr>
            <a:xfrm>
              <a:off x="3255150" y="3300350"/>
              <a:ext cx="17075" cy="23150"/>
            </a:xfrm>
            <a:custGeom>
              <a:avLst/>
              <a:gdLst/>
              <a:ahLst/>
              <a:cxnLst/>
              <a:rect l="l" t="t" r="r" b="b"/>
              <a:pathLst>
                <a:path w="683" h="926" extrusionOk="0">
                  <a:moveTo>
                    <a:pt x="347" y="1"/>
                  </a:moveTo>
                  <a:cubicBezTo>
                    <a:pt x="154" y="1"/>
                    <a:pt x="1" y="214"/>
                    <a:pt x="1" y="469"/>
                  </a:cubicBezTo>
                  <a:cubicBezTo>
                    <a:pt x="1" y="713"/>
                    <a:pt x="154" y="926"/>
                    <a:pt x="347" y="926"/>
                  </a:cubicBezTo>
                  <a:cubicBezTo>
                    <a:pt x="530" y="926"/>
                    <a:pt x="683" y="713"/>
                    <a:pt x="683" y="469"/>
                  </a:cubicBezTo>
                  <a:cubicBezTo>
                    <a:pt x="683" y="214"/>
                    <a:pt x="530" y="1"/>
                    <a:pt x="347"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 name="Google Shape;2190;p42">
              <a:extLst>
                <a:ext uri="{FF2B5EF4-FFF2-40B4-BE49-F238E27FC236}">
                  <a16:creationId xmlns:a16="http://schemas.microsoft.com/office/drawing/2014/main" id="{A106B83D-E4AF-49BB-A202-836A63D38868}"/>
                </a:ext>
              </a:extLst>
            </p:cNvPr>
            <p:cNvSpPr/>
            <p:nvPr/>
          </p:nvSpPr>
          <p:spPr>
            <a:xfrm>
              <a:off x="3248300" y="3298575"/>
              <a:ext cx="31050" cy="11650"/>
            </a:xfrm>
            <a:custGeom>
              <a:avLst/>
              <a:gdLst/>
              <a:ahLst/>
              <a:cxnLst/>
              <a:rect l="l" t="t" r="r" b="b"/>
              <a:pathLst>
                <a:path w="1242" h="466" extrusionOk="0">
                  <a:moveTo>
                    <a:pt x="621" y="0"/>
                  </a:moveTo>
                  <a:cubicBezTo>
                    <a:pt x="478" y="0"/>
                    <a:pt x="347" y="41"/>
                    <a:pt x="234" y="122"/>
                  </a:cubicBezTo>
                  <a:cubicBezTo>
                    <a:pt x="123" y="204"/>
                    <a:pt x="42" y="316"/>
                    <a:pt x="1" y="438"/>
                  </a:cubicBezTo>
                  <a:cubicBezTo>
                    <a:pt x="1" y="438"/>
                    <a:pt x="1" y="458"/>
                    <a:pt x="11" y="458"/>
                  </a:cubicBezTo>
                  <a:cubicBezTo>
                    <a:pt x="16" y="463"/>
                    <a:pt x="21" y="466"/>
                    <a:pt x="26" y="466"/>
                  </a:cubicBezTo>
                  <a:cubicBezTo>
                    <a:pt x="31" y="466"/>
                    <a:pt x="36" y="463"/>
                    <a:pt x="42" y="458"/>
                  </a:cubicBezTo>
                  <a:cubicBezTo>
                    <a:pt x="112" y="366"/>
                    <a:pt x="204" y="285"/>
                    <a:pt x="306" y="235"/>
                  </a:cubicBezTo>
                  <a:cubicBezTo>
                    <a:pt x="397" y="174"/>
                    <a:pt x="509" y="153"/>
                    <a:pt x="621" y="153"/>
                  </a:cubicBezTo>
                  <a:cubicBezTo>
                    <a:pt x="722" y="153"/>
                    <a:pt x="835" y="174"/>
                    <a:pt x="936" y="235"/>
                  </a:cubicBezTo>
                  <a:cubicBezTo>
                    <a:pt x="1027" y="285"/>
                    <a:pt x="1119" y="357"/>
                    <a:pt x="1190" y="458"/>
                  </a:cubicBezTo>
                  <a:cubicBezTo>
                    <a:pt x="1197" y="458"/>
                    <a:pt x="1204" y="463"/>
                    <a:pt x="1211" y="463"/>
                  </a:cubicBezTo>
                  <a:cubicBezTo>
                    <a:pt x="1214" y="463"/>
                    <a:pt x="1217" y="461"/>
                    <a:pt x="1221" y="458"/>
                  </a:cubicBezTo>
                  <a:cubicBezTo>
                    <a:pt x="1231" y="458"/>
                    <a:pt x="1241" y="448"/>
                    <a:pt x="1241" y="427"/>
                  </a:cubicBezTo>
                  <a:cubicBezTo>
                    <a:pt x="1190" y="305"/>
                    <a:pt x="1109" y="204"/>
                    <a:pt x="997" y="122"/>
                  </a:cubicBezTo>
                  <a:cubicBezTo>
                    <a:pt x="896" y="41"/>
                    <a:pt x="753" y="0"/>
                    <a:pt x="621" y="0"/>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 name="Google Shape;2191;p42">
              <a:extLst>
                <a:ext uri="{FF2B5EF4-FFF2-40B4-BE49-F238E27FC236}">
                  <a16:creationId xmlns:a16="http://schemas.microsoft.com/office/drawing/2014/main" id="{85FCF3FC-2EE7-4616-977D-0E747F59EC00}"/>
                </a:ext>
              </a:extLst>
            </p:cNvPr>
            <p:cNvSpPr/>
            <p:nvPr/>
          </p:nvSpPr>
          <p:spPr>
            <a:xfrm>
              <a:off x="3244750" y="3279250"/>
              <a:ext cx="38150" cy="10200"/>
            </a:xfrm>
            <a:custGeom>
              <a:avLst/>
              <a:gdLst/>
              <a:ahLst/>
              <a:cxnLst/>
              <a:rect l="l" t="t" r="r" b="b"/>
              <a:pathLst>
                <a:path w="1526" h="408" extrusionOk="0">
                  <a:moveTo>
                    <a:pt x="763" y="1"/>
                  </a:moveTo>
                  <a:cubicBezTo>
                    <a:pt x="611" y="1"/>
                    <a:pt x="468" y="21"/>
                    <a:pt x="326" y="62"/>
                  </a:cubicBezTo>
                  <a:cubicBezTo>
                    <a:pt x="254" y="92"/>
                    <a:pt x="184" y="123"/>
                    <a:pt x="132" y="174"/>
                  </a:cubicBezTo>
                  <a:cubicBezTo>
                    <a:pt x="71" y="224"/>
                    <a:pt x="21" y="296"/>
                    <a:pt x="10" y="367"/>
                  </a:cubicBezTo>
                  <a:cubicBezTo>
                    <a:pt x="1" y="377"/>
                    <a:pt x="1" y="377"/>
                    <a:pt x="10" y="387"/>
                  </a:cubicBezTo>
                  <a:cubicBezTo>
                    <a:pt x="10" y="397"/>
                    <a:pt x="31" y="407"/>
                    <a:pt x="41" y="407"/>
                  </a:cubicBezTo>
                  <a:cubicBezTo>
                    <a:pt x="184" y="367"/>
                    <a:pt x="285" y="326"/>
                    <a:pt x="407" y="285"/>
                  </a:cubicBezTo>
                  <a:cubicBezTo>
                    <a:pt x="519" y="245"/>
                    <a:pt x="641" y="235"/>
                    <a:pt x="763" y="224"/>
                  </a:cubicBezTo>
                  <a:cubicBezTo>
                    <a:pt x="793" y="222"/>
                    <a:pt x="823" y="221"/>
                    <a:pt x="853" y="221"/>
                  </a:cubicBezTo>
                  <a:cubicBezTo>
                    <a:pt x="945" y="221"/>
                    <a:pt x="1037" y="232"/>
                    <a:pt x="1129" y="255"/>
                  </a:cubicBezTo>
                  <a:cubicBezTo>
                    <a:pt x="1251" y="285"/>
                    <a:pt x="1373" y="326"/>
                    <a:pt x="1474" y="407"/>
                  </a:cubicBezTo>
                  <a:lnTo>
                    <a:pt x="1505" y="407"/>
                  </a:lnTo>
                  <a:cubicBezTo>
                    <a:pt x="1515" y="397"/>
                    <a:pt x="1526" y="377"/>
                    <a:pt x="1515" y="367"/>
                  </a:cubicBezTo>
                  <a:cubicBezTo>
                    <a:pt x="1434" y="245"/>
                    <a:pt x="1312" y="153"/>
                    <a:pt x="1180" y="102"/>
                  </a:cubicBezTo>
                  <a:cubicBezTo>
                    <a:pt x="1047" y="41"/>
                    <a:pt x="905" y="11"/>
                    <a:pt x="763"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 name="Google Shape;2192;p42">
              <a:extLst>
                <a:ext uri="{FF2B5EF4-FFF2-40B4-BE49-F238E27FC236}">
                  <a16:creationId xmlns:a16="http://schemas.microsoft.com/office/drawing/2014/main" id="{B3600092-6178-4835-9987-601F8E918421}"/>
                </a:ext>
              </a:extLst>
            </p:cNvPr>
            <p:cNvSpPr/>
            <p:nvPr/>
          </p:nvSpPr>
          <p:spPr>
            <a:xfrm>
              <a:off x="3276000" y="3302450"/>
              <a:ext cx="9175" cy="5050"/>
            </a:xfrm>
            <a:custGeom>
              <a:avLst/>
              <a:gdLst/>
              <a:ahLst/>
              <a:cxnLst/>
              <a:rect l="l" t="t" r="r" b="b"/>
              <a:pathLst>
                <a:path w="367" h="202" extrusionOk="0">
                  <a:moveTo>
                    <a:pt x="336" y="1"/>
                  </a:moveTo>
                  <a:cubicBezTo>
                    <a:pt x="329" y="1"/>
                    <a:pt x="321" y="3"/>
                    <a:pt x="316" y="8"/>
                  </a:cubicBezTo>
                  <a:cubicBezTo>
                    <a:pt x="204" y="120"/>
                    <a:pt x="32" y="141"/>
                    <a:pt x="21" y="141"/>
                  </a:cubicBezTo>
                  <a:cubicBezTo>
                    <a:pt x="11" y="141"/>
                    <a:pt x="1" y="161"/>
                    <a:pt x="1" y="171"/>
                  </a:cubicBezTo>
                  <a:cubicBezTo>
                    <a:pt x="1" y="191"/>
                    <a:pt x="11" y="202"/>
                    <a:pt x="32" y="202"/>
                  </a:cubicBezTo>
                  <a:cubicBezTo>
                    <a:pt x="41" y="202"/>
                    <a:pt x="235" y="181"/>
                    <a:pt x="357" y="49"/>
                  </a:cubicBezTo>
                  <a:cubicBezTo>
                    <a:pt x="367" y="39"/>
                    <a:pt x="367" y="19"/>
                    <a:pt x="357" y="8"/>
                  </a:cubicBezTo>
                  <a:cubicBezTo>
                    <a:pt x="352" y="3"/>
                    <a:pt x="344" y="1"/>
                    <a:pt x="336"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 name="Google Shape;2193;p42">
              <a:extLst>
                <a:ext uri="{FF2B5EF4-FFF2-40B4-BE49-F238E27FC236}">
                  <a16:creationId xmlns:a16="http://schemas.microsoft.com/office/drawing/2014/main" id="{13BA8A73-BA0C-45F0-AF08-F7F40FBA6F11}"/>
                </a:ext>
              </a:extLst>
            </p:cNvPr>
            <p:cNvSpPr/>
            <p:nvPr/>
          </p:nvSpPr>
          <p:spPr>
            <a:xfrm>
              <a:off x="3143075" y="3323475"/>
              <a:ext cx="27975" cy="28000"/>
            </a:xfrm>
            <a:custGeom>
              <a:avLst/>
              <a:gdLst/>
              <a:ahLst/>
              <a:cxnLst/>
              <a:rect l="l" t="t" r="r" b="b"/>
              <a:pathLst>
                <a:path w="1119" h="1120" extrusionOk="0">
                  <a:moveTo>
                    <a:pt x="559" y="1"/>
                  </a:moveTo>
                  <a:cubicBezTo>
                    <a:pt x="254" y="1"/>
                    <a:pt x="0" y="245"/>
                    <a:pt x="0" y="560"/>
                  </a:cubicBezTo>
                  <a:cubicBezTo>
                    <a:pt x="0" y="865"/>
                    <a:pt x="254" y="1119"/>
                    <a:pt x="559" y="1119"/>
                  </a:cubicBezTo>
                  <a:cubicBezTo>
                    <a:pt x="864" y="1119"/>
                    <a:pt x="1119" y="865"/>
                    <a:pt x="1119" y="560"/>
                  </a:cubicBezTo>
                  <a:cubicBezTo>
                    <a:pt x="1119" y="245"/>
                    <a:pt x="864" y="1"/>
                    <a:pt x="559" y="1"/>
                  </a:cubicBezTo>
                  <a:close/>
                </a:path>
              </a:pathLst>
            </a:custGeom>
            <a:solidFill>
              <a:srgbClr val="FAA99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 name="Google Shape;2194;p42">
              <a:extLst>
                <a:ext uri="{FF2B5EF4-FFF2-40B4-BE49-F238E27FC236}">
                  <a16:creationId xmlns:a16="http://schemas.microsoft.com/office/drawing/2014/main" id="{0A3C7565-3DCC-4CF1-8D2C-60228C49CF72}"/>
                </a:ext>
              </a:extLst>
            </p:cNvPr>
            <p:cNvSpPr/>
            <p:nvPr/>
          </p:nvSpPr>
          <p:spPr>
            <a:xfrm>
              <a:off x="3266850" y="3323475"/>
              <a:ext cx="28000" cy="28000"/>
            </a:xfrm>
            <a:custGeom>
              <a:avLst/>
              <a:gdLst/>
              <a:ahLst/>
              <a:cxnLst/>
              <a:rect l="l" t="t" r="r" b="b"/>
              <a:pathLst>
                <a:path w="1120" h="1120" extrusionOk="0">
                  <a:moveTo>
                    <a:pt x="560" y="1"/>
                  </a:moveTo>
                  <a:cubicBezTo>
                    <a:pt x="255" y="1"/>
                    <a:pt x="1" y="245"/>
                    <a:pt x="1" y="560"/>
                  </a:cubicBezTo>
                  <a:cubicBezTo>
                    <a:pt x="1" y="865"/>
                    <a:pt x="255" y="1119"/>
                    <a:pt x="560" y="1119"/>
                  </a:cubicBezTo>
                  <a:cubicBezTo>
                    <a:pt x="875" y="1119"/>
                    <a:pt x="1119" y="865"/>
                    <a:pt x="1119" y="560"/>
                  </a:cubicBezTo>
                  <a:cubicBezTo>
                    <a:pt x="1119" y="245"/>
                    <a:pt x="875" y="1"/>
                    <a:pt x="560" y="1"/>
                  </a:cubicBezTo>
                  <a:close/>
                </a:path>
              </a:pathLst>
            </a:custGeom>
            <a:solidFill>
              <a:srgbClr val="FAA99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 name="Google Shape;2195;p42">
              <a:extLst>
                <a:ext uri="{FF2B5EF4-FFF2-40B4-BE49-F238E27FC236}">
                  <a16:creationId xmlns:a16="http://schemas.microsoft.com/office/drawing/2014/main" id="{8480E063-C888-4097-94E5-D8D2CEC9DC3D}"/>
                </a:ext>
              </a:extLst>
            </p:cNvPr>
            <p:cNvSpPr/>
            <p:nvPr/>
          </p:nvSpPr>
          <p:spPr>
            <a:xfrm>
              <a:off x="3198500" y="3364925"/>
              <a:ext cx="40925" cy="4850"/>
            </a:xfrm>
            <a:custGeom>
              <a:avLst/>
              <a:gdLst/>
              <a:ahLst/>
              <a:cxnLst/>
              <a:rect l="l" t="t" r="r" b="b"/>
              <a:pathLst>
                <a:path w="1637" h="194" extrusionOk="0">
                  <a:moveTo>
                    <a:pt x="30" y="0"/>
                  </a:moveTo>
                  <a:cubicBezTo>
                    <a:pt x="20" y="0"/>
                    <a:pt x="10" y="10"/>
                    <a:pt x="0" y="21"/>
                  </a:cubicBezTo>
                  <a:cubicBezTo>
                    <a:pt x="0" y="31"/>
                    <a:pt x="0" y="41"/>
                    <a:pt x="10" y="41"/>
                  </a:cubicBezTo>
                  <a:cubicBezTo>
                    <a:pt x="142" y="102"/>
                    <a:pt x="274" y="143"/>
                    <a:pt x="407" y="163"/>
                  </a:cubicBezTo>
                  <a:cubicBezTo>
                    <a:pt x="538" y="183"/>
                    <a:pt x="681" y="193"/>
                    <a:pt x="823" y="193"/>
                  </a:cubicBezTo>
                  <a:cubicBezTo>
                    <a:pt x="956" y="193"/>
                    <a:pt x="1098" y="183"/>
                    <a:pt x="1230" y="163"/>
                  </a:cubicBezTo>
                  <a:cubicBezTo>
                    <a:pt x="1362" y="143"/>
                    <a:pt x="1494" y="102"/>
                    <a:pt x="1627" y="41"/>
                  </a:cubicBezTo>
                  <a:cubicBezTo>
                    <a:pt x="1637" y="41"/>
                    <a:pt x="1637" y="31"/>
                    <a:pt x="1637" y="21"/>
                  </a:cubicBezTo>
                  <a:cubicBezTo>
                    <a:pt x="1637" y="10"/>
                    <a:pt x="1627" y="0"/>
                    <a:pt x="1606" y="0"/>
                  </a:cubicBezTo>
                  <a:cubicBezTo>
                    <a:pt x="1484" y="41"/>
                    <a:pt x="1352" y="71"/>
                    <a:pt x="1220" y="82"/>
                  </a:cubicBezTo>
                  <a:cubicBezTo>
                    <a:pt x="1088" y="102"/>
                    <a:pt x="956" y="112"/>
                    <a:pt x="823" y="112"/>
                  </a:cubicBezTo>
                  <a:cubicBezTo>
                    <a:pt x="681" y="112"/>
                    <a:pt x="549" y="102"/>
                    <a:pt x="416" y="82"/>
                  </a:cubicBezTo>
                  <a:cubicBezTo>
                    <a:pt x="285" y="71"/>
                    <a:pt x="152" y="41"/>
                    <a:pt x="30" y="0"/>
                  </a:cubicBezTo>
                  <a:close/>
                </a:path>
              </a:pathLst>
            </a:custGeom>
            <a:solidFill>
              <a:srgbClr val="DCAF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 name="Google Shape;2196;p42">
              <a:extLst>
                <a:ext uri="{FF2B5EF4-FFF2-40B4-BE49-F238E27FC236}">
                  <a16:creationId xmlns:a16="http://schemas.microsoft.com/office/drawing/2014/main" id="{44341B7C-B732-4121-B0B8-C207F16147E9}"/>
                </a:ext>
              </a:extLst>
            </p:cNvPr>
            <p:cNvSpPr/>
            <p:nvPr/>
          </p:nvSpPr>
          <p:spPr>
            <a:xfrm>
              <a:off x="3208400" y="3309000"/>
              <a:ext cx="11200" cy="41300"/>
            </a:xfrm>
            <a:custGeom>
              <a:avLst/>
              <a:gdLst/>
              <a:ahLst/>
              <a:cxnLst/>
              <a:rect l="l" t="t" r="r" b="b"/>
              <a:pathLst>
                <a:path w="448" h="1652" extrusionOk="0">
                  <a:moveTo>
                    <a:pt x="427" y="1"/>
                  </a:moveTo>
                  <a:cubicBezTo>
                    <a:pt x="407" y="1"/>
                    <a:pt x="397" y="10"/>
                    <a:pt x="397" y="31"/>
                  </a:cubicBezTo>
                  <a:cubicBezTo>
                    <a:pt x="387" y="173"/>
                    <a:pt x="346" y="326"/>
                    <a:pt x="305" y="468"/>
                  </a:cubicBezTo>
                  <a:cubicBezTo>
                    <a:pt x="264" y="611"/>
                    <a:pt x="203" y="753"/>
                    <a:pt x="133" y="885"/>
                  </a:cubicBezTo>
                  <a:cubicBezTo>
                    <a:pt x="112" y="916"/>
                    <a:pt x="92" y="946"/>
                    <a:pt x="81" y="977"/>
                  </a:cubicBezTo>
                  <a:cubicBezTo>
                    <a:pt x="61" y="1007"/>
                    <a:pt x="31" y="1058"/>
                    <a:pt x="20" y="1099"/>
                  </a:cubicBezTo>
                  <a:cubicBezTo>
                    <a:pt x="0" y="1180"/>
                    <a:pt x="11" y="1271"/>
                    <a:pt x="51" y="1352"/>
                  </a:cubicBezTo>
                  <a:cubicBezTo>
                    <a:pt x="122" y="1495"/>
                    <a:pt x="255" y="1607"/>
                    <a:pt x="417" y="1648"/>
                  </a:cubicBezTo>
                  <a:cubicBezTo>
                    <a:pt x="420" y="1651"/>
                    <a:pt x="423" y="1652"/>
                    <a:pt x="426" y="1652"/>
                  </a:cubicBezTo>
                  <a:cubicBezTo>
                    <a:pt x="433" y="1652"/>
                    <a:pt x="441" y="1645"/>
                    <a:pt x="448" y="1637"/>
                  </a:cubicBezTo>
                  <a:cubicBezTo>
                    <a:pt x="448" y="1627"/>
                    <a:pt x="448" y="1607"/>
                    <a:pt x="427" y="1607"/>
                  </a:cubicBezTo>
                  <a:cubicBezTo>
                    <a:pt x="295" y="1546"/>
                    <a:pt x="194" y="1434"/>
                    <a:pt x="122" y="1312"/>
                  </a:cubicBezTo>
                  <a:cubicBezTo>
                    <a:pt x="92" y="1251"/>
                    <a:pt x="92" y="1180"/>
                    <a:pt x="112" y="1119"/>
                  </a:cubicBezTo>
                  <a:cubicBezTo>
                    <a:pt x="122" y="1088"/>
                    <a:pt x="133" y="1058"/>
                    <a:pt x="153" y="1027"/>
                  </a:cubicBezTo>
                  <a:cubicBezTo>
                    <a:pt x="173" y="986"/>
                    <a:pt x="194" y="956"/>
                    <a:pt x="214" y="925"/>
                  </a:cubicBezTo>
                  <a:cubicBezTo>
                    <a:pt x="285" y="783"/>
                    <a:pt x="336" y="641"/>
                    <a:pt x="377" y="489"/>
                  </a:cubicBezTo>
                  <a:cubicBezTo>
                    <a:pt x="417" y="336"/>
                    <a:pt x="448" y="184"/>
                    <a:pt x="448" y="31"/>
                  </a:cubicBezTo>
                  <a:cubicBezTo>
                    <a:pt x="448" y="10"/>
                    <a:pt x="438" y="1"/>
                    <a:pt x="427" y="1"/>
                  </a:cubicBezTo>
                  <a:close/>
                </a:path>
              </a:pathLst>
            </a:custGeom>
            <a:solidFill>
              <a:srgbClr val="DCAF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 name="Google Shape;2197;p42">
              <a:extLst>
                <a:ext uri="{FF2B5EF4-FFF2-40B4-BE49-F238E27FC236}">
                  <a16:creationId xmlns:a16="http://schemas.microsoft.com/office/drawing/2014/main" id="{B13F0BDB-A625-4487-B01A-13F4478AF37B}"/>
                </a:ext>
              </a:extLst>
            </p:cNvPr>
            <p:cNvSpPr/>
            <p:nvPr/>
          </p:nvSpPr>
          <p:spPr>
            <a:xfrm>
              <a:off x="3155275" y="3279250"/>
              <a:ext cx="37900" cy="10300"/>
            </a:xfrm>
            <a:custGeom>
              <a:avLst/>
              <a:gdLst/>
              <a:ahLst/>
              <a:cxnLst/>
              <a:rect l="l" t="t" r="r" b="b"/>
              <a:pathLst>
                <a:path w="1516" h="412" extrusionOk="0">
                  <a:moveTo>
                    <a:pt x="753" y="1"/>
                  </a:moveTo>
                  <a:cubicBezTo>
                    <a:pt x="611" y="11"/>
                    <a:pt x="468" y="41"/>
                    <a:pt x="336" y="102"/>
                  </a:cubicBezTo>
                  <a:cubicBezTo>
                    <a:pt x="204" y="153"/>
                    <a:pt x="82" y="245"/>
                    <a:pt x="1" y="367"/>
                  </a:cubicBezTo>
                  <a:lnTo>
                    <a:pt x="1" y="397"/>
                  </a:lnTo>
                  <a:cubicBezTo>
                    <a:pt x="7" y="404"/>
                    <a:pt x="20" y="412"/>
                    <a:pt x="30" y="412"/>
                  </a:cubicBezTo>
                  <a:cubicBezTo>
                    <a:pt x="34" y="412"/>
                    <a:pt x="38" y="410"/>
                    <a:pt x="41" y="407"/>
                  </a:cubicBezTo>
                  <a:cubicBezTo>
                    <a:pt x="143" y="326"/>
                    <a:pt x="265" y="285"/>
                    <a:pt x="387" y="255"/>
                  </a:cubicBezTo>
                  <a:cubicBezTo>
                    <a:pt x="479" y="232"/>
                    <a:pt x="571" y="221"/>
                    <a:pt x="662" y="221"/>
                  </a:cubicBezTo>
                  <a:cubicBezTo>
                    <a:pt x="693" y="221"/>
                    <a:pt x="723" y="222"/>
                    <a:pt x="753" y="224"/>
                  </a:cubicBezTo>
                  <a:cubicBezTo>
                    <a:pt x="875" y="235"/>
                    <a:pt x="997" y="245"/>
                    <a:pt x="1108" y="285"/>
                  </a:cubicBezTo>
                  <a:cubicBezTo>
                    <a:pt x="1230" y="326"/>
                    <a:pt x="1332" y="367"/>
                    <a:pt x="1474" y="407"/>
                  </a:cubicBezTo>
                  <a:lnTo>
                    <a:pt x="1485" y="407"/>
                  </a:lnTo>
                  <a:cubicBezTo>
                    <a:pt x="1505" y="407"/>
                    <a:pt x="1515" y="387"/>
                    <a:pt x="1505" y="367"/>
                  </a:cubicBezTo>
                  <a:cubicBezTo>
                    <a:pt x="1495" y="296"/>
                    <a:pt x="1444" y="224"/>
                    <a:pt x="1383" y="174"/>
                  </a:cubicBezTo>
                  <a:cubicBezTo>
                    <a:pt x="1332" y="123"/>
                    <a:pt x="1261" y="92"/>
                    <a:pt x="1190" y="62"/>
                  </a:cubicBezTo>
                  <a:cubicBezTo>
                    <a:pt x="1047" y="21"/>
                    <a:pt x="905" y="1"/>
                    <a:pt x="753"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 name="Google Shape;2198;p42">
              <a:extLst>
                <a:ext uri="{FF2B5EF4-FFF2-40B4-BE49-F238E27FC236}">
                  <a16:creationId xmlns:a16="http://schemas.microsoft.com/office/drawing/2014/main" id="{DD964751-9A69-428B-B065-C4212C74DDB4}"/>
                </a:ext>
              </a:extLst>
            </p:cNvPr>
            <p:cNvSpPr/>
            <p:nvPr/>
          </p:nvSpPr>
          <p:spPr>
            <a:xfrm>
              <a:off x="3034275" y="3537500"/>
              <a:ext cx="82900" cy="7425"/>
            </a:xfrm>
            <a:custGeom>
              <a:avLst/>
              <a:gdLst/>
              <a:ahLst/>
              <a:cxnLst/>
              <a:rect l="l" t="t" r="r" b="b"/>
              <a:pathLst>
                <a:path w="3316" h="297" extrusionOk="0">
                  <a:moveTo>
                    <a:pt x="1" y="1"/>
                  </a:moveTo>
                  <a:lnTo>
                    <a:pt x="1" y="296"/>
                  </a:lnTo>
                  <a:lnTo>
                    <a:pt x="3295" y="296"/>
                  </a:lnTo>
                  <a:cubicBezTo>
                    <a:pt x="3305" y="296"/>
                    <a:pt x="3315" y="286"/>
                    <a:pt x="3315" y="286"/>
                  </a:cubicBezTo>
                  <a:lnTo>
                    <a:pt x="3315" y="1"/>
                  </a:lnTo>
                  <a:close/>
                </a:path>
              </a:pathLst>
            </a:custGeom>
            <a:solidFill>
              <a:schemeClr val="bg2">
                <a:lumMod val="60000"/>
                <a:lumOff val="4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 name="Google Shape;2199;p42">
              <a:extLst>
                <a:ext uri="{FF2B5EF4-FFF2-40B4-BE49-F238E27FC236}">
                  <a16:creationId xmlns:a16="http://schemas.microsoft.com/office/drawing/2014/main" id="{84D40AB9-4743-4E83-9641-F8FE94271A67}"/>
                </a:ext>
              </a:extLst>
            </p:cNvPr>
            <p:cNvSpPr/>
            <p:nvPr/>
          </p:nvSpPr>
          <p:spPr>
            <a:xfrm>
              <a:off x="2994625" y="3428475"/>
              <a:ext cx="46525" cy="109050"/>
            </a:xfrm>
            <a:custGeom>
              <a:avLst/>
              <a:gdLst/>
              <a:ahLst/>
              <a:cxnLst/>
              <a:rect l="l" t="t" r="r" b="b"/>
              <a:pathLst>
                <a:path w="1861" h="4362" extrusionOk="0">
                  <a:moveTo>
                    <a:pt x="1" y="0"/>
                  </a:moveTo>
                  <a:lnTo>
                    <a:pt x="1485" y="4362"/>
                  </a:lnTo>
                  <a:lnTo>
                    <a:pt x="1739" y="4362"/>
                  </a:lnTo>
                  <a:cubicBezTo>
                    <a:pt x="1810" y="4362"/>
                    <a:pt x="1861" y="4291"/>
                    <a:pt x="1831" y="4230"/>
                  </a:cubicBezTo>
                  <a:lnTo>
                    <a:pt x="417" y="61"/>
                  </a:lnTo>
                  <a:cubicBezTo>
                    <a:pt x="397" y="30"/>
                    <a:pt x="367" y="0"/>
                    <a:pt x="326" y="0"/>
                  </a:cubicBezTo>
                  <a:close/>
                </a:path>
              </a:pathLst>
            </a:custGeom>
            <a:solidFill>
              <a:schemeClr val="bg1">
                <a:lumMod val="50000"/>
                <a:lumOff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chemeClr val="bg1">
                    <a:lumMod val="50000"/>
                    <a:lumOff val="50000"/>
                  </a:schemeClr>
                </a:solidFill>
                <a:effectLst/>
                <a:uLnTx/>
                <a:uFillTx/>
                <a:latin typeface="Arial"/>
                <a:cs typeface="Arial"/>
                <a:sym typeface="Arial"/>
              </a:endParaRPr>
            </a:p>
          </p:txBody>
        </p:sp>
        <p:sp>
          <p:nvSpPr>
            <p:cNvPr id="338" name="Google Shape;2200;p42">
              <a:extLst>
                <a:ext uri="{FF2B5EF4-FFF2-40B4-BE49-F238E27FC236}">
                  <a16:creationId xmlns:a16="http://schemas.microsoft.com/office/drawing/2014/main" id="{9A479834-EA48-4269-8C86-5865A9B5B936}"/>
                </a:ext>
              </a:extLst>
            </p:cNvPr>
            <p:cNvSpPr/>
            <p:nvPr/>
          </p:nvSpPr>
          <p:spPr>
            <a:xfrm>
              <a:off x="2939975" y="3537500"/>
              <a:ext cx="99150" cy="7425"/>
            </a:xfrm>
            <a:custGeom>
              <a:avLst/>
              <a:gdLst/>
              <a:ahLst/>
              <a:cxnLst/>
              <a:rect l="l" t="t" r="r" b="b"/>
              <a:pathLst>
                <a:path w="3966" h="297" extrusionOk="0">
                  <a:moveTo>
                    <a:pt x="0" y="1"/>
                  </a:moveTo>
                  <a:lnTo>
                    <a:pt x="0" y="286"/>
                  </a:lnTo>
                  <a:cubicBezTo>
                    <a:pt x="0" y="286"/>
                    <a:pt x="11" y="296"/>
                    <a:pt x="20" y="296"/>
                  </a:cubicBezTo>
                  <a:lnTo>
                    <a:pt x="3945" y="296"/>
                  </a:lnTo>
                  <a:cubicBezTo>
                    <a:pt x="3956" y="296"/>
                    <a:pt x="3966" y="286"/>
                    <a:pt x="3966" y="286"/>
                  </a:cubicBezTo>
                  <a:lnTo>
                    <a:pt x="3966" y="1"/>
                  </a:lnTo>
                  <a:close/>
                </a:path>
              </a:pathLst>
            </a:custGeom>
            <a:solidFill>
              <a:schemeClr val="bg2">
                <a:lumMod val="60000"/>
                <a:lumOff val="4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 name="Google Shape;2201;p42">
              <a:extLst>
                <a:ext uri="{FF2B5EF4-FFF2-40B4-BE49-F238E27FC236}">
                  <a16:creationId xmlns:a16="http://schemas.microsoft.com/office/drawing/2014/main" id="{74701442-036A-4763-86BC-BF254E798F42}"/>
                </a:ext>
              </a:extLst>
            </p:cNvPr>
            <p:cNvSpPr/>
            <p:nvPr/>
          </p:nvSpPr>
          <p:spPr>
            <a:xfrm>
              <a:off x="2900825" y="3428475"/>
              <a:ext cx="135250" cy="109050"/>
            </a:xfrm>
            <a:custGeom>
              <a:avLst/>
              <a:gdLst/>
              <a:ahLst/>
              <a:cxnLst/>
              <a:rect l="l" t="t" r="r" b="b"/>
              <a:pathLst>
                <a:path w="5410" h="4362" extrusionOk="0">
                  <a:moveTo>
                    <a:pt x="122" y="0"/>
                  </a:moveTo>
                  <a:cubicBezTo>
                    <a:pt x="52" y="0"/>
                    <a:pt x="0" y="61"/>
                    <a:pt x="21" y="132"/>
                  </a:cubicBezTo>
                  <a:lnTo>
                    <a:pt x="1444" y="4291"/>
                  </a:lnTo>
                  <a:cubicBezTo>
                    <a:pt x="1455" y="4332"/>
                    <a:pt x="1495" y="4362"/>
                    <a:pt x="1536" y="4362"/>
                  </a:cubicBezTo>
                  <a:lnTo>
                    <a:pt x="5298" y="4362"/>
                  </a:lnTo>
                  <a:cubicBezTo>
                    <a:pt x="5359" y="4362"/>
                    <a:pt x="5409" y="4291"/>
                    <a:pt x="5389" y="4230"/>
                  </a:cubicBezTo>
                  <a:lnTo>
                    <a:pt x="3966" y="61"/>
                  </a:lnTo>
                  <a:cubicBezTo>
                    <a:pt x="3956" y="30"/>
                    <a:pt x="3915" y="0"/>
                    <a:pt x="3875" y="0"/>
                  </a:cubicBezTo>
                  <a:close/>
                </a:path>
              </a:pathLst>
            </a:custGeom>
            <a:solidFill>
              <a:schemeClr val="bg2">
                <a:lumMod val="60000"/>
                <a:lumOff val="4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chemeClr val="bg1">
                    <a:lumMod val="50000"/>
                    <a:lumOff val="50000"/>
                  </a:schemeClr>
                </a:solidFill>
                <a:effectLst/>
                <a:uLnTx/>
                <a:uFillTx/>
                <a:latin typeface="Arial"/>
                <a:cs typeface="Arial"/>
                <a:sym typeface="Arial"/>
              </a:endParaRPr>
            </a:p>
          </p:txBody>
        </p:sp>
        <p:sp>
          <p:nvSpPr>
            <p:cNvPr id="340" name="Google Shape;2202;p42">
              <a:extLst>
                <a:ext uri="{FF2B5EF4-FFF2-40B4-BE49-F238E27FC236}">
                  <a16:creationId xmlns:a16="http://schemas.microsoft.com/office/drawing/2014/main" id="{851D0E49-20B5-4DAF-9DFB-ED97B35D37C2}"/>
                </a:ext>
              </a:extLst>
            </p:cNvPr>
            <p:cNvSpPr/>
            <p:nvPr/>
          </p:nvSpPr>
          <p:spPr>
            <a:xfrm>
              <a:off x="3105200" y="3172950"/>
              <a:ext cx="227525" cy="148525"/>
            </a:xfrm>
            <a:custGeom>
              <a:avLst/>
              <a:gdLst/>
              <a:ahLst/>
              <a:cxnLst/>
              <a:rect l="l" t="t" r="r" b="b"/>
              <a:pathLst>
                <a:path w="9101" h="5941" extrusionOk="0">
                  <a:moveTo>
                    <a:pt x="4686" y="1"/>
                  </a:moveTo>
                  <a:cubicBezTo>
                    <a:pt x="3826" y="1"/>
                    <a:pt x="3044" y="264"/>
                    <a:pt x="2634" y="755"/>
                  </a:cubicBezTo>
                  <a:cubicBezTo>
                    <a:pt x="2634" y="755"/>
                    <a:pt x="2633" y="755"/>
                    <a:pt x="2630" y="755"/>
                  </a:cubicBezTo>
                  <a:cubicBezTo>
                    <a:pt x="2577" y="755"/>
                    <a:pt x="1944" y="764"/>
                    <a:pt x="1515" y="1182"/>
                  </a:cubicBezTo>
                  <a:cubicBezTo>
                    <a:pt x="305" y="2382"/>
                    <a:pt x="458" y="3805"/>
                    <a:pt x="458" y="3805"/>
                  </a:cubicBezTo>
                  <a:cubicBezTo>
                    <a:pt x="458" y="3805"/>
                    <a:pt x="0" y="4426"/>
                    <a:pt x="112" y="4964"/>
                  </a:cubicBezTo>
                  <a:cubicBezTo>
                    <a:pt x="275" y="5788"/>
                    <a:pt x="1027" y="5940"/>
                    <a:pt x="1027" y="5940"/>
                  </a:cubicBezTo>
                  <a:cubicBezTo>
                    <a:pt x="1627" y="5351"/>
                    <a:pt x="2065" y="5280"/>
                    <a:pt x="2420" y="4507"/>
                  </a:cubicBezTo>
                  <a:cubicBezTo>
                    <a:pt x="2756" y="3764"/>
                    <a:pt x="2431" y="3175"/>
                    <a:pt x="3000" y="2596"/>
                  </a:cubicBezTo>
                  <a:cubicBezTo>
                    <a:pt x="3000" y="2596"/>
                    <a:pt x="3294" y="3581"/>
                    <a:pt x="4362" y="3785"/>
                  </a:cubicBezTo>
                  <a:cubicBezTo>
                    <a:pt x="5440" y="3978"/>
                    <a:pt x="6406" y="4192"/>
                    <a:pt x="6681" y="4507"/>
                  </a:cubicBezTo>
                  <a:cubicBezTo>
                    <a:pt x="7138" y="5016"/>
                    <a:pt x="7280" y="5707"/>
                    <a:pt x="8073" y="5940"/>
                  </a:cubicBezTo>
                  <a:cubicBezTo>
                    <a:pt x="8073" y="5940"/>
                    <a:pt x="8826" y="5788"/>
                    <a:pt x="8988" y="4964"/>
                  </a:cubicBezTo>
                  <a:cubicBezTo>
                    <a:pt x="9101" y="4426"/>
                    <a:pt x="8643" y="3805"/>
                    <a:pt x="8643" y="3805"/>
                  </a:cubicBezTo>
                  <a:cubicBezTo>
                    <a:pt x="8643" y="3805"/>
                    <a:pt x="8795" y="2331"/>
                    <a:pt x="7474" y="1060"/>
                  </a:cubicBezTo>
                  <a:cubicBezTo>
                    <a:pt x="6729" y="337"/>
                    <a:pt x="5658" y="1"/>
                    <a:pt x="4686"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 name="Google Shape;2203;p42">
              <a:extLst>
                <a:ext uri="{FF2B5EF4-FFF2-40B4-BE49-F238E27FC236}">
                  <a16:creationId xmlns:a16="http://schemas.microsoft.com/office/drawing/2014/main" id="{F499C4CE-A092-4B77-A2AC-09532985554A}"/>
                </a:ext>
              </a:extLst>
            </p:cNvPr>
            <p:cNvSpPr/>
            <p:nvPr/>
          </p:nvSpPr>
          <p:spPr>
            <a:xfrm>
              <a:off x="3325575" y="3275175"/>
              <a:ext cx="6125" cy="21900"/>
            </a:xfrm>
            <a:custGeom>
              <a:avLst/>
              <a:gdLst/>
              <a:ahLst/>
              <a:cxnLst/>
              <a:rect l="l" t="t" r="r" b="b"/>
              <a:pathLst>
                <a:path w="245" h="876" extrusionOk="0">
                  <a:moveTo>
                    <a:pt x="1" y="1"/>
                  </a:moveTo>
                  <a:cubicBezTo>
                    <a:pt x="112" y="235"/>
                    <a:pt x="245" y="560"/>
                    <a:pt x="173" y="875"/>
                  </a:cubicBezTo>
                  <a:cubicBezTo>
                    <a:pt x="245" y="560"/>
                    <a:pt x="112" y="235"/>
                    <a:pt x="1" y="1"/>
                  </a:cubicBezTo>
                  <a:close/>
                </a:path>
              </a:pathLst>
            </a:custGeom>
            <a:solidFill>
              <a:srgbClr val="F7D7A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 name="Google Shape;2204;p42">
              <a:extLst>
                <a:ext uri="{FF2B5EF4-FFF2-40B4-BE49-F238E27FC236}">
                  <a16:creationId xmlns:a16="http://schemas.microsoft.com/office/drawing/2014/main" id="{8946D6A7-319D-4B33-BA25-56C2CCBFCE31}"/>
                </a:ext>
              </a:extLst>
            </p:cNvPr>
            <p:cNvSpPr/>
            <p:nvPr/>
          </p:nvSpPr>
          <p:spPr>
            <a:xfrm>
              <a:off x="3209675" y="3266300"/>
              <a:ext cx="94575" cy="54425"/>
            </a:xfrm>
            <a:custGeom>
              <a:avLst/>
              <a:gdLst/>
              <a:ahLst/>
              <a:cxnLst/>
              <a:rect l="l" t="t" r="r" b="b"/>
              <a:pathLst>
                <a:path w="3783" h="2177" extrusionOk="0">
                  <a:moveTo>
                    <a:pt x="3010" y="1495"/>
                  </a:moveTo>
                  <a:lnTo>
                    <a:pt x="3010" y="1495"/>
                  </a:lnTo>
                  <a:cubicBezTo>
                    <a:pt x="3193" y="1779"/>
                    <a:pt x="3406" y="2034"/>
                    <a:pt x="3783" y="2176"/>
                  </a:cubicBezTo>
                  <a:cubicBezTo>
                    <a:pt x="3406" y="2034"/>
                    <a:pt x="3193" y="1779"/>
                    <a:pt x="3010" y="1495"/>
                  </a:cubicBezTo>
                  <a:close/>
                  <a:moveTo>
                    <a:pt x="2502" y="763"/>
                  </a:moveTo>
                  <a:lnTo>
                    <a:pt x="2502" y="773"/>
                  </a:lnTo>
                  <a:cubicBezTo>
                    <a:pt x="2694" y="976"/>
                    <a:pt x="2827" y="1221"/>
                    <a:pt x="2969" y="1444"/>
                  </a:cubicBezTo>
                  <a:lnTo>
                    <a:pt x="2969" y="1444"/>
                  </a:lnTo>
                  <a:cubicBezTo>
                    <a:pt x="2827" y="1221"/>
                    <a:pt x="2694" y="976"/>
                    <a:pt x="2502" y="773"/>
                  </a:cubicBezTo>
                  <a:lnTo>
                    <a:pt x="2502" y="763"/>
                  </a:lnTo>
                  <a:lnTo>
                    <a:pt x="2502" y="763"/>
                  </a:lnTo>
                  <a:close/>
                  <a:moveTo>
                    <a:pt x="590" y="122"/>
                  </a:moveTo>
                  <a:cubicBezTo>
                    <a:pt x="1190" y="244"/>
                    <a:pt x="1729" y="366"/>
                    <a:pt x="2095" y="519"/>
                  </a:cubicBezTo>
                  <a:lnTo>
                    <a:pt x="2095" y="519"/>
                  </a:lnTo>
                  <a:cubicBezTo>
                    <a:pt x="1729" y="366"/>
                    <a:pt x="1190" y="244"/>
                    <a:pt x="590" y="122"/>
                  </a:cubicBezTo>
                  <a:close/>
                  <a:moveTo>
                    <a:pt x="183" y="51"/>
                  </a:moveTo>
                  <a:lnTo>
                    <a:pt x="183" y="51"/>
                  </a:lnTo>
                  <a:lnTo>
                    <a:pt x="183" y="51"/>
                  </a:lnTo>
                  <a:close/>
                  <a:moveTo>
                    <a:pt x="173" y="41"/>
                  </a:moveTo>
                  <a:lnTo>
                    <a:pt x="173" y="51"/>
                  </a:lnTo>
                  <a:lnTo>
                    <a:pt x="173" y="41"/>
                  </a:lnTo>
                  <a:close/>
                  <a:moveTo>
                    <a:pt x="163" y="41"/>
                  </a:moveTo>
                  <a:lnTo>
                    <a:pt x="163" y="41"/>
                  </a:lnTo>
                  <a:lnTo>
                    <a:pt x="163" y="41"/>
                  </a:lnTo>
                  <a:close/>
                  <a:moveTo>
                    <a:pt x="152" y="41"/>
                  </a:moveTo>
                  <a:lnTo>
                    <a:pt x="163" y="41"/>
                  </a:lnTo>
                  <a:lnTo>
                    <a:pt x="152" y="41"/>
                  </a:lnTo>
                  <a:close/>
                  <a:moveTo>
                    <a:pt x="152" y="41"/>
                  </a:moveTo>
                  <a:lnTo>
                    <a:pt x="152" y="41"/>
                  </a:lnTo>
                  <a:lnTo>
                    <a:pt x="152" y="41"/>
                  </a:lnTo>
                  <a:close/>
                  <a:moveTo>
                    <a:pt x="132" y="41"/>
                  </a:moveTo>
                  <a:lnTo>
                    <a:pt x="132" y="41"/>
                  </a:lnTo>
                  <a:lnTo>
                    <a:pt x="132" y="41"/>
                  </a:lnTo>
                  <a:close/>
                  <a:moveTo>
                    <a:pt x="132" y="41"/>
                  </a:moveTo>
                  <a:lnTo>
                    <a:pt x="132" y="41"/>
                  </a:lnTo>
                  <a:lnTo>
                    <a:pt x="132" y="41"/>
                  </a:lnTo>
                  <a:close/>
                  <a:moveTo>
                    <a:pt x="122" y="30"/>
                  </a:moveTo>
                  <a:lnTo>
                    <a:pt x="122" y="30"/>
                  </a:lnTo>
                  <a:lnTo>
                    <a:pt x="122" y="30"/>
                  </a:lnTo>
                  <a:close/>
                  <a:moveTo>
                    <a:pt x="112" y="30"/>
                  </a:moveTo>
                  <a:lnTo>
                    <a:pt x="112" y="30"/>
                  </a:lnTo>
                  <a:lnTo>
                    <a:pt x="112" y="30"/>
                  </a:lnTo>
                  <a:close/>
                  <a:moveTo>
                    <a:pt x="91" y="30"/>
                  </a:moveTo>
                  <a:lnTo>
                    <a:pt x="91" y="30"/>
                  </a:lnTo>
                  <a:lnTo>
                    <a:pt x="91" y="30"/>
                  </a:lnTo>
                  <a:close/>
                  <a:moveTo>
                    <a:pt x="82" y="30"/>
                  </a:moveTo>
                  <a:lnTo>
                    <a:pt x="91" y="30"/>
                  </a:lnTo>
                  <a:lnTo>
                    <a:pt x="82" y="30"/>
                  </a:lnTo>
                  <a:close/>
                  <a:moveTo>
                    <a:pt x="82" y="21"/>
                  </a:moveTo>
                  <a:lnTo>
                    <a:pt x="82" y="30"/>
                  </a:lnTo>
                  <a:lnTo>
                    <a:pt x="82" y="21"/>
                  </a:lnTo>
                  <a:close/>
                  <a:moveTo>
                    <a:pt x="61" y="21"/>
                  </a:moveTo>
                  <a:lnTo>
                    <a:pt x="61" y="21"/>
                  </a:lnTo>
                  <a:lnTo>
                    <a:pt x="61" y="21"/>
                  </a:lnTo>
                  <a:close/>
                  <a:moveTo>
                    <a:pt x="51" y="21"/>
                  </a:moveTo>
                  <a:lnTo>
                    <a:pt x="51" y="21"/>
                  </a:lnTo>
                  <a:lnTo>
                    <a:pt x="51" y="21"/>
                  </a:lnTo>
                  <a:close/>
                  <a:moveTo>
                    <a:pt x="41" y="21"/>
                  </a:moveTo>
                  <a:lnTo>
                    <a:pt x="41" y="21"/>
                  </a:lnTo>
                  <a:lnTo>
                    <a:pt x="41" y="21"/>
                  </a:lnTo>
                  <a:close/>
                  <a:moveTo>
                    <a:pt x="10" y="10"/>
                  </a:moveTo>
                  <a:lnTo>
                    <a:pt x="10" y="10"/>
                  </a:lnTo>
                  <a:lnTo>
                    <a:pt x="10" y="10"/>
                  </a:lnTo>
                  <a:close/>
                  <a:moveTo>
                    <a:pt x="0" y="0"/>
                  </a:moveTo>
                  <a:lnTo>
                    <a:pt x="0" y="0"/>
                  </a:lnTo>
                  <a:close/>
                </a:path>
              </a:pathLst>
            </a:custGeom>
            <a:solidFill>
              <a:srgbClr val="F2B17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 name="Google Shape;2205;p42">
              <a:extLst>
                <a:ext uri="{FF2B5EF4-FFF2-40B4-BE49-F238E27FC236}">
                  <a16:creationId xmlns:a16="http://schemas.microsoft.com/office/drawing/2014/main" id="{8667AC28-2C7A-4FAA-A045-A69DA70C03BB}"/>
                </a:ext>
              </a:extLst>
            </p:cNvPr>
            <p:cNvSpPr/>
            <p:nvPr/>
          </p:nvSpPr>
          <p:spPr>
            <a:xfrm>
              <a:off x="3262025" y="3279250"/>
              <a:ext cx="10200" cy="6125"/>
            </a:xfrm>
            <a:custGeom>
              <a:avLst/>
              <a:gdLst/>
              <a:ahLst/>
              <a:cxnLst/>
              <a:rect l="l" t="t" r="r" b="b"/>
              <a:pathLst>
                <a:path w="408" h="245" extrusionOk="0">
                  <a:moveTo>
                    <a:pt x="1" y="1"/>
                  </a:moveTo>
                  <a:lnTo>
                    <a:pt x="1" y="1"/>
                  </a:lnTo>
                  <a:cubicBezTo>
                    <a:pt x="184" y="72"/>
                    <a:pt x="326" y="153"/>
                    <a:pt x="408" y="245"/>
                  </a:cubicBezTo>
                  <a:lnTo>
                    <a:pt x="408" y="245"/>
                  </a:lnTo>
                  <a:cubicBezTo>
                    <a:pt x="326" y="153"/>
                    <a:pt x="184" y="72"/>
                    <a:pt x="1" y="1"/>
                  </a:cubicBezTo>
                  <a:close/>
                </a:path>
              </a:pathLst>
            </a:custGeom>
            <a:solidFill>
              <a:srgbClr val="743F2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 name="Google Shape;2206;p42">
              <a:extLst>
                <a:ext uri="{FF2B5EF4-FFF2-40B4-BE49-F238E27FC236}">
                  <a16:creationId xmlns:a16="http://schemas.microsoft.com/office/drawing/2014/main" id="{CB4089DF-1EB6-4CCE-9646-3FFE6145B9C6}"/>
                </a:ext>
              </a:extLst>
            </p:cNvPr>
            <p:cNvSpPr/>
            <p:nvPr/>
          </p:nvSpPr>
          <p:spPr>
            <a:xfrm>
              <a:off x="3283900" y="3302400"/>
              <a:ext cx="1025" cy="1275"/>
            </a:xfrm>
            <a:custGeom>
              <a:avLst/>
              <a:gdLst/>
              <a:ahLst/>
              <a:cxnLst/>
              <a:rect l="l" t="t" r="r" b="b"/>
              <a:pathLst>
                <a:path w="41" h="51" extrusionOk="0">
                  <a:moveTo>
                    <a:pt x="0" y="0"/>
                  </a:moveTo>
                  <a:lnTo>
                    <a:pt x="0" y="0"/>
                  </a:lnTo>
                  <a:cubicBezTo>
                    <a:pt x="21" y="21"/>
                    <a:pt x="30" y="41"/>
                    <a:pt x="41" y="51"/>
                  </a:cubicBezTo>
                  <a:lnTo>
                    <a:pt x="41" y="51"/>
                  </a:lnTo>
                  <a:cubicBezTo>
                    <a:pt x="30" y="41"/>
                    <a:pt x="21" y="21"/>
                    <a:pt x="0" y="0"/>
                  </a:cubicBezTo>
                  <a:close/>
                </a:path>
              </a:pathLst>
            </a:custGeom>
            <a:solidFill>
              <a:srgbClr val="743F2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 name="Google Shape;2207;p42">
              <a:extLst>
                <a:ext uri="{FF2B5EF4-FFF2-40B4-BE49-F238E27FC236}">
                  <a16:creationId xmlns:a16="http://schemas.microsoft.com/office/drawing/2014/main" id="{176FEF17-6632-4CDF-9C01-0901E29C541D}"/>
                </a:ext>
              </a:extLst>
            </p:cNvPr>
            <p:cNvSpPr/>
            <p:nvPr/>
          </p:nvSpPr>
          <p:spPr>
            <a:xfrm>
              <a:off x="3184750" y="3247225"/>
              <a:ext cx="146950" cy="74250"/>
            </a:xfrm>
            <a:custGeom>
              <a:avLst/>
              <a:gdLst/>
              <a:ahLst/>
              <a:cxnLst/>
              <a:rect l="l" t="t" r="r" b="b"/>
              <a:pathLst>
                <a:path w="5878" h="2970" extrusionOk="0">
                  <a:moveTo>
                    <a:pt x="1" y="0"/>
                  </a:moveTo>
                  <a:cubicBezTo>
                    <a:pt x="173" y="275"/>
                    <a:pt x="478" y="621"/>
                    <a:pt x="997" y="763"/>
                  </a:cubicBezTo>
                  <a:lnTo>
                    <a:pt x="1007" y="773"/>
                  </a:lnTo>
                  <a:cubicBezTo>
                    <a:pt x="1018" y="773"/>
                    <a:pt x="1027" y="773"/>
                    <a:pt x="1038" y="784"/>
                  </a:cubicBezTo>
                  <a:lnTo>
                    <a:pt x="1079" y="784"/>
                  </a:lnTo>
                  <a:lnTo>
                    <a:pt x="1079" y="793"/>
                  </a:lnTo>
                  <a:lnTo>
                    <a:pt x="1119" y="793"/>
                  </a:lnTo>
                  <a:cubicBezTo>
                    <a:pt x="1119" y="804"/>
                    <a:pt x="1119" y="804"/>
                    <a:pt x="1129" y="804"/>
                  </a:cubicBezTo>
                  <a:lnTo>
                    <a:pt x="1170" y="804"/>
                  </a:lnTo>
                  <a:lnTo>
                    <a:pt x="1170" y="814"/>
                  </a:lnTo>
                  <a:lnTo>
                    <a:pt x="1180" y="814"/>
                  </a:lnTo>
                  <a:cubicBezTo>
                    <a:pt x="1323" y="834"/>
                    <a:pt x="1455" y="865"/>
                    <a:pt x="1587" y="885"/>
                  </a:cubicBezTo>
                  <a:cubicBezTo>
                    <a:pt x="2187" y="1007"/>
                    <a:pt x="2726" y="1129"/>
                    <a:pt x="3092" y="1282"/>
                  </a:cubicBezTo>
                  <a:cubicBezTo>
                    <a:pt x="3275" y="1353"/>
                    <a:pt x="3417" y="1434"/>
                    <a:pt x="3499" y="1526"/>
                  </a:cubicBezTo>
                  <a:lnTo>
                    <a:pt x="3499" y="1536"/>
                  </a:lnTo>
                  <a:cubicBezTo>
                    <a:pt x="3691" y="1739"/>
                    <a:pt x="3824" y="1984"/>
                    <a:pt x="3966" y="2207"/>
                  </a:cubicBezTo>
                  <a:cubicBezTo>
                    <a:pt x="3987" y="2228"/>
                    <a:pt x="3996" y="2248"/>
                    <a:pt x="4007" y="2258"/>
                  </a:cubicBezTo>
                  <a:cubicBezTo>
                    <a:pt x="4190" y="2542"/>
                    <a:pt x="4403" y="2797"/>
                    <a:pt x="4780" y="2939"/>
                  </a:cubicBezTo>
                  <a:cubicBezTo>
                    <a:pt x="4820" y="2949"/>
                    <a:pt x="4850" y="2960"/>
                    <a:pt x="4891" y="2969"/>
                  </a:cubicBezTo>
                  <a:cubicBezTo>
                    <a:pt x="4891" y="2969"/>
                    <a:pt x="5644" y="2817"/>
                    <a:pt x="5806" y="1993"/>
                  </a:cubicBezTo>
                  <a:cubicBezTo>
                    <a:pt x="5878" y="1678"/>
                    <a:pt x="5745" y="1353"/>
                    <a:pt x="5634" y="1119"/>
                  </a:cubicBezTo>
                  <a:cubicBezTo>
                    <a:pt x="5542" y="946"/>
                    <a:pt x="5461" y="834"/>
                    <a:pt x="5461" y="834"/>
                  </a:cubicBezTo>
                  <a:cubicBezTo>
                    <a:pt x="5461" y="834"/>
                    <a:pt x="5451" y="1923"/>
                    <a:pt x="4871" y="1963"/>
                  </a:cubicBezTo>
                  <a:cubicBezTo>
                    <a:pt x="4942" y="1993"/>
                    <a:pt x="5013" y="2004"/>
                    <a:pt x="5085" y="2004"/>
                  </a:cubicBezTo>
                  <a:lnTo>
                    <a:pt x="5105" y="2004"/>
                  </a:lnTo>
                  <a:cubicBezTo>
                    <a:pt x="5237" y="2004"/>
                    <a:pt x="5349" y="1923"/>
                    <a:pt x="5410" y="1780"/>
                  </a:cubicBezTo>
                  <a:cubicBezTo>
                    <a:pt x="5410" y="1770"/>
                    <a:pt x="5420" y="1760"/>
                    <a:pt x="5430" y="1760"/>
                  </a:cubicBezTo>
                  <a:lnTo>
                    <a:pt x="5440" y="1760"/>
                  </a:lnTo>
                  <a:cubicBezTo>
                    <a:pt x="5451" y="1770"/>
                    <a:pt x="5451" y="1780"/>
                    <a:pt x="5451" y="1790"/>
                  </a:cubicBezTo>
                  <a:cubicBezTo>
                    <a:pt x="5379" y="1953"/>
                    <a:pt x="5257" y="2045"/>
                    <a:pt x="5105" y="2054"/>
                  </a:cubicBezTo>
                  <a:lnTo>
                    <a:pt x="5085" y="2054"/>
                  </a:lnTo>
                  <a:cubicBezTo>
                    <a:pt x="4983" y="2054"/>
                    <a:pt x="4871" y="2014"/>
                    <a:pt x="4769" y="1953"/>
                  </a:cubicBezTo>
                  <a:cubicBezTo>
                    <a:pt x="4200" y="1862"/>
                    <a:pt x="3935" y="712"/>
                    <a:pt x="2959" y="712"/>
                  </a:cubicBezTo>
                  <a:cubicBezTo>
                    <a:pt x="2939" y="712"/>
                    <a:pt x="2909" y="712"/>
                    <a:pt x="2889" y="723"/>
                  </a:cubicBezTo>
                  <a:lnTo>
                    <a:pt x="2523" y="723"/>
                  </a:lnTo>
                  <a:cubicBezTo>
                    <a:pt x="1536" y="723"/>
                    <a:pt x="448" y="529"/>
                    <a:pt x="1" y="0"/>
                  </a:cubicBezTo>
                  <a:close/>
                </a:path>
              </a:pathLst>
            </a:custGeom>
            <a:solidFill>
              <a:srgbClr val="E9933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 name="Google Shape;2208;p42">
              <a:extLst>
                <a:ext uri="{FF2B5EF4-FFF2-40B4-BE49-F238E27FC236}">
                  <a16:creationId xmlns:a16="http://schemas.microsoft.com/office/drawing/2014/main" id="{0B801F0B-B776-4863-BF67-F41F001A8315}"/>
                </a:ext>
              </a:extLst>
            </p:cNvPr>
            <p:cNvSpPr/>
            <p:nvPr/>
          </p:nvSpPr>
          <p:spPr>
            <a:xfrm>
              <a:off x="3131625" y="3247225"/>
              <a:ext cx="42225" cy="73500"/>
            </a:xfrm>
            <a:custGeom>
              <a:avLst/>
              <a:gdLst/>
              <a:ahLst/>
              <a:cxnLst/>
              <a:rect l="l" t="t" r="r" b="b"/>
              <a:pathLst>
                <a:path w="1689" h="2940" extrusionOk="0">
                  <a:moveTo>
                    <a:pt x="845" y="2248"/>
                  </a:moveTo>
                  <a:cubicBezTo>
                    <a:pt x="601" y="2461"/>
                    <a:pt x="326" y="2624"/>
                    <a:pt x="1" y="2939"/>
                  </a:cubicBezTo>
                  <a:cubicBezTo>
                    <a:pt x="326" y="2624"/>
                    <a:pt x="601" y="2461"/>
                    <a:pt x="845" y="2248"/>
                  </a:cubicBezTo>
                  <a:lnTo>
                    <a:pt x="845" y="2248"/>
                  </a:lnTo>
                  <a:close/>
                  <a:moveTo>
                    <a:pt x="1363" y="1526"/>
                  </a:moveTo>
                  <a:lnTo>
                    <a:pt x="1363" y="1526"/>
                  </a:lnTo>
                  <a:lnTo>
                    <a:pt x="1363" y="1536"/>
                  </a:lnTo>
                  <a:cubicBezTo>
                    <a:pt x="1221" y="1851"/>
                    <a:pt x="1058" y="2045"/>
                    <a:pt x="886" y="2207"/>
                  </a:cubicBezTo>
                  <a:lnTo>
                    <a:pt x="886" y="2207"/>
                  </a:lnTo>
                  <a:cubicBezTo>
                    <a:pt x="1058" y="2045"/>
                    <a:pt x="1221" y="1851"/>
                    <a:pt x="1363" y="1536"/>
                  </a:cubicBezTo>
                  <a:lnTo>
                    <a:pt x="1363" y="1526"/>
                  </a:lnTo>
                  <a:close/>
                  <a:moveTo>
                    <a:pt x="1688" y="0"/>
                  </a:moveTo>
                  <a:lnTo>
                    <a:pt x="1688" y="0"/>
                  </a:lnTo>
                  <a:cubicBezTo>
                    <a:pt x="1505" y="407"/>
                    <a:pt x="1597" y="834"/>
                    <a:pt x="1444" y="1322"/>
                  </a:cubicBezTo>
                  <a:lnTo>
                    <a:pt x="1444" y="1322"/>
                  </a:lnTo>
                  <a:cubicBezTo>
                    <a:pt x="1597" y="834"/>
                    <a:pt x="1505" y="407"/>
                    <a:pt x="1688" y="0"/>
                  </a:cubicBezTo>
                  <a:close/>
                </a:path>
              </a:pathLst>
            </a:custGeom>
            <a:solidFill>
              <a:srgbClr val="F2B17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 name="Google Shape;2209;p42">
              <a:extLst>
                <a:ext uri="{FF2B5EF4-FFF2-40B4-BE49-F238E27FC236}">
                  <a16:creationId xmlns:a16="http://schemas.microsoft.com/office/drawing/2014/main" id="{71DBB80F-341E-47DE-850E-D1B4DBD27568}"/>
                </a:ext>
              </a:extLst>
            </p:cNvPr>
            <p:cNvSpPr/>
            <p:nvPr/>
          </p:nvSpPr>
          <p:spPr>
            <a:xfrm>
              <a:off x="3152725" y="3302400"/>
              <a:ext cx="1050" cy="1025"/>
            </a:xfrm>
            <a:custGeom>
              <a:avLst/>
              <a:gdLst/>
              <a:ahLst/>
              <a:cxnLst/>
              <a:rect l="l" t="t" r="r" b="b"/>
              <a:pathLst>
                <a:path w="42" h="41" extrusionOk="0">
                  <a:moveTo>
                    <a:pt x="42" y="0"/>
                  </a:moveTo>
                  <a:cubicBezTo>
                    <a:pt x="31" y="10"/>
                    <a:pt x="21" y="30"/>
                    <a:pt x="1" y="41"/>
                  </a:cubicBezTo>
                  <a:lnTo>
                    <a:pt x="1" y="41"/>
                  </a:lnTo>
                  <a:cubicBezTo>
                    <a:pt x="21" y="30"/>
                    <a:pt x="31" y="10"/>
                    <a:pt x="42" y="0"/>
                  </a:cubicBezTo>
                  <a:close/>
                </a:path>
              </a:pathLst>
            </a:custGeom>
            <a:solidFill>
              <a:srgbClr val="743F2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 name="Google Shape;2210;p42">
              <a:extLst>
                <a:ext uri="{FF2B5EF4-FFF2-40B4-BE49-F238E27FC236}">
                  <a16:creationId xmlns:a16="http://schemas.microsoft.com/office/drawing/2014/main" id="{3F5D322B-C970-4AE9-9755-96AF0E7A18C0}"/>
                </a:ext>
              </a:extLst>
            </p:cNvPr>
            <p:cNvSpPr/>
            <p:nvPr/>
          </p:nvSpPr>
          <p:spPr>
            <a:xfrm>
              <a:off x="3165675" y="3280275"/>
              <a:ext cx="2075" cy="5100"/>
            </a:xfrm>
            <a:custGeom>
              <a:avLst/>
              <a:gdLst/>
              <a:ahLst/>
              <a:cxnLst/>
              <a:rect l="l" t="t" r="r" b="b"/>
              <a:pathLst>
                <a:path w="83" h="204" extrusionOk="0">
                  <a:moveTo>
                    <a:pt x="82" y="0"/>
                  </a:moveTo>
                  <a:lnTo>
                    <a:pt x="82" y="0"/>
                  </a:lnTo>
                  <a:cubicBezTo>
                    <a:pt x="62" y="72"/>
                    <a:pt x="32" y="133"/>
                    <a:pt x="1" y="204"/>
                  </a:cubicBezTo>
                  <a:lnTo>
                    <a:pt x="1" y="204"/>
                  </a:lnTo>
                  <a:cubicBezTo>
                    <a:pt x="32" y="133"/>
                    <a:pt x="62" y="72"/>
                    <a:pt x="82" y="0"/>
                  </a:cubicBezTo>
                  <a:close/>
                </a:path>
              </a:pathLst>
            </a:custGeom>
            <a:solidFill>
              <a:srgbClr val="743F2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 name="Google Shape;2211;p42">
              <a:extLst>
                <a:ext uri="{FF2B5EF4-FFF2-40B4-BE49-F238E27FC236}">
                  <a16:creationId xmlns:a16="http://schemas.microsoft.com/office/drawing/2014/main" id="{0D9553CB-7F39-4D7D-8C5C-26F3FA00BA9E}"/>
                </a:ext>
              </a:extLst>
            </p:cNvPr>
            <p:cNvSpPr/>
            <p:nvPr/>
          </p:nvSpPr>
          <p:spPr>
            <a:xfrm>
              <a:off x="3107475" y="3247225"/>
              <a:ext cx="66375" cy="74250"/>
            </a:xfrm>
            <a:custGeom>
              <a:avLst/>
              <a:gdLst/>
              <a:ahLst/>
              <a:cxnLst/>
              <a:rect l="l" t="t" r="r" b="b"/>
              <a:pathLst>
                <a:path w="2655" h="2970" extrusionOk="0">
                  <a:moveTo>
                    <a:pt x="600" y="1932"/>
                  </a:moveTo>
                  <a:cubicBezTo>
                    <a:pt x="611" y="1932"/>
                    <a:pt x="611" y="1943"/>
                    <a:pt x="621" y="1943"/>
                  </a:cubicBezTo>
                  <a:lnTo>
                    <a:pt x="611" y="1932"/>
                  </a:lnTo>
                  <a:close/>
                  <a:moveTo>
                    <a:pt x="2634" y="0"/>
                  </a:moveTo>
                  <a:cubicBezTo>
                    <a:pt x="2634" y="0"/>
                    <a:pt x="2197" y="560"/>
                    <a:pt x="2075" y="1231"/>
                  </a:cubicBezTo>
                  <a:cubicBezTo>
                    <a:pt x="1963" y="1780"/>
                    <a:pt x="1434" y="2115"/>
                    <a:pt x="1018" y="2115"/>
                  </a:cubicBezTo>
                  <a:cubicBezTo>
                    <a:pt x="926" y="2115"/>
                    <a:pt x="845" y="2106"/>
                    <a:pt x="774" y="2075"/>
                  </a:cubicBezTo>
                  <a:cubicBezTo>
                    <a:pt x="661" y="2045"/>
                    <a:pt x="580" y="1973"/>
                    <a:pt x="519" y="1902"/>
                  </a:cubicBezTo>
                  <a:cubicBezTo>
                    <a:pt x="519" y="1902"/>
                    <a:pt x="519" y="1892"/>
                    <a:pt x="509" y="1892"/>
                  </a:cubicBezTo>
                  <a:cubicBezTo>
                    <a:pt x="397" y="1729"/>
                    <a:pt x="387" y="1536"/>
                    <a:pt x="387" y="1536"/>
                  </a:cubicBezTo>
                  <a:cubicBezTo>
                    <a:pt x="387" y="1516"/>
                    <a:pt x="397" y="1516"/>
                    <a:pt x="408" y="1505"/>
                  </a:cubicBezTo>
                  <a:cubicBezTo>
                    <a:pt x="417" y="1505"/>
                    <a:pt x="428" y="1516"/>
                    <a:pt x="428" y="1526"/>
                  </a:cubicBezTo>
                  <a:cubicBezTo>
                    <a:pt x="428" y="1546"/>
                    <a:pt x="438" y="1719"/>
                    <a:pt x="550" y="1862"/>
                  </a:cubicBezTo>
                  <a:cubicBezTo>
                    <a:pt x="560" y="1871"/>
                    <a:pt x="570" y="1882"/>
                    <a:pt x="580" y="1882"/>
                  </a:cubicBezTo>
                  <a:cubicBezTo>
                    <a:pt x="367" y="1526"/>
                    <a:pt x="367" y="834"/>
                    <a:pt x="367" y="834"/>
                  </a:cubicBezTo>
                  <a:cubicBezTo>
                    <a:pt x="367" y="834"/>
                    <a:pt x="1" y="1333"/>
                    <a:pt x="1" y="1821"/>
                  </a:cubicBezTo>
                  <a:cubicBezTo>
                    <a:pt x="1" y="1862"/>
                    <a:pt x="1" y="1902"/>
                    <a:pt x="11" y="1943"/>
                  </a:cubicBezTo>
                  <a:cubicBezTo>
                    <a:pt x="11" y="1963"/>
                    <a:pt x="11" y="1973"/>
                    <a:pt x="21" y="1993"/>
                  </a:cubicBezTo>
                  <a:cubicBezTo>
                    <a:pt x="184" y="2817"/>
                    <a:pt x="936" y="2969"/>
                    <a:pt x="936" y="2969"/>
                  </a:cubicBezTo>
                  <a:lnTo>
                    <a:pt x="967" y="2939"/>
                  </a:lnTo>
                  <a:cubicBezTo>
                    <a:pt x="1292" y="2624"/>
                    <a:pt x="1567" y="2461"/>
                    <a:pt x="1811" y="2248"/>
                  </a:cubicBezTo>
                  <a:cubicBezTo>
                    <a:pt x="1831" y="2237"/>
                    <a:pt x="1841" y="2217"/>
                    <a:pt x="1852" y="2207"/>
                  </a:cubicBezTo>
                  <a:cubicBezTo>
                    <a:pt x="2024" y="2045"/>
                    <a:pt x="2187" y="1851"/>
                    <a:pt x="2329" y="1536"/>
                  </a:cubicBezTo>
                  <a:lnTo>
                    <a:pt x="2329" y="1526"/>
                  </a:lnTo>
                  <a:cubicBezTo>
                    <a:pt x="2360" y="1455"/>
                    <a:pt x="2390" y="1394"/>
                    <a:pt x="2410" y="1322"/>
                  </a:cubicBezTo>
                  <a:cubicBezTo>
                    <a:pt x="2563" y="834"/>
                    <a:pt x="2471" y="407"/>
                    <a:pt x="2654" y="0"/>
                  </a:cubicBezTo>
                  <a:close/>
                </a:path>
              </a:pathLst>
            </a:custGeom>
            <a:solidFill>
              <a:srgbClr val="E9933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 name="Google Shape;2212;p42">
              <a:extLst>
                <a:ext uri="{FF2B5EF4-FFF2-40B4-BE49-F238E27FC236}">
                  <a16:creationId xmlns:a16="http://schemas.microsoft.com/office/drawing/2014/main" id="{AA5B252F-EBD0-4002-94DA-188C68519B1F}"/>
                </a:ext>
              </a:extLst>
            </p:cNvPr>
            <p:cNvSpPr/>
            <p:nvPr/>
          </p:nvSpPr>
          <p:spPr>
            <a:xfrm>
              <a:off x="3182225" y="3231475"/>
              <a:ext cx="124300" cy="64850"/>
            </a:xfrm>
            <a:custGeom>
              <a:avLst/>
              <a:gdLst/>
              <a:ahLst/>
              <a:cxnLst/>
              <a:rect l="l" t="t" r="r" b="b"/>
              <a:pathLst>
                <a:path w="4972" h="2594" extrusionOk="0">
                  <a:moveTo>
                    <a:pt x="0" y="0"/>
                  </a:moveTo>
                  <a:lnTo>
                    <a:pt x="0" y="11"/>
                  </a:lnTo>
                  <a:cubicBezTo>
                    <a:pt x="5" y="14"/>
                    <a:pt x="9" y="18"/>
                    <a:pt x="13" y="21"/>
                  </a:cubicBezTo>
                  <a:lnTo>
                    <a:pt x="13" y="21"/>
                  </a:lnTo>
                  <a:cubicBezTo>
                    <a:pt x="9" y="14"/>
                    <a:pt x="4" y="7"/>
                    <a:pt x="0" y="0"/>
                  </a:cubicBezTo>
                  <a:close/>
                  <a:moveTo>
                    <a:pt x="13" y="21"/>
                  </a:moveTo>
                  <a:lnTo>
                    <a:pt x="13" y="21"/>
                  </a:lnTo>
                  <a:cubicBezTo>
                    <a:pt x="517" y="828"/>
                    <a:pt x="2170" y="1058"/>
                    <a:pt x="2664" y="1109"/>
                  </a:cubicBezTo>
                  <a:cubicBezTo>
                    <a:pt x="2746" y="1118"/>
                    <a:pt x="2827" y="1118"/>
                    <a:pt x="2898" y="1129"/>
                  </a:cubicBezTo>
                  <a:cubicBezTo>
                    <a:pt x="3579" y="1190"/>
                    <a:pt x="3864" y="1220"/>
                    <a:pt x="4250" y="1912"/>
                  </a:cubicBezTo>
                  <a:cubicBezTo>
                    <a:pt x="4433" y="2227"/>
                    <a:pt x="4646" y="2461"/>
                    <a:pt x="4870" y="2583"/>
                  </a:cubicBezTo>
                  <a:cubicBezTo>
                    <a:pt x="4890" y="2593"/>
                    <a:pt x="4901" y="2593"/>
                    <a:pt x="4921" y="2593"/>
                  </a:cubicBezTo>
                  <a:lnTo>
                    <a:pt x="4972" y="2593"/>
                  </a:lnTo>
                  <a:cubicBezTo>
                    <a:pt x="4738" y="2492"/>
                    <a:pt x="4484" y="2237"/>
                    <a:pt x="4291" y="1891"/>
                  </a:cubicBezTo>
                  <a:cubicBezTo>
                    <a:pt x="3884" y="1179"/>
                    <a:pt x="3600" y="1149"/>
                    <a:pt x="2898" y="1088"/>
                  </a:cubicBezTo>
                  <a:cubicBezTo>
                    <a:pt x="2827" y="1078"/>
                    <a:pt x="2746" y="1068"/>
                    <a:pt x="2664" y="1068"/>
                  </a:cubicBezTo>
                  <a:cubicBezTo>
                    <a:pt x="1067" y="895"/>
                    <a:pt x="407" y="417"/>
                    <a:pt x="152" y="142"/>
                  </a:cubicBezTo>
                  <a:cubicBezTo>
                    <a:pt x="106" y="105"/>
                    <a:pt x="59" y="60"/>
                    <a:pt x="13" y="21"/>
                  </a:cubicBezTo>
                  <a:close/>
                </a:path>
              </a:pathLst>
            </a:custGeom>
            <a:solidFill>
              <a:srgbClr val="ECA13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1" name="Google Shape;2213;p42">
              <a:extLst>
                <a:ext uri="{FF2B5EF4-FFF2-40B4-BE49-F238E27FC236}">
                  <a16:creationId xmlns:a16="http://schemas.microsoft.com/office/drawing/2014/main" id="{0C50E766-DDC7-4C5A-B14D-34B35B9EF60B}"/>
                </a:ext>
              </a:extLst>
            </p:cNvPr>
            <p:cNvSpPr/>
            <p:nvPr/>
          </p:nvSpPr>
          <p:spPr>
            <a:xfrm>
              <a:off x="3303975" y="3291200"/>
              <a:ext cx="17050" cy="7400"/>
            </a:xfrm>
            <a:custGeom>
              <a:avLst/>
              <a:gdLst/>
              <a:ahLst/>
              <a:cxnLst/>
              <a:rect l="l" t="t" r="r" b="b"/>
              <a:pathLst>
                <a:path w="682" h="296" extrusionOk="0">
                  <a:moveTo>
                    <a:pt x="661" y="1"/>
                  </a:moveTo>
                  <a:cubicBezTo>
                    <a:pt x="651" y="1"/>
                    <a:pt x="641" y="11"/>
                    <a:pt x="641" y="21"/>
                  </a:cubicBezTo>
                  <a:cubicBezTo>
                    <a:pt x="580" y="164"/>
                    <a:pt x="468" y="245"/>
                    <a:pt x="336" y="245"/>
                  </a:cubicBezTo>
                  <a:lnTo>
                    <a:pt x="316" y="245"/>
                  </a:lnTo>
                  <a:cubicBezTo>
                    <a:pt x="244" y="245"/>
                    <a:pt x="173" y="234"/>
                    <a:pt x="102" y="204"/>
                  </a:cubicBezTo>
                  <a:lnTo>
                    <a:pt x="51" y="204"/>
                  </a:lnTo>
                  <a:cubicBezTo>
                    <a:pt x="31" y="204"/>
                    <a:pt x="20" y="204"/>
                    <a:pt x="0" y="194"/>
                  </a:cubicBezTo>
                  <a:lnTo>
                    <a:pt x="0" y="194"/>
                  </a:lnTo>
                  <a:cubicBezTo>
                    <a:pt x="102" y="255"/>
                    <a:pt x="214" y="295"/>
                    <a:pt x="316" y="295"/>
                  </a:cubicBezTo>
                  <a:lnTo>
                    <a:pt x="336" y="295"/>
                  </a:lnTo>
                  <a:cubicBezTo>
                    <a:pt x="488" y="286"/>
                    <a:pt x="610" y="194"/>
                    <a:pt x="682" y="31"/>
                  </a:cubicBezTo>
                  <a:cubicBezTo>
                    <a:pt x="682" y="21"/>
                    <a:pt x="682" y="11"/>
                    <a:pt x="671" y="1"/>
                  </a:cubicBezTo>
                  <a:close/>
                </a:path>
              </a:pathLst>
            </a:custGeom>
            <a:solidFill>
              <a:srgbClr val="E5872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 name="Google Shape;2214;p42">
              <a:extLst>
                <a:ext uri="{FF2B5EF4-FFF2-40B4-BE49-F238E27FC236}">
                  <a16:creationId xmlns:a16="http://schemas.microsoft.com/office/drawing/2014/main" id="{28F6FFA7-E798-447E-AD7F-C8329BF822E5}"/>
                </a:ext>
              </a:extLst>
            </p:cNvPr>
            <p:cNvSpPr/>
            <p:nvPr/>
          </p:nvSpPr>
          <p:spPr>
            <a:xfrm>
              <a:off x="3181950" y="3230700"/>
              <a:ext cx="124075" cy="41225"/>
            </a:xfrm>
            <a:custGeom>
              <a:avLst/>
              <a:gdLst/>
              <a:ahLst/>
              <a:cxnLst/>
              <a:rect l="l" t="t" r="r" b="b"/>
              <a:pathLst>
                <a:path w="4963" h="1649" extrusionOk="0">
                  <a:moveTo>
                    <a:pt x="32" y="1"/>
                  </a:moveTo>
                  <a:cubicBezTo>
                    <a:pt x="21" y="1"/>
                    <a:pt x="21" y="1"/>
                    <a:pt x="11" y="11"/>
                  </a:cubicBezTo>
                  <a:lnTo>
                    <a:pt x="11" y="21"/>
                  </a:lnTo>
                  <a:cubicBezTo>
                    <a:pt x="1" y="21"/>
                    <a:pt x="1" y="21"/>
                    <a:pt x="1" y="31"/>
                  </a:cubicBezTo>
                  <a:lnTo>
                    <a:pt x="11" y="31"/>
                  </a:lnTo>
                  <a:lnTo>
                    <a:pt x="11" y="42"/>
                  </a:lnTo>
                  <a:cubicBezTo>
                    <a:pt x="62" y="82"/>
                    <a:pt x="113" y="133"/>
                    <a:pt x="163" y="173"/>
                  </a:cubicBezTo>
                  <a:cubicBezTo>
                    <a:pt x="784" y="631"/>
                    <a:pt x="1770" y="722"/>
                    <a:pt x="2624" y="722"/>
                  </a:cubicBezTo>
                  <a:cubicBezTo>
                    <a:pt x="2980" y="722"/>
                    <a:pt x="3315" y="713"/>
                    <a:pt x="3580" y="692"/>
                  </a:cubicBezTo>
                  <a:cubicBezTo>
                    <a:pt x="3692" y="692"/>
                    <a:pt x="3783" y="682"/>
                    <a:pt x="3875" y="682"/>
                  </a:cubicBezTo>
                  <a:lnTo>
                    <a:pt x="3925" y="682"/>
                  </a:lnTo>
                  <a:cubicBezTo>
                    <a:pt x="4526" y="682"/>
                    <a:pt x="4688" y="1079"/>
                    <a:pt x="4831" y="1434"/>
                  </a:cubicBezTo>
                  <a:cubicBezTo>
                    <a:pt x="4861" y="1506"/>
                    <a:pt x="4892" y="1567"/>
                    <a:pt x="4912" y="1628"/>
                  </a:cubicBezTo>
                  <a:lnTo>
                    <a:pt x="4932" y="1648"/>
                  </a:lnTo>
                  <a:cubicBezTo>
                    <a:pt x="4942" y="1648"/>
                    <a:pt x="4942" y="1638"/>
                    <a:pt x="4942" y="1638"/>
                  </a:cubicBezTo>
                  <a:cubicBezTo>
                    <a:pt x="4953" y="1638"/>
                    <a:pt x="4962" y="1628"/>
                    <a:pt x="4953" y="1607"/>
                  </a:cubicBezTo>
                  <a:cubicBezTo>
                    <a:pt x="4922" y="1556"/>
                    <a:pt x="4901" y="1485"/>
                    <a:pt x="4871" y="1424"/>
                  </a:cubicBezTo>
                  <a:cubicBezTo>
                    <a:pt x="4729" y="1068"/>
                    <a:pt x="4556" y="641"/>
                    <a:pt x="3916" y="641"/>
                  </a:cubicBezTo>
                  <a:lnTo>
                    <a:pt x="3864" y="641"/>
                  </a:lnTo>
                  <a:cubicBezTo>
                    <a:pt x="3783" y="641"/>
                    <a:pt x="3692" y="652"/>
                    <a:pt x="3580" y="652"/>
                  </a:cubicBezTo>
                  <a:cubicBezTo>
                    <a:pt x="3315" y="672"/>
                    <a:pt x="2980" y="682"/>
                    <a:pt x="2624" y="682"/>
                  </a:cubicBezTo>
                  <a:cubicBezTo>
                    <a:pt x="1709" y="682"/>
                    <a:pt x="621" y="570"/>
                    <a:pt x="41" y="11"/>
                  </a:cubicBezTo>
                  <a:lnTo>
                    <a:pt x="32" y="1"/>
                  </a:lnTo>
                  <a:close/>
                </a:path>
              </a:pathLst>
            </a:custGeom>
            <a:solidFill>
              <a:srgbClr val="ECA13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 name="Google Shape;2215;p42">
              <a:extLst>
                <a:ext uri="{FF2B5EF4-FFF2-40B4-BE49-F238E27FC236}">
                  <a16:creationId xmlns:a16="http://schemas.microsoft.com/office/drawing/2014/main" id="{F9C589DD-C13E-458F-BFC0-580F3437B0B9}"/>
                </a:ext>
              </a:extLst>
            </p:cNvPr>
            <p:cNvSpPr/>
            <p:nvPr/>
          </p:nvSpPr>
          <p:spPr>
            <a:xfrm>
              <a:off x="3122975" y="3230700"/>
              <a:ext cx="48600" cy="68900"/>
            </a:xfrm>
            <a:custGeom>
              <a:avLst/>
              <a:gdLst/>
              <a:ahLst/>
              <a:cxnLst/>
              <a:rect l="l" t="t" r="r" b="b"/>
              <a:pathLst>
                <a:path w="1944" h="2756" extrusionOk="0">
                  <a:moveTo>
                    <a:pt x="1781" y="112"/>
                  </a:moveTo>
                  <a:lnTo>
                    <a:pt x="1770" y="123"/>
                  </a:lnTo>
                  <a:cubicBezTo>
                    <a:pt x="1774" y="119"/>
                    <a:pt x="1777" y="116"/>
                    <a:pt x="1781" y="112"/>
                  </a:cubicBezTo>
                  <a:lnTo>
                    <a:pt x="1781" y="112"/>
                  </a:lnTo>
                  <a:cubicBezTo>
                    <a:pt x="1781" y="112"/>
                    <a:pt x="1781" y="112"/>
                    <a:pt x="1781" y="112"/>
                  </a:cubicBezTo>
                  <a:close/>
                  <a:moveTo>
                    <a:pt x="1923" y="1"/>
                  </a:moveTo>
                  <a:cubicBezTo>
                    <a:pt x="1923" y="1"/>
                    <a:pt x="1912" y="1"/>
                    <a:pt x="1912" y="11"/>
                  </a:cubicBezTo>
                  <a:cubicBezTo>
                    <a:pt x="1912" y="11"/>
                    <a:pt x="1857" y="39"/>
                    <a:pt x="1781" y="112"/>
                  </a:cubicBezTo>
                  <a:lnTo>
                    <a:pt x="1781" y="112"/>
                  </a:lnTo>
                  <a:cubicBezTo>
                    <a:pt x="1790" y="112"/>
                    <a:pt x="1801" y="123"/>
                    <a:pt x="1801" y="133"/>
                  </a:cubicBezTo>
                  <a:cubicBezTo>
                    <a:pt x="1811" y="143"/>
                    <a:pt x="1801" y="153"/>
                    <a:pt x="1790" y="153"/>
                  </a:cubicBezTo>
                  <a:cubicBezTo>
                    <a:pt x="1790" y="153"/>
                    <a:pt x="1740" y="184"/>
                    <a:pt x="1659" y="234"/>
                  </a:cubicBezTo>
                  <a:cubicBezTo>
                    <a:pt x="1496" y="417"/>
                    <a:pt x="1302" y="713"/>
                    <a:pt x="1293" y="1119"/>
                  </a:cubicBezTo>
                  <a:cubicBezTo>
                    <a:pt x="1262" y="1831"/>
                    <a:pt x="814" y="2715"/>
                    <a:pt x="316" y="2715"/>
                  </a:cubicBezTo>
                  <a:cubicBezTo>
                    <a:pt x="174" y="2715"/>
                    <a:pt x="72" y="2665"/>
                    <a:pt x="1" y="2604"/>
                  </a:cubicBezTo>
                  <a:lnTo>
                    <a:pt x="1" y="2604"/>
                  </a:lnTo>
                  <a:cubicBezTo>
                    <a:pt x="41" y="2665"/>
                    <a:pt x="93" y="2706"/>
                    <a:pt x="154" y="2736"/>
                  </a:cubicBezTo>
                  <a:cubicBezTo>
                    <a:pt x="204" y="2746"/>
                    <a:pt x="255" y="2756"/>
                    <a:pt x="316" y="2756"/>
                  </a:cubicBezTo>
                  <a:cubicBezTo>
                    <a:pt x="835" y="2756"/>
                    <a:pt x="1302" y="1851"/>
                    <a:pt x="1333" y="1119"/>
                  </a:cubicBezTo>
                  <a:cubicBezTo>
                    <a:pt x="1363" y="417"/>
                    <a:pt x="1933" y="51"/>
                    <a:pt x="1933" y="42"/>
                  </a:cubicBezTo>
                  <a:cubicBezTo>
                    <a:pt x="1943" y="42"/>
                    <a:pt x="1943" y="21"/>
                    <a:pt x="1943" y="11"/>
                  </a:cubicBezTo>
                  <a:cubicBezTo>
                    <a:pt x="1933" y="11"/>
                    <a:pt x="1933" y="1"/>
                    <a:pt x="1923" y="1"/>
                  </a:cubicBezTo>
                  <a:close/>
                </a:path>
              </a:pathLst>
            </a:custGeom>
            <a:solidFill>
              <a:srgbClr val="ECA13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 name="Google Shape;2216;p42">
              <a:extLst>
                <a:ext uri="{FF2B5EF4-FFF2-40B4-BE49-F238E27FC236}">
                  <a16:creationId xmlns:a16="http://schemas.microsoft.com/office/drawing/2014/main" id="{B7265A33-986F-4396-AE4F-F4B9AE9A2AC5}"/>
                </a:ext>
              </a:extLst>
            </p:cNvPr>
            <p:cNvSpPr/>
            <p:nvPr/>
          </p:nvSpPr>
          <p:spPr>
            <a:xfrm>
              <a:off x="3117150" y="3284850"/>
              <a:ext cx="9675" cy="14250"/>
            </a:xfrm>
            <a:custGeom>
              <a:avLst/>
              <a:gdLst/>
              <a:ahLst/>
              <a:cxnLst/>
              <a:rect l="l" t="t" r="r" b="b"/>
              <a:pathLst>
                <a:path w="387" h="570" extrusionOk="0">
                  <a:moveTo>
                    <a:pt x="21" y="0"/>
                  </a:moveTo>
                  <a:cubicBezTo>
                    <a:pt x="10" y="11"/>
                    <a:pt x="0" y="11"/>
                    <a:pt x="0" y="31"/>
                  </a:cubicBezTo>
                  <a:cubicBezTo>
                    <a:pt x="0" y="31"/>
                    <a:pt x="10" y="224"/>
                    <a:pt x="122" y="387"/>
                  </a:cubicBezTo>
                  <a:cubicBezTo>
                    <a:pt x="122" y="377"/>
                    <a:pt x="122" y="366"/>
                    <a:pt x="132" y="366"/>
                  </a:cubicBezTo>
                  <a:cubicBezTo>
                    <a:pt x="132" y="357"/>
                    <a:pt x="143" y="357"/>
                    <a:pt x="143" y="357"/>
                  </a:cubicBezTo>
                  <a:lnTo>
                    <a:pt x="163" y="357"/>
                  </a:lnTo>
                  <a:cubicBezTo>
                    <a:pt x="51" y="214"/>
                    <a:pt x="41" y="41"/>
                    <a:pt x="41" y="21"/>
                  </a:cubicBezTo>
                  <a:cubicBezTo>
                    <a:pt x="41" y="11"/>
                    <a:pt x="30" y="0"/>
                    <a:pt x="21" y="0"/>
                  </a:cubicBezTo>
                  <a:close/>
                  <a:moveTo>
                    <a:pt x="132" y="397"/>
                  </a:moveTo>
                  <a:lnTo>
                    <a:pt x="132" y="397"/>
                  </a:lnTo>
                  <a:cubicBezTo>
                    <a:pt x="193" y="468"/>
                    <a:pt x="274" y="540"/>
                    <a:pt x="387" y="570"/>
                  </a:cubicBezTo>
                  <a:cubicBezTo>
                    <a:pt x="326" y="540"/>
                    <a:pt x="274" y="499"/>
                    <a:pt x="234" y="438"/>
                  </a:cubicBezTo>
                  <a:cubicBezTo>
                    <a:pt x="224" y="438"/>
                    <a:pt x="224" y="427"/>
                    <a:pt x="213" y="427"/>
                  </a:cubicBezTo>
                  <a:cubicBezTo>
                    <a:pt x="183" y="427"/>
                    <a:pt x="152" y="418"/>
                    <a:pt x="132" y="397"/>
                  </a:cubicBezTo>
                  <a:close/>
                </a:path>
              </a:pathLst>
            </a:custGeom>
            <a:solidFill>
              <a:srgbClr val="E5872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5" name="Google Shape;2217;p42">
              <a:extLst>
                <a:ext uri="{FF2B5EF4-FFF2-40B4-BE49-F238E27FC236}">
                  <a16:creationId xmlns:a16="http://schemas.microsoft.com/office/drawing/2014/main" id="{F8C77CE4-39FE-48C4-AB27-C047D3A57867}"/>
                </a:ext>
              </a:extLst>
            </p:cNvPr>
            <p:cNvSpPr/>
            <p:nvPr/>
          </p:nvSpPr>
          <p:spPr>
            <a:xfrm>
              <a:off x="3121975" y="3233500"/>
              <a:ext cx="46275" cy="62050"/>
            </a:xfrm>
            <a:custGeom>
              <a:avLst/>
              <a:gdLst/>
              <a:ahLst/>
              <a:cxnLst/>
              <a:rect l="l" t="t" r="r" b="b"/>
              <a:pathLst>
                <a:path w="1851" h="2482" extrusionOk="0">
                  <a:moveTo>
                    <a:pt x="1821" y="0"/>
                  </a:moveTo>
                  <a:lnTo>
                    <a:pt x="1810" y="11"/>
                  </a:lnTo>
                  <a:cubicBezTo>
                    <a:pt x="1780" y="21"/>
                    <a:pt x="1037" y="377"/>
                    <a:pt x="824" y="1333"/>
                  </a:cubicBezTo>
                  <a:cubicBezTo>
                    <a:pt x="702" y="1861"/>
                    <a:pt x="346" y="2329"/>
                    <a:pt x="112" y="2420"/>
                  </a:cubicBezTo>
                  <a:cubicBezTo>
                    <a:pt x="81" y="2431"/>
                    <a:pt x="61" y="2441"/>
                    <a:pt x="41" y="2441"/>
                  </a:cubicBezTo>
                  <a:cubicBezTo>
                    <a:pt x="20" y="2441"/>
                    <a:pt x="11" y="2431"/>
                    <a:pt x="0" y="2431"/>
                  </a:cubicBezTo>
                  <a:cubicBezTo>
                    <a:pt x="11" y="2451"/>
                    <a:pt x="20" y="2461"/>
                    <a:pt x="31" y="2481"/>
                  </a:cubicBezTo>
                  <a:lnTo>
                    <a:pt x="41" y="2481"/>
                  </a:lnTo>
                  <a:cubicBezTo>
                    <a:pt x="61" y="2481"/>
                    <a:pt x="92" y="2472"/>
                    <a:pt x="122" y="2461"/>
                  </a:cubicBezTo>
                  <a:cubicBezTo>
                    <a:pt x="377" y="2370"/>
                    <a:pt x="743" y="1892"/>
                    <a:pt x="865" y="1342"/>
                  </a:cubicBezTo>
                  <a:cubicBezTo>
                    <a:pt x="1027" y="631"/>
                    <a:pt x="1475" y="265"/>
                    <a:pt x="1699" y="122"/>
                  </a:cubicBezTo>
                  <a:cubicBezTo>
                    <a:pt x="1780" y="72"/>
                    <a:pt x="1830" y="41"/>
                    <a:pt x="1830" y="41"/>
                  </a:cubicBezTo>
                  <a:cubicBezTo>
                    <a:pt x="1841" y="41"/>
                    <a:pt x="1851" y="31"/>
                    <a:pt x="1841" y="21"/>
                  </a:cubicBezTo>
                  <a:cubicBezTo>
                    <a:pt x="1841" y="11"/>
                    <a:pt x="1830" y="0"/>
                    <a:pt x="1821" y="0"/>
                  </a:cubicBezTo>
                  <a:close/>
                </a:path>
              </a:pathLst>
            </a:custGeom>
            <a:solidFill>
              <a:srgbClr val="ECA13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 name="Google Shape;2218;p42">
              <a:extLst>
                <a:ext uri="{FF2B5EF4-FFF2-40B4-BE49-F238E27FC236}">
                  <a16:creationId xmlns:a16="http://schemas.microsoft.com/office/drawing/2014/main" id="{5E2FA825-6B48-4B5B-8F5A-B6BF5E796AEC}"/>
                </a:ext>
              </a:extLst>
            </p:cNvPr>
            <p:cNvSpPr/>
            <p:nvPr/>
          </p:nvSpPr>
          <p:spPr>
            <a:xfrm>
              <a:off x="3120200" y="3293750"/>
              <a:ext cx="2575" cy="1800"/>
            </a:xfrm>
            <a:custGeom>
              <a:avLst/>
              <a:gdLst/>
              <a:ahLst/>
              <a:cxnLst/>
              <a:rect l="l" t="t" r="r" b="b"/>
              <a:pathLst>
                <a:path w="103" h="72" extrusionOk="0">
                  <a:moveTo>
                    <a:pt x="21" y="1"/>
                  </a:moveTo>
                  <a:cubicBezTo>
                    <a:pt x="21" y="1"/>
                    <a:pt x="10" y="1"/>
                    <a:pt x="10" y="10"/>
                  </a:cubicBezTo>
                  <a:cubicBezTo>
                    <a:pt x="0" y="10"/>
                    <a:pt x="0" y="21"/>
                    <a:pt x="0" y="31"/>
                  </a:cubicBezTo>
                  <a:cubicBezTo>
                    <a:pt x="10" y="31"/>
                    <a:pt x="10" y="41"/>
                    <a:pt x="10" y="41"/>
                  </a:cubicBezTo>
                  <a:cubicBezTo>
                    <a:pt x="30" y="62"/>
                    <a:pt x="61" y="71"/>
                    <a:pt x="91" y="71"/>
                  </a:cubicBezTo>
                  <a:lnTo>
                    <a:pt x="102" y="71"/>
                  </a:lnTo>
                  <a:cubicBezTo>
                    <a:pt x="91" y="51"/>
                    <a:pt x="82" y="41"/>
                    <a:pt x="71" y="21"/>
                  </a:cubicBezTo>
                  <a:cubicBezTo>
                    <a:pt x="61" y="21"/>
                    <a:pt x="51" y="10"/>
                    <a:pt x="41" y="1"/>
                  </a:cubicBezTo>
                  <a:close/>
                </a:path>
              </a:pathLst>
            </a:custGeom>
            <a:solidFill>
              <a:srgbClr val="E5872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2219;p42">
              <a:extLst>
                <a:ext uri="{FF2B5EF4-FFF2-40B4-BE49-F238E27FC236}">
                  <a16:creationId xmlns:a16="http://schemas.microsoft.com/office/drawing/2014/main" id="{AFD2315A-CDBB-4246-8F79-C9BA17F2DF63}"/>
                </a:ext>
              </a:extLst>
            </p:cNvPr>
            <p:cNvSpPr/>
            <p:nvPr/>
          </p:nvSpPr>
          <p:spPr>
            <a:xfrm>
              <a:off x="3205350" y="3436850"/>
              <a:ext cx="106775" cy="127625"/>
            </a:xfrm>
            <a:custGeom>
              <a:avLst/>
              <a:gdLst/>
              <a:ahLst/>
              <a:cxnLst/>
              <a:rect l="l" t="t" r="r" b="b"/>
              <a:pathLst>
                <a:path w="4271" h="5105" extrusionOk="0">
                  <a:moveTo>
                    <a:pt x="2837" y="0"/>
                  </a:moveTo>
                  <a:cubicBezTo>
                    <a:pt x="2837" y="0"/>
                    <a:pt x="2359" y="1109"/>
                    <a:pt x="2298" y="2106"/>
                  </a:cubicBezTo>
                  <a:cubicBezTo>
                    <a:pt x="2095" y="2634"/>
                    <a:pt x="1780" y="2919"/>
                    <a:pt x="1525" y="3326"/>
                  </a:cubicBezTo>
                  <a:cubicBezTo>
                    <a:pt x="1525" y="3326"/>
                    <a:pt x="1058" y="3295"/>
                    <a:pt x="417" y="3173"/>
                  </a:cubicBezTo>
                  <a:cubicBezTo>
                    <a:pt x="264" y="3457"/>
                    <a:pt x="51" y="3986"/>
                    <a:pt x="0" y="4810"/>
                  </a:cubicBezTo>
                  <a:cubicBezTo>
                    <a:pt x="528" y="4991"/>
                    <a:pt x="1073" y="5105"/>
                    <a:pt x="1496" y="5105"/>
                  </a:cubicBezTo>
                  <a:cubicBezTo>
                    <a:pt x="1619" y="5105"/>
                    <a:pt x="1732" y="5095"/>
                    <a:pt x="1830" y="5075"/>
                  </a:cubicBezTo>
                  <a:cubicBezTo>
                    <a:pt x="2725" y="4892"/>
                    <a:pt x="3355" y="4068"/>
                    <a:pt x="3864" y="2542"/>
                  </a:cubicBezTo>
                  <a:cubicBezTo>
                    <a:pt x="4271" y="1333"/>
                    <a:pt x="3701" y="265"/>
                    <a:pt x="2837" y="0"/>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 name="Google Shape;2220;p42">
              <a:extLst>
                <a:ext uri="{FF2B5EF4-FFF2-40B4-BE49-F238E27FC236}">
                  <a16:creationId xmlns:a16="http://schemas.microsoft.com/office/drawing/2014/main" id="{5C874776-CA4E-42EA-B33C-2035966D2D2B}"/>
                </a:ext>
              </a:extLst>
            </p:cNvPr>
            <p:cNvSpPr/>
            <p:nvPr/>
          </p:nvSpPr>
          <p:spPr>
            <a:xfrm>
              <a:off x="3251600" y="3503450"/>
              <a:ext cx="3850" cy="5100"/>
            </a:xfrm>
            <a:custGeom>
              <a:avLst/>
              <a:gdLst/>
              <a:ahLst/>
              <a:cxnLst/>
              <a:rect l="l" t="t" r="r" b="b"/>
              <a:pathLst>
                <a:path w="154" h="204" extrusionOk="0">
                  <a:moveTo>
                    <a:pt x="154" y="0"/>
                  </a:moveTo>
                  <a:lnTo>
                    <a:pt x="154" y="0"/>
                  </a:lnTo>
                  <a:cubicBezTo>
                    <a:pt x="102" y="72"/>
                    <a:pt x="52" y="133"/>
                    <a:pt x="1" y="204"/>
                  </a:cubicBezTo>
                  <a:lnTo>
                    <a:pt x="1" y="204"/>
                  </a:lnTo>
                  <a:cubicBezTo>
                    <a:pt x="52" y="133"/>
                    <a:pt x="102" y="72"/>
                    <a:pt x="154" y="0"/>
                  </a:cubicBezTo>
                  <a:close/>
                </a:path>
              </a:pathLst>
            </a:custGeom>
            <a:solidFill>
              <a:srgbClr val="6186F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 name="Google Shape;2221;p42">
              <a:extLst>
                <a:ext uri="{FF2B5EF4-FFF2-40B4-BE49-F238E27FC236}">
                  <a16:creationId xmlns:a16="http://schemas.microsoft.com/office/drawing/2014/main" id="{1FA132F0-D29A-478D-A5F0-529540182DE3}"/>
                </a:ext>
              </a:extLst>
            </p:cNvPr>
            <p:cNvSpPr/>
            <p:nvPr/>
          </p:nvSpPr>
          <p:spPr>
            <a:xfrm>
              <a:off x="3251600" y="3451350"/>
              <a:ext cx="48075" cy="57200"/>
            </a:xfrm>
            <a:custGeom>
              <a:avLst/>
              <a:gdLst/>
              <a:ahLst/>
              <a:cxnLst/>
              <a:rect l="l" t="t" r="r" b="b"/>
              <a:pathLst>
                <a:path w="1923" h="2288" extrusionOk="0">
                  <a:moveTo>
                    <a:pt x="1790" y="0"/>
                  </a:moveTo>
                  <a:cubicBezTo>
                    <a:pt x="1374" y="315"/>
                    <a:pt x="834" y="326"/>
                    <a:pt x="642" y="773"/>
                  </a:cubicBezTo>
                  <a:lnTo>
                    <a:pt x="642" y="783"/>
                  </a:lnTo>
                  <a:lnTo>
                    <a:pt x="631" y="783"/>
                  </a:lnTo>
                  <a:lnTo>
                    <a:pt x="631" y="794"/>
                  </a:lnTo>
                  <a:lnTo>
                    <a:pt x="631" y="803"/>
                  </a:lnTo>
                  <a:lnTo>
                    <a:pt x="621" y="803"/>
                  </a:lnTo>
                  <a:lnTo>
                    <a:pt x="621" y="814"/>
                  </a:lnTo>
                  <a:lnTo>
                    <a:pt x="621" y="824"/>
                  </a:lnTo>
                  <a:lnTo>
                    <a:pt x="621" y="834"/>
                  </a:lnTo>
                  <a:lnTo>
                    <a:pt x="611" y="834"/>
                  </a:lnTo>
                  <a:lnTo>
                    <a:pt x="611" y="844"/>
                  </a:lnTo>
                  <a:cubicBezTo>
                    <a:pt x="438" y="1363"/>
                    <a:pt x="468" y="1892"/>
                    <a:pt x="154" y="2084"/>
                  </a:cubicBezTo>
                  <a:cubicBezTo>
                    <a:pt x="102" y="2156"/>
                    <a:pt x="52" y="2217"/>
                    <a:pt x="1" y="2288"/>
                  </a:cubicBezTo>
                  <a:cubicBezTo>
                    <a:pt x="285" y="2227"/>
                    <a:pt x="621" y="2034"/>
                    <a:pt x="662" y="1485"/>
                  </a:cubicBezTo>
                  <a:cubicBezTo>
                    <a:pt x="743" y="509"/>
                    <a:pt x="1546" y="397"/>
                    <a:pt x="1923" y="224"/>
                  </a:cubicBezTo>
                  <a:cubicBezTo>
                    <a:pt x="1882" y="143"/>
                    <a:pt x="1831" y="71"/>
                    <a:pt x="1790" y="0"/>
                  </a:cubicBezTo>
                  <a:close/>
                </a:path>
              </a:pathLst>
            </a:custGeom>
            <a:solidFill>
              <a:srgbClr val="8DAC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 name="Google Shape;2222;p42">
              <a:extLst>
                <a:ext uri="{FF2B5EF4-FFF2-40B4-BE49-F238E27FC236}">
                  <a16:creationId xmlns:a16="http://schemas.microsoft.com/office/drawing/2014/main" id="{DBC5A1E4-3C53-4539-8110-D972BC90AECB}"/>
                </a:ext>
              </a:extLst>
            </p:cNvPr>
            <p:cNvSpPr/>
            <p:nvPr/>
          </p:nvSpPr>
          <p:spPr>
            <a:xfrm>
              <a:off x="3093250" y="3477450"/>
              <a:ext cx="122550" cy="79675"/>
            </a:xfrm>
            <a:custGeom>
              <a:avLst/>
              <a:gdLst/>
              <a:ahLst/>
              <a:cxnLst/>
              <a:rect l="l" t="t" r="r" b="b"/>
              <a:pathLst>
                <a:path w="4902" h="3187" extrusionOk="0">
                  <a:moveTo>
                    <a:pt x="241" y="0"/>
                  </a:moveTo>
                  <a:cubicBezTo>
                    <a:pt x="127" y="0"/>
                    <a:pt x="55" y="17"/>
                    <a:pt x="41" y="64"/>
                  </a:cubicBezTo>
                  <a:cubicBezTo>
                    <a:pt x="1" y="247"/>
                    <a:pt x="275" y="421"/>
                    <a:pt x="600" y="502"/>
                  </a:cubicBezTo>
                  <a:cubicBezTo>
                    <a:pt x="925" y="583"/>
                    <a:pt x="1068" y="624"/>
                    <a:pt x="1068" y="624"/>
                  </a:cubicBezTo>
                  <a:cubicBezTo>
                    <a:pt x="1068" y="624"/>
                    <a:pt x="733" y="848"/>
                    <a:pt x="916" y="1193"/>
                  </a:cubicBezTo>
                  <a:cubicBezTo>
                    <a:pt x="916" y="1193"/>
                    <a:pt x="702" y="1478"/>
                    <a:pt x="966" y="1813"/>
                  </a:cubicBezTo>
                  <a:cubicBezTo>
                    <a:pt x="966" y="1813"/>
                    <a:pt x="763" y="2149"/>
                    <a:pt x="1108" y="2383"/>
                  </a:cubicBezTo>
                  <a:cubicBezTo>
                    <a:pt x="1206" y="2446"/>
                    <a:pt x="1293" y="2468"/>
                    <a:pt x="1368" y="2468"/>
                  </a:cubicBezTo>
                  <a:cubicBezTo>
                    <a:pt x="1558" y="2468"/>
                    <a:pt x="1668" y="2322"/>
                    <a:pt x="1668" y="2322"/>
                  </a:cubicBezTo>
                  <a:cubicBezTo>
                    <a:pt x="1668" y="2322"/>
                    <a:pt x="1967" y="2427"/>
                    <a:pt x="2323" y="2427"/>
                  </a:cubicBezTo>
                  <a:cubicBezTo>
                    <a:pt x="2507" y="2427"/>
                    <a:pt x="2707" y="2399"/>
                    <a:pt x="2888" y="2312"/>
                  </a:cubicBezTo>
                  <a:cubicBezTo>
                    <a:pt x="3264" y="2657"/>
                    <a:pt x="3864" y="2972"/>
                    <a:pt x="4484" y="3186"/>
                  </a:cubicBezTo>
                  <a:cubicBezTo>
                    <a:pt x="4535" y="2362"/>
                    <a:pt x="4748" y="1833"/>
                    <a:pt x="4901" y="1549"/>
                  </a:cubicBezTo>
                  <a:cubicBezTo>
                    <a:pt x="4291" y="1427"/>
                    <a:pt x="3508" y="1234"/>
                    <a:pt x="2796" y="898"/>
                  </a:cubicBezTo>
                  <a:cubicBezTo>
                    <a:pt x="2796" y="898"/>
                    <a:pt x="2268" y="665"/>
                    <a:pt x="1820" y="380"/>
                  </a:cubicBezTo>
                  <a:cubicBezTo>
                    <a:pt x="1678" y="278"/>
                    <a:pt x="1526" y="207"/>
                    <a:pt x="1352" y="166"/>
                  </a:cubicBezTo>
                  <a:cubicBezTo>
                    <a:pt x="1190" y="116"/>
                    <a:pt x="986" y="75"/>
                    <a:pt x="783" y="44"/>
                  </a:cubicBezTo>
                  <a:cubicBezTo>
                    <a:pt x="561" y="22"/>
                    <a:pt x="373" y="0"/>
                    <a:pt x="241" y="0"/>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 name="Google Shape;2223;p42">
              <a:extLst>
                <a:ext uri="{FF2B5EF4-FFF2-40B4-BE49-F238E27FC236}">
                  <a16:creationId xmlns:a16="http://schemas.microsoft.com/office/drawing/2014/main" id="{B64763B5-7FDB-4894-A46F-8E57BA717FF9}"/>
                </a:ext>
              </a:extLst>
            </p:cNvPr>
            <p:cNvSpPr/>
            <p:nvPr/>
          </p:nvSpPr>
          <p:spPr>
            <a:xfrm>
              <a:off x="3223650" y="3385500"/>
              <a:ext cx="90000" cy="119750"/>
            </a:xfrm>
            <a:custGeom>
              <a:avLst/>
              <a:gdLst/>
              <a:ahLst/>
              <a:cxnLst/>
              <a:rect l="l" t="t" r="r" b="b"/>
              <a:pathLst>
                <a:path w="3600" h="4790" extrusionOk="0">
                  <a:moveTo>
                    <a:pt x="2217" y="1"/>
                  </a:moveTo>
                  <a:cubicBezTo>
                    <a:pt x="1973" y="224"/>
                    <a:pt x="1699" y="407"/>
                    <a:pt x="1373" y="550"/>
                  </a:cubicBezTo>
                  <a:cubicBezTo>
                    <a:pt x="1150" y="1130"/>
                    <a:pt x="845" y="1526"/>
                    <a:pt x="417" y="2156"/>
                  </a:cubicBezTo>
                  <a:cubicBezTo>
                    <a:pt x="0" y="2766"/>
                    <a:pt x="285" y="3437"/>
                    <a:pt x="824" y="3925"/>
                  </a:cubicBezTo>
                  <a:cubicBezTo>
                    <a:pt x="1231" y="4282"/>
                    <a:pt x="967" y="4790"/>
                    <a:pt x="967" y="4790"/>
                  </a:cubicBezTo>
                  <a:cubicBezTo>
                    <a:pt x="1607" y="4790"/>
                    <a:pt x="1516" y="4129"/>
                    <a:pt x="1729" y="3478"/>
                  </a:cubicBezTo>
                  <a:cubicBezTo>
                    <a:pt x="1943" y="2848"/>
                    <a:pt x="2745" y="2990"/>
                    <a:pt x="3172" y="2360"/>
                  </a:cubicBezTo>
                  <a:cubicBezTo>
                    <a:pt x="3600" y="1740"/>
                    <a:pt x="3163" y="1139"/>
                    <a:pt x="2736" y="834"/>
                  </a:cubicBezTo>
                  <a:cubicBezTo>
                    <a:pt x="2492" y="651"/>
                    <a:pt x="2318" y="276"/>
                    <a:pt x="2217"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 name="Google Shape;2224;p42">
              <a:extLst>
                <a:ext uri="{FF2B5EF4-FFF2-40B4-BE49-F238E27FC236}">
                  <a16:creationId xmlns:a16="http://schemas.microsoft.com/office/drawing/2014/main" id="{E9432AF6-AFF3-4AB2-9205-5FD335FA7622}"/>
                </a:ext>
              </a:extLst>
            </p:cNvPr>
            <p:cNvSpPr/>
            <p:nvPr/>
          </p:nvSpPr>
          <p:spPr>
            <a:xfrm>
              <a:off x="3250350" y="3386275"/>
              <a:ext cx="31025" cy="28750"/>
            </a:xfrm>
            <a:custGeom>
              <a:avLst/>
              <a:gdLst/>
              <a:ahLst/>
              <a:cxnLst/>
              <a:rect l="l" t="t" r="r" b="b"/>
              <a:pathLst>
                <a:path w="1241" h="1150" extrusionOk="0">
                  <a:moveTo>
                    <a:pt x="0" y="1149"/>
                  </a:moveTo>
                  <a:lnTo>
                    <a:pt x="0" y="1149"/>
                  </a:lnTo>
                  <a:lnTo>
                    <a:pt x="0" y="1149"/>
                  </a:lnTo>
                  <a:close/>
                  <a:moveTo>
                    <a:pt x="0" y="1139"/>
                  </a:moveTo>
                  <a:lnTo>
                    <a:pt x="0" y="1139"/>
                  </a:lnTo>
                  <a:lnTo>
                    <a:pt x="0" y="1139"/>
                  </a:lnTo>
                  <a:close/>
                  <a:moveTo>
                    <a:pt x="10" y="1139"/>
                  </a:moveTo>
                  <a:lnTo>
                    <a:pt x="10" y="1139"/>
                  </a:lnTo>
                  <a:lnTo>
                    <a:pt x="10" y="1139"/>
                  </a:lnTo>
                  <a:close/>
                  <a:moveTo>
                    <a:pt x="10" y="1129"/>
                  </a:moveTo>
                  <a:lnTo>
                    <a:pt x="10" y="1129"/>
                  </a:lnTo>
                  <a:lnTo>
                    <a:pt x="10" y="1129"/>
                  </a:lnTo>
                  <a:close/>
                  <a:moveTo>
                    <a:pt x="10" y="1119"/>
                  </a:moveTo>
                  <a:lnTo>
                    <a:pt x="10" y="1129"/>
                  </a:lnTo>
                  <a:lnTo>
                    <a:pt x="10" y="1119"/>
                  </a:lnTo>
                  <a:close/>
                  <a:moveTo>
                    <a:pt x="21" y="1119"/>
                  </a:moveTo>
                  <a:lnTo>
                    <a:pt x="10" y="1119"/>
                  </a:lnTo>
                  <a:lnTo>
                    <a:pt x="21" y="1119"/>
                  </a:lnTo>
                  <a:close/>
                  <a:moveTo>
                    <a:pt x="213" y="733"/>
                  </a:moveTo>
                  <a:cubicBezTo>
                    <a:pt x="152" y="864"/>
                    <a:pt x="91" y="997"/>
                    <a:pt x="21" y="1119"/>
                  </a:cubicBezTo>
                  <a:cubicBezTo>
                    <a:pt x="91" y="997"/>
                    <a:pt x="152" y="864"/>
                    <a:pt x="213" y="733"/>
                  </a:cubicBezTo>
                  <a:close/>
                  <a:moveTo>
                    <a:pt x="213" y="733"/>
                  </a:moveTo>
                  <a:lnTo>
                    <a:pt x="213" y="733"/>
                  </a:lnTo>
                  <a:lnTo>
                    <a:pt x="213" y="733"/>
                  </a:lnTo>
                  <a:close/>
                  <a:moveTo>
                    <a:pt x="224" y="722"/>
                  </a:moveTo>
                  <a:cubicBezTo>
                    <a:pt x="213" y="722"/>
                    <a:pt x="213" y="733"/>
                    <a:pt x="213" y="733"/>
                  </a:cubicBezTo>
                  <a:cubicBezTo>
                    <a:pt x="213" y="733"/>
                    <a:pt x="213" y="722"/>
                    <a:pt x="224" y="722"/>
                  </a:cubicBezTo>
                  <a:close/>
                  <a:moveTo>
                    <a:pt x="224" y="722"/>
                  </a:moveTo>
                  <a:lnTo>
                    <a:pt x="224" y="722"/>
                  </a:lnTo>
                  <a:lnTo>
                    <a:pt x="224" y="722"/>
                  </a:lnTo>
                  <a:close/>
                  <a:moveTo>
                    <a:pt x="224" y="712"/>
                  </a:moveTo>
                  <a:lnTo>
                    <a:pt x="224" y="722"/>
                  </a:lnTo>
                  <a:lnTo>
                    <a:pt x="224" y="712"/>
                  </a:lnTo>
                  <a:close/>
                  <a:moveTo>
                    <a:pt x="234" y="692"/>
                  </a:moveTo>
                  <a:cubicBezTo>
                    <a:pt x="234" y="702"/>
                    <a:pt x="224" y="702"/>
                    <a:pt x="224" y="712"/>
                  </a:cubicBezTo>
                  <a:cubicBezTo>
                    <a:pt x="224" y="702"/>
                    <a:pt x="234" y="702"/>
                    <a:pt x="234" y="692"/>
                  </a:cubicBezTo>
                  <a:close/>
                  <a:moveTo>
                    <a:pt x="234" y="681"/>
                  </a:moveTo>
                  <a:lnTo>
                    <a:pt x="234" y="692"/>
                  </a:lnTo>
                  <a:lnTo>
                    <a:pt x="234" y="681"/>
                  </a:lnTo>
                  <a:close/>
                  <a:moveTo>
                    <a:pt x="234" y="681"/>
                  </a:moveTo>
                  <a:lnTo>
                    <a:pt x="234" y="681"/>
                  </a:lnTo>
                  <a:lnTo>
                    <a:pt x="234" y="681"/>
                  </a:lnTo>
                  <a:close/>
                  <a:moveTo>
                    <a:pt x="244" y="672"/>
                  </a:moveTo>
                  <a:lnTo>
                    <a:pt x="244" y="681"/>
                  </a:lnTo>
                  <a:lnTo>
                    <a:pt x="244" y="672"/>
                  </a:lnTo>
                  <a:close/>
                  <a:moveTo>
                    <a:pt x="244" y="672"/>
                  </a:moveTo>
                  <a:lnTo>
                    <a:pt x="244" y="672"/>
                  </a:lnTo>
                  <a:lnTo>
                    <a:pt x="244" y="672"/>
                  </a:lnTo>
                  <a:close/>
                  <a:moveTo>
                    <a:pt x="244" y="661"/>
                  </a:moveTo>
                  <a:lnTo>
                    <a:pt x="244" y="661"/>
                  </a:lnTo>
                  <a:lnTo>
                    <a:pt x="244" y="661"/>
                  </a:lnTo>
                  <a:close/>
                  <a:moveTo>
                    <a:pt x="244" y="651"/>
                  </a:moveTo>
                  <a:lnTo>
                    <a:pt x="244" y="661"/>
                  </a:lnTo>
                  <a:lnTo>
                    <a:pt x="244" y="651"/>
                  </a:lnTo>
                  <a:close/>
                  <a:moveTo>
                    <a:pt x="254" y="651"/>
                  </a:moveTo>
                  <a:lnTo>
                    <a:pt x="254" y="651"/>
                  </a:lnTo>
                  <a:lnTo>
                    <a:pt x="254" y="651"/>
                  </a:lnTo>
                  <a:close/>
                  <a:moveTo>
                    <a:pt x="265" y="631"/>
                  </a:moveTo>
                  <a:lnTo>
                    <a:pt x="254" y="631"/>
                  </a:lnTo>
                  <a:lnTo>
                    <a:pt x="265" y="631"/>
                  </a:lnTo>
                  <a:close/>
                  <a:moveTo>
                    <a:pt x="265" y="620"/>
                  </a:moveTo>
                  <a:lnTo>
                    <a:pt x="265" y="620"/>
                  </a:lnTo>
                  <a:lnTo>
                    <a:pt x="265" y="620"/>
                  </a:lnTo>
                  <a:close/>
                  <a:moveTo>
                    <a:pt x="265" y="620"/>
                  </a:moveTo>
                  <a:lnTo>
                    <a:pt x="265" y="620"/>
                  </a:lnTo>
                  <a:lnTo>
                    <a:pt x="265" y="620"/>
                  </a:lnTo>
                  <a:close/>
                  <a:moveTo>
                    <a:pt x="265" y="611"/>
                  </a:moveTo>
                  <a:lnTo>
                    <a:pt x="265" y="611"/>
                  </a:lnTo>
                  <a:lnTo>
                    <a:pt x="265" y="611"/>
                  </a:lnTo>
                  <a:close/>
                  <a:moveTo>
                    <a:pt x="274" y="600"/>
                  </a:moveTo>
                  <a:lnTo>
                    <a:pt x="274" y="600"/>
                  </a:lnTo>
                  <a:lnTo>
                    <a:pt x="274" y="600"/>
                  </a:lnTo>
                  <a:close/>
                  <a:moveTo>
                    <a:pt x="274" y="600"/>
                  </a:moveTo>
                  <a:lnTo>
                    <a:pt x="274" y="600"/>
                  </a:lnTo>
                  <a:lnTo>
                    <a:pt x="274" y="600"/>
                  </a:lnTo>
                  <a:close/>
                  <a:moveTo>
                    <a:pt x="274" y="590"/>
                  </a:moveTo>
                  <a:lnTo>
                    <a:pt x="274" y="590"/>
                  </a:lnTo>
                  <a:lnTo>
                    <a:pt x="274" y="590"/>
                  </a:lnTo>
                  <a:close/>
                  <a:moveTo>
                    <a:pt x="285" y="559"/>
                  </a:moveTo>
                  <a:lnTo>
                    <a:pt x="285" y="559"/>
                  </a:lnTo>
                  <a:lnTo>
                    <a:pt x="285" y="559"/>
                  </a:lnTo>
                  <a:close/>
                  <a:moveTo>
                    <a:pt x="285" y="559"/>
                  </a:moveTo>
                  <a:lnTo>
                    <a:pt x="285" y="559"/>
                  </a:lnTo>
                  <a:lnTo>
                    <a:pt x="285" y="559"/>
                  </a:lnTo>
                  <a:close/>
                  <a:moveTo>
                    <a:pt x="295" y="550"/>
                  </a:moveTo>
                  <a:lnTo>
                    <a:pt x="295" y="550"/>
                  </a:lnTo>
                  <a:lnTo>
                    <a:pt x="295" y="550"/>
                  </a:lnTo>
                  <a:close/>
                  <a:moveTo>
                    <a:pt x="295" y="539"/>
                  </a:moveTo>
                  <a:lnTo>
                    <a:pt x="295" y="550"/>
                  </a:lnTo>
                  <a:lnTo>
                    <a:pt x="295" y="539"/>
                  </a:lnTo>
                  <a:close/>
                  <a:moveTo>
                    <a:pt x="295" y="539"/>
                  </a:moveTo>
                  <a:lnTo>
                    <a:pt x="295" y="539"/>
                  </a:lnTo>
                  <a:lnTo>
                    <a:pt x="295" y="539"/>
                  </a:lnTo>
                  <a:close/>
                  <a:moveTo>
                    <a:pt x="295" y="529"/>
                  </a:moveTo>
                  <a:lnTo>
                    <a:pt x="295" y="529"/>
                  </a:lnTo>
                  <a:lnTo>
                    <a:pt x="295" y="529"/>
                  </a:lnTo>
                  <a:close/>
                  <a:moveTo>
                    <a:pt x="305" y="519"/>
                  </a:moveTo>
                  <a:lnTo>
                    <a:pt x="305" y="529"/>
                  </a:lnTo>
                  <a:lnTo>
                    <a:pt x="305" y="519"/>
                  </a:lnTo>
                  <a:close/>
                  <a:moveTo>
                    <a:pt x="1169" y="10"/>
                  </a:moveTo>
                  <a:cubicBezTo>
                    <a:pt x="1189" y="71"/>
                    <a:pt x="1210" y="132"/>
                    <a:pt x="1241" y="193"/>
                  </a:cubicBezTo>
                  <a:lnTo>
                    <a:pt x="1241" y="193"/>
                  </a:lnTo>
                  <a:cubicBezTo>
                    <a:pt x="1210" y="132"/>
                    <a:pt x="1189" y="71"/>
                    <a:pt x="1169" y="10"/>
                  </a:cubicBezTo>
                  <a:close/>
                  <a:moveTo>
                    <a:pt x="1169" y="10"/>
                  </a:moveTo>
                  <a:lnTo>
                    <a:pt x="1169" y="10"/>
                  </a:lnTo>
                  <a:lnTo>
                    <a:pt x="1169" y="10"/>
                  </a:lnTo>
                  <a:close/>
                  <a:moveTo>
                    <a:pt x="1169" y="1"/>
                  </a:moveTo>
                  <a:lnTo>
                    <a:pt x="1169" y="10"/>
                  </a:lnTo>
                  <a:close/>
                </a:path>
              </a:pathLst>
            </a:custGeom>
            <a:solidFill>
              <a:srgbClr val="F7D7A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 name="Google Shape;2225;p42">
              <a:extLst>
                <a:ext uri="{FF2B5EF4-FFF2-40B4-BE49-F238E27FC236}">
                  <a16:creationId xmlns:a16="http://schemas.microsoft.com/office/drawing/2014/main" id="{062C3DEF-EA47-4B44-8315-79CC9B6DED32}"/>
                </a:ext>
              </a:extLst>
            </p:cNvPr>
            <p:cNvSpPr/>
            <p:nvPr/>
          </p:nvSpPr>
          <p:spPr>
            <a:xfrm>
              <a:off x="3237125" y="3385500"/>
              <a:ext cx="44250" cy="49350"/>
            </a:xfrm>
            <a:custGeom>
              <a:avLst/>
              <a:gdLst/>
              <a:ahLst/>
              <a:cxnLst/>
              <a:rect l="l" t="t" r="r" b="b"/>
              <a:pathLst>
                <a:path w="1770" h="1974" extrusionOk="0">
                  <a:moveTo>
                    <a:pt x="1678" y="1"/>
                  </a:moveTo>
                  <a:cubicBezTo>
                    <a:pt x="1434" y="224"/>
                    <a:pt x="1160" y="407"/>
                    <a:pt x="834" y="550"/>
                  </a:cubicBezTo>
                  <a:lnTo>
                    <a:pt x="834" y="560"/>
                  </a:lnTo>
                  <a:lnTo>
                    <a:pt x="824" y="560"/>
                  </a:lnTo>
                  <a:lnTo>
                    <a:pt x="824" y="570"/>
                  </a:lnTo>
                  <a:lnTo>
                    <a:pt x="824" y="581"/>
                  </a:lnTo>
                  <a:lnTo>
                    <a:pt x="814" y="590"/>
                  </a:lnTo>
                  <a:cubicBezTo>
                    <a:pt x="814" y="601"/>
                    <a:pt x="803" y="611"/>
                    <a:pt x="803" y="621"/>
                  </a:cubicBezTo>
                  <a:lnTo>
                    <a:pt x="803" y="631"/>
                  </a:lnTo>
                  <a:lnTo>
                    <a:pt x="794" y="642"/>
                  </a:lnTo>
                  <a:lnTo>
                    <a:pt x="794" y="651"/>
                  </a:lnTo>
                  <a:lnTo>
                    <a:pt x="794" y="662"/>
                  </a:lnTo>
                  <a:lnTo>
                    <a:pt x="783" y="662"/>
                  </a:lnTo>
                  <a:lnTo>
                    <a:pt x="783" y="682"/>
                  </a:lnTo>
                  <a:lnTo>
                    <a:pt x="773" y="682"/>
                  </a:lnTo>
                  <a:lnTo>
                    <a:pt x="773" y="692"/>
                  </a:lnTo>
                  <a:lnTo>
                    <a:pt x="773" y="703"/>
                  </a:lnTo>
                  <a:lnTo>
                    <a:pt x="773" y="712"/>
                  </a:lnTo>
                  <a:lnTo>
                    <a:pt x="763" y="712"/>
                  </a:lnTo>
                  <a:lnTo>
                    <a:pt x="763" y="723"/>
                  </a:lnTo>
                  <a:cubicBezTo>
                    <a:pt x="763" y="733"/>
                    <a:pt x="753" y="733"/>
                    <a:pt x="753" y="743"/>
                  </a:cubicBezTo>
                  <a:lnTo>
                    <a:pt x="753" y="753"/>
                  </a:lnTo>
                  <a:cubicBezTo>
                    <a:pt x="742" y="753"/>
                    <a:pt x="742" y="764"/>
                    <a:pt x="742" y="764"/>
                  </a:cubicBezTo>
                  <a:cubicBezTo>
                    <a:pt x="681" y="895"/>
                    <a:pt x="620" y="1028"/>
                    <a:pt x="550" y="1150"/>
                  </a:cubicBezTo>
                  <a:lnTo>
                    <a:pt x="539" y="1150"/>
                  </a:lnTo>
                  <a:lnTo>
                    <a:pt x="539" y="1160"/>
                  </a:lnTo>
                  <a:lnTo>
                    <a:pt x="539" y="1170"/>
                  </a:lnTo>
                  <a:lnTo>
                    <a:pt x="529" y="1170"/>
                  </a:lnTo>
                  <a:lnTo>
                    <a:pt x="529" y="1180"/>
                  </a:lnTo>
                  <a:cubicBezTo>
                    <a:pt x="376" y="1435"/>
                    <a:pt x="204" y="1679"/>
                    <a:pt x="0" y="1973"/>
                  </a:cubicBezTo>
                  <a:cubicBezTo>
                    <a:pt x="692" y="1404"/>
                    <a:pt x="1027" y="834"/>
                    <a:pt x="1027" y="834"/>
                  </a:cubicBezTo>
                  <a:cubicBezTo>
                    <a:pt x="1078" y="804"/>
                    <a:pt x="1119" y="773"/>
                    <a:pt x="1160" y="743"/>
                  </a:cubicBezTo>
                  <a:lnTo>
                    <a:pt x="1160" y="642"/>
                  </a:lnTo>
                  <a:cubicBezTo>
                    <a:pt x="1160" y="631"/>
                    <a:pt x="1169" y="621"/>
                    <a:pt x="1180" y="621"/>
                  </a:cubicBezTo>
                  <a:cubicBezTo>
                    <a:pt x="1190" y="621"/>
                    <a:pt x="1200" y="631"/>
                    <a:pt x="1200" y="642"/>
                  </a:cubicBezTo>
                  <a:lnTo>
                    <a:pt x="1200" y="712"/>
                  </a:lnTo>
                  <a:cubicBezTo>
                    <a:pt x="1322" y="631"/>
                    <a:pt x="1424" y="550"/>
                    <a:pt x="1526" y="459"/>
                  </a:cubicBezTo>
                  <a:lnTo>
                    <a:pt x="1526" y="438"/>
                  </a:lnTo>
                  <a:cubicBezTo>
                    <a:pt x="1515" y="326"/>
                    <a:pt x="1515" y="255"/>
                    <a:pt x="1526" y="255"/>
                  </a:cubicBezTo>
                  <a:cubicBezTo>
                    <a:pt x="1526" y="245"/>
                    <a:pt x="1535" y="235"/>
                    <a:pt x="1546" y="235"/>
                  </a:cubicBezTo>
                  <a:cubicBezTo>
                    <a:pt x="1556" y="235"/>
                    <a:pt x="1566" y="245"/>
                    <a:pt x="1566" y="265"/>
                  </a:cubicBezTo>
                  <a:cubicBezTo>
                    <a:pt x="1566" y="265"/>
                    <a:pt x="1556" y="326"/>
                    <a:pt x="1566" y="428"/>
                  </a:cubicBezTo>
                  <a:lnTo>
                    <a:pt x="1770" y="224"/>
                  </a:lnTo>
                  <a:cubicBezTo>
                    <a:pt x="1739" y="163"/>
                    <a:pt x="1718" y="102"/>
                    <a:pt x="1698" y="41"/>
                  </a:cubicBezTo>
                  <a:lnTo>
                    <a:pt x="1698" y="32"/>
                  </a:lnTo>
                  <a:cubicBezTo>
                    <a:pt x="1688" y="21"/>
                    <a:pt x="1688" y="11"/>
                    <a:pt x="1678" y="1"/>
                  </a:cubicBezTo>
                  <a:close/>
                </a:path>
              </a:pathLst>
            </a:custGeom>
            <a:solidFill>
              <a:srgbClr val="E9933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2226;p42">
              <a:extLst>
                <a:ext uri="{FF2B5EF4-FFF2-40B4-BE49-F238E27FC236}">
                  <a16:creationId xmlns:a16="http://schemas.microsoft.com/office/drawing/2014/main" id="{51DEE4A7-23EC-491A-8481-1566DCE3BC15}"/>
                </a:ext>
              </a:extLst>
            </p:cNvPr>
            <p:cNvSpPr/>
            <p:nvPr/>
          </p:nvSpPr>
          <p:spPr>
            <a:xfrm>
              <a:off x="3266850" y="3470675"/>
              <a:ext cx="800" cy="1775"/>
            </a:xfrm>
            <a:custGeom>
              <a:avLst/>
              <a:gdLst/>
              <a:ahLst/>
              <a:cxnLst/>
              <a:rect l="l" t="t" r="r" b="b"/>
              <a:pathLst>
                <a:path w="32" h="71" extrusionOk="0">
                  <a:moveTo>
                    <a:pt x="1" y="71"/>
                  </a:moveTo>
                  <a:lnTo>
                    <a:pt x="1" y="71"/>
                  </a:lnTo>
                  <a:lnTo>
                    <a:pt x="1" y="71"/>
                  </a:lnTo>
                  <a:close/>
                  <a:moveTo>
                    <a:pt x="1" y="61"/>
                  </a:moveTo>
                  <a:lnTo>
                    <a:pt x="1" y="71"/>
                  </a:lnTo>
                  <a:lnTo>
                    <a:pt x="1" y="61"/>
                  </a:lnTo>
                  <a:close/>
                  <a:moveTo>
                    <a:pt x="11" y="61"/>
                  </a:moveTo>
                  <a:lnTo>
                    <a:pt x="1" y="61"/>
                  </a:lnTo>
                  <a:lnTo>
                    <a:pt x="11" y="61"/>
                  </a:lnTo>
                  <a:close/>
                  <a:moveTo>
                    <a:pt x="11" y="61"/>
                  </a:moveTo>
                  <a:lnTo>
                    <a:pt x="11" y="61"/>
                  </a:lnTo>
                  <a:lnTo>
                    <a:pt x="11" y="61"/>
                  </a:lnTo>
                  <a:close/>
                  <a:moveTo>
                    <a:pt x="11" y="51"/>
                  </a:moveTo>
                  <a:lnTo>
                    <a:pt x="11" y="61"/>
                  </a:lnTo>
                  <a:lnTo>
                    <a:pt x="11" y="51"/>
                  </a:lnTo>
                  <a:close/>
                  <a:moveTo>
                    <a:pt x="11" y="51"/>
                  </a:moveTo>
                  <a:lnTo>
                    <a:pt x="11" y="51"/>
                  </a:lnTo>
                  <a:lnTo>
                    <a:pt x="11" y="51"/>
                  </a:lnTo>
                  <a:close/>
                  <a:moveTo>
                    <a:pt x="11" y="51"/>
                  </a:moveTo>
                  <a:lnTo>
                    <a:pt x="11" y="51"/>
                  </a:lnTo>
                  <a:lnTo>
                    <a:pt x="11" y="51"/>
                  </a:lnTo>
                  <a:close/>
                  <a:moveTo>
                    <a:pt x="11" y="41"/>
                  </a:moveTo>
                  <a:lnTo>
                    <a:pt x="11" y="41"/>
                  </a:lnTo>
                  <a:lnTo>
                    <a:pt x="11" y="41"/>
                  </a:lnTo>
                  <a:close/>
                  <a:moveTo>
                    <a:pt x="11" y="41"/>
                  </a:moveTo>
                  <a:lnTo>
                    <a:pt x="11" y="41"/>
                  </a:lnTo>
                  <a:lnTo>
                    <a:pt x="11" y="41"/>
                  </a:lnTo>
                  <a:close/>
                  <a:moveTo>
                    <a:pt x="11" y="41"/>
                  </a:moveTo>
                  <a:lnTo>
                    <a:pt x="11" y="41"/>
                  </a:lnTo>
                  <a:lnTo>
                    <a:pt x="11" y="41"/>
                  </a:lnTo>
                  <a:close/>
                  <a:moveTo>
                    <a:pt x="21" y="30"/>
                  </a:moveTo>
                  <a:lnTo>
                    <a:pt x="11" y="30"/>
                  </a:lnTo>
                  <a:lnTo>
                    <a:pt x="21" y="30"/>
                  </a:lnTo>
                  <a:close/>
                  <a:moveTo>
                    <a:pt x="21" y="30"/>
                  </a:moveTo>
                  <a:lnTo>
                    <a:pt x="21" y="30"/>
                  </a:lnTo>
                  <a:lnTo>
                    <a:pt x="21" y="30"/>
                  </a:lnTo>
                  <a:close/>
                  <a:moveTo>
                    <a:pt x="21" y="30"/>
                  </a:moveTo>
                  <a:lnTo>
                    <a:pt x="21" y="30"/>
                  </a:lnTo>
                  <a:lnTo>
                    <a:pt x="21" y="30"/>
                  </a:lnTo>
                  <a:close/>
                  <a:moveTo>
                    <a:pt x="21" y="21"/>
                  </a:moveTo>
                  <a:lnTo>
                    <a:pt x="21" y="21"/>
                  </a:lnTo>
                  <a:lnTo>
                    <a:pt x="21" y="21"/>
                  </a:lnTo>
                  <a:close/>
                  <a:moveTo>
                    <a:pt x="21" y="21"/>
                  </a:moveTo>
                  <a:lnTo>
                    <a:pt x="21" y="21"/>
                  </a:lnTo>
                  <a:lnTo>
                    <a:pt x="21" y="21"/>
                  </a:lnTo>
                  <a:close/>
                  <a:moveTo>
                    <a:pt x="21" y="21"/>
                  </a:moveTo>
                  <a:lnTo>
                    <a:pt x="21" y="21"/>
                  </a:lnTo>
                  <a:lnTo>
                    <a:pt x="21" y="21"/>
                  </a:lnTo>
                  <a:close/>
                  <a:moveTo>
                    <a:pt x="21" y="10"/>
                  </a:moveTo>
                  <a:lnTo>
                    <a:pt x="21" y="10"/>
                  </a:lnTo>
                  <a:lnTo>
                    <a:pt x="21" y="10"/>
                  </a:lnTo>
                  <a:close/>
                  <a:moveTo>
                    <a:pt x="21" y="10"/>
                  </a:moveTo>
                  <a:lnTo>
                    <a:pt x="21" y="10"/>
                  </a:lnTo>
                  <a:lnTo>
                    <a:pt x="21" y="10"/>
                  </a:lnTo>
                  <a:close/>
                  <a:moveTo>
                    <a:pt x="32" y="10"/>
                  </a:moveTo>
                  <a:lnTo>
                    <a:pt x="32" y="10"/>
                  </a:lnTo>
                  <a:lnTo>
                    <a:pt x="32" y="10"/>
                  </a:lnTo>
                  <a:close/>
                  <a:moveTo>
                    <a:pt x="32" y="0"/>
                  </a:moveTo>
                  <a:lnTo>
                    <a:pt x="32" y="0"/>
                  </a:lnTo>
                  <a:close/>
                </a:path>
              </a:pathLst>
            </a:custGeom>
            <a:solidFill>
              <a:srgbClr val="8991A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5" name="Google Shape;2227;p42">
              <a:extLst>
                <a:ext uri="{FF2B5EF4-FFF2-40B4-BE49-F238E27FC236}">
                  <a16:creationId xmlns:a16="http://schemas.microsoft.com/office/drawing/2014/main" id="{86829DCD-3D61-47A9-BF84-E3610875FD23}"/>
                </a:ext>
              </a:extLst>
            </p:cNvPr>
            <p:cNvSpPr/>
            <p:nvPr/>
          </p:nvSpPr>
          <p:spPr>
            <a:xfrm>
              <a:off x="3255675" y="3447800"/>
              <a:ext cx="44525" cy="47025"/>
            </a:xfrm>
            <a:custGeom>
              <a:avLst/>
              <a:gdLst/>
              <a:ahLst/>
              <a:cxnLst/>
              <a:rect l="l" t="t" r="r" b="b"/>
              <a:pathLst>
                <a:path w="1781" h="1881" extrusionOk="0">
                  <a:moveTo>
                    <a:pt x="1780" y="0"/>
                  </a:moveTo>
                  <a:lnTo>
                    <a:pt x="1780" y="0"/>
                  </a:lnTo>
                  <a:cubicBezTo>
                    <a:pt x="1272" y="396"/>
                    <a:pt x="570" y="20"/>
                    <a:pt x="285" y="437"/>
                  </a:cubicBezTo>
                  <a:cubicBezTo>
                    <a:pt x="0" y="864"/>
                    <a:pt x="235" y="1881"/>
                    <a:pt x="235" y="1881"/>
                  </a:cubicBezTo>
                  <a:cubicBezTo>
                    <a:pt x="316" y="1637"/>
                    <a:pt x="346" y="1311"/>
                    <a:pt x="448" y="986"/>
                  </a:cubicBezTo>
                  <a:lnTo>
                    <a:pt x="448" y="976"/>
                  </a:lnTo>
                  <a:lnTo>
                    <a:pt x="458" y="976"/>
                  </a:lnTo>
                  <a:lnTo>
                    <a:pt x="458" y="966"/>
                  </a:lnTo>
                  <a:lnTo>
                    <a:pt x="458" y="956"/>
                  </a:lnTo>
                  <a:lnTo>
                    <a:pt x="458" y="945"/>
                  </a:lnTo>
                  <a:lnTo>
                    <a:pt x="468" y="945"/>
                  </a:lnTo>
                  <a:lnTo>
                    <a:pt x="468" y="936"/>
                  </a:lnTo>
                  <a:lnTo>
                    <a:pt x="468" y="925"/>
                  </a:lnTo>
                  <a:lnTo>
                    <a:pt x="479" y="925"/>
                  </a:lnTo>
                  <a:lnTo>
                    <a:pt x="479" y="915"/>
                  </a:lnTo>
                  <a:cubicBezTo>
                    <a:pt x="702" y="407"/>
                    <a:pt x="1353" y="457"/>
                    <a:pt x="1780" y="0"/>
                  </a:cubicBezTo>
                  <a:close/>
                </a:path>
              </a:pathLst>
            </a:custGeom>
            <a:solidFill>
              <a:srgbClr val="E9933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6" name="Google Shape;2228;p42">
              <a:extLst>
                <a:ext uri="{FF2B5EF4-FFF2-40B4-BE49-F238E27FC236}">
                  <a16:creationId xmlns:a16="http://schemas.microsoft.com/office/drawing/2014/main" id="{7D3D9D4E-789B-4FFE-B58E-B4B5FE07319C}"/>
                </a:ext>
              </a:extLst>
            </p:cNvPr>
            <p:cNvSpPr/>
            <p:nvPr/>
          </p:nvSpPr>
          <p:spPr>
            <a:xfrm>
              <a:off x="3261250" y="3396175"/>
              <a:ext cx="32325" cy="57475"/>
            </a:xfrm>
            <a:custGeom>
              <a:avLst/>
              <a:gdLst/>
              <a:ahLst/>
              <a:cxnLst/>
              <a:rect l="l" t="t" r="r" b="b"/>
              <a:pathLst>
                <a:path w="1293" h="2299" extrusionOk="0">
                  <a:moveTo>
                    <a:pt x="591" y="1"/>
                  </a:moveTo>
                  <a:cubicBezTo>
                    <a:pt x="601" y="1"/>
                    <a:pt x="601" y="11"/>
                    <a:pt x="601" y="11"/>
                  </a:cubicBezTo>
                  <a:cubicBezTo>
                    <a:pt x="601" y="123"/>
                    <a:pt x="631" y="265"/>
                    <a:pt x="672" y="407"/>
                  </a:cubicBezTo>
                  <a:cubicBezTo>
                    <a:pt x="672" y="418"/>
                    <a:pt x="683" y="428"/>
                    <a:pt x="683" y="428"/>
                  </a:cubicBezTo>
                  <a:cubicBezTo>
                    <a:pt x="744" y="540"/>
                    <a:pt x="825" y="651"/>
                    <a:pt x="947" y="743"/>
                  </a:cubicBezTo>
                  <a:cubicBezTo>
                    <a:pt x="1140" y="886"/>
                    <a:pt x="1241" y="1078"/>
                    <a:pt x="1241" y="1292"/>
                  </a:cubicBezTo>
                  <a:cubicBezTo>
                    <a:pt x="1232" y="1496"/>
                    <a:pt x="1110" y="1679"/>
                    <a:pt x="916" y="1801"/>
                  </a:cubicBezTo>
                  <a:cubicBezTo>
                    <a:pt x="794" y="1882"/>
                    <a:pt x="652" y="1933"/>
                    <a:pt x="500" y="1994"/>
                  </a:cubicBezTo>
                  <a:cubicBezTo>
                    <a:pt x="378" y="2045"/>
                    <a:pt x="245" y="2106"/>
                    <a:pt x="123" y="2167"/>
                  </a:cubicBezTo>
                  <a:cubicBezTo>
                    <a:pt x="82" y="2217"/>
                    <a:pt x="42" y="2258"/>
                    <a:pt x="1" y="2299"/>
                  </a:cubicBezTo>
                  <a:cubicBezTo>
                    <a:pt x="154" y="2187"/>
                    <a:pt x="337" y="2116"/>
                    <a:pt x="520" y="2034"/>
                  </a:cubicBezTo>
                  <a:cubicBezTo>
                    <a:pt x="672" y="1973"/>
                    <a:pt x="814" y="1912"/>
                    <a:pt x="936" y="1841"/>
                  </a:cubicBezTo>
                  <a:cubicBezTo>
                    <a:pt x="1150" y="1709"/>
                    <a:pt x="1272" y="1505"/>
                    <a:pt x="1282" y="1292"/>
                  </a:cubicBezTo>
                  <a:cubicBezTo>
                    <a:pt x="1293" y="1069"/>
                    <a:pt x="1180" y="855"/>
                    <a:pt x="977" y="703"/>
                  </a:cubicBezTo>
                  <a:cubicBezTo>
                    <a:pt x="683" y="499"/>
                    <a:pt x="611" y="184"/>
                    <a:pt x="601" y="1"/>
                  </a:cubicBezTo>
                  <a:close/>
                </a:path>
              </a:pathLst>
            </a:custGeom>
            <a:solidFill>
              <a:srgbClr val="ECA13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7" name="Google Shape;2229;p42">
              <a:extLst>
                <a:ext uri="{FF2B5EF4-FFF2-40B4-BE49-F238E27FC236}">
                  <a16:creationId xmlns:a16="http://schemas.microsoft.com/office/drawing/2014/main" id="{7D1157A0-9CB3-4574-9159-AB4E7A333B6A}"/>
                </a:ext>
              </a:extLst>
            </p:cNvPr>
            <p:cNvSpPr/>
            <p:nvPr/>
          </p:nvSpPr>
          <p:spPr>
            <a:xfrm>
              <a:off x="3275000" y="3391350"/>
              <a:ext cx="1300" cy="5125"/>
            </a:xfrm>
            <a:custGeom>
              <a:avLst/>
              <a:gdLst/>
              <a:ahLst/>
              <a:cxnLst/>
              <a:rect l="l" t="t" r="r" b="b"/>
              <a:pathLst>
                <a:path w="52" h="205" extrusionOk="0">
                  <a:moveTo>
                    <a:pt x="31" y="1"/>
                  </a:moveTo>
                  <a:cubicBezTo>
                    <a:pt x="20" y="1"/>
                    <a:pt x="11" y="11"/>
                    <a:pt x="11" y="21"/>
                  </a:cubicBezTo>
                  <a:cubicBezTo>
                    <a:pt x="0" y="21"/>
                    <a:pt x="0" y="92"/>
                    <a:pt x="11" y="204"/>
                  </a:cubicBezTo>
                  <a:cubicBezTo>
                    <a:pt x="11" y="194"/>
                    <a:pt x="20" y="184"/>
                    <a:pt x="31" y="184"/>
                  </a:cubicBezTo>
                  <a:lnTo>
                    <a:pt x="41" y="194"/>
                  </a:lnTo>
                  <a:lnTo>
                    <a:pt x="51" y="194"/>
                  </a:lnTo>
                  <a:cubicBezTo>
                    <a:pt x="41" y="92"/>
                    <a:pt x="51" y="31"/>
                    <a:pt x="51" y="31"/>
                  </a:cubicBezTo>
                  <a:cubicBezTo>
                    <a:pt x="51" y="11"/>
                    <a:pt x="41" y="1"/>
                    <a:pt x="31" y="1"/>
                  </a:cubicBezTo>
                  <a:close/>
                </a:path>
              </a:pathLst>
            </a:custGeom>
            <a:solidFill>
              <a:srgbClr val="E5872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8" name="Google Shape;2230;p42">
              <a:extLst>
                <a:ext uri="{FF2B5EF4-FFF2-40B4-BE49-F238E27FC236}">
                  <a16:creationId xmlns:a16="http://schemas.microsoft.com/office/drawing/2014/main" id="{D1160C5D-89B9-4E80-99AA-5F8821A55E57}"/>
                </a:ext>
              </a:extLst>
            </p:cNvPr>
            <p:cNvSpPr/>
            <p:nvPr/>
          </p:nvSpPr>
          <p:spPr>
            <a:xfrm>
              <a:off x="3250575" y="3452600"/>
              <a:ext cx="10475" cy="48600"/>
            </a:xfrm>
            <a:custGeom>
              <a:avLst/>
              <a:gdLst/>
              <a:ahLst/>
              <a:cxnLst/>
              <a:rect l="l" t="t" r="r" b="b"/>
              <a:pathLst>
                <a:path w="419" h="1944" extrusionOk="0">
                  <a:moveTo>
                    <a:pt x="398" y="1"/>
                  </a:moveTo>
                  <a:cubicBezTo>
                    <a:pt x="235" y="123"/>
                    <a:pt x="103" y="276"/>
                    <a:pt x="52" y="509"/>
                  </a:cubicBezTo>
                  <a:cubicBezTo>
                    <a:pt x="1" y="744"/>
                    <a:pt x="42" y="947"/>
                    <a:pt x="93" y="1140"/>
                  </a:cubicBezTo>
                  <a:cubicBezTo>
                    <a:pt x="123" y="1171"/>
                    <a:pt x="143" y="1201"/>
                    <a:pt x="164" y="1232"/>
                  </a:cubicBezTo>
                  <a:cubicBezTo>
                    <a:pt x="103" y="1018"/>
                    <a:pt x="32" y="794"/>
                    <a:pt x="93" y="520"/>
                  </a:cubicBezTo>
                  <a:cubicBezTo>
                    <a:pt x="143" y="306"/>
                    <a:pt x="265" y="154"/>
                    <a:pt x="418" y="42"/>
                  </a:cubicBezTo>
                  <a:lnTo>
                    <a:pt x="398" y="42"/>
                  </a:lnTo>
                  <a:cubicBezTo>
                    <a:pt x="387" y="32"/>
                    <a:pt x="387" y="21"/>
                    <a:pt x="398" y="11"/>
                  </a:cubicBezTo>
                  <a:lnTo>
                    <a:pt x="398" y="1"/>
                  </a:lnTo>
                  <a:close/>
                  <a:moveTo>
                    <a:pt x="134" y="1252"/>
                  </a:moveTo>
                  <a:cubicBezTo>
                    <a:pt x="134" y="1255"/>
                    <a:pt x="134" y="1256"/>
                    <a:pt x="135" y="1258"/>
                  </a:cubicBezTo>
                  <a:lnTo>
                    <a:pt x="135" y="1258"/>
                  </a:lnTo>
                  <a:cubicBezTo>
                    <a:pt x="135" y="1256"/>
                    <a:pt x="134" y="1254"/>
                    <a:pt x="134" y="1252"/>
                  </a:cubicBezTo>
                  <a:close/>
                  <a:moveTo>
                    <a:pt x="164" y="1232"/>
                  </a:moveTo>
                  <a:cubicBezTo>
                    <a:pt x="174" y="1241"/>
                    <a:pt x="164" y="1252"/>
                    <a:pt x="164" y="1262"/>
                  </a:cubicBezTo>
                  <a:lnTo>
                    <a:pt x="143" y="1262"/>
                  </a:lnTo>
                  <a:cubicBezTo>
                    <a:pt x="143" y="1262"/>
                    <a:pt x="138" y="1262"/>
                    <a:pt x="135" y="1258"/>
                  </a:cubicBezTo>
                  <a:lnTo>
                    <a:pt x="135" y="1258"/>
                  </a:lnTo>
                  <a:cubicBezTo>
                    <a:pt x="205" y="1499"/>
                    <a:pt x="264" y="1701"/>
                    <a:pt x="143" y="1912"/>
                  </a:cubicBezTo>
                  <a:cubicBezTo>
                    <a:pt x="134" y="1923"/>
                    <a:pt x="134" y="1933"/>
                    <a:pt x="143" y="1943"/>
                  </a:cubicBezTo>
                  <a:lnTo>
                    <a:pt x="154" y="1943"/>
                  </a:lnTo>
                  <a:cubicBezTo>
                    <a:pt x="164" y="1943"/>
                    <a:pt x="174" y="1943"/>
                    <a:pt x="174" y="1933"/>
                  </a:cubicBezTo>
                  <a:cubicBezTo>
                    <a:pt x="317" y="1709"/>
                    <a:pt x="245" y="1485"/>
                    <a:pt x="174" y="1241"/>
                  </a:cubicBezTo>
                  <a:lnTo>
                    <a:pt x="164" y="1232"/>
                  </a:lnTo>
                  <a:close/>
                </a:path>
              </a:pathLst>
            </a:custGeom>
            <a:solidFill>
              <a:srgbClr val="ECA13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9" name="Google Shape;2231;p42">
              <a:extLst>
                <a:ext uri="{FF2B5EF4-FFF2-40B4-BE49-F238E27FC236}">
                  <a16:creationId xmlns:a16="http://schemas.microsoft.com/office/drawing/2014/main" id="{F8EF143D-5559-4961-A2C0-9F3C3E748BA5}"/>
                </a:ext>
              </a:extLst>
            </p:cNvPr>
            <p:cNvSpPr/>
            <p:nvPr/>
          </p:nvSpPr>
          <p:spPr>
            <a:xfrm>
              <a:off x="3260250" y="3396175"/>
              <a:ext cx="20875" cy="57475"/>
            </a:xfrm>
            <a:custGeom>
              <a:avLst/>
              <a:gdLst/>
              <a:ahLst/>
              <a:cxnLst/>
              <a:rect l="l" t="t" r="r" b="b"/>
              <a:pathLst>
                <a:path w="835" h="2299" extrusionOk="0">
                  <a:moveTo>
                    <a:pt x="631" y="1"/>
                  </a:moveTo>
                  <a:lnTo>
                    <a:pt x="601" y="32"/>
                  </a:lnTo>
                  <a:cubicBezTo>
                    <a:pt x="601" y="143"/>
                    <a:pt x="631" y="276"/>
                    <a:pt x="671" y="418"/>
                  </a:cubicBezTo>
                  <a:cubicBezTo>
                    <a:pt x="732" y="642"/>
                    <a:pt x="793" y="895"/>
                    <a:pt x="763" y="1139"/>
                  </a:cubicBezTo>
                  <a:cubicBezTo>
                    <a:pt x="702" y="1516"/>
                    <a:pt x="265" y="2014"/>
                    <a:pt x="11" y="2258"/>
                  </a:cubicBezTo>
                  <a:lnTo>
                    <a:pt x="11" y="2268"/>
                  </a:lnTo>
                  <a:cubicBezTo>
                    <a:pt x="0" y="2278"/>
                    <a:pt x="0" y="2289"/>
                    <a:pt x="11" y="2299"/>
                  </a:cubicBezTo>
                  <a:lnTo>
                    <a:pt x="41" y="2299"/>
                  </a:lnTo>
                  <a:cubicBezTo>
                    <a:pt x="82" y="2258"/>
                    <a:pt x="122" y="2217"/>
                    <a:pt x="163" y="2167"/>
                  </a:cubicBezTo>
                  <a:cubicBezTo>
                    <a:pt x="418" y="1902"/>
                    <a:pt x="753" y="1475"/>
                    <a:pt x="804" y="1139"/>
                  </a:cubicBezTo>
                  <a:cubicBezTo>
                    <a:pt x="834" y="906"/>
                    <a:pt x="773" y="651"/>
                    <a:pt x="723" y="428"/>
                  </a:cubicBezTo>
                  <a:cubicBezTo>
                    <a:pt x="723" y="428"/>
                    <a:pt x="712" y="418"/>
                    <a:pt x="712" y="407"/>
                  </a:cubicBezTo>
                  <a:cubicBezTo>
                    <a:pt x="671" y="265"/>
                    <a:pt x="641" y="123"/>
                    <a:pt x="641" y="11"/>
                  </a:cubicBezTo>
                  <a:cubicBezTo>
                    <a:pt x="641" y="11"/>
                    <a:pt x="641" y="1"/>
                    <a:pt x="631" y="1"/>
                  </a:cubicBezTo>
                  <a:close/>
                </a:path>
              </a:pathLst>
            </a:custGeom>
            <a:solidFill>
              <a:srgbClr val="ECA13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0" name="Google Shape;2232;p42">
              <a:extLst>
                <a:ext uri="{FF2B5EF4-FFF2-40B4-BE49-F238E27FC236}">
                  <a16:creationId xmlns:a16="http://schemas.microsoft.com/office/drawing/2014/main" id="{F2FA2E2A-7493-44C1-89B8-A8309B9F4260}"/>
                </a:ext>
              </a:extLst>
            </p:cNvPr>
            <p:cNvSpPr/>
            <p:nvPr/>
          </p:nvSpPr>
          <p:spPr>
            <a:xfrm>
              <a:off x="3275250" y="3395925"/>
              <a:ext cx="775" cy="1050"/>
            </a:xfrm>
            <a:custGeom>
              <a:avLst/>
              <a:gdLst/>
              <a:ahLst/>
              <a:cxnLst/>
              <a:rect l="l" t="t" r="r" b="b"/>
              <a:pathLst>
                <a:path w="31" h="42" extrusionOk="0">
                  <a:moveTo>
                    <a:pt x="21" y="1"/>
                  </a:moveTo>
                  <a:cubicBezTo>
                    <a:pt x="10" y="1"/>
                    <a:pt x="1" y="11"/>
                    <a:pt x="1" y="21"/>
                  </a:cubicBezTo>
                  <a:lnTo>
                    <a:pt x="1" y="42"/>
                  </a:lnTo>
                  <a:lnTo>
                    <a:pt x="31" y="11"/>
                  </a:lnTo>
                  <a:lnTo>
                    <a:pt x="21" y="1"/>
                  </a:lnTo>
                  <a:close/>
                </a:path>
              </a:pathLst>
            </a:custGeom>
            <a:solidFill>
              <a:srgbClr val="E5872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1" name="Google Shape;2233;p42">
              <a:extLst>
                <a:ext uri="{FF2B5EF4-FFF2-40B4-BE49-F238E27FC236}">
                  <a16:creationId xmlns:a16="http://schemas.microsoft.com/office/drawing/2014/main" id="{1AC49242-4C02-4173-860B-AD6BA3C6A9FB}"/>
                </a:ext>
              </a:extLst>
            </p:cNvPr>
            <p:cNvSpPr/>
            <p:nvPr/>
          </p:nvSpPr>
          <p:spPr>
            <a:xfrm>
              <a:off x="3235850" y="3403300"/>
              <a:ext cx="31300" cy="80850"/>
            </a:xfrm>
            <a:custGeom>
              <a:avLst/>
              <a:gdLst/>
              <a:ahLst/>
              <a:cxnLst/>
              <a:rect l="l" t="t" r="r" b="b"/>
              <a:pathLst>
                <a:path w="1252" h="3234" extrusionOk="0">
                  <a:moveTo>
                    <a:pt x="1251" y="0"/>
                  </a:moveTo>
                  <a:cubicBezTo>
                    <a:pt x="1241" y="11"/>
                    <a:pt x="1220" y="21"/>
                    <a:pt x="1211" y="31"/>
                  </a:cubicBezTo>
                  <a:cubicBezTo>
                    <a:pt x="1200" y="265"/>
                    <a:pt x="1150" y="814"/>
                    <a:pt x="854" y="1089"/>
                  </a:cubicBezTo>
                  <a:cubicBezTo>
                    <a:pt x="763" y="1170"/>
                    <a:pt x="662" y="1251"/>
                    <a:pt x="570" y="1322"/>
                  </a:cubicBezTo>
                  <a:cubicBezTo>
                    <a:pt x="296" y="1525"/>
                    <a:pt x="61" y="1699"/>
                    <a:pt x="31" y="2075"/>
                  </a:cubicBezTo>
                  <a:cubicBezTo>
                    <a:pt x="0" y="2502"/>
                    <a:pt x="234" y="2725"/>
                    <a:pt x="448" y="2939"/>
                  </a:cubicBezTo>
                  <a:cubicBezTo>
                    <a:pt x="549" y="3030"/>
                    <a:pt x="641" y="3122"/>
                    <a:pt x="723" y="3224"/>
                  </a:cubicBezTo>
                  <a:cubicBezTo>
                    <a:pt x="723" y="3234"/>
                    <a:pt x="732" y="3234"/>
                    <a:pt x="732" y="3234"/>
                  </a:cubicBezTo>
                  <a:lnTo>
                    <a:pt x="753" y="3234"/>
                  </a:lnTo>
                  <a:cubicBezTo>
                    <a:pt x="753" y="3224"/>
                    <a:pt x="763" y="3213"/>
                    <a:pt x="753" y="3204"/>
                  </a:cubicBezTo>
                  <a:cubicBezTo>
                    <a:pt x="732" y="3173"/>
                    <a:pt x="712" y="3143"/>
                    <a:pt x="682" y="3112"/>
                  </a:cubicBezTo>
                  <a:cubicBezTo>
                    <a:pt x="621" y="3030"/>
                    <a:pt x="549" y="2969"/>
                    <a:pt x="479" y="2908"/>
                  </a:cubicBezTo>
                  <a:cubicBezTo>
                    <a:pt x="265" y="2695"/>
                    <a:pt x="41" y="2492"/>
                    <a:pt x="72" y="2075"/>
                  </a:cubicBezTo>
                  <a:cubicBezTo>
                    <a:pt x="102" y="1729"/>
                    <a:pt x="316" y="1556"/>
                    <a:pt x="590" y="1353"/>
                  </a:cubicBezTo>
                  <a:cubicBezTo>
                    <a:pt x="692" y="1281"/>
                    <a:pt x="784" y="1211"/>
                    <a:pt x="885" y="1119"/>
                  </a:cubicBezTo>
                  <a:cubicBezTo>
                    <a:pt x="1211" y="824"/>
                    <a:pt x="1251" y="214"/>
                    <a:pt x="1251" y="0"/>
                  </a:cubicBezTo>
                  <a:close/>
                </a:path>
              </a:pathLst>
            </a:custGeom>
            <a:solidFill>
              <a:srgbClr val="ECA13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2" name="Google Shape;2234;p42">
              <a:extLst>
                <a:ext uri="{FF2B5EF4-FFF2-40B4-BE49-F238E27FC236}">
                  <a16:creationId xmlns:a16="http://schemas.microsoft.com/office/drawing/2014/main" id="{7A5B04DC-B20C-4D1B-82E7-115730BBC059}"/>
                </a:ext>
              </a:extLst>
            </p:cNvPr>
            <p:cNvSpPr/>
            <p:nvPr/>
          </p:nvSpPr>
          <p:spPr>
            <a:xfrm>
              <a:off x="3266100" y="3401025"/>
              <a:ext cx="1050" cy="3075"/>
            </a:xfrm>
            <a:custGeom>
              <a:avLst/>
              <a:gdLst/>
              <a:ahLst/>
              <a:cxnLst/>
              <a:rect l="l" t="t" r="r" b="b"/>
              <a:pathLst>
                <a:path w="42" h="123" extrusionOk="0">
                  <a:moveTo>
                    <a:pt x="21" y="0"/>
                  </a:moveTo>
                  <a:cubicBezTo>
                    <a:pt x="10" y="0"/>
                    <a:pt x="1" y="10"/>
                    <a:pt x="1" y="21"/>
                  </a:cubicBezTo>
                  <a:lnTo>
                    <a:pt x="1" y="122"/>
                  </a:lnTo>
                  <a:cubicBezTo>
                    <a:pt x="10" y="112"/>
                    <a:pt x="31" y="102"/>
                    <a:pt x="41" y="91"/>
                  </a:cubicBezTo>
                  <a:lnTo>
                    <a:pt x="41" y="21"/>
                  </a:lnTo>
                  <a:cubicBezTo>
                    <a:pt x="41" y="10"/>
                    <a:pt x="31" y="0"/>
                    <a:pt x="21" y="0"/>
                  </a:cubicBezTo>
                  <a:close/>
                </a:path>
              </a:pathLst>
            </a:custGeom>
            <a:solidFill>
              <a:srgbClr val="E5872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3" name="Google Shape;2235;p42">
              <a:extLst>
                <a:ext uri="{FF2B5EF4-FFF2-40B4-BE49-F238E27FC236}">
                  <a16:creationId xmlns:a16="http://schemas.microsoft.com/office/drawing/2014/main" id="{D893B1AE-BD22-4015-B921-D292EC419B9E}"/>
                </a:ext>
              </a:extLst>
            </p:cNvPr>
            <p:cNvSpPr/>
            <p:nvPr/>
          </p:nvSpPr>
          <p:spPr>
            <a:xfrm>
              <a:off x="3109525" y="3490500"/>
              <a:ext cx="10425" cy="2550"/>
            </a:xfrm>
            <a:custGeom>
              <a:avLst/>
              <a:gdLst/>
              <a:ahLst/>
              <a:cxnLst/>
              <a:rect l="l" t="t" r="r" b="b"/>
              <a:pathLst>
                <a:path w="417" h="102" extrusionOk="0">
                  <a:moveTo>
                    <a:pt x="0" y="0"/>
                  </a:moveTo>
                  <a:cubicBezTo>
                    <a:pt x="295" y="71"/>
                    <a:pt x="417" y="102"/>
                    <a:pt x="417" y="102"/>
                  </a:cubicBezTo>
                  <a:cubicBezTo>
                    <a:pt x="417" y="102"/>
                    <a:pt x="295" y="71"/>
                    <a:pt x="0" y="0"/>
                  </a:cubicBez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4" name="Google Shape;2236;p42">
              <a:extLst>
                <a:ext uri="{FF2B5EF4-FFF2-40B4-BE49-F238E27FC236}">
                  <a16:creationId xmlns:a16="http://schemas.microsoft.com/office/drawing/2014/main" id="{540A9840-B20B-4145-A03D-5FFACC737891}"/>
                </a:ext>
              </a:extLst>
            </p:cNvPr>
            <p:cNvSpPr/>
            <p:nvPr/>
          </p:nvSpPr>
          <p:spPr>
            <a:xfrm>
              <a:off x="3109525" y="3490500"/>
              <a:ext cx="15525" cy="2550"/>
            </a:xfrm>
            <a:custGeom>
              <a:avLst/>
              <a:gdLst/>
              <a:ahLst/>
              <a:cxnLst/>
              <a:rect l="l" t="t" r="r" b="b"/>
              <a:pathLst>
                <a:path w="621" h="102" extrusionOk="0">
                  <a:moveTo>
                    <a:pt x="0" y="0"/>
                  </a:moveTo>
                  <a:cubicBezTo>
                    <a:pt x="295" y="71"/>
                    <a:pt x="417" y="102"/>
                    <a:pt x="417" y="102"/>
                  </a:cubicBezTo>
                  <a:cubicBezTo>
                    <a:pt x="417" y="102"/>
                    <a:pt x="518" y="51"/>
                    <a:pt x="620" y="30"/>
                  </a:cubicBezTo>
                  <a:cubicBezTo>
                    <a:pt x="620" y="30"/>
                    <a:pt x="173" y="0"/>
                    <a:pt x="0" y="0"/>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5" name="Google Shape;2237;p42">
              <a:extLst>
                <a:ext uri="{FF2B5EF4-FFF2-40B4-BE49-F238E27FC236}">
                  <a16:creationId xmlns:a16="http://schemas.microsoft.com/office/drawing/2014/main" id="{D86D8C06-C8BD-4726-BAEB-5B7224BCCD05}"/>
                </a:ext>
              </a:extLst>
            </p:cNvPr>
            <p:cNvSpPr/>
            <p:nvPr/>
          </p:nvSpPr>
          <p:spPr>
            <a:xfrm>
              <a:off x="3115125" y="3502950"/>
              <a:ext cx="11200" cy="4350"/>
            </a:xfrm>
            <a:custGeom>
              <a:avLst/>
              <a:gdLst/>
              <a:ahLst/>
              <a:cxnLst/>
              <a:rect l="l" t="t" r="r" b="b"/>
              <a:pathLst>
                <a:path w="448" h="174" extrusionOk="0">
                  <a:moveTo>
                    <a:pt x="305" y="0"/>
                  </a:moveTo>
                  <a:cubicBezTo>
                    <a:pt x="224" y="0"/>
                    <a:pt x="111" y="11"/>
                    <a:pt x="0" y="41"/>
                  </a:cubicBezTo>
                  <a:cubicBezTo>
                    <a:pt x="0" y="81"/>
                    <a:pt x="20" y="122"/>
                    <a:pt x="41" y="173"/>
                  </a:cubicBezTo>
                  <a:cubicBezTo>
                    <a:pt x="41" y="173"/>
                    <a:pt x="193" y="31"/>
                    <a:pt x="447" y="11"/>
                  </a:cubicBezTo>
                  <a:cubicBezTo>
                    <a:pt x="447" y="11"/>
                    <a:pt x="396" y="0"/>
                    <a:pt x="305" y="0"/>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6" name="Google Shape;2238;p42">
              <a:extLst>
                <a:ext uri="{FF2B5EF4-FFF2-40B4-BE49-F238E27FC236}">
                  <a16:creationId xmlns:a16="http://schemas.microsoft.com/office/drawing/2014/main" id="{57E69209-85AE-49DA-BFC9-0B36E51C012F}"/>
                </a:ext>
              </a:extLst>
            </p:cNvPr>
            <p:cNvSpPr/>
            <p:nvPr/>
          </p:nvSpPr>
          <p:spPr>
            <a:xfrm>
              <a:off x="3117150" y="3522525"/>
              <a:ext cx="275" cy="275"/>
            </a:xfrm>
            <a:custGeom>
              <a:avLst/>
              <a:gdLst/>
              <a:ahLst/>
              <a:cxnLst/>
              <a:rect l="l" t="t" r="r" b="b"/>
              <a:pathLst>
                <a:path w="11" h="11" extrusionOk="0">
                  <a:moveTo>
                    <a:pt x="0" y="0"/>
                  </a:moveTo>
                  <a:cubicBezTo>
                    <a:pt x="0" y="0"/>
                    <a:pt x="0" y="10"/>
                    <a:pt x="10" y="10"/>
                  </a:cubicBezTo>
                  <a:lnTo>
                    <a:pt x="10" y="10"/>
                  </a:lnTo>
                  <a:cubicBezTo>
                    <a:pt x="0" y="10"/>
                    <a:pt x="0" y="0"/>
                    <a:pt x="0" y="0"/>
                  </a:cubicBezTo>
                  <a:close/>
                </a:path>
              </a:pathLst>
            </a:custGeom>
            <a:solidFill>
              <a:srgbClr val="8B9DD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7" name="Google Shape;2239;p42">
              <a:extLst>
                <a:ext uri="{FF2B5EF4-FFF2-40B4-BE49-F238E27FC236}">
                  <a16:creationId xmlns:a16="http://schemas.microsoft.com/office/drawing/2014/main" id="{F17F407C-A6E3-4A4C-A42B-80843DF70286}"/>
                </a:ext>
              </a:extLst>
            </p:cNvPr>
            <p:cNvSpPr/>
            <p:nvPr/>
          </p:nvSpPr>
          <p:spPr>
            <a:xfrm>
              <a:off x="3115125" y="3516925"/>
              <a:ext cx="11200" cy="5875"/>
            </a:xfrm>
            <a:custGeom>
              <a:avLst/>
              <a:gdLst/>
              <a:ahLst/>
              <a:cxnLst/>
              <a:rect l="l" t="t" r="r" b="b"/>
              <a:pathLst>
                <a:path w="448" h="235" extrusionOk="0">
                  <a:moveTo>
                    <a:pt x="396" y="1"/>
                  </a:moveTo>
                  <a:cubicBezTo>
                    <a:pt x="315" y="1"/>
                    <a:pt x="163" y="10"/>
                    <a:pt x="0" y="71"/>
                  </a:cubicBezTo>
                  <a:cubicBezTo>
                    <a:pt x="20" y="123"/>
                    <a:pt x="41" y="173"/>
                    <a:pt x="81" y="224"/>
                  </a:cubicBezTo>
                  <a:cubicBezTo>
                    <a:pt x="81" y="224"/>
                    <a:pt x="81" y="234"/>
                    <a:pt x="91" y="234"/>
                  </a:cubicBezTo>
                  <a:cubicBezTo>
                    <a:pt x="91" y="234"/>
                    <a:pt x="183" y="71"/>
                    <a:pt x="447" y="1"/>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8" name="Google Shape;2240;p42">
              <a:extLst>
                <a:ext uri="{FF2B5EF4-FFF2-40B4-BE49-F238E27FC236}">
                  <a16:creationId xmlns:a16="http://schemas.microsoft.com/office/drawing/2014/main" id="{EC5C4E6B-C2C1-4BF6-B032-4D663372F004}"/>
                </a:ext>
              </a:extLst>
            </p:cNvPr>
            <p:cNvSpPr/>
            <p:nvPr/>
          </p:nvSpPr>
          <p:spPr>
            <a:xfrm>
              <a:off x="3128575" y="3531675"/>
              <a:ext cx="6400" cy="5850"/>
            </a:xfrm>
            <a:custGeom>
              <a:avLst/>
              <a:gdLst/>
              <a:ahLst/>
              <a:cxnLst/>
              <a:rect l="l" t="t" r="r" b="b"/>
              <a:pathLst>
                <a:path w="256" h="234" extrusionOk="0">
                  <a:moveTo>
                    <a:pt x="1" y="0"/>
                  </a:moveTo>
                  <a:cubicBezTo>
                    <a:pt x="1" y="0"/>
                    <a:pt x="52" y="132"/>
                    <a:pt x="174" y="234"/>
                  </a:cubicBezTo>
                  <a:cubicBezTo>
                    <a:pt x="224" y="193"/>
                    <a:pt x="255" y="153"/>
                    <a:pt x="255" y="153"/>
                  </a:cubicBezTo>
                  <a:cubicBezTo>
                    <a:pt x="255" y="153"/>
                    <a:pt x="102" y="71"/>
                    <a:pt x="1" y="0"/>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84" name="Google Shape;2145;p42">
            <a:extLst>
              <a:ext uri="{FF2B5EF4-FFF2-40B4-BE49-F238E27FC236}">
                <a16:creationId xmlns:a16="http://schemas.microsoft.com/office/drawing/2014/main" id="{050CC912-322D-43E6-BD1E-12FB1CBFE816}"/>
              </a:ext>
            </a:extLst>
          </p:cNvPr>
          <p:cNvSpPr/>
          <p:nvPr/>
        </p:nvSpPr>
        <p:spPr>
          <a:xfrm>
            <a:off x="2621618" y="3911048"/>
            <a:ext cx="14386560" cy="1781330"/>
          </a:xfrm>
          <a:prstGeom prst="roundRect">
            <a:avLst>
              <a:gd name="adj" fmla="val 50000"/>
            </a:avLst>
          </a:pr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CuadroTexto 385">
            <a:extLst>
              <a:ext uri="{FF2B5EF4-FFF2-40B4-BE49-F238E27FC236}">
                <a16:creationId xmlns:a16="http://schemas.microsoft.com/office/drawing/2014/main" id="{EAB7D5FA-07D8-4C7E-85A9-EBE201E64A26}"/>
              </a:ext>
            </a:extLst>
          </p:cNvPr>
          <p:cNvSpPr txBox="1"/>
          <p:nvPr/>
        </p:nvSpPr>
        <p:spPr>
          <a:xfrm>
            <a:off x="3118431" y="4075009"/>
            <a:ext cx="13786320" cy="14465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s-ES" sz="4400" dirty="0">
                <a:solidFill>
                  <a:schemeClr val="tx1"/>
                </a:solidFill>
                <a:latin typeface="Calibri" panose="020F0502020204030204" pitchFamily="34" charset="0"/>
                <a:cs typeface="Calibri" panose="020F0502020204030204" pitchFamily="34" charset="0"/>
              </a:rPr>
              <a:t>CAPITULO X</a:t>
            </a:r>
          </a:p>
          <a:p>
            <a:pPr algn="just"/>
            <a:r>
              <a:rPr lang="es-ES" sz="4400" dirty="0">
                <a:solidFill>
                  <a:schemeClr val="tx1"/>
                </a:solidFill>
                <a:latin typeface="Calibri" panose="020F0502020204030204" pitchFamily="34" charset="0"/>
                <a:cs typeface="Calibri" panose="020F0502020204030204" pitchFamily="34" charset="0"/>
              </a:rPr>
              <a:t>PROCEDIMIENTO PARA LA APLICACIÓN DE SANCIONES</a:t>
            </a:r>
          </a:p>
        </p:txBody>
      </p:sp>
    </p:spTree>
    <p:extLst>
      <p:ext uri="{BB962C8B-B14F-4D97-AF65-F5344CB8AC3E}">
        <p14:creationId xmlns:p14="http://schemas.microsoft.com/office/powerpoint/2010/main" val="213749128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7" name="Rectángulo 26">
            <a:extLst>
              <a:ext uri="{FF2B5EF4-FFF2-40B4-BE49-F238E27FC236}">
                <a16:creationId xmlns:a16="http://schemas.microsoft.com/office/drawing/2014/main" id="{74619B19-E749-4DE6-A570-5413A4EC9F05}"/>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C6714114-A6CC-4A7F-B218-0012DB368940}"/>
              </a:ext>
            </a:extLst>
          </p:cNvPr>
          <p:cNvSpPr txBox="1"/>
          <p:nvPr/>
        </p:nvSpPr>
        <p:spPr>
          <a:xfrm>
            <a:off x="1488303" y="3133399"/>
            <a:ext cx="21792095" cy="109472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El comité de Evaluación y Seguimiento, esta conformado por 5 personas quienes participan con voz y voto, así:</a:t>
            </a:r>
          </a:p>
          <a:p>
            <a:pPr marL="0" marR="0" lvl="0" indent="0" algn="l" defTabSz="943239" rtl="0" eaLnBrk="1" fontAlgn="auto" latinLnBrk="0" hangingPunct="0">
              <a:lnSpc>
                <a:spcPct val="100000"/>
              </a:lnSpc>
              <a:spcBef>
                <a:spcPts val="0"/>
              </a:spcBef>
              <a:spcAft>
                <a:spcPts val="0"/>
              </a:spcAft>
              <a:buClrTx/>
              <a:buSzTx/>
              <a:buFontTx/>
              <a:buNone/>
              <a:tabLst/>
              <a:defRPr/>
            </a:pPr>
            <a:endPar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endParaRPr>
          </a:p>
          <a:p>
            <a:pPr marL="1143000" marR="0" lvl="0" indent="-1143000" algn="l" defTabSz="943239" rtl="0" eaLnBrk="1" fontAlgn="auto" latinLnBrk="0" hangingPunct="0">
              <a:lnSpc>
                <a:spcPct val="100000"/>
              </a:lnSpc>
              <a:spcBef>
                <a:spcPts val="0"/>
              </a:spcBef>
              <a:spcAft>
                <a:spcPts val="0"/>
              </a:spcAft>
              <a:buClrTx/>
              <a:buSzTx/>
              <a:buFont typeface="+mj-lt"/>
              <a:buAutoNum type="arabicPeriod"/>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Un Instructor del programa de formación, designado por el Subdirector del Centro.</a:t>
            </a:r>
          </a:p>
          <a:p>
            <a:pPr marL="1143000" marR="0" lvl="0" indent="-1143000" algn="l" defTabSz="943239" rtl="0" eaLnBrk="1" fontAlgn="auto" latinLnBrk="0" hangingPunct="0">
              <a:lnSpc>
                <a:spcPct val="100000"/>
              </a:lnSpc>
              <a:spcBef>
                <a:spcPts val="0"/>
              </a:spcBef>
              <a:spcAft>
                <a:spcPts val="0"/>
              </a:spcAft>
              <a:buClrTx/>
              <a:buSzTx/>
              <a:buFont typeface="+mj-lt"/>
              <a:buAutoNum type="arabicPeriod"/>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Un funcionario de apoyo al Bienestar de los aprendices o quien haga sus veces (capellán, psicólogo o trabajador social)</a:t>
            </a:r>
          </a:p>
          <a:p>
            <a:pPr marL="1143000" marR="0" lvl="0" indent="-1143000" algn="l" defTabSz="943239" rtl="0" eaLnBrk="1" fontAlgn="auto" latinLnBrk="0" hangingPunct="0">
              <a:lnSpc>
                <a:spcPct val="100000"/>
              </a:lnSpc>
              <a:spcBef>
                <a:spcPts val="0"/>
              </a:spcBef>
              <a:spcAft>
                <a:spcPts val="0"/>
              </a:spcAft>
              <a:buClrTx/>
              <a:buSzTx/>
              <a:buFont typeface="+mj-lt"/>
              <a:buAutoNum type="arabicPeriod"/>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El Coordinador Académico del programa de formación.</a:t>
            </a:r>
          </a:p>
          <a:p>
            <a:pPr marL="1143000" marR="0" lvl="0" indent="-1143000" algn="l" defTabSz="943239" rtl="0" eaLnBrk="1" fontAlgn="auto" latinLnBrk="0" hangingPunct="0">
              <a:lnSpc>
                <a:spcPct val="100000"/>
              </a:lnSpc>
              <a:spcBef>
                <a:spcPts val="0"/>
              </a:spcBef>
              <a:spcAft>
                <a:spcPts val="0"/>
              </a:spcAft>
              <a:buClrTx/>
              <a:buSzTx/>
              <a:buFont typeface="+mj-lt"/>
              <a:buAutoNum type="arabicPeriod"/>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El Coordinador de Formación o quien haga sus veces en el Centro.</a:t>
            </a:r>
          </a:p>
          <a:p>
            <a:pPr marL="1143000" indent="-1143000" algn="l">
              <a:buFont typeface="+mj-lt"/>
              <a:buAutoNum type="arabicPeriod"/>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Un aprendiz representante del Centro de Formación.</a:t>
            </a:r>
          </a:p>
          <a:p>
            <a:pPr marL="0" marR="0" lvl="0" indent="0" algn="l" defTabSz="943239" rtl="0" eaLnBrk="1" fontAlgn="auto" latinLnBrk="0" hangingPunct="0">
              <a:lnSpc>
                <a:spcPct val="100000"/>
              </a:lnSpc>
              <a:spcBef>
                <a:spcPts val="0"/>
              </a:spcBef>
              <a:spcAft>
                <a:spcPts val="0"/>
              </a:spcAft>
              <a:buClrTx/>
              <a:buSzTx/>
              <a:buFontTx/>
              <a:buNone/>
              <a:tabLst/>
              <a:defRPr/>
            </a:pPr>
            <a:endPar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endParaRPr>
          </a:p>
          <a:p>
            <a:pPr algn="l">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Adicional, participa con voz pero sin voto, el aprendiz vocero del grupo o programa de formación.</a:t>
            </a:r>
            <a:endParaRPr kumimoji="0" lang="es-CO"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endParaRPr>
          </a:p>
        </p:txBody>
      </p:sp>
      <p:sp>
        <p:nvSpPr>
          <p:cNvPr id="4" name="CuadroTexto 3">
            <a:extLst>
              <a:ext uri="{FF2B5EF4-FFF2-40B4-BE49-F238E27FC236}">
                <a16:creationId xmlns:a16="http://schemas.microsoft.com/office/drawing/2014/main" id="{207D9EA1-4E92-40C8-9F71-546808E952F1}"/>
              </a:ext>
            </a:extLst>
          </p:cNvPr>
          <p:cNvSpPr txBox="1"/>
          <p:nvPr/>
        </p:nvSpPr>
        <p:spPr>
          <a:xfrm>
            <a:off x="-1290130" y="735510"/>
            <a:ext cx="15874420"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Miembros del </a:t>
            </a:r>
            <a:r>
              <a:rPr lang="es-ES" sz="8800" dirty="0">
                <a:solidFill>
                  <a:srgbClr val="000000">
                    <a:lumMod val="65000"/>
                    <a:lumOff val="35000"/>
                  </a:srgbClr>
                </a:solidFill>
                <a:latin typeface="Calibri" panose="020F0502020204030204" pitchFamily="34" charset="0"/>
                <a:cs typeface="Calibri" panose="020F0502020204030204" pitchFamily="34" charset="0"/>
              </a:rPr>
              <a:t>Comité</a:t>
            </a:r>
            <a:endPar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endParaRPr>
          </a:p>
        </p:txBody>
      </p:sp>
      <p:grpSp>
        <p:nvGrpSpPr>
          <p:cNvPr id="5" name="Google Shape;4195;p65">
            <a:extLst>
              <a:ext uri="{FF2B5EF4-FFF2-40B4-BE49-F238E27FC236}">
                <a16:creationId xmlns:a16="http://schemas.microsoft.com/office/drawing/2014/main" id="{D23B2CF9-D916-4156-99F9-8EB9E42D1713}"/>
              </a:ext>
            </a:extLst>
          </p:cNvPr>
          <p:cNvGrpSpPr/>
          <p:nvPr/>
        </p:nvGrpSpPr>
        <p:grpSpPr>
          <a:xfrm flipH="1">
            <a:off x="12713555" y="623113"/>
            <a:ext cx="3440843" cy="2332551"/>
            <a:chOff x="1228775" y="238225"/>
            <a:chExt cx="804050" cy="543650"/>
          </a:xfrm>
          <a:solidFill>
            <a:schemeClr val="bg1">
              <a:lumMod val="50000"/>
              <a:lumOff val="50000"/>
            </a:schemeClr>
          </a:solidFill>
        </p:grpSpPr>
        <p:sp>
          <p:nvSpPr>
            <p:cNvPr id="6" name="Google Shape;4196;p65">
              <a:extLst>
                <a:ext uri="{FF2B5EF4-FFF2-40B4-BE49-F238E27FC236}">
                  <a16:creationId xmlns:a16="http://schemas.microsoft.com/office/drawing/2014/main" id="{341E2906-5FC2-400D-B2E2-494816559DD8}"/>
                </a:ext>
              </a:extLst>
            </p:cNvPr>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97;p65">
              <a:extLst>
                <a:ext uri="{FF2B5EF4-FFF2-40B4-BE49-F238E27FC236}">
                  <a16:creationId xmlns:a16="http://schemas.microsoft.com/office/drawing/2014/main" id="{B47F24E0-99C7-4FDE-BC78-A6B713A10438}"/>
                </a:ext>
              </a:extLst>
            </p:cNvPr>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98;p65">
              <a:extLst>
                <a:ext uri="{FF2B5EF4-FFF2-40B4-BE49-F238E27FC236}">
                  <a16:creationId xmlns:a16="http://schemas.microsoft.com/office/drawing/2014/main" id="{842893C0-7018-454D-8567-8AE64D9EF41B}"/>
                </a:ext>
              </a:extLst>
            </p:cNvPr>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99;p65">
              <a:extLst>
                <a:ext uri="{FF2B5EF4-FFF2-40B4-BE49-F238E27FC236}">
                  <a16:creationId xmlns:a16="http://schemas.microsoft.com/office/drawing/2014/main" id="{765656A8-DF6C-421C-BA15-604DD0F36712}"/>
                </a:ext>
              </a:extLst>
            </p:cNvPr>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00;p65">
              <a:extLst>
                <a:ext uri="{FF2B5EF4-FFF2-40B4-BE49-F238E27FC236}">
                  <a16:creationId xmlns:a16="http://schemas.microsoft.com/office/drawing/2014/main" id="{E48E662D-6008-42A5-B66C-057A45C5D21E}"/>
                </a:ext>
              </a:extLst>
            </p:cNvPr>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01;p65">
              <a:extLst>
                <a:ext uri="{FF2B5EF4-FFF2-40B4-BE49-F238E27FC236}">
                  <a16:creationId xmlns:a16="http://schemas.microsoft.com/office/drawing/2014/main" id="{7318D08A-A61A-40E6-B07A-D0CA2F2800C4}"/>
                </a:ext>
              </a:extLst>
            </p:cNvPr>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02;p65">
              <a:extLst>
                <a:ext uri="{FF2B5EF4-FFF2-40B4-BE49-F238E27FC236}">
                  <a16:creationId xmlns:a16="http://schemas.microsoft.com/office/drawing/2014/main" id="{351D571F-4201-4410-B6AE-495D8BF5913E}"/>
                </a:ext>
              </a:extLst>
            </p:cNvPr>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203;p65">
              <a:extLst>
                <a:ext uri="{FF2B5EF4-FFF2-40B4-BE49-F238E27FC236}">
                  <a16:creationId xmlns:a16="http://schemas.microsoft.com/office/drawing/2014/main" id="{A3C6341B-A5CC-4197-9994-6406E75FEA26}"/>
                </a:ext>
              </a:extLst>
            </p:cNvPr>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204;p65">
              <a:extLst>
                <a:ext uri="{FF2B5EF4-FFF2-40B4-BE49-F238E27FC236}">
                  <a16:creationId xmlns:a16="http://schemas.microsoft.com/office/drawing/2014/main" id="{DBEEC940-88AA-4062-9283-4E9F68C74187}"/>
                </a:ext>
              </a:extLst>
            </p:cNvPr>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205;p65">
              <a:extLst>
                <a:ext uri="{FF2B5EF4-FFF2-40B4-BE49-F238E27FC236}">
                  <a16:creationId xmlns:a16="http://schemas.microsoft.com/office/drawing/2014/main" id="{66BCD090-3532-4F28-B74C-5F3079DCBDA9}"/>
                </a:ext>
              </a:extLst>
            </p:cNvPr>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206;p65">
              <a:extLst>
                <a:ext uri="{FF2B5EF4-FFF2-40B4-BE49-F238E27FC236}">
                  <a16:creationId xmlns:a16="http://schemas.microsoft.com/office/drawing/2014/main" id="{F3CC1A08-EE06-41B4-8CA6-3C44407FBE40}"/>
                </a:ext>
              </a:extLst>
            </p:cNvPr>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207;p65">
              <a:extLst>
                <a:ext uri="{FF2B5EF4-FFF2-40B4-BE49-F238E27FC236}">
                  <a16:creationId xmlns:a16="http://schemas.microsoft.com/office/drawing/2014/main" id="{A7D158DA-6307-4E0C-B4B7-A578FC72FE28}"/>
                </a:ext>
              </a:extLst>
            </p:cNvPr>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208;p65">
              <a:extLst>
                <a:ext uri="{FF2B5EF4-FFF2-40B4-BE49-F238E27FC236}">
                  <a16:creationId xmlns:a16="http://schemas.microsoft.com/office/drawing/2014/main" id="{077B44F1-B555-465A-9D9F-C05E83B92ED7}"/>
                </a:ext>
              </a:extLst>
            </p:cNvPr>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209;p65">
              <a:extLst>
                <a:ext uri="{FF2B5EF4-FFF2-40B4-BE49-F238E27FC236}">
                  <a16:creationId xmlns:a16="http://schemas.microsoft.com/office/drawing/2014/main" id="{B14B600B-B6E7-4AFE-831C-0B579C40D6EA}"/>
                </a:ext>
              </a:extLst>
            </p:cNvPr>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210;p65">
              <a:extLst>
                <a:ext uri="{FF2B5EF4-FFF2-40B4-BE49-F238E27FC236}">
                  <a16:creationId xmlns:a16="http://schemas.microsoft.com/office/drawing/2014/main" id="{0FF00D20-F0AD-490B-9DBD-9F2BE9EEE7FD}"/>
                </a:ext>
              </a:extLst>
            </p:cNvPr>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211;p65">
              <a:extLst>
                <a:ext uri="{FF2B5EF4-FFF2-40B4-BE49-F238E27FC236}">
                  <a16:creationId xmlns:a16="http://schemas.microsoft.com/office/drawing/2014/main" id="{B6518D80-8742-47A1-AE9A-C67AF78460EE}"/>
                </a:ext>
              </a:extLst>
            </p:cNvPr>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212;p65">
              <a:extLst>
                <a:ext uri="{FF2B5EF4-FFF2-40B4-BE49-F238E27FC236}">
                  <a16:creationId xmlns:a16="http://schemas.microsoft.com/office/drawing/2014/main" id="{E8609107-9ED3-4AB4-8D7B-DF99A6746FB5}"/>
                </a:ext>
              </a:extLst>
            </p:cNvPr>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213;p65">
              <a:extLst>
                <a:ext uri="{FF2B5EF4-FFF2-40B4-BE49-F238E27FC236}">
                  <a16:creationId xmlns:a16="http://schemas.microsoft.com/office/drawing/2014/main" id="{957A490E-37F2-4C73-B987-3FA2B5DADE1C}"/>
                </a:ext>
              </a:extLst>
            </p:cNvPr>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214;p65">
              <a:extLst>
                <a:ext uri="{FF2B5EF4-FFF2-40B4-BE49-F238E27FC236}">
                  <a16:creationId xmlns:a16="http://schemas.microsoft.com/office/drawing/2014/main" id="{DD028655-C65A-4537-B62A-B371D7F90949}"/>
                </a:ext>
              </a:extLst>
            </p:cNvPr>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215;p65">
              <a:extLst>
                <a:ext uri="{FF2B5EF4-FFF2-40B4-BE49-F238E27FC236}">
                  <a16:creationId xmlns:a16="http://schemas.microsoft.com/office/drawing/2014/main" id="{D7EEDB50-E41C-4A4D-8B68-91AB392E17BA}"/>
                </a:ext>
              </a:extLst>
            </p:cNvPr>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216;p65">
              <a:extLst>
                <a:ext uri="{FF2B5EF4-FFF2-40B4-BE49-F238E27FC236}">
                  <a16:creationId xmlns:a16="http://schemas.microsoft.com/office/drawing/2014/main" id="{488090BB-56F4-4505-9EBD-94C45B6876DF}"/>
                </a:ext>
              </a:extLst>
            </p:cNvPr>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17;p65">
              <a:extLst>
                <a:ext uri="{FF2B5EF4-FFF2-40B4-BE49-F238E27FC236}">
                  <a16:creationId xmlns:a16="http://schemas.microsoft.com/office/drawing/2014/main" id="{23F76B0A-C3F3-4E86-8073-1DB7BD54AED8}"/>
                </a:ext>
              </a:extLst>
            </p:cNvPr>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218;p65">
              <a:extLst>
                <a:ext uri="{FF2B5EF4-FFF2-40B4-BE49-F238E27FC236}">
                  <a16:creationId xmlns:a16="http://schemas.microsoft.com/office/drawing/2014/main" id="{68969085-E5FE-4525-B483-807F59BFF656}"/>
                </a:ext>
              </a:extLst>
            </p:cNvPr>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219;p65">
              <a:extLst>
                <a:ext uri="{FF2B5EF4-FFF2-40B4-BE49-F238E27FC236}">
                  <a16:creationId xmlns:a16="http://schemas.microsoft.com/office/drawing/2014/main" id="{EA136D5F-2DFD-4475-B708-AC261D6DB7A7}"/>
                </a:ext>
              </a:extLst>
            </p:cNvPr>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20;p65">
              <a:extLst>
                <a:ext uri="{FF2B5EF4-FFF2-40B4-BE49-F238E27FC236}">
                  <a16:creationId xmlns:a16="http://schemas.microsoft.com/office/drawing/2014/main" id="{65ACC64F-B94B-4CAA-AE57-F58CA3B22B6E}"/>
                </a:ext>
              </a:extLst>
            </p:cNvPr>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4225;p65">
            <a:extLst>
              <a:ext uri="{FF2B5EF4-FFF2-40B4-BE49-F238E27FC236}">
                <a16:creationId xmlns:a16="http://schemas.microsoft.com/office/drawing/2014/main" id="{05363FBB-C128-4480-9F97-1D2A32B6EE49}"/>
              </a:ext>
            </a:extLst>
          </p:cNvPr>
          <p:cNvGrpSpPr/>
          <p:nvPr/>
        </p:nvGrpSpPr>
        <p:grpSpPr>
          <a:xfrm rot="19638900" flipH="1">
            <a:off x="18635681" y="13244662"/>
            <a:ext cx="6058552" cy="2696846"/>
            <a:chOff x="5802375" y="3298175"/>
            <a:chExt cx="1041800" cy="548625"/>
          </a:xfrm>
          <a:solidFill>
            <a:srgbClr val="FF7030"/>
          </a:solidFill>
        </p:grpSpPr>
        <p:sp>
          <p:nvSpPr>
            <p:cNvPr id="34" name="Google Shape;4226;p65">
              <a:extLst>
                <a:ext uri="{FF2B5EF4-FFF2-40B4-BE49-F238E27FC236}">
                  <a16:creationId xmlns:a16="http://schemas.microsoft.com/office/drawing/2014/main" id="{3042FEF7-06B2-4B9C-9677-2A183803B0EF}"/>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7;p65">
              <a:extLst>
                <a:ext uri="{FF2B5EF4-FFF2-40B4-BE49-F238E27FC236}">
                  <a16:creationId xmlns:a16="http://schemas.microsoft.com/office/drawing/2014/main" id="{7463A874-722B-49DF-A41E-AED80479102F}"/>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8;p65">
              <a:extLst>
                <a:ext uri="{FF2B5EF4-FFF2-40B4-BE49-F238E27FC236}">
                  <a16:creationId xmlns:a16="http://schemas.microsoft.com/office/drawing/2014/main" id="{8378761E-CF09-4D54-91F5-565E45FA4073}"/>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3433652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08" name="Google Shape;2144;p42">
            <a:extLst>
              <a:ext uri="{FF2B5EF4-FFF2-40B4-BE49-F238E27FC236}">
                <a16:creationId xmlns:a16="http://schemas.microsoft.com/office/drawing/2014/main" id="{9582DA6D-188D-492E-9296-6478692D27CA}"/>
              </a:ext>
            </a:extLst>
          </p:cNvPr>
          <p:cNvSpPr/>
          <p:nvPr/>
        </p:nvSpPr>
        <p:spPr>
          <a:xfrm>
            <a:off x="9013003" y="14607348"/>
            <a:ext cx="5877722" cy="875382"/>
          </a:xfrm>
          <a:custGeom>
            <a:avLst/>
            <a:gdLst/>
            <a:ahLst/>
            <a:cxnLst/>
            <a:rect l="l" t="t" r="r" b="b"/>
            <a:pathLst>
              <a:path w="9020" h="905" extrusionOk="0">
                <a:moveTo>
                  <a:pt x="4505" y="0"/>
                </a:moveTo>
                <a:cubicBezTo>
                  <a:pt x="2013" y="0"/>
                  <a:pt x="0" y="204"/>
                  <a:pt x="0" y="457"/>
                </a:cubicBezTo>
                <a:cubicBezTo>
                  <a:pt x="0" y="701"/>
                  <a:pt x="2013" y="905"/>
                  <a:pt x="4505" y="905"/>
                </a:cubicBezTo>
                <a:cubicBezTo>
                  <a:pt x="6995" y="905"/>
                  <a:pt x="9019" y="701"/>
                  <a:pt x="9019" y="457"/>
                </a:cubicBezTo>
                <a:cubicBezTo>
                  <a:pt x="9019" y="204"/>
                  <a:pt x="6995" y="0"/>
                  <a:pt x="4505" y="0"/>
                </a:cubicBezTo>
                <a:close/>
              </a:path>
            </a:pathLst>
          </a:custGeom>
          <a:solidFill>
            <a:schemeClr val="bg2">
              <a:lumMod val="40000"/>
              <a:lumOff val="60000"/>
              <a:alpha val="252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CuadroTexto 51">
            <a:extLst>
              <a:ext uri="{FF2B5EF4-FFF2-40B4-BE49-F238E27FC236}">
                <a16:creationId xmlns:a16="http://schemas.microsoft.com/office/drawing/2014/main" id="{A74CB35C-DBD2-4FE3-B7FA-B8D9BD5132B0}"/>
              </a:ext>
            </a:extLst>
          </p:cNvPr>
          <p:cNvSpPr txBox="1"/>
          <p:nvPr/>
        </p:nvSpPr>
        <p:spPr>
          <a:xfrm>
            <a:off x="1505441" y="2723856"/>
            <a:ext cx="20368089" cy="3006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just">
              <a:defRPr/>
            </a:pP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Se consideran faltas las acciones u omisiones que alteran el normal desarrollo de la formación, la convivencia en la comunidad educativa, el desempeño académico de sus compañeros, y que al presentarse originan la necesidad de una medida formativa y/o sancionatoria.</a:t>
            </a:r>
          </a:p>
          <a:p>
            <a:pPr algn="just">
              <a:defRPr/>
            </a:pPr>
            <a:endParaRPr lang="es-ES" sz="5400" b="0" dirty="0">
              <a:solidFill>
                <a:srgbClr val="000000">
                  <a:lumMod val="65000"/>
                  <a:lumOff val="35000"/>
                </a:srgbClr>
              </a:solidFill>
              <a:latin typeface="Daytona Condensed" panose="020B050603050304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ABE566AD-2536-41C7-8E16-F9AEB55C88CA}"/>
              </a:ext>
            </a:extLst>
          </p:cNvPr>
          <p:cNvSpPr/>
          <p:nvPr/>
        </p:nvSpPr>
        <p:spPr>
          <a:xfrm>
            <a:off x="1560604" y="2087357"/>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D7EE62C3-5A5E-484B-9DFC-9F423108BF76}"/>
              </a:ext>
            </a:extLst>
          </p:cNvPr>
          <p:cNvSpPr txBox="1"/>
          <p:nvPr/>
        </p:nvSpPr>
        <p:spPr>
          <a:xfrm>
            <a:off x="544436" y="787438"/>
            <a:ext cx="17769839"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Faltas Académicas y Disciplinarias</a:t>
            </a:r>
          </a:p>
        </p:txBody>
      </p:sp>
      <p:sp>
        <p:nvSpPr>
          <p:cNvPr id="13" name="CuadroTexto 12">
            <a:extLst>
              <a:ext uri="{FF2B5EF4-FFF2-40B4-BE49-F238E27FC236}">
                <a16:creationId xmlns:a16="http://schemas.microsoft.com/office/drawing/2014/main" id="{1D43F7AA-455A-4320-BD87-29F966C09A0D}"/>
              </a:ext>
            </a:extLst>
          </p:cNvPr>
          <p:cNvSpPr txBox="1"/>
          <p:nvPr/>
        </p:nvSpPr>
        <p:spPr>
          <a:xfrm>
            <a:off x="1279412" y="8362227"/>
            <a:ext cx="6462286" cy="5068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defRPr/>
            </a:pPr>
            <a:r>
              <a:rPr lang="es-ES" sz="4000" b="0" dirty="0">
                <a:solidFill>
                  <a:srgbClr val="000000">
                    <a:lumMod val="65000"/>
                    <a:lumOff val="35000"/>
                  </a:srgbClr>
                </a:solidFill>
                <a:latin typeface="Daytona Condensed" panose="020B0506030503040204" pitchFamily="34" charset="0"/>
                <a:cs typeface="Calibri" panose="020F0502020204030204" pitchFamily="34" charset="0"/>
              </a:rPr>
              <a:t>Están relacionadas directamente con las actuaciones u omisiones del aprendiz con relación al cumplimiento de los deberes de índole académico. Al presentarse la falta, se aplican medidas formativas o sancionatorias</a:t>
            </a:r>
          </a:p>
        </p:txBody>
      </p:sp>
      <p:sp>
        <p:nvSpPr>
          <p:cNvPr id="16" name="Google Shape;3891;p61">
            <a:extLst>
              <a:ext uri="{FF2B5EF4-FFF2-40B4-BE49-F238E27FC236}">
                <a16:creationId xmlns:a16="http://schemas.microsoft.com/office/drawing/2014/main" id="{97CA729D-6067-4F6E-A20F-247BB2ED1140}"/>
              </a:ext>
            </a:extLst>
          </p:cNvPr>
          <p:cNvSpPr/>
          <p:nvPr/>
        </p:nvSpPr>
        <p:spPr>
          <a:xfrm>
            <a:off x="1513027" y="7087469"/>
            <a:ext cx="5831889" cy="1155589"/>
          </a:xfrm>
          <a:prstGeom prst="roundRect">
            <a:avLst>
              <a:gd name="adj" fmla="val 50000"/>
            </a:avLst>
          </a:prstGeom>
          <a:solidFill>
            <a:srgbClr val="FF703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CuadroTexto 17">
            <a:extLst>
              <a:ext uri="{FF2B5EF4-FFF2-40B4-BE49-F238E27FC236}">
                <a16:creationId xmlns:a16="http://schemas.microsoft.com/office/drawing/2014/main" id="{C341730E-ECB0-43D3-9785-7AB5CC67AE6E}"/>
              </a:ext>
            </a:extLst>
          </p:cNvPr>
          <p:cNvSpPr txBox="1"/>
          <p:nvPr/>
        </p:nvSpPr>
        <p:spPr>
          <a:xfrm>
            <a:off x="1763545" y="7253088"/>
            <a:ext cx="5494020"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sz="4800" dirty="0">
                <a:solidFill>
                  <a:schemeClr val="tx1"/>
                </a:solidFill>
                <a:latin typeface="Calibri" panose="020F0502020204030204" pitchFamily="34" charset="0"/>
                <a:cs typeface="Calibri" panose="020F0502020204030204" pitchFamily="34" charset="0"/>
              </a:rPr>
              <a:t>Faltas Académicas </a:t>
            </a:r>
            <a:endParaRPr lang="es-CO" sz="4800" dirty="0">
              <a:solidFill>
                <a:schemeClr val="tx1"/>
              </a:solidFill>
              <a:latin typeface="Calibri" panose="020F0502020204030204" pitchFamily="34" charset="0"/>
              <a:cs typeface="Calibri" panose="020F0502020204030204" pitchFamily="34" charset="0"/>
            </a:endParaRPr>
          </a:p>
        </p:txBody>
      </p:sp>
      <p:sp>
        <p:nvSpPr>
          <p:cNvPr id="19" name="Google Shape;3891;p61">
            <a:extLst>
              <a:ext uri="{FF2B5EF4-FFF2-40B4-BE49-F238E27FC236}">
                <a16:creationId xmlns:a16="http://schemas.microsoft.com/office/drawing/2014/main" id="{65E60863-F58E-467C-8DAF-AC9A8E2FBB87}"/>
              </a:ext>
            </a:extLst>
          </p:cNvPr>
          <p:cNvSpPr/>
          <p:nvPr/>
        </p:nvSpPr>
        <p:spPr>
          <a:xfrm>
            <a:off x="16637791" y="7206638"/>
            <a:ext cx="5831889" cy="1155589"/>
          </a:xfrm>
          <a:prstGeom prst="roundRect">
            <a:avLst>
              <a:gd name="adj" fmla="val 50000"/>
            </a:avLst>
          </a:prstGeom>
          <a:solidFill>
            <a:srgbClr val="FF703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CuadroTexto 19">
            <a:extLst>
              <a:ext uri="{FF2B5EF4-FFF2-40B4-BE49-F238E27FC236}">
                <a16:creationId xmlns:a16="http://schemas.microsoft.com/office/drawing/2014/main" id="{CC4CBC0B-ECBE-43BC-837D-41F40B3FD0BB}"/>
              </a:ext>
            </a:extLst>
          </p:cNvPr>
          <p:cNvSpPr txBox="1"/>
          <p:nvPr/>
        </p:nvSpPr>
        <p:spPr>
          <a:xfrm>
            <a:off x="16888309" y="7372257"/>
            <a:ext cx="5494020"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sz="4800" dirty="0">
                <a:solidFill>
                  <a:schemeClr val="tx1"/>
                </a:solidFill>
                <a:latin typeface="Calibri" panose="020F0502020204030204" pitchFamily="34" charset="0"/>
                <a:cs typeface="Calibri" panose="020F0502020204030204" pitchFamily="34" charset="0"/>
              </a:rPr>
              <a:t>Faltas Disciplinarias</a:t>
            </a:r>
            <a:endParaRPr lang="es-CO" sz="4800" dirty="0">
              <a:solidFill>
                <a:schemeClr val="tx1"/>
              </a:solidFill>
              <a:latin typeface="Calibri" panose="020F0502020204030204" pitchFamily="34" charset="0"/>
              <a:cs typeface="Calibri" panose="020F0502020204030204" pitchFamily="34" charset="0"/>
            </a:endParaRPr>
          </a:p>
        </p:txBody>
      </p:sp>
      <p:sp>
        <p:nvSpPr>
          <p:cNvPr id="21" name="CuadroTexto 20">
            <a:extLst>
              <a:ext uri="{FF2B5EF4-FFF2-40B4-BE49-F238E27FC236}">
                <a16:creationId xmlns:a16="http://schemas.microsoft.com/office/drawing/2014/main" id="{F5D99F34-542B-49BB-AC7A-3489874C1733}"/>
              </a:ext>
            </a:extLst>
          </p:cNvPr>
          <p:cNvSpPr txBox="1"/>
          <p:nvPr/>
        </p:nvSpPr>
        <p:spPr>
          <a:xfrm>
            <a:off x="16003972" y="8471693"/>
            <a:ext cx="7099526" cy="3837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defRPr/>
            </a:pPr>
            <a:r>
              <a:rPr lang="es-ES" sz="4000" b="0" dirty="0">
                <a:solidFill>
                  <a:srgbClr val="000000">
                    <a:lumMod val="65000"/>
                    <a:lumOff val="35000"/>
                  </a:srgbClr>
                </a:solidFill>
                <a:latin typeface="Daytona Condensed" panose="020B0506030503040204" pitchFamily="34" charset="0"/>
                <a:cs typeface="Calibri" panose="020F0502020204030204" pitchFamily="34" charset="0"/>
              </a:rPr>
              <a:t>Están relacionadas directamente con factores comportamentales del Aprendiz. Se configura la falta disciplinaria cuando el Aprendiz incurre con su actuación u omisión en una de las prohibición</a:t>
            </a:r>
          </a:p>
        </p:txBody>
      </p:sp>
      <p:grpSp>
        <p:nvGrpSpPr>
          <p:cNvPr id="191" name="Google Shape;1461;p35">
            <a:extLst>
              <a:ext uri="{FF2B5EF4-FFF2-40B4-BE49-F238E27FC236}">
                <a16:creationId xmlns:a16="http://schemas.microsoft.com/office/drawing/2014/main" id="{DB5EB83F-969A-4FBC-A35F-CA1B5982390B}"/>
              </a:ext>
            </a:extLst>
          </p:cNvPr>
          <p:cNvGrpSpPr/>
          <p:nvPr/>
        </p:nvGrpSpPr>
        <p:grpSpPr>
          <a:xfrm>
            <a:off x="9869214" y="4981903"/>
            <a:ext cx="4130565" cy="10155538"/>
            <a:chOff x="5090925" y="3099050"/>
            <a:chExt cx="355900" cy="957550"/>
          </a:xfrm>
        </p:grpSpPr>
        <p:sp>
          <p:nvSpPr>
            <p:cNvPr id="192" name="Google Shape;1462;p35">
              <a:extLst>
                <a:ext uri="{FF2B5EF4-FFF2-40B4-BE49-F238E27FC236}">
                  <a16:creationId xmlns:a16="http://schemas.microsoft.com/office/drawing/2014/main" id="{A935A3EF-1189-4C9E-A0CD-E95C4B39E518}"/>
                </a:ext>
              </a:extLst>
            </p:cNvPr>
            <p:cNvSpPr/>
            <p:nvPr/>
          </p:nvSpPr>
          <p:spPr>
            <a:xfrm>
              <a:off x="5090925" y="4032925"/>
              <a:ext cx="355900" cy="23675"/>
            </a:xfrm>
            <a:custGeom>
              <a:avLst/>
              <a:gdLst/>
              <a:ahLst/>
              <a:cxnLst/>
              <a:rect l="l" t="t" r="r" b="b"/>
              <a:pathLst>
                <a:path w="14236" h="947" extrusionOk="0">
                  <a:moveTo>
                    <a:pt x="7118" y="1"/>
                  </a:moveTo>
                  <a:cubicBezTo>
                    <a:pt x="3183" y="1"/>
                    <a:pt x="0" y="214"/>
                    <a:pt x="0" y="478"/>
                  </a:cubicBezTo>
                  <a:cubicBezTo>
                    <a:pt x="0" y="743"/>
                    <a:pt x="3183" y="946"/>
                    <a:pt x="7118" y="946"/>
                  </a:cubicBezTo>
                  <a:cubicBezTo>
                    <a:pt x="11042" y="946"/>
                    <a:pt x="14235" y="743"/>
                    <a:pt x="14235" y="478"/>
                  </a:cubicBezTo>
                  <a:cubicBezTo>
                    <a:pt x="14235" y="214"/>
                    <a:pt x="11042" y="1"/>
                    <a:pt x="7118" y="1"/>
                  </a:cubicBezTo>
                  <a:close/>
                </a:path>
              </a:pathLst>
            </a:custGeom>
            <a:solidFill>
              <a:srgbClr val="FFFFFF">
                <a:alpha val="25220"/>
              </a:srgb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463;p35">
              <a:extLst>
                <a:ext uri="{FF2B5EF4-FFF2-40B4-BE49-F238E27FC236}">
                  <a16:creationId xmlns:a16="http://schemas.microsoft.com/office/drawing/2014/main" id="{5640637C-5264-4A99-9DBD-CBBC1B7BE36A}"/>
                </a:ext>
              </a:extLst>
            </p:cNvPr>
            <p:cNvSpPr/>
            <p:nvPr/>
          </p:nvSpPr>
          <p:spPr>
            <a:xfrm>
              <a:off x="5248275" y="3401025"/>
              <a:ext cx="40950" cy="55425"/>
            </a:xfrm>
            <a:custGeom>
              <a:avLst/>
              <a:gdLst/>
              <a:ahLst/>
              <a:cxnLst/>
              <a:rect l="l" t="t" r="r" b="b"/>
              <a:pathLst>
                <a:path w="1638" h="2217" extrusionOk="0">
                  <a:moveTo>
                    <a:pt x="153" y="0"/>
                  </a:moveTo>
                  <a:cubicBezTo>
                    <a:pt x="153" y="0"/>
                    <a:pt x="184" y="590"/>
                    <a:pt x="1" y="1027"/>
                  </a:cubicBezTo>
                  <a:cubicBezTo>
                    <a:pt x="132" y="1108"/>
                    <a:pt x="428" y="1464"/>
                    <a:pt x="387" y="1668"/>
                  </a:cubicBezTo>
                  <a:cubicBezTo>
                    <a:pt x="387" y="1668"/>
                    <a:pt x="570" y="1932"/>
                    <a:pt x="824" y="2217"/>
                  </a:cubicBezTo>
                  <a:cubicBezTo>
                    <a:pt x="1068" y="1932"/>
                    <a:pt x="1261" y="1668"/>
                    <a:pt x="1261" y="1668"/>
                  </a:cubicBezTo>
                  <a:cubicBezTo>
                    <a:pt x="1210" y="1464"/>
                    <a:pt x="1505" y="1108"/>
                    <a:pt x="1637" y="1027"/>
                  </a:cubicBezTo>
                  <a:cubicBezTo>
                    <a:pt x="1454" y="590"/>
                    <a:pt x="1485" y="0"/>
                    <a:pt x="1485" y="0"/>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464;p35">
              <a:extLst>
                <a:ext uri="{FF2B5EF4-FFF2-40B4-BE49-F238E27FC236}">
                  <a16:creationId xmlns:a16="http://schemas.microsoft.com/office/drawing/2014/main" id="{522922FD-93CA-4C39-9E6C-871E2E9F37EE}"/>
                </a:ext>
              </a:extLst>
            </p:cNvPr>
            <p:cNvSpPr/>
            <p:nvPr/>
          </p:nvSpPr>
          <p:spPr>
            <a:xfrm>
              <a:off x="5251075" y="3412450"/>
              <a:ext cx="35600" cy="5875"/>
            </a:xfrm>
            <a:custGeom>
              <a:avLst/>
              <a:gdLst/>
              <a:ahLst/>
              <a:cxnLst/>
              <a:rect l="l" t="t" r="r" b="b"/>
              <a:pathLst>
                <a:path w="1424" h="235" extrusionOk="0">
                  <a:moveTo>
                    <a:pt x="1393" y="0"/>
                  </a:moveTo>
                  <a:lnTo>
                    <a:pt x="1393" y="0"/>
                  </a:lnTo>
                  <a:cubicBezTo>
                    <a:pt x="1403" y="72"/>
                    <a:pt x="1414" y="153"/>
                    <a:pt x="1423" y="235"/>
                  </a:cubicBezTo>
                  <a:lnTo>
                    <a:pt x="1423" y="235"/>
                  </a:lnTo>
                  <a:cubicBezTo>
                    <a:pt x="1414" y="153"/>
                    <a:pt x="1403" y="72"/>
                    <a:pt x="1393" y="0"/>
                  </a:cubicBezTo>
                  <a:close/>
                  <a:moveTo>
                    <a:pt x="31" y="0"/>
                  </a:moveTo>
                  <a:cubicBezTo>
                    <a:pt x="20" y="52"/>
                    <a:pt x="11" y="102"/>
                    <a:pt x="0" y="163"/>
                  </a:cubicBezTo>
                  <a:lnTo>
                    <a:pt x="0" y="163"/>
                  </a:lnTo>
                  <a:cubicBezTo>
                    <a:pt x="11" y="102"/>
                    <a:pt x="20" y="52"/>
                    <a:pt x="31" y="0"/>
                  </a:cubicBezTo>
                  <a:close/>
                </a:path>
              </a:pathLst>
            </a:custGeom>
            <a:solidFill>
              <a:srgbClr val="BBA5A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465;p35">
              <a:extLst>
                <a:ext uri="{FF2B5EF4-FFF2-40B4-BE49-F238E27FC236}">
                  <a16:creationId xmlns:a16="http://schemas.microsoft.com/office/drawing/2014/main" id="{7632C985-CFE2-4940-AB75-2BFA60250367}"/>
                </a:ext>
              </a:extLst>
            </p:cNvPr>
            <p:cNvSpPr/>
            <p:nvPr/>
          </p:nvSpPr>
          <p:spPr>
            <a:xfrm>
              <a:off x="5251075" y="3412450"/>
              <a:ext cx="35600" cy="6900"/>
            </a:xfrm>
            <a:custGeom>
              <a:avLst/>
              <a:gdLst/>
              <a:ahLst/>
              <a:cxnLst/>
              <a:rect l="l" t="t" r="r" b="b"/>
              <a:pathLst>
                <a:path w="1424" h="276" extrusionOk="0">
                  <a:moveTo>
                    <a:pt x="31" y="0"/>
                  </a:moveTo>
                  <a:cubicBezTo>
                    <a:pt x="20" y="52"/>
                    <a:pt x="11" y="102"/>
                    <a:pt x="0" y="163"/>
                  </a:cubicBezTo>
                  <a:cubicBezTo>
                    <a:pt x="234" y="224"/>
                    <a:pt x="539" y="275"/>
                    <a:pt x="905" y="275"/>
                  </a:cubicBezTo>
                  <a:cubicBezTo>
                    <a:pt x="1068" y="275"/>
                    <a:pt x="1240" y="265"/>
                    <a:pt x="1423" y="235"/>
                  </a:cubicBezTo>
                  <a:cubicBezTo>
                    <a:pt x="1414" y="153"/>
                    <a:pt x="1403" y="72"/>
                    <a:pt x="1393" y="0"/>
                  </a:cubicBezTo>
                  <a:cubicBezTo>
                    <a:pt x="1179" y="31"/>
                    <a:pt x="946" y="41"/>
                    <a:pt x="712" y="41"/>
                  </a:cubicBezTo>
                  <a:cubicBezTo>
                    <a:pt x="468" y="41"/>
                    <a:pt x="244" y="31"/>
                    <a:pt x="31" y="0"/>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466;p35">
              <a:extLst>
                <a:ext uri="{FF2B5EF4-FFF2-40B4-BE49-F238E27FC236}">
                  <a16:creationId xmlns:a16="http://schemas.microsoft.com/office/drawing/2014/main" id="{89B49B1C-89B2-40B5-B40A-AF230D8B199E}"/>
                </a:ext>
              </a:extLst>
            </p:cNvPr>
            <p:cNvSpPr/>
            <p:nvPr/>
          </p:nvSpPr>
          <p:spPr>
            <a:xfrm>
              <a:off x="5184975" y="3099050"/>
              <a:ext cx="167550" cy="107025"/>
            </a:xfrm>
            <a:custGeom>
              <a:avLst/>
              <a:gdLst/>
              <a:ahLst/>
              <a:cxnLst/>
              <a:rect l="l" t="t" r="r" b="b"/>
              <a:pathLst>
                <a:path w="6702" h="4281" extrusionOk="0">
                  <a:moveTo>
                    <a:pt x="3356" y="0"/>
                  </a:moveTo>
                  <a:cubicBezTo>
                    <a:pt x="2868" y="0"/>
                    <a:pt x="2644" y="539"/>
                    <a:pt x="2298" y="569"/>
                  </a:cubicBezTo>
                  <a:cubicBezTo>
                    <a:pt x="2288" y="570"/>
                    <a:pt x="2278" y="571"/>
                    <a:pt x="2268" y="571"/>
                  </a:cubicBezTo>
                  <a:cubicBezTo>
                    <a:pt x="2157" y="571"/>
                    <a:pt x="2054" y="524"/>
                    <a:pt x="1932" y="478"/>
                  </a:cubicBezTo>
                  <a:cubicBezTo>
                    <a:pt x="1810" y="437"/>
                    <a:pt x="1681" y="394"/>
                    <a:pt x="1526" y="394"/>
                  </a:cubicBezTo>
                  <a:cubicBezTo>
                    <a:pt x="1371" y="394"/>
                    <a:pt x="1191" y="437"/>
                    <a:pt x="967" y="569"/>
                  </a:cubicBezTo>
                  <a:cubicBezTo>
                    <a:pt x="275" y="976"/>
                    <a:pt x="509" y="1647"/>
                    <a:pt x="458" y="1769"/>
                  </a:cubicBezTo>
                  <a:cubicBezTo>
                    <a:pt x="397" y="1901"/>
                    <a:pt x="0" y="1921"/>
                    <a:pt x="0" y="2400"/>
                  </a:cubicBezTo>
                  <a:cubicBezTo>
                    <a:pt x="0" y="2877"/>
                    <a:pt x="458" y="2867"/>
                    <a:pt x="580" y="3162"/>
                  </a:cubicBezTo>
                  <a:cubicBezTo>
                    <a:pt x="712" y="3467"/>
                    <a:pt x="631" y="3955"/>
                    <a:pt x="1211" y="4128"/>
                  </a:cubicBezTo>
                  <a:cubicBezTo>
                    <a:pt x="1357" y="4173"/>
                    <a:pt x="1537" y="4187"/>
                    <a:pt x="1733" y="4187"/>
                  </a:cubicBezTo>
                  <a:cubicBezTo>
                    <a:pt x="1891" y="4187"/>
                    <a:pt x="2059" y="4178"/>
                    <a:pt x="2228" y="4169"/>
                  </a:cubicBezTo>
                  <a:cubicBezTo>
                    <a:pt x="2385" y="4162"/>
                    <a:pt x="2540" y="4155"/>
                    <a:pt x="2686" y="4155"/>
                  </a:cubicBezTo>
                  <a:cubicBezTo>
                    <a:pt x="2966" y="4155"/>
                    <a:pt x="3209" y="4180"/>
                    <a:pt x="3356" y="4280"/>
                  </a:cubicBezTo>
                  <a:cubicBezTo>
                    <a:pt x="3503" y="4180"/>
                    <a:pt x="3746" y="4155"/>
                    <a:pt x="4025" y="4155"/>
                  </a:cubicBezTo>
                  <a:cubicBezTo>
                    <a:pt x="4171" y="4155"/>
                    <a:pt x="4327" y="4162"/>
                    <a:pt x="4485" y="4169"/>
                  </a:cubicBezTo>
                  <a:cubicBezTo>
                    <a:pt x="4648" y="4178"/>
                    <a:pt x="4814" y="4187"/>
                    <a:pt x="4971" y="4187"/>
                  </a:cubicBezTo>
                  <a:cubicBezTo>
                    <a:pt x="5165" y="4187"/>
                    <a:pt x="5345" y="4173"/>
                    <a:pt x="5491" y="4128"/>
                  </a:cubicBezTo>
                  <a:cubicBezTo>
                    <a:pt x="6081" y="3955"/>
                    <a:pt x="5990" y="3467"/>
                    <a:pt x="6121" y="3162"/>
                  </a:cubicBezTo>
                  <a:cubicBezTo>
                    <a:pt x="6254" y="2867"/>
                    <a:pt x="6701" y="2877"/>
                    <a:pt x="6701" y="2400"/>
                  </a:cubicBezTo>
                  <a:cubicBezTo>
                    <a:pt x="6701" y="1921"/>
                    <a:pt x="6315" y="1901"/>
                    <a:pt x="6254" y="1769"/>
                  </a:cubicBezTo>
                  <a:cubicBezTo>
                    <a:pt x="6193" y="1647"/>
                    <a:pt x="6437" y="976"/>
                    <a:pt x="5735" y="569"/>
                  </a:cubicBezTo>
                  <a:cubicBezTo>
                    <a:pt x="5516" y="437"/>
                    <a:pt x="5336" y="394"/>
                    <a:pt x="5181" y="394"/>
                  </a:cubicBezTo>
                  <a:cubicBezTo>
                    <a:pt x="5026" y="394"/>
                    <a:pt x="4896" y="437"/>
                    <a:pt x="4779" y="478"/>
                  </a:cubicBezTo>
                  <a:cubicBezTo>
                    <a:pt x="4659" y="524"/>
                    <a:pt x="4546" y="571"/>
                    <a:pt x="4434" y="571"/>
                  </a:cubicBezTo>
                  <a:cubicBezTo>
                    <a:pt x="4424" y="571"/>
                    <a:pt x="4414" y="570"/>
                    <a:pt x="4403" y="569"/>
                  </a:cubicBezTo>
                  <a:cubicBezTo>
                    <a:pt x="4058" y="539"/>
                    <a:pt x="3834" y="0"/>
                    <a:pt x="3356" y="0"/>
                  </a:cubicBezTo>
                  <a:close/>
                </a:path>
              </a:pathLst>
            </a:custGeom>
            <a:solidFill>
              <a:srgbClr val="46231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467;p35">
              <a:extLst>
                <a:ext uri="{FF2B5EF4-FFF2-40B4-BE49-F238E27FC236}">
                  <a16:creationId xmlns:a16="http://schemas.microsoft.com/office/drawing/2014/main" id="{195F28ED-F91B-4095-988E-742E0DB7B15C}"/>
                </a:ext>
              </a:extLst>
            </p:cNvPr>
            <p:cNvSpPr/>
            <p:nvPr/>
          </p:nvSpPr>
          <p:spPr>
            <a:xfrm>
              <a:off x="5327325" y="3162600"/>
              <a:ext cx="24925" cy="37375"/>
            </a:xfrm>
            <a:custGeom>
              <a:avLst/>
              <a:gdLst/>
              <a:ahLst/>
              <a:cxnLst/>
              <a:rect l="l" t="t" r="r" b="b"/>
              <a:pathLst>
                <a:path w="997" h="1495" extrusionOk="0">
                  <a:moveTo>
                    <a:pt x="997" y="0"/>
                  </a:moveTo>
                  <a:cubicBezTo>
                    <a:pt x="915" y="335"/>
                    <a:pt x="540" y="355"/>
                    <a:pt x="427" y="620"/>
                  </a:cubicBezTo>
                  <a:cubicBezTo>
                    <a:pt x="316" y="884"/>
                    <a:pt x="366" y="1281"/>
                    <a:pt x="0" y="1494"/>
                  </a:cubicBezTo>
                  <a:lnTo>
                    <a:pt x="0" y="1494"/>
                  </a:lnTo>
                  <a:cubicBezTo>
                    <a:pt x="366" y="1281"/>
                    <a:pt x="316" y="884"/>
                    <a:pt x="427" y="620"/>
                  </a:cubicBezTo>
                  <a:cubicBezTo>
                    <a:pt x="540" y="355"/>
                    <a:pt x="915" y="335"/>
                    <a:pt x="997" y="0"/>
                  </a:cubicBezTo>
                  <a:close/>
                </a:path>
              </a:pathLst>
            </a:custGeom>
            <a:solidFill>
              <a:srgbClr val="A291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468;p35">
              <a:extLst>
                <a:ext uri="{FF2B5EF4-FFF2-40B4-BE49-F238E27FC236}">
                  <a16:creationId xmlns:a16="http://schemas.microsoft.com/office/drawing/2014/main" id="{115052EF-B347-4C33-9351-23743804CAE4}"/>
                </a:ext>
              </a:extLst>
            </p:cNvPr>
            <p:cNvSpPr/>
            <p:nvPr/>
          </p:nvSpPr>
          <p:spPr>
            <a:xfrm>
              <a:off x="5184975" y="3159025"/>
              <a:ext cx="167550" cy="40950"/>
            </a:xfrm>
            <a:custGeom>
              <a:avLst/>
              <a:gdLst/>
              <a:ahLst/>
              <a:cxnLst/>
              <a:rect l="l" t="t" r="r" b="b"/>
              <a:pathLst>
                <a:path w="6702" h="1638" extrusionOk="0">
                  <a:moveTo>
                    <a:pt x="2258" y="885"/>
                  </a:moveTo>
                  <a:cubicBezTo>
                    <a:pt x="1892" y="885"/>
                    <a:pt x="1597" y="946"/>
                    <a:pt x="1485" y="966"/>
                  </a:cubicBezTo>
                  <a:lnTo>
                    <a:pt x="1485" y="987"/>
                  </a:lnTo>
                  <a:cubicBezTo>
                    <a:pt x="1495" y="1129"/>
                    <a:pt x="1597" y="1261"/>
                    <a:pt x="1729" y="1292"/>
                  </a:cubicBezTo>
                  <a:cubicBezTo>
                    <a:pt x="1760" y="1302"/>
                    <a:pt x="1780" y="1302"/>
                    <a:pt x="1810" y="1312"/>
                  </a:cubicBezTo>
                  <a:cubicBezTo>
                    <a:pt x="2024" y="1251"/>
                    <a:pt x="2228" y="1231"/>
                    <a:pt x="2411" y="1231"/>
                  </a:cubicBezTo>
                  <a:lnTo>
                    <a:pt x="2502" y="1231"/>
                  </a:lnTo>
                  <a:cubicBezTo>
                    <a:pt x="2502" y="1129"/>
                    <a:pt x="2431" y="1027"/>
                    <a:pt x="2359" y="956"/>
                  </a:cubicBezTo>
                  <a:cubicBezTo>
                    <a:pt x="2329" y="926"/>
                    <a:pt x="2298" y="905"/>
                    <a:pt x="2278" y="885"/>
                  </a:cubicBezTo>
                  <a:close/>
                  <a:moveTo>
                    <a:pt x="2350" y="885"/>
                  </a:moveTo>
                  <a:lnTo>
                    <a:pt x="2350" y="885"/>
                  </a:lnTo>
                  <a:cubicBezTo>
                    <a:pt x="2359" y="895"/>
                    <a:pt x="2370" y="916"/>
                    <a:pt x="2380" y="926"/>
                  </a:cubicBezTo>
                  <a:cubicBezTo>
                    <a:pt x="2461" y="997"/>
                    <a:pt x="2542" y="1109"/>
                    <a:pt x="2542" y="1231"/>
                  </a:cubicBezTo>
                  <a:cubicBezTo>
                    <a:pt x="2827" y="1251"/>
                    <a:pt x="3082" y="1312"/>
                    <a:pt x="3305" y="1363"/>
                  </a:cubicBezTo>
                  <a:cubicBezTo>
                    <a:pt x="3356" y="1271"/>
                    <a:pt x="3366" y="1149"/>
                    <a:pt x="3346" y="1048"/>
                  </a:cubicBezTo>
                  <a:lnTo>
                    <a:pt x="3346" y="1048"/>
                  </a:lnTo>
                  <a:cubicBezTo>
                    <a:pt x="3315" y="1058"/>
                    <a:pt x="3295" y="1068"/>
                    <a:pt x="3295" y="1068"/>
                  </a:cubicBezTo>
                  <a:cubicBezTo>
                    <a:pt x="2969" y="946"/>
                    <a:pt x="2634" y="895"/>
                    <a:pt x="2350" y="885"/>
                  </a:cubicBezTo>
                  <a:close/>
                  <a:moveTo>
                    <a:pt x="4525" y="834"/>
                  </a:moveTo>
                  <a:cubicBezTo>
                    <a:pt x="3997" y="834"/>
                    <a:pt x="3570" y="966"/>
                    <a:pt x="3387" y="1027"/>
                  </a:cubicBezTo>
                  <a:cubicBezTo>
                    <a:pt x="3407" y="1149"/>
                    <a:pt x="3396" y="1271"/>
                    <a:pt x="3346" y="1373"/>
                  </a:cubicBezTo>
                  <a:lnTo>
                    <a:pt x="3356" y="1373"/>
                  </a:lnTo>
                  <a:cubicBezTo>
                    <a:pt x="3518" y="1343"/>
                    <a:pt x="3701" y="1292"/>
                    <a:pt x="3905" y="1261"/>
                  </a:cubicBezTo>
                  <a:cubicBezTo>
                    <a:pt x="3945" y="1231"/>
                    <a:pt x="3976" y="1210"/>
                    <a:pt x="4017" y="1190"/>
                  </a:cubicBezTo>
                  <a:cubicBezTo>
                    <a:pt x="4119" y="1139"/>
                    <a:pt x="4220" y="1119"/>
                    <a:pt x="4322" y="1119"/>
                  </a:cubicBezTo>
                  <a:cubicBezTo>
                    <a:pt x="4372" y="1119"/>
                    <a:pt x="4413" y="1129"/>
                    <a:pt x="4454" y="1129"/>
                  </a:cubicBezTo>
                  <a:cubicBezTo>
                    <a:pt x="4474" y="1129"/>
                    <a:pt x="4505" y="1129"/>
                    <a:pt x="4525" y="1139"/>
                  </a:cubicBezTo>
                  <a:cubicBezTo>
                    <a:pt x="4596" y="1139"/>
                    <a:pt x="4668" y="1149"/>
                    <a:pt x="4729" y="1149"/>
                  </a:cubicBezTo>
                  <a:cubicBezTo>
                    <a:pt x="4779" y="1149"/>
                    <a:pt x="4830" y="1149"/>
                    <a:pt x="4881" y="1139"/>
                  </a:cubicBezTo>
                  <a:cubicBezTo>
                    <a:pt x="4993" y="1109"/>
                    <a:pt x="5135" y="1038"/>
                    <a:pt x="5186" y="905"/>
                  </a:cubicBezTo>
                  <a:cubicBezTo>
                    <a:pt x="4952" y="855"/>
                    <a:pt x="4729" y="834"/>
                    <a:pt x="4525" y="834"/>
                  </a:cubicBezTo>
                  <a:close/>
                  <a:moveTo>
                    <a:pt x="0" y="1"/>
                  </a:moveTo>
                  <a:cubicBezTo>
                    <a:pt x="0" y="478"/>
                    <a:pt x="458" y="468"/>
                    <a:pt x="580" y="763"/>
                  </a:cubicBezTo>
                  <a:cubicBezTo>
                    <a:pt x="692" y="1027"/>
                    <a:pt x="651" y="1424"/>
                    <a:pt x="1007" y="1637"/>
                  </a:cubicBezTo>
                  <a:cubicBezTo>
                    <a:pt x="1272" y="1495"/>
                    <a:pt x="1505" y="1393"/>
                    <a:pt x="1719" y="1332"/>
                  </a:cubicBezTo>
                  <a:cubicBezTo>
                    <a:pt x="1566" y="1292"/>
                    <a:pt x="1455" y="1149"/>
                    <a:pt x="1444" y="997"/>
                  </a:cubicBezTo>
                  <a:lnTo>
                    <a:pt x="1444" y="977"/>
                  </a:lnTo>
                  <a:lnTo>
                    <a:pt x="1434" y="977"/>
                  </a:lnTo>
                  <a:cubicBezTo>
                    <a:pt x="1434" y="977"/>
                    <a:pt x="1373" y="580"/>
                    <a:pt x="834" y="356"/>
                  </a:cubicBezTo>
                  <a:cubicBezTo>
                    <a:pt x="285" y="143"/>
                    <a:pt x="1" y="1"/>
                    <a:pt x="0" y="1"/>
                  </a:cubicBezTo>
                  <a:close/>
                  <a:moveTo>
                    <a:pt x="6701" y="1"/>
                  </a:moveTo>
                  <a:cubicBezTo>
                    <a:pt x="6600" y="163"/>
                    <a:pt x="6304" y="214"/>
                    <a:pt x="5959" y="306"/>
                  </a:cubicBezTo>
                  <a:cubicBezTo>
                    <a:pt x="5959" y="315"/>
                    <a:pt x="5949" y="315"/>
                    <a:pt x="5938" y="315"/>
                  </a:cubicBezTo>
                  <a:cubicBezTo>
                    <a:pt x="5929" y="326"/>
                    <a:pt x="5908" y="326"/>
                    <a:pt x="5888" y="326"/>
                  </a:cubicBezTo>
                  <a:lnTo>
                    <a:pt x="5796" y="356"/>
                  </a:lnTo>
                  <a:cubicBezTo>
                    <a:pt x="5379" y="489"/>
                    <a:pt x="5267" y="926"/>
                    <a:pt x="5267" y="926"/>
                  </a:cubicBezTo>
                  <a:cubicBezTo>
                    <a:pt x="5257" y="916"/>
                    <a:pt x="5237" y="916"/>
                    <a:pt x="5227" y="916"/>
                  </a:cubicBezTo>
                  <a:cubicBezTo>
                    <a:pt x="5176" y="1068"/>
                    <a:pt x="5023" y="1149"/>
                    <a:pt x="4891" y="1180"/>
                  </a:cubicBezTo>
                  <a:cubicBezTo>
                    <a:pt x="4830" y="1190"/>
                    <a:pt x="4779" y="1190"/>
                    <a:pt x="4729" y="1190"/>
                  </a:cubicBezTo>
                  <a:cubicBezTo>
                    <a:pt x="4657" y="1190"/>
                    <a:pt x="4596" y="1180"/>
                    <a:pt x="4525" y="1180"/>
                  </a:cubicBezTo>
                  <a:cubicBezTo>
                    <a:pt x="4495" y="1180"/>
                    <a:pt x="4474" y="1170"/>
                    <a:pt x="4454" y="1170"/>
                  </a:cubicBezTo>
                  <a:lnTo>
                    <a:pt x="4322" y="1170"/>
                  </a:lnTo>
                  <a:cubicBezTo>
                    <a:pt x="4230" y="1170"/>
                    <a:pt x="4128" y="1180"/>
                    <a:pt x="4037" y="1221"/>
                  </a:cubicBezTo>
                  <a:cubicBezTo>
                    <a:pt x="4027" y="1231"/>
                    <a:pt x="4006" y="1241"/>
                    <a:pt x="3997" y="1251"/>
                  </a:cubicBezTo>
                  <a:cubicBezTo>
                    <a:pt x="4088" y="1241"/>
                    <a:pt x="4189" y="1231"/>
                    <a:pt x="4291" y="1231"/>
                  </a:cubicBezTo>
                  <a:cubicBezTo>
                    <a:pt x="4678" y="1231"/>
                    <a:pt x="5125" y="1322"/>
                    <a:pt x="5694" y="1637"/>
                  </a:cubicBezTo>
                  <a:cubicBezTo>
                    <a:pt x="6060" y="1424"/>
                    <a:pt x="6010" y="1027"/>
                    <a:pt x="6121" y="763"/>
                  </a:cubicBezTo>
                  <a:cubicBezTo>
                    <a:pt x="6234" y="498"/>
                    <a:pt x="6609" y="478"/>
                    <a:pt x="6691" y="143"/>
                  </a:cubicBezTo>
                  <a:cubicBezTo>
                    <a:pt x="6701" y="102"/>
                    <a:pt x="6701" y="51"/>
                    <a:pt x="6701" y="1"/>
                  </a:cubicBezTo>
                  <a:close/>
                </a:path>
              </a:pathLst>
            </a:custGeom>
            <a:solidFill>
              <a:srgbClr val="2C140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1469;p35">
              <a:extLst>
                <a:ext uri="{FF2B5EF4-FFF2-40B4-BE49-F238E27FC236}">
                  <a16:creationId xmlns:a16="http://schemas.microsoft.com/office/drawing/2014/main" id="{F728834E-9464-4442-9B7F-DC9BFA3BD4C4}"/>
                </a:ext>
              </a:extLst>
            </p:cNvPr>
            <p:cNvSpPr/>
            <p:nvPr/>
          </p:nvSpPr>
          <p:spPr>
            <a:xfrm>
              <a:off x="5200500" y="3150625"/>
              <a:ext cx="22625" cy="32825"/>
            </a:xfrm>
            <a:custGeom>
              <a:avLst/>
              <a:gdLst/>
              <a:ahLst/>
              <a:cxnLst/>
              <a:rect l="l" t="t" r="r" b="b"/>
              <a:pathLst>
                <a:path w="905" h="1313" extrusionOk="0">
                  <a:moveTo>
                    <a:pt x="71" y="1"/>
                  </a:moveTo>
                  <a:cubicBezTo>
                    <a:pt x="61" y="1"/>
                    <a:pt x="50" y="11"/>
                    <a:pt x="50" y="21"/>
                  </a:cubicBezTo>
                  <a:cubicBezTo>
                    <a:pt x="20" y="154"/>
                    <a:pt x="0" y="296"/>
                    <a:pt x="81" y="398"/>
                  </a:cubicBezTo>
                  <a:cubicBezTo>
                    <a:pt x="122" y="448"/>
                    <a:pt x="193" y="479"/>
                    <a:pt x="254" y="499"/>
                  </a:cubicBezTo>
                  <a:cubicBezTo>
                    <a:pt x="285" y="520"/>
                    <a:pt x="315" y="529"/>
                    <a:pt x="346" y="540"/>
                  </a:cubicBezTo>
                  <a:cubicBezTo>
                    <a:pt x="447" y="570"/>
                    <a:pt x="539" y="601"/>
                    <a:pt x="630" y="662"/>
                  </a:cubicBezTo>
                  <a:cubicBezTo>
                    <a:pt x="762" y="733"/>
                    <a:pt x="844" y="845"/>
                    <a:pt x="854" y="956"/>
                  </a:cubicBezTo>
                  <a:cubicBezTo>
                    <a:pt x="864" y="1028"/>
                    <a:pt x="854" y="1089"/>
                    <a:pt x="844" y="1150"/>
                  </a:cubicBezTo>
                  <a:cubicBezTo>
                    <a:pt x="834" y="1201"/>
                    <a:pt x="823" y="1262"/>
                    <a:pt x="823" y="1313"/>
                  </a:cubicBezTo>
                  <a:cubicBezTo>
                    <a:pt x="834" y="1313"/>
                    <a:pt x="844" y="1313"/>
                    <a:pt x="864" y="1302"/>
                  </a:cubicBezTo>
                  <a:cubicBezTo>
                    <a:pt x="864" y="1252"/>
                    <a:pt x="874" y="1211"/>
                    <a:pt x="884" y="1160"/>
                  </a:cubicBezTo>
                  <a:cubicBezTo>
                    <a:pt x="895" y="1089"/>
                    <a:pt x="905" y="1028"/>
                    <a:pt x="895" y="956"/>
                  </a:cubicBezTo>
                  <a:cubicBezTo>
                    <a:pt x="884" y="825"/>
                    <a:pt x="793" y="703"/>
                    <a:pt x="651" y="621"/>
                  </a:cubicBezTo>
                  <a:cubicBezTo>
                    <a:pt x="559" y="570"/>
                    <a:pt x="457" y="529"/>
                    <a:pt x="366" y="499"/>
                  </a:cubicBezTo>
                  <a:cubicBezTo>
                    <a:pt x="335" y="489"/>
                    <a:pt x="295" y="479"/>
                    <a:pt x="264" y="459"/>
                  </a:cubicBezTo>
                  <a:cubicBezTo>
                    <a:pt x="213" y="438"/>
                    <a:pt x="152" y="418"/>
                    <a:pt x="111" y="367"/>
                  </a:cubicBezTo>
                  <a:cubicBezTo>
                    <a:pt x="41" y="276"/>
                    <a:pt x="61" y="143"/>
                    <a:pt x="91" y="32"/>
                  </a:cubicBezTo>
                  <a:cubicBezTo>
                    <a:pt x="91" y="11"/>
                    <a:pt x="81" y="1"/>
                    <a:pt x="71"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1470;p35">
              <a:extLst>
                <a:ext uri="{FF2B5EF4-FFF2-40B4-BE49-F238E27FC236}">
                  <a16:creationId xmlns:a16="http://schemas.microsoft.com/office/drawing/2014/main" id="{B67FF49B-6C39-4A23-8812-8B1B9BC5BD43}"/>
                </a:ext>
              </a:extLst>
            </p:cNvPr>
            <p:cNvSpPr/>
            <p:nvPr/>
          </p:nvSpPr>
          <p:spPr>
            <a:xfrm>
              <a:off x="5221075" y="3183175"/>
              <a:ext cx="9175" cy="9175"/>
            </a:xfrm>
            <a:custGeom>
              <a:avLst/>
              <a:gdLst/>
              <a:ahLst/>
              <a:cxnLst/>
              <a:rect l="l" t="t" r="r" b="b"/>
              <a:pathLst>
                <a:path w="367" h="367" extrusionOk="0">
                  <a:moveTo>
                    <a:pt x="41" y="0"/>
                  </a:moveTo>
                  <a:cubicBezTo>
                    <a:pt x="21" y="11"/>
                    <a:pt x="11" y="11"/>
                    <a:pt x="0" y="11"/>
                  </a:cubicBezTo>
                  <a:lnTo>
                    <a:pt x="0" y="31"/>
                  </a:lnTo>
                  <a:cubicBezTo>
                    <a:pt x="11" y="183"/>
                    <a:pt x="122" y="326"/>
                    <a:pt x="275" y="366"/>
                  </a:cubicBezTo>
                  <a:cubicBezTo>
                    <a:pt x="305" y="356"/>
                    <a:pt x="336" y="346"/>
                    <a:pt x="366" y="346"/>
                  </a:cubicBezTo>
                  <a:cubicBezTo>
                    <a:pt x="336" y="336"/>
                    <a:pt x="316" y="336"/>
                    <a:pt x="285" y="326"/>
                  </a:cubicBezTo>
                  <a:cubicBezTo>
                    <a:pt x="153" y="295"/>
                    <a:pt x="51" y="163"/>
                    <a:pt x="41" y="21"/>
                  </a:cubicBezTo>
                  <a:lnTo>
                    <a:pt x="41" y="0"/>
                  </a:lnTo>
                  <a:close/>
                </a:path>
              </a:pathLst>
            </a:custGeom>
            <a:solidFill>
              <a:srgbClr val="24100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1471;p35">
              <a:extLst>
                <a:ext uri="{FF2B5EF4-FFF2-40B4-BE49-F238E27FC236}">
                  <a16:creationId xmlns:a16="http://schemas.microsoft.com/office/drawing/2014/main" id="{EBA606E5-0C59-4597-86D7-ABA6E078677B}"/>
                </a:ext>
              </a:extLst>
            </p:cNvPr>
            <p:cNvSpPr/>
            <p:nvPr/>
          </p:nvSpPr>
          <p:spPr>
            <a:xfrm>
              <a:off x="5213950" y="3119100"/>
              <a:ext cx="29775" cy="62050"/>
            </a:xfrm>
            <a:custGeom>
              <a:avLst/>
              <a:gdLst/>
              <a:ahLst/>
              <a:cxnLst/>
              <a:rect l="l" t="t" r="r" b="b"/>
              <a:pathLst>
                <a:path w="1191" h="2482" extrusionOk="0">
                  <a:moveTo>
                    <a:pt x="62" y="1"/>
                  </a:moveTo>
                  <a:cubicBezTo>
                    <a:pt x="52" y="1"/>
                    <a:pt x="41" y="12"/>
                    <a:pt x="41" y="21"/>
                  </a:cubicBezTo>
                  <a:cubicBezTo>
                    <a:pt x="1" y="195"/>
                    <a:pt x="62" y="387"/>
                    <a:pt x="194" y="509"/>
                  </a:cubicBezTo>
                  <a:cubicBezTo>
                    <a:pt x="275" y="581"/>
                    <a:pt x="377" y="631"/>
                    <a:pt x="479" y="672"/>
                  </a:cubicBezTo>
                  <a:lnTo>
                    <a:pt x="529" y="692"/>
                  </a:lnTo>
                  <a:cubicBezTo>
                    <a:pt x="641" y="744"/>
                    <a:pt x="764" y="814"/>
                    <a:pt x="814" y="916"/>
                  </a:cubicBezTo>
                  <a:cubicBezTo>
                    <a:pt x="855" y="988"/>
                    <a:pt x="865" y="1079"/>
                    <a:pt x="865" y="1140"/>
                  </a:cubicBezTo>
                  <a:cubicBezTo>
                    <a:pt x="875" y="1293"/>
                    <a:pt x="855" y="1445"/>
                    <a:pt x="814" y="1587"/>
                  </a:cubicBezTo>
                  <a:cubicBezTo>
                    <a:pt x="804" y="1638"/>
                    <a:pt x="784" y="1689"/>
                    <a:pt x="764" y="1740"/>
                  </a:cubicBezTo>
                  <a:cubicBezTo>
                    <a:pt x="753" y="1781"/>
                    <a:pt x="733" y="1831"/>
                    <a:pt x="723" y="1882"/>
                  </a:cubicBezTo>
                  <a:cubicBezTo>
                    <a:pt x="703" y="1964"/>
                    <a:pt x="672" y="2065"/>
                    <a:pt x="712" y="2147"/>
                  </a:cubicBezTo>
                  <a:cubicBezTo>
                    <a:pt x="743" y="2217"/>
                    <a:pt x="794" y="2269"/>
                    <a:pt x="834" y="2299"/>
                  </a:cubicBezTo>
                  <a:cubicBezTo>
                    <a:pt x="886" y="2339"/>
                    <a:pt x="947" y="2370"/>
                    <a:pt x="997" y="2411"/>
                  </a:cubicBezTo>
                  <a:cubicBezTo>
                    <a:pt x="1038" y="2431"/>
                    <a:pt x="1078" y="2462"/>
                    <a:pt x="1119" y="2482"/>
                  </a:cubicBezTo>
                  <a:lnTo>
                    <a:pt x="1191" y="2482"/>
                  </a:lnTo>
                  <a:cubicBezTo>
                    <a:pt x="1130" y="2441"/>
                    <a:pt x="1078" y="2411"/>
                    <a:pt x="1017" y="2370"/>
                  </a:cubicBezTo>
                  <a:cubicBezTo>
                    <a:pt x="967" y="2339"/>
                    <a:pt x="916" y="2309"/>
                    <a:pt x="865" y="2269"/>
                  </a:cubicBezTo>
                  <a:cubicBezTo>
                    <a:pt x="825" y="2238"/>
                    <a:pt x="773" y="2197"/>
                    <a:pt x="753" y="2136"/>
                  </a:cubicBezTo>
                  <a:cubicBezTo>
                    <a:pt x="723" y="2055"/>
                    <a:pt x="743" y="1964"/>
                    <a:pt x="764" y="1892"/>
                  </a:cubicBezTo>
                  <a:cubicBezTo>
                    <a:pt x="773" y="1842"/>
                    <a:pt x="794" y="1801"/>
                    <a:pt x="804" y="1750"/>
                  </a:cubicBezTo>
                  <a:cubicBezTo>
                    <a:pt x="825" y="1699"/>
                    <a:pt x="845" y="1648"/>
                    <a:pt x="855" y="1598"/>
                  </a:cubicBezTo>
                  <a:cubicBezTo>
                    <a:pt x="895" y="1445"/>
                    <a:pt x="916" y="1293"/>
                    <a:pt x="906" y="1140"/>
                  </a:cubicBezTo>
                  <a:cubicBezTo>
                    <a:pt x="906" y="1069"/>
                    <a:pt x="895" y="977"/>
                    <a:pt x="855" y="906"/>
                  </a:cubicBezTo>
                  <a:cubicBezTo>
                    <a:pt x="794" y="774"/>
                    <a:pt x="662" y="713"/>
                    <a:pt x="540" y="652"/>
                  </a:cubicBezTo>
                  <a:lnTo>
                    <a:pt x="499" y="631"/>
                  </a:lnTo>
                  <a:cubicBezTo>
                    <a:pt x="397" y="591"/>
                    <a:pt x="306" y="550"/>
                    <a:pt x="224" y="479"/>
                  </a:cubicBezTo>
                  <a:cubicBezTo>
                    <a:pt x="102" y="367"/>
                    <a:pt x="41" y="195"/>
                    <a:pt x="82" y="32"/>
                  </a:cubicBezTo>
                  <a:cubicBezTo>
                    <a:pt x="82" y="21"/>
                    <a:pt x="72" y="12"/>
                    <a:pt x="62"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1472;p35">
              <a:extLst>
                <a:ext uri="{FF2B5EF4-FFF2-40B4-BE49-F238E27FC236}">
                  <a16:creationId xmlns:a16="http://schemas.microsoft.com/office/drawing/2014/main" id="{60AABC60-2975-4019-9D91-F2037DA6DBBB}"/>
                </a:ext>
              </a:extLst>
            </p:cNvPr>
            <p:cNvSpPr/>
            <p:nvPr/>
          </p:nvSpPr>
          <p:spPr>
            <a:xfrm>
              <a:off x="5241900" y="3181125"/>
              <a:ext cx="6650" cy="8675"/>
            </a:xfrm>
            <a:custGeom>
              <a:avLst/>
              <a:gdLst/>
              <a:ahLst/>
              <a:cxnLst/>
              <a:rect l="l" t="t" r="r" b="b"/>
              <a:pathLst>
                <a:path w="266" h="347" extrusionOk="0">
                  <a:moveTo>
                    <a:pt x="1" y="1"/>
                  </a:moveTo>
                  <a:cubicBezTo>
                    <a:pt x="21" y="21"/>
                    <a:pt x="52" y="42"/>
                    <a:pt x="82" y="72"/>
                  </a:cubicBezTo>
                  <a:cubicBezTo>
                    <a:pt x="154" y="143"/>
                    <a:pt x="225" y="245"/>
                    <a:pt x="225" y="347"/>
                  </a:cubicBezTo>
                  <a:lnTo>
                    <a:pt x="265" y="347"/>
                  </a:lnTo>
                  <a:cubicBezTo>
                    <a:pt x="265" y="225"/>
                    <a:pt x="184" y="113"/>
                    <a:pt x="103" y="42"/>
                  </a:cubicBezTo>
                  <a:cubicBezTo>
                    <a:pt x="93" y="32"/>
                    <a:pt x="82" y="11"/>
                    <a:pt x="73" y="1"/>
                  </a:cubicBezTo>
                  <a:close/>
                </a:path>
              </a:pathLst>
            </a:custGeom>
            <a:solidFill>
              <a:srgbClr val="24100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1473;p35">
              <a:extLst>
                <a:ext uri="{FF2B5EF4-FFF2-40B4-BE49-F238E27FC236}">
                  <a16:creationId xmlns:a16="http://schemas.microsoft.com/office/drawing/2014/main" id="{46F485A0-C943-427A-8C69-C8C4E014012D}"/>
                </a:ext>
              </a:extLst>
            </p:cNvPr>
            <p:cNvSpPr/>
            <p:nvPr/>
          </p:nvSpPr>
          <p:spPr>
            <a:xfrm>
              <a:off x="5237100" y="3119375"/>
              <a:ext cx="16275" cy="56700"/>
            </a:xfrm>
            <a:custGeom>
              <a:avLst/>
              <a:gdLst/>
              <a:ahLst/>
              <a:cxnLst/>
              <a:rect l="l" t="t" r="r" b="b"/>
              <a:pathLst>
                <a:path w="651" h="2268" extrusionOk="0">
                  <a:moveTo>
                    <a:pt x="265" y="1"/>
                  </a:moveTo>
                  <a:cubicBezTo>
                    <a:pt x="265" y="1"/>
                    <a:pt x="254" y="1"/>
                    <a:pt x="254" y="10"/>
                  </a:cubicBezTo>
                  <a:cubicBezTo>
                    <a:pt x="244" y="10"/>
                    <a:pt x="244" y="31"/>
                    <a:pt x="254" y="41"/>
                  </a:cubicBezTo>
                  <a:cubicBezTo>
                    <a:pt x="396" y="204"/>
                    <a:pt x="488" y="346"/>
                    <a:pt x="539" y="498"/>
                  </a:cubicBezTo>
                  <a:cubicBezTo>
                    <a:pt x="610" y="692"/>
                    <a:pt x="600" y="885"/>
                    <a:pt x="539" y="1038"/>
                  </a:cubicBezTo>
                  <a:cubicBezTo>
                    <a:pt x="488" y="1139"/>
                    <a:pt x="407" y="1230"/>
                    <a:pt x="326" y="1322"/>
                  </a:cubicBezTo>
                  <a:cubicBezTo>
                    <a:pt x="285" y="1373"/>
                    <a:pt x="234" y="1434"/>
                    <a:pt x="193" y="1485"/>
                  </a:cubicBezTo>
                  <a:cubicBezTo>
                    <a:pt x="132" y="1566"/>
                    <a:pt x="91" y="1657"/>
                    <a:pt x="51" y="1749"/>
                  </a:cubicBezTo>
                  <a:cubicBezTo>
                    <a:pt x="10" y="1851"/>
                    <a:pt x="0" y="1942"/>
                    <a:pt x="10" y="2023"/>
                  </a:cubicBezTo>
                  <a:cubicBezTo>
                    <a:pt x="21" y="2125"/>
                    <a:pt x="82" y="2217"/>
                    <a:pt x="163" y="2258"/>
                  </a:cubicBezTo>
                  <a:lnTo>
                    <a:pt x="173" y="2267"/>
                  </a:lnTo>
                  <a:cubicBezTo>
                    <a:pt x="183" y="2267"/>
                    <a:pt x="183" y="2258"/>
                    <a:pt x="193" y="2247"/>
                  </a:cubicBezTo>
                  <a:cubicBezTo>
                    <a:pt x="193" y="2237"/>
                    <a:pt x="193" y="2227"/>
                    <a:pt x="183" y="2227"/>
                  </a:cubicBezTo>
                  <a:cubicBezTo>
                    <a:pt x="112" y="2186"/>
                    <a:pt x="61" y="2105"/>
                    <a:pt x="51" y="2023"/>
                  </a:cubicBezTo>
                  <a:cubicBezTo>
                    <a:pt x="41" y="1942"/>
                    <a:pt x="51" y="1861"/>
                    <a:pt x="91" y="1759"/>
                  </a:cubicBezTo>
                  <a:cubicBezTo>
                    <a:pt x="122" y="1678"/>
                    <a:pt x="173" y="1587"/>
                    <a:pt x="224" y="1515"/>
                  </a:cubicBezTo>
                  <a:cubicBezTo>
                    <a:pt x="265" y="1454"/>
                    <a:pt x="315" y="1404"/>
                    <a:pt x="356" y="1352"/>
                  </a:cubicBezTo>
                  <a:cubicBezTo>
                    <a:pt x="437" y="1261"/>
                    <a:pt x="518" y="1169"/>
                    <a:pt x="570" y="1047"/>
                  </a:cubicBezTo>
                  <a:cubicBezTo>
                    <a:pt x="651" y="885"/>
                    <a:pt x="651" y="681"/>
                    <a:pt x="579" y="489"/>
                  </a:cubicBezTo>
                  <a:cubicBezTo>
                    <a:pt x="529" y="336"/>
                    <a:pt x="427" y="173"/>
                    <a:pt x="285" y="10"/>
                  </a:cubicBezTo>
                  <a:cubicBezTo>
                    <a:pt x="274" y="1"/>
                    <a:pt x="274" y="1"/>
                    <a:pt x="265"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1474;p35">
              <a:extLst>
                <a:ext uri="{FF2B5EF4-FFF2-40B4-BE49-F238E27FC236}">
                  <a16:creationId xmlns:a16="http://schemas.microsoft.com/office/drawing/2014/main" id="{A465752C-2171-4BEF-B94B-4922452B8F25}"/>
                </a:ext>
              </a:extLst>
            </p:cNvPr>
            <p:cNvSpPr/>
            <p:nvPr/>
          </p:nvSpPr>
          <p:spPr>
            <a:xfrm>
              <a:off x="5261500" y="3109200"/>
              <a:ext cx="17800" cy="76025"/>
            </a:xfrm>
            <a:custGeom>
              <a:avLst/>
              <a:gdLst/>
              <a:ahLst/>
              <a:cxnLst/>
              <a:rect l="l" t="t" r="r" b="b"/>
              <a:pathLst>
                <a:path w="712" h="3041" extrusionOk="0">
                  <a:moveTo>
                    <a:pt x="366" y="1"/>
                  </a:moveTo>
                  <a:cubicBezTo>
                    <a:pt x="356" y="11"/>
                    <a:pt x="356" y="21"/>
                    <a:pt x="366" y="31"/>
                  </a:cubicBezTo>
                  <a:cubicBezTo>
                    <a:pt x="457" y="204"/>
                    <a:pt x="529" y="347"/>
                    <a:pt x="570" y="478"/>
                  </a:cubicBezTo>
                  <a:cubicBezTo>
                    <a:pt x="671" y="783"/>
                    <a:pt x="651" y="1109"/>
                    <a:pt x="529" y="1373"/>
                  </a:cubicBezTo>
                  <a:cubicBezTo>
                    <a:pt x="468" y="1506"/>
                    <a:pt x="376" y="1628"/>
                    <a:pt x="285" y="1750"/>
                  </a:cubicBezTo>
                  <a:cubicBezTo>
                    <a:pt x="244" y="1811"/>
                    <a:pt x="193" y="1872"/>
                    <a:pt x="152" y="1933"/>
                  </a:cubicBezTo>
                  <a:cubicBezTo>
                    <a:pt x="82" y="2034"/>
                    <a:pt x="0" y="2177"/>
                    <a:pt x="0" y="2329"/>
                  </a:cubicBezTo>
                  <a:cubicBezTo>
                    <a:pt x="10" y="2471"/>
                    <a:pt x="82" y="2593"/>
                    <a:pt x="152" y="2715"/>
                  </a:cubicBezTo>
                  <a:cubicBezTo>
                    <a:pt x="193" y="2807"/>
                    <a:pt x="244" y="2888"/>
                    <a:pt x="274" y="2990"/>
                  </a:cubicBezTo>
                  <a:cubicBezTo>
                    <a:pt x="274" y="3000"/>
                    <a:pt x="285" y="3020"/>
                    <a:pt x="285" y="3041"/>
                  </a:cubicBezTo>
                  <a:cubicBezTo>
                    <a:pt x="295" y="3031"/>
                    <a:pt x="315" y="3031"/>
                    <a:pt x="326" y="3020"/>
                  </a:cubicBezTo>
                  <a:cubicBezTo>
                    <a:pt x="326" y="3010"/>
                    <a:pt x="315" y="2990"/>
                    <a:pt x="315" y="2970"/>
                  </a:cubicBezTo>
                  <a:cubicBezTo>
                    <a:pt x="285" y="2878"/>
                    <a:pt x="234" y="2787"/>
                    <a:pt x="183" y="2695"/>
                  </a:cubicBezTo>
                  <a:cubicBezTo>
                    <a:pt x="112" y="2573"/>
                    <a:pt x="51" y="2461"/>
                    <a:pt x="41" y="2329"/>
                  </a:cubicBezTo>
                  <a:cubicBezTo>
                    <a:pt x="41" y="2186"/>
                    <a:pt x="122" y="2055"/>
                    <a:pt x="183" y="1963"/>
                  </a:cubicBezTo>
                  <a:cubicBezTo>
                    <a:pt x="224" y="1892"/>
                    <a:pt x="274" y="1831"/>
                    <a:pt x="326" y="1770"/>
                  </a:cubicBezTo>
                  <a:cubicBezTo>
                    <a:pt x="417" y="1648"/>
                    <a:pt x="509" y="1526"/>
                    <a:pt x="570" y="1393"/>
                  </a:cubicBezTo>
                  <a:cubicBezTo>
                    <a:pt x="701" y="1119"/>
                    <a:pt x="712" y="783"/>
                    <a:pt x="610" y="469"/>
                  </a:cubicBezTo>
                  <a:cubicBezTo>
                    <a:pt x="570" y="326"/>
                    <a:pt x="498" y="184"/>
                    <a:pt x="396" y="11"/>
                  </a:cubicBezTo>
                  <a:cubicBezTo>
                    <a:pt x="396" y="1"/>
                    <a:pt x="387" y="1"/>
                    <a:pt x="387"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Google Shape;1475;p35">
              <a:extLst>
                <a:ext uri="{FF2B5EF4-FFF2-40B4-BE49-F238E27FC236}">
                  <a16:creationId xmlns:a16="http://schemas.microsoft.com/office/drawing/2014/main" id="{3D328AB4-E2A6-43A8-A29A-CD4A9917B9C4}"/>
                </a:ext>
              </a:extLst>
            </p:cNvPr>
            <p:cNvSpPr/>
            <p:nvPr/>
          </p:nvSpPr>
          <p:spPr>
            <a:xfrm>
              <a:off x="5267600" y="3184700"/>
              <a:ext cx="2550" cy="8650"/>
            </a:xfrm>
            <a:custGeom>
              <a:avLst/>
              <a:gdLst/>
              <a:ahLst/>
              <a:cxnLst/>
              <a:rect l="l" t="t" r="r" b="b"/>
              <a:pathLst>
                <a:path w="102" h="346" extrusionOk="0">
                  <a:moveTo>
                    <a:pt x="82" y="0"/>
                  </a:moveTo>
                  <a:lnTo>
                    <a:pt x="82" y="0"/>
                  </a:lnTo>
                  <a:cubicBezTo>
                    <a:pt x="71" y="11"/>
                    <a:pt x="51" y="11"/>
                    <a:pt x="41" y="21"/>
                  </a:cubicBezTo>
                  <a:cubicBezTo>
                    <a:pt x="61" y="122"/>
                    <a:pt x="51" y="244"/>
                    <a:pt x="0" y="336"/>
                  </a:cubicBezTo>
                  <a:cubicBezTo>
                    <a:pt x="10" y="346"/>
                    <a:pt x="30" y="346"/>
                    <a:pt x="41" y="346"/>
                  </a:cubicBezTo>
                  <a:cubicBezTo>
                    <a:pt x="91" y="244"/>
                    <a:pt x="102" y="122"/>
                    <a:pt x="82" y="0"/>
                  </a:cubicBezTo>
                  <a:close/>
                </a:path>
              </a:pathLst>
            </a:custGeom>
            <a:solidFill>
              <a:srgbClr val="24100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1476;p35">
              <a:extLst>
                <a:ext uri="{FF2B5EF4-FFF2-40B4-BE49-F238E27FC236}">
                  <a16:creationId xmlns:a16="http://schemas.microsoft.com/office/drawing/2014/main" id="{1FEF13C8-DAF7-4D78-B521-DDAB01DFB2E4}"/>
                </a:ext>
              </a:extLst>
            </p:cNvPr>
            <p:cNvSpPr/>
            <p:nvPr/>
          </p:nvSpPr>
          <p:spPr>
            <a:xfrm>
              <a:off x="5276475" y="3121650"/>
              <a:ext cx="39175" cy="55450"/>
            </a:xfrm>
            <a:custGeom>
              <a:avLst/>
              <a:gdLst/>
              <a:ahLst/>
              <a:cxnLst/>
              <a:rect l="l" t="t" r="r" b="b"/>
              <a:pathLst>
                <a:path w="1567" h="2218" extrusionOk="0">
                  <a:moveTo>
                    <a:pt x="1536" y="1"/>
                  </a:moveTo>
                  <a:cubicBezTo>
                    <a:pt x="1241" y="72"/>
                    <a:pt x="987" y="306"/>
                    <a:pt x="916" y="601"/>
                  </a:cubicBezTo>
                  <a:cubicBezTo>
                    <a:pt x="886" y="692"/>
                    <a:pt x="875" y="794"/>
                    <a:pt x="875" y="895"/>
                  </a:cubicBezTo>
                  <a:cubicBezTo>
                    <a:pt x="865" y="987"/>
                    <a:pt x="855" y="1099"/>
                    <a:pt x="825" y="1191"/>
                  </a:cubicBezTo>
                  <a:cubicBezTo>
                    <a:pt x="784" y="1322"/>
                    <a:pt x="712" y="1435"/>
                    <a:pt x="621" y="1526"/>
                  </a:cubicBezTo>
                  <a:cubicBezTo>
                    <a:pt x="560" y="1587"/>
                    <a:pt x="479" y="1627"/>
                    <a:pt x="407" y="1679"/>
                  </a:cubicBezTo>
                  <a:cubicBezTo>
                    <a:pt x="346" y="1709"/>
                    <a:pt x="296" y="1749"/>
                    <a:pt x="245" y="1790"/>
                  </a:cubicBezTo>
                  <a:cubicBezTo>
                    <a:pt x="93" y="1912"/>
                    <a:pt x="1" y="2065"/>
                    <a:pt x="11" y="2197"/>
                  </a:cubicBezTo>
                  <a:cubicBezTo>
                    <a:pt x="21" y="2207"/>
                    <a:pt x="21" y="2217"/>
                    <a:pt x="41" y="2217"/>
                  </a:cubicBezTo>
                  <a:cubicBezTo>
                    <a:pt x="52" y="2217"/>
                    <a:pt x="62" y="2207"/>
                    <a:pt x="62" y="2197"/>
                  </a:cubicBezTo>
                  <a:cubicBezTo>
                    <a:pt x="41" y="2014"/>
                    <a:pt x="204" y="1871"/>
                    <a:pt x="265" y="1821"/>
                  </a:cubicBezTo>
                  <a:cubicBezTo>
                    <a:pt x="316" y="1780"/>
                    <a:pt x="377" y="1749"/>
                    <a:pt x="428" y="1719"/>
                  </a:cubicBezTo>
                  <a:cubicBezTo>
                    <a:pt x="499" y="1668"/>
                    <a:pt x="581" y="1618"/>
                    <a:pt x="651" y="1557"/>
                  </a:cubicBezTo>
                  <a:cubicBezTo>
                    <a:pt x="753" y="1455"/>
                    <a:pt x="825" y="1343"/>
                    <a:pt x="865" y="1211"/>
                  </a:cubicBezTo>
                  <a:cubicBezTo>
                    <a:pt x="896" y="1109"/>
                    <a:pt x="906" y="997"/>
                    <a:pt x="916" y="895"/>
                  </a:cubicBezTo>
                  <a:cubicBezTo>
                    <a:pt x="916" y="804"/>
                    <a:pt x="926" y="703"/>
                    <a:pt x="957" y="611"/>
                  </a:cubicBezTo>
                  <a:cubicBezTo>
                    <a:pt x="1028" y="337"/>
                    <a:pt x="1262" y="102"/>
                    <a:pt x="1546" y="41"/>
                  </a:cubicBezTo>
                  <a:cubicBezTo>
                    <a:pt x="1557" y="41"/>
                    <a:pt x="1567" y="32"/>
                    <a:pt x="1557" y="21"/>
                  </a:cubicBezTo>
                  <a:cubicBezTo>
                    <a:pt x="1557" y="11"/>
                    <a:pt x="1546" y="1"/>
                    <a:pt x="1536"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1477;p35">
              <a:extLst>
                <a:ext uri="{FF2B5EF4-FFF2-40B4-BE49-F238E27FC236}">
                  <a16:creationId xmlns:a16="http://schemas.microsoft.com/office/drawing/2014/main" id="{5D6498A9-A5A0-46A2-A5FE-C6A061AEEF1E}"/>
                </a:ext>
              </a:extLst>
            </p:cNvPr>
            <p:cNvSpPr/>
            <p:nvPr/>
          </p:nvSpPr>
          <p:spPr>
            <a:xfrm>
              <a:off x="5285625" y="3136900"/>
              <a:ext cx="43250" cy="32825"/>
            </a:xfrm>
            <a:custGeom>
              <a:avLst/>
              <a:gdLst/>
              <a:ahLst/>
              <a:cxnLst/>
              <a:rect l="l" t="t" r="r" b="b"/>
              <a:pathLst>
                <a:path w="1730" h="1313" extrusionOk="0">
                  <a:moveTo>
                    <a:pt x="1699" y="1"/>
                  </a:moveTo>
                  <a:cubicBezTo>
                    <a:pt x="1485" y="41"/>
                    <a:pt x="1353" y="245"/>
                    <a:pt x="1292" y="367"/>
                  </a:cubicBezTo>
                  <a:cubicBezTo>
                    <a:pt x="1252" y="438"/>
                    <a:pt x="1221" y="520"/>
                    <a:pt x="1191" y="601"/>
                  </a:cubicBezTo>
                  <a:cubicBezTo>
                    <a:pt x="1160" y="692"/>
                    <a:pt x="1130" y="784"/>
                    <a:pt x="1079" y="865"/>
                  </a:cubicBezTo>
                  <a:cubicBezTo>
                    <a:pt x="1038" y="936"/>
                    <a:pt x="997" y="987"/>
                    <a:pt x="957" y="1017"/>
                  </a:cubicBezTo>
                  <a:cubicBezTo>
                    <a:pt x="855" y="1099"/>
                    <a:pt x="703" y="1109"/>
                    <a:pt x="560" y="1119"/>
                  </a:cubicBezTo>
                  <a:lnTo>
                    <a:pt x="550" y="1119"/>
                  </a:lnTo>
                  <a:cubicBezTo>
                    <a:pt x="459" y="1130"/>
                    <a:pt x="357" y="1139"/>
                    <a:pt x="265" y="1150"/>
                  </a:cubicBezTo>
                  <a:cubicBezTo>
                    <a:pt x="174" y="1160"/>
                    <a:pt x="52" y="1180"/>
                    <a:pt x="11" y="1282"/>
                  </a:cubicBezTo>
                  <a:cubicBezTo>
                    <a:pt x="1" y="1292"/>
                    <a:pt x="11" y="1302"/>
                    <a:pt x="21" y="1313"/>
                  </a:cubicBezTo>
                  <a:lnTo>
                    <a:pt x="32" y="1313"/>
                  </a:lnTo>
                  <a:cubicBezTo>
                    <a:pt x="32" y="1313"/>
                    <a:pt x="41" y="1302"/>
                    <a:pt x="52" y="1302"/>
                  </a:cubicBezTo>
                  <a:cubicBezTo>
                    <a:pt x="82" y="1221"/>
                    <a:pt x="184" y="1200"/>
                    <a:pt x="265" y="1191"/>
                  </a:cubicBezTo>
                  <a:cubicBezTo>
                    <a:pt x="367" y="1180"/>
                    <a:pt x="459" y="1170"/>
                    <a:pt x="560" y="1160"/>
                  </a:cubicBezTo>
                  <a:cubicBezTo>
                    <a:pt x="703" y="1150"/>
                    <a:pt x="865" y="1139"/>
                    <a:pt x="987" y="1048"/>
                  </a:cubicBezTo>
                  <a:cubicBezTo>
                    <a:pt x="1028" y="1017"/>
                    <a:pt x="1069" y="956"/>
                    <a:pt x="1119" y="886"/>
                  </a:cubicBezTo>
                  <a:cubicBezTo>
                    <a:pt x="1160" y="794"/>
                    <a:pt x="1201" y="703"/>
                    <a:pt x="1231" y="611"/>
                  </a:cubicBezTo>
                  <a:cubicBezTo>
                    <a:pt x="1262" y="540"/>
                    <a:pt x="1292" y="459"/>
                    <a:pt x="1333" y="387"/>
                  </a:cubicBezTo>
                  <a:cubicBezTo>
                    <a:pt x="1384" y="276"/>
                    <a:pt x="1506" y="82"/>
                    <a:pt x="1709" y="41"/>
                  </a:cubicBezTo>
                  <a:cubicBezTo>
                    <a:pt x="1720" y="41"/>
                    <a:pt x="1729" y="32"/>
                    <a:pt x="1729" y="21"/>
                  </a:cubicBezTo>
                  <a:cubicBezTo>
                    <a:pt x="1729" y="11"/>
                    <a:pt x="1720" y="1"/>
                    <a:pt x="1709"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1478;p35">
              <a:extLst>
                <a:ext uri="{FF2B5EF4-FFF2-40B4-BE49-F238E27FC236}">
                  <a16:creationId xmlns:a16="http://schemas.microsoft.com/office/drawing/2014/main" id="{3566B2B2-6AFD-404E-8603-2A55CC9A262C}"/>
                </a:ext>
              </a:extLst>
            </p:cNvPr>
            <p:cNvSpPr/>
            <p:nvPr/>
          </p:nvSpPr>
          <p:spPr>
            <a:xfrm>
              <a:off x="5314600" y="3152150"/>
              <a:ext cx="27250" cy="29775"/>
            </a:xfrm>
            <a:custGeom>
              <a:avLst/>
              <a:gdLst/>
              <a:ahLst/>
              <a:cxnLst/>
              <a:rect l="l" t="t" r="r" b="b"/>
              <a:pathLst>
                <a:path w="1090" h="1191" extrusionOk="0">
                  <a:moveTo>
                    <a:pt x="1058" y="1"/>
                  </a:moveTo>
                  <a:cubicBezTo>
                    <a:pt x="1049" y="1"/>
                    <a:pt x="1038" y="11"/>
                    <a:pt x="1038" y="21"/>
                  </a:cubicBezTo>
                  <a:cubicBezTo>
                    <a:pt x="1049" y="72"/>
                    <a:pt x="1049" y="113"/>
                    <a:pt x="1049" y="163"/>
                  </a:cubicBezTo>
                  <a:cubicBezTo>
                    <a:pt x="1049" y="215"/>
                    <a:pt x="1049" y="285"/>
                    <a:pt x="1018" y="346"/>
                  </a:cubicBezTo>
                  <a:cubicBezTo>
                    <a:pt x="967" y="468"/>
                    <a:pt x="825" y="529"/>
                    <a:pt x="744" y="550"/>
                  </a:cubicBezTo>
                  <a:cubicBezTo>
                    <a:pt x="683" y="570"/>
                    <a:pt x="622" y="581"/>
                    <a:pt x="561" y="590"/>
                  </a:cubicBezTo>
                  <a:cubicBezTo>
                    <a:pt x="500" y="601"/>
                    <a:pt x="439" y="611"/>
                    <a:pt x="378" y="631"/>
                  </a:cubicBezTo>
                  <a:cubicBezTo>
                    <a:pt x="225" y="672"/>
                    <a:pt x="113" y="753"/>
                    <a:pt x="62" y="855"/>
                  </a:cubicBezTo>
                  <a:cubicBezTo>
                    <a:pt x="42" y="916"/>
                    <a:pt x="32" y="977"/>
                    <a:pt x="21" y="1038"/>
                  </a:cubicBezTo>
                  <a:lnTo>
                    <a:pt x="21" y="1048"/>
                  </a:lnTo>
                  <a:cubicBezTo>
                    <a:pt x="21" y="1099"/>
                    <a:pt x="11" y="1130"/>
                    <a:pt x="1" y="1170"/>
                  </a:cubicBezTo>
                  <a:lnTo>
                    <a:pt x="1" y="1180"/>
                  </a:lnTo>
                  <a:cubicBezTo>
                    <a:pt x="11" y="1180"/>
                    <a:pt x="32" y="1191"/>
                    <a:pt x="42" y="1191"/>
                  </a:cubicBezTo>
                  <a:lnTo>
                    <a:pt x="42" y="1180"/>
                  </a:lnTo>
                  <a:cubicBezTo>
                    <a:pt x="52" y="1140"/>
                    <a:pt x="62" y="1099"/>
                    <a:pt x="62" y="1058"/>
                  </a:cubicBezTo>
                  <a:lnTo>
                    <a:pt x="62" y="1038"/>
                  </a:lnTo>
                  <a:cubicBezTo>
                    <a:pt x="72" y="977"/>
                    <a:pt x="82" y="926"/>
                    <a:pt x="103" y="875"/>
                  </a:cubicBezTo>
                  <a:cubicBezTo>
                    <a:pt x="164" y="753"/>
                    <a:pt x="306" y="692"/>
                    <a:pt x="387" y="672"/>
                  </a:cubicBezTo>
                  <a:cubicBezTo>
                    <a:pt x="439" y="651"/>
                    <a:pt x="500" y="642"/>
                    <a:pt x="561" y="631"/>
                  </a:cubicBezTo>
                  <a:cubicBezTo>
                    <a:pt x="611" y="621"/>
                    <a:pt x="662" y="611"/>
                    <a:pt x="703" y="601"/>
                  </a:cubicBezTo>
                  <a:cubicBezTo>
                    <a:pt x="733" y="601"/>
                    <a:pt x="753" y="590"/>
                    <a:pt x="774" y="581"/>
                  </a:cubicBezTo>
                  <a:cubicBezTo>
                    <a:pt x="866" y="550"/>
                    <a:pt x="997" y="489"/>
                    <a:pt x="1058" y="357"/>
                  </a:cubicBezTo>
                  <a:cubicBezTo>
                    <a:pt x="1089" y="296"/>
                    <a:pt x="1089" y="215"/>
                    <a:pt x="1089" y="163"/>
                  </a:cubicBezTo>
                  <a:cubicBezTo>
                    <a:pt x="1089" y="113"/>
                    <a:pt x="1089" y="62"/>
                    <a:pt x="1079" y="21"/>
                  </a:cubicBezTo>
                  <a:cubicBezTo>
                    <a:pt x="1079" y="11"/>
                    <a:pt x="1069" y="1"/>
                    <a:pt x="1058"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1479;p35">
              <a:extLst>
                <a:ext uri="{FF2B5EF4-FFF2-40B4-BE49-F238E27FC236}">
                  <a16:creationId xmlns:a16="http://schemas.microsoft.com/office/drawing/2014/main" id="{55894847-321C-4346-B869-28943087AA4F}"/>
                </a:ext>
              </a:extLst>
            </p:cNvPr>
            <p:cNvSpPr/>
            <p:nvPr/>
          </p:nvSpPr>
          <p:spPr>
            <a:xfrm>
              <a:off x="5282575" y="3166650"/>
              <a:ext cx="51375" cy="23925"/>
            </a:xfrm>
            <a:custGeom>
              <a:avLst/>
              <a:gdLst/>
              <a:ahLst/>
              <a:cxnLst/>
              <a:rect l="l" t="t" r="r" b="b"/>
              <a:pathLst>
                <a:path w="2055" h="957" extrusionOk="0">
                  <a:moveTo>
                    <a:pt x="2055" y="1"/>
                  </a:moveTo>
                  <a:lnTo>
                    <a:pt x="2055" y="1"/>
                  </a:lnTo>
                  <a:cubicBezTo>
                    <a:pt x="2034" y="10"/>
                    <a:pt x="2014" y="21"/>
                    <a:pt x="1984" y="21"/>
                  </a:cubicBezTo>
                  <a:cubicBezTo>
                    <a:pt x="2004" y="21"/>
                    <a:pt x="2025" y="21"/>
                    <a:pt x="2034" y="10"/>
                  </a:cubicBezTo>
                  <a:cubicBezTo>
                    <a:pt x="2045" y="10"/>
                    <a:pt x="2055" y="10"/>
                    <a:pt x="2055" y="1"/>
                  </a:cubicBezTo>
                  <a:close/>
                  <a:moveTo>
                    <a:pt x="1282" y="600"/>
                  </a:moveTo>
                  <a:cubicBezTo>
                    <a:pt x="1231" y="733"/>
                    <a:pt x="1089" y="804"/>
                    <a:pt x="977" y="834"/>
                  </a:cubicBezTo>
                  <a:cubicBezTo>
                    <a:pt x="926" y="844"/>
                    <a:pt x="875" y="844"/>
                    <a:pt x="825" y="844"/>
                  </a:cubicBezTo>
                  <a:cubicBezTo>
                    <a:pt x="764" y="844"/>
                    <a:pt x="692" y="834"/>
                    <a:pt x="621" y="834"/>
                  </a:cubicBezTo>
                  <a:cubicBezTo>
                    <a:pt x="601" y="824"/>
                    <a:pt x="570" y="824"/>
                    <a:pt x="550" y="824"/>
                  </a:cubicBezTo>
                  <a:cubicBezTo>
                    <a:pt x="509" y="824"/>
                    <a:pt x="468" y="814"/>
                    <a:pt x="418" y="814"/>
                  </a:cubicBezTo>
                  <a:cubicBezTo>
                    <a:pt x="316" y="814"/>
                    <a:pt x="215" y="834"/>
                    <a:pt x="113" y="885"/>
                  </a:cubicBezTo>
                  <a:cubicBezTo>
                    <a:pt x="72" y="905"/>
                    <a:pt x="41" y="926"/>
                    <a:pt x="1" y="956"/>
                  </a:cubicBezTo>
                  <a:cubicBezTo>
                    <a:pt x="32" y="946"/>
                    <a:pt x="62" y="946"/>
                    <a:pt x="93" y="946"/>
                  </a:cubicBezTo>
                  <a:cubicBezTo>
                    <a:pt x="102" y="936"/>
                    <a:pt x="123" y="926"/>
                    <a:pt x="133" y="916"/>
                  </a:cubicBezTo>
                  <a:cubicBezTo>
                    <a:pt x="224" y="875"/>
                    <a:pt x="326" y="865"/>
                    <a:pt x="418" y="865"/>
                  </a:cubicBezTo>
                  <a:lnTo>
                    <a:pt x="550" y="865"/>
                  </a:lnTo>
                  <a:cubicBezTo>
                    <a:pt x="570" y="865"/>
                    <a:pt x="591" y="875"/>
                    <a:pt x="621" y="875"/>
                  </a:cubicBezTo>
                  <a:cubicBezTo>
                    <a:pt x="692" y="875"/>
                    <a:pt x="753" y="885"/>
                    <a:pt x="825" y="885"/>
                  </a:cubicBezTo>
                  <a:cubicBezTo>
                    <a:pt x="875" y="885"/>
                    <a:pt x="926" y="885"/>
                    <a:pt x="987" y="875"/>
                  </a:cubicBezTo>
                  <a:cubicBezTo>
                    <a:pt x="1119" y="844"/>
                    <a:pt x="1272" y="763"/>
                    <a:pt x="1323" y="611"/>
                  </a:cubicBezTo>
                  <a:cubicBezTo>
                    <a:pt x="1313" y="611"/>
                    <a:pt x="1292" y="600"/>
                    <a:pt x="1282" y="600"/>
                  </a:cubicBezTo>
                  <a:close/>
                </a:path>
              </a:pathLst>
            </a:custGeom>
            <a:solidFill>
              <a:srgbClr val="24100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1480;p35">
              <a:extLst>
                <a:ext uri="{FF2B5EF4-FFF2-40B4-BE49-F238E27FC236}">
                  <a16:creationId xmlns:a16="http://schemas.microsoft.com/office/drawing/2014/main" id="{F2860174-A398-436A-A7EF-2C45946E11EA}"/>
                </a:ext>
              </a:extLst>
            </p:cNvPr>
            <p:cNvSpPr/>
            <p:nvPr/>
          </p:nvSpPr>
          <p:spPr>
            <a:xfrm>
              <a:off x="5319950" y="3982600"/>
              <a:ext cx="38675" cy="54025"/>
            </a:xfrm>
            <a:custGeom>
              <a:avLst/>
              <a:gdLst/>
              <a:ahLst/>
              <a:cxnLst/>
              <a:rect l="l" t="t" r="r" b="b"/>
              <a:pathLst>
                <a:path w="1547" h="2161" extrusionOk="0">
                  <a:moveTo>
                    <a:pt x="1251" y="1"/>
                  </a:moveTo>
                  <a:lnTo>
                    <a:pt x="1251" y="1"/>
                  </a:lnTo>
                  <a:cubicBezTo>
                    <a:pt x="896" y="31"/>
                    <a:pt x="469" y="62"/>
                    <a:pt x="1" y="82"/>
                  </a:cubicBezTo>
                  <a:lnTo>
                    <a:pt x="214" y="1658"/>
                  </a:lnTo>
                  <a:lnTo>
                    <a:pt x="214" y="2125"/>
                  </a:lnTo>
                  <a:cubicBezTo>
                    <a:pt x="580" y="2136"/>
                    <a:pt x="885" y="2146"/>
                    <a:pt x="1018" y="2156"/>
                  </a:cubicBezTo>
                  <a:cubicBezTo>
                    <a:pt x="1059" y="2159"/>
                    <a:pt x="1098" y="2161"/>
                    <a:pt x="1133" y="2161"/>
                  </a:cubicBezTo>
                  <a:cubicBezTo>
                    <a:pt x="1444" y="2161"/>
                    <a:pt x="1526" y="2055"/>
                    <a:pt x="1526" y="2055"/>
                  </a:cubicBezTo>
                  <a:cubicBezTo>
                    <a:pt x="1363" y="2034"/>
                    <a:pt x="1262" y="1983"/>
                    <a:pt x="1262" y="1983"/>
                  </a:cubicBezTo>
                  <a:cubicBezTo>
                    <a:pt x="1343" y="1861"/>
                    <a:pt x="1454" y="1780"/>
                    <a:pt x="1546" y="1719"/>
                  </a:cubicBezTo>
                  <a:lnTo>
                    <a:pt x="1241" y="1658"/>
                  </a:lnTo>
                  <a:cubicBezTo>
                    <a:pt x="1241" y="1658"/>
                    <a:pt x="1251" y="1027"/>
                    <a:pt x="1251"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1481;p35">
              <a:extLst>
                <a:ext uri="{FF2B5EF4-FFF2-40B4-BE49-F238E27FC236}">
                  <a16:creationId xmlns:a16="http://schemas.microsoft.com/office/drawing/2014/main" id="{E63B1C29-518B-4AA0-9063-ED28B6C372DE}"/>
                </a:ext>
              </a:extLst>
            </p:cNvPr>
            <p:cNvSpPr/>
            <p:nvPr/>
          </p:nvSpPr>
          <p:spPr>
            <a:xfrm>
              <a:off x="5178875" y="3982600"/>
              <a:ext cx="38925" cy="54025"/>
            </a:xfrm>
            <a:custGeom>
              <a:avLst/>
              <a:gdLst/>
              <a:ahLst/>
              <a:cxnLst/>
              <a:rect l="l" t="t" r="r" b="b"/>
              <a:pathLst>
                <a:path w="1557" h="2161" extrusionOk="0">
                  <a:moveTo>
                    <a:pt x="296" y="1"/>
                  </a:moveTo>
                  <a:lnTo>
                    <a:pt x="296" y="1"/>
                  </a:lnTo>
                  <a:cubicBezTo>
                    <a:pt x="305" y="1027"/>
                    <a:pt x="316" y="1658"/>
                    <a:pt x="316" y="1658"/>
                  </a:cubicBezTo>
                  <a:cubicBezTo>
                    <a:pt x="204" y="1678"/>
                    <a:pt x="102" y="1698"/>
                    <a:pt x="0" y="1719"/>
                  </a:cubicBezTo>
                  <a:cubicBezTo>
                    <a:pt x="102" y="1780"/>
                    <a:pt x="204" y="1861"/>
                    <a:pt x="296" y="1983"/>
                  </a:cubicBezTo>
                  <a:cubicBezTo>
                    <a:pt x="296" y="1983"/>
                    <a:pt x="183" y="2034"/>
                    <a:pt x="31" y="2055"/>
                  </a:cubicBezTo>
                  <a:cubicBezTo>
                    <a:pt x="31" y="2055"/>
                    <a:pt x="105" y="2161"/>
                    <a:pt x="414" y="2161"/>
                  </a:cubicBezTo>
                  <a:cubicBezTo>
                    <a:pt x="449" y="2161"/>
                    <a:pt x="487" y="2159"/>
                    <a:pt x="529" y="2156"/>
                  </a:cubicBezTo>
                  <a:cubicBezTo>
                    <a:pt x="671" y="2146"/>
                    <a:pt x="967" y="2136"/>
                    <a:pt x="1333" y="2125"/>
                  </a:cubicBezTo>
                  <a:lnTo>
                    <a:pt x="1333" y="1658"/>
                  </a:lnTo>
                  <a:lnTo>
                    <a:pt x="1556" y="82"/>
                  </a:lnTo>
                  <a:cubicBezTo>
                    <a:pt x="1089" y="62"/>
                    <a:pt x="651" y="31"/>
                    <a:pt x="296"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1482;p35">
              <a:extLst>
                <a:ext uri="{FF2B5EF4-FFF2-40B4-BE49-F238E27FC236}">
                  <a16:creationId xmlns:a16="http://schemas.microsoft.com/office/drawing/2014/main" id="{90C11946-03AB-49AC-8EA0-749AB499CE7F}"/>
                </a:ext>
              </a:extLst>
            </p:cNvPr>
            <p:cNvSpPr/>
            <p:nvPr/>
          </p:nvSpPr>
          <p:spPr>
            <a:xfrm>
              <a:off x="5325275" y="4025550"/>
              <a:ext cx="68925" cy="19350"/>
            </a:xfrm>
            <a:custGeom>
              <a:avLst/>
              <a:gdLst/>
              <a:ahLst/>
              <a:cxnLst/>
              <a:rect l="l" t="t" r="r" b="b"/>
              <a:pathLst>
                <a:path w="2757" h="774" extrusionOk="0">
                  <a:moveTo>
                    <a:pt x="1333" y="1"/>
                  </a:moveTo>
                  <a:cubicBezTo>
                    <a:pt x="1241" y="62"/>
                    <a:pt x="1130" y="143"/>
                    <a:pt x="1049" y="265"/>
                  </a:cubicBezTo>
                  <a:cubicBezTo>
                    <a:pt x="1049" y="265"/>
                    <a:pt x="1150" y="316"/>
                    <a:pt x="1313" y="337"/>
                  </a:cubicBezTo>
                  <a:cubicBezTo>
                    <a:pt x="1313" y="337"/>
                    <a:pt x="1231" y="443"/>
                    <a:pt x="920" y="443"/>
                  </a:cubicBezTo>
                  <a:cubicBezTo>
                    <a:pt x="885" y="443"/>
                    <a:pt x="846" y="441"/>
                    <a:pt x="805" y="438"/>
                  </a:cubicBezTo>
                  <a:cubicBezTo>
                    <a:pt x="672" y="428"/>
                    <a:pt x="367" y="418"/>
                    <a:pt x="1" y="407"/>
                  </a:cubicBezTo>
                  <a:lnTo>
                    <a:pt x="1" y="611"/>
                  </a:lnTo>
                  <a:cubicBezTo>
                    <a:pt x="1" y="703"/>
                    <a:pt x="82" y="773"/>
                    <a:pt x="174" y="773"/>
                  </a:cubicBezTo>
                  <a:lnTo>
                    <a:pt x="2533" y="773"/>
                  </a:lnTo>
                  <a:cubicBezTo>
                    <a:pt x="2696" y="773"/>
                    <a:pt x="2757" y="570"/>
                    <a:pt x="2635" y="479"/>
                  </a:cubicBezTo>
                  <a:cubicBezTo>
                    <a:pt x="2411" y="306"/>
                    <a:pt x="1984" y="133"/>
                    <a:pt x="1333" y="1"/>
                  </a:cubicBez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1483;p35">
              <a:extLst>
                <a:ext uri="{FF2B5EF4-FFF2-40B4-BE49-F238E27FC236}">
                  <a16:creationId xmlns:a16="http://schemas.microsoft.com/office/drawing/2014/main" id="{3D9330CA-4321-4E71-AEB9-83BA9AE47E49}"/>
                </a:ext>
              </a:extLst>
            </p:cNvPr>
            <p:cNvSpPr/>
            <p:nvPr/>
          </p:nvSpPr>
          <p:spPr>
            <a:xfrm>
              <a:off x="5143275" y="4025550"/>
              <a:ext cx="68925" cy="19350"/>
            </a:xfrm>
            <a:custGeom>
              <a:avLst/>
              <a:gdLst/>
              <a:ahLst/>
              <a:cxnLst/>
              <a:rect l="l" t="t" r="r" b="b"/>
              <a:pathLst>
                <a:path w="2757" h="774" extrusionOk="0">
                  <a:moveTo>
                    <a:pt x="1424" y="1"/>
                  </a:moveTo>
                  <a:cubicBezTo>
                    <a:pt x="774" y="133"/>
                    <a:pt x="347" y="306"/>
                    <a:pt x="123" y="479"/>
                  </a:cubicBezTo>
                  <a:cubicBezTo>
                    <a:pt x="1" y="570"/>
                    <a:pt x="73" y="773"/>
                    <a:pt x="225" y="773"/>
                  </a:cubicBezTo>
                  <a:lnTo>
                    <a:pt x="2594" y="773"/>
                  </a:lnTo>
                  <a:cubicBezTo>
                    <a:pt x="2685" y="773"/>
                    <a:pt x="2757" y="703"/>
                    <a:pt x="2757" y="611"/>
                  </a:cubicBezTo>
                  <a:lnTo>
                    <a:pt x="2757" y="407"/>
                  </a:lnTo>
                  <a:cubicBezTo>
                    <a:pt x="2391" y="418"/>
                    <a:pt x="2095" y="428"/>
                    <a:pt x="1953" y="438"/>
                  </a:cubicBezTo>
                  <a:cubicBezTo>
                    <a:pt x="1911" y="441"/>
                    <a:pt x="1873" y="443"/>
                    <a:pt x="1838" y="443"/>
                  </a:cubicBezTo>
                  <a:cubicBezTo>
                    <a:pt x="1529" y="443"/>
                    <a:pt x="1455" y="337"/>
                    <a:pt x="1455" y="337"/>
                  </a:cubicBezTo>
                  <a:cubicBezTo>
                    <a:pt x="1607" y="316"/>
                    <a:pt x="1720" y="265"/>
                    <a:pt x="1720" y="265"/>
                  </a:cubicBezTo>
                  <a:cubicBezTo>
                    <a:pt x="1628" y="143"/>
                    <a:pt x="1526" y="62"/>
                    <a:pt x="1424" y="1"/>
                  </a:cubicBez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1484;p35">
              <a:extLst>
                <a:ext uri="{FF2B5EF4-FFF2-40B4-BE49-F238E27FC236}">
                  <a16:creationId xmlns:a16="http://schemas.microsoft.com/office/drawing/2014/main" id="{0091DFD9-FDB1-44BB-9C7E-4426A1ABA634}"/>
                </a:ext>
              </a:extLst>
            </p:cNvPr>
            <p:cNvSpPr/>
            <p:nvPr/>
          </p:nvSpPr>
          <p:spPr>
            <a:xfrm>
              <a:off x="5350975" y="3309875"/>
              <a:ext cx="33575" cy="39175"/>
            </a:xfrm>
            <a:custGeom>
              <a:avLst/>
              <a:gdLst/>
              <a:ahLst/>
              <a:cxnLst/>
              <a:rect l="l" t="t" r="r" b="b"/>
              <a:pathLst>
                <a:path w="1343" h="1567" extrusionOk="0">
                  <a:moveTo>
                    <a:pt x="652" y="0"/>
                  </a:moveTo>
                  <a:cubicBezTo>
                    <a:pt x="184" y="0"/>
                    <a:pt x="0" y="504"/>
                    <a:pt x="0" y="504"/>
                  </a:cubicBezTo>
                  <a:lnTo>
                    <a:pt x="0" y="1399"/>
                  </a:lnTo>
                  <a:cubicBezTo>
                    <a:pt x="83" y="1508"/>
                    <a:pt x="225" y="1567"/>
                    <a:pt x="386" y="1567"/>
                  </a:cubicBezTo>
                  <a:cubicBezTo>
                    <a:pt x="661" y="1567"/>
                    <a:pt x="993" y="1394"/>
                    <a:pt x="1180" y="1003"/>
                  </a:cubicBezTo>
                  <a:cubicBezTo>
                    <a:pt x="1342" y="657"/>
                    <a:pt x="1250" y="128"/>
                    <a:pt x="844" y="27"/>
                  </a:cubicBezTo>
                  <a:cubicBezTo>
                    <a:pt x="775" y="8"/>
                    <a:pt x="711" y="0"/>
                    <a:pt x="652" y="0"/>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1485;p35">
              <a:extLst>
                <a:ext uri="{FF2B5EF4-FFF2-40B4-BE49-F238E27FC236}">
                  <a16:creationId xmlns:a16="http://schemas.microsoft.com/office/drawing/2014/main" id="{3C6208BD-8C99-496F-A5D0-3B56B24C1213}"/>
                </a:ext>
              </a:extLst>
            </p:cNvPr>
            <p:cNvSpPr/>
            <p:nvPr/>
          </p:nvSpPr>
          <p:spPr>
            <a:xfrm>
              <a:off x="5354525" y="3316125"/>
              <a:ext cx="20875" cy="25375"/>
            </a:xfrm>
            <a:custGeom>
              <a:avLst/>
              <a:gdLst/>
              <a:ahLst/>
              <a:cxnLst/>
              <a:rect l="l" t="t" r="r" b="b"/>
              <a:pathLst>
                <a:path w="835" h="1015" extrusionOk="0">
                  <a:moveTo>
                    <a:pt x="580" y="0"/>
                  </a:moveTo>
                  <a:cubicBezTo>
                    <a:pt x="478" y="0"/>
                    <a:pt x="376" y="41"/>
                    <a:pt x="295" y="91"/>
                  </a:cubicBezTo>
                  <a:cubicBezTo>
                    <a:pt x="214" y="143"/>
                    <a:pt x="153" y="224"/>
                    <a:pt x="102" y="305"/>
                  </a:cubicBezTo>
                  <a:cubicBezTo>
                    <a:pt x="51" y="387"/>
                    <a:pt x="21" y="478"/>
                    <a:pt x="1" y="570"/>
                  </a:cubicBezTo>
                  <a:lnTo>
                    <a:pt x="1" y="590"/>
                  </a:lnTo>
                  <a:lnTo>
                    <a:pt x="31" y="590"/>
                  </a:lnTo>
                  <a:cubicBezTo>
                    <a:pt x="132" y="529"/>
                    <a:pt x="245" y="468"/>
                    <a:pt x="356" y="468"/>
                  </a:cubicBezTo>
                  <a:cubicBezTo>
                    <a:pt x="367" y="466"/>
                    <a:pt x="377" y="465"/>
                    <a:pt x="387" y="465"/>
                  </a:cubicBezTo>
                  <a:cubicBezTo>
                    <a:pt x="431" y="465"/>
                    <a:pt x="463" y="485"/>
                    <a:pt x="489" y="518"/>
                  </a:cubicBezTo>
                  <a:cubicBezTo>
                    <a:pt x="519" y="549"/>
                    <a:pt x="539" y="610"/>
                    <a:pt x="550" y="661"/>
                  </a:cubicBezTo>
                  <a:cubicBezTo>
                    <a:pt x="550" y="712"/>
                    <a:pt x="539" y="753"/>
                    <a:pt x="498" y="783"/>
                  </a:cubicBezTo>
                  <a:cubicBezTo>
                    <a:pt x="458" y="823"/>
                    <a:pt x="407" y="834"/>
                    <a:pt x="356" y="834"/>
                  </a:cubicBezTo>
                  <a:cubicBezTo>
                    <a:pt x="285" y="844"/>
                    <a:pt x="224" y="854"/>
                    <a:pt x="163" y="864"/>
                  </a:cubicBezTo>
                  <a:cubicBezTo>
                    <a:pt x="132" y="875"/>
                    <a:pt x="102" y="895"/>
                    <a:pt x="71" y="905"/>
                  </a:cubicBezTo>
                  <a:cubicBezTo>
                    <a:pt x="41" y="925"/>
                    <a:pt x="10" y="945"/>
                    <a:pt x="1" y="986"/>
                  </a:cubicBezTo>
                  <a:cubicBezTo>
                    <a:pt x="1" y="997"/>
                    <a:pt x="1" y="1006"/>
                    <a:pt x="10" y="1006"/>
                  </a:cubicBezTo>
                  <a:cubicBezTo>
                    <a:pt x="16" y="1012"/>
                    <a:pt x="21" y="1014"/>
                    <a:pt x="26" y="1014"/>
                  </a:cubicBezTo>
                  <a:cubicBezTo>
                    <a:pt x="31" y="1014"/>
                    <a:pt x="36" y="1012"/>
                    <a:pt x="41" y="1006"/>
                  </a:cubicBezTo>
                  <a:lnTo>
                    <a:pt x="41" y="997"/>
                  </a:lnTo>
                  <a:cubicBezTo>
                    <a:pt x="62" y="966"/>
                    <a:pt x="123" y="945"/>
                    <a:pt x="184" y="936"/>
                  </a:cubicBezTo>
                  <a:cubicBezTo>
                    <a:pt x="234" y="925"/>
                    <a:pt x="295" y="915"/>
                    <a:pt x="356" y="915"/>
                  </a:cubicBezTo>
                  <a:cubicBezTo>
                    <a:pt x="417" y="915"/>
                    <a:pt x="498" y="905"/>
                    <a:pt x="550" y="854"/>
                  </a:cubicBezTo>
                  <a:cubicBezTo>
                    <a:pt x="620" y="803"/>
                    <a:pt x="641" y="722"/>
                    <a:pt x="631" y="651"/>
                  </a:cubicBezTo>
                  <a:cubicBezTo>
                    <a:pt x="620" y="579"/>
                    <a:pt x="600" y="518"/>
                    <a:pt x="550" y="457"/>
                  </a:cubicBezTo>
                  <a:cubicBezTo>
                    <a:pt x="516" y="407"/>
                    <a:pt x="446" y="384"/>
                    <a:pt x="389" y="384"/>
                  </a:cubicBezTo>
                  <a:cubicBezTo>
                    <a:pt x="377" y="384"/>
                    <a:pt x="366" y="385"/>
                    <a:pt x="356" y="387"/>
                  </a:cubicBezTo>
                  <a:cubicBezTo>
                    <a:pt x="240" y="403"/>
                    <a:pt x="151" y="454"/>
                    <a:pt x="66" y="516"/>
                  </a:cubicBezTo>
                  <a:lnTo>
                    <a:pt x="66" y="516"/>
                  </a:lnTo>
                  <a:cubicBezTo>
                    <a:pt x="93" y="453"/>
                    <a:pt x="125" y="389"/>
                    <a:pt x="163" y="335"/>
                  </a:cubicBezTo>
                  <a:cubicBezTo>
                    <a:pt x="214" y="265"/>
                    <a:pt x="265" y="204"/>
                    <a:pt x="346" y="163"/>
                  </a:cubicBezTo>
                  <a:cubicBezTo>
                    <a:pt x="407" y="112"/>
                    <a:pt x="498" y="82"/>
                    <a:pt x="580" y="82"/>
                  </a:cubicBezTo>
                  <a:cubicBezTo>
                    <a:pt x="593" y="80"/>
                    <a:pt x="606" y="79"/>
                    <a:pt x="619" y="79"/>
                  </a:cubicBezTo>
                  <a:cubicBezTo>
                    <a:pt x="687" y="79"/>
                    <a:pt x="752" y="103"/>
                    <a:pt x="803" y="163"/>
                  </a:cubicBezTo>
                  <a:cubicBezTo>
                    <a:pt x="803" y="163"/>
                    <a:pt x="808" y="167"/>
                    <a:pt x="814" y="167"/>
                  </a:cubicBezTo>
                  <a:cubicBezTo>
                    <a:pt x="817" y="167"/>
                    <a:pt x="821" y="166"/>
                    <a:pt x="824" y="163"/>
                  </a:cubicBezTo>
                  <a:cubicBezTo>
                    <a:pt x="834" y="163"/>
                    <a:pt x="834" y="143"/>
                    <a:pt x="834" y="143"/>
                  </a:cubicBezTo>
                  <a:cubicBezTo>
                    <a:pt x="803" y="91"/>
                    <a:pt x="763" y="61"/>
                    <a:pt x="722" y="41"/>
                  </a:cubicBezTo>
                  <a:cubicBezTo>
                    <a:pt x="672" y="21"/>
                    <a:pt x="631" y="0"/>
                    <a:pt x="580"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1486;p35">
              <a:extLst>
                <a:ext uri="{FF2B5EF4-FFF2-40B4-BE49-F238E27FC236}">
                  <a16:creationId xmlns:a16="http://schemas.microsoft.com/office/drawing/2014/main" id="{E5824A7A-A509-4C70-B351-C9D2C4DF60BA}"/>
                </a:ext>
              </a:extLst>
            </p:cNvPr>
            <p:cNvSpPr/>
            <p:nvPr/>
          </p:nvSpPr>
          <p:spPr>
            <a:xfrm>
              <a:off x="5352750" y="3309750"/>
              <a:ext cx="25200" cy="38150"/>
            </a:xfrm>
            <a:custGeom>
              <a:avLst/>
              <a:gdLst/>
              <a:ahLst/>
              <a:cxnLst/>
              <a:rect l="l" t="t" r="r" b="b"/>
              <a:pathLst>
                <a:path w="1008" h="1526" extrusionOk="0">
                  <a:moveTo>
                    <a:pt x="549" y="1"/>
                  </a:moveTo>
                  <a:cubicBezTo>
                    <a:pt x="397" y="276"/>
                    <a:pt x="153" y="468"/>
                    <a:pt x="142" y="479"/>
                  </a:cubicBezTo>
                  <a:cubicBezTo>
                    <a:pt x="142" y="529"/>
                    <a:pt x="133" y="581"/>
                    <a:pt x="133" y="631"/>
                  </a:cubicBezTo>
                  <a:cubicBezTo>
                    <a:pt x="142" y="611"/>
                    <a:pt x="153" y="581"/>
                    <a:pt x="173" y="560"/>
                  </a:cubicBezTo>
                  <a:cubicBezTo>
                    <a:pt x="224" y="479"/>
                    <a:pt x="285" y="398"/>
                    <a:pt x="366" y="346"/>
                  </a:cubicBezTo>
                  <a:cubicBezTo>
                    <a:pt x="447" y="296"/>
                    <a:pt x="539" y="255"/>
                    <a:pt x="641" y="255"/>
                  </a:cubicBezTo>
                  <a:lnTo>
                    <a:pt x="651" y="255"/>
                  </a:lnTo>
                  <a:cubicBezTo>
                    <a:pt x="661" y="255"/>
                    <a:pt x="661" y="265"/>
                    <a:pt x="671" y="265"/>
                  </a:cubicBezTo>
                  <a:cubicBezTo>
                    <a:pt x="783" y="204"/>
                    <a:pt x="895" y="174"/>
                    <a:pt x="1007" y="163"/>
                  </a:cubicBezTo>
                  <a:cubicBezTo>
                    <a:pt x="946" y="102"/>
                    <a:pt x="865" y="52"/>
                    <a:pt x="773" y="32"/>
                  </a:cubicBezTo>
                  <a:cubicBezTo>
                    <a:pt x="712" y="11"/>
                    <a:pt x="641" y="1"/>
                    <a:pt x="590" y="1"/>
                  </a:cubicBezTo>
                  <a:close/>
                  <a:moveTo>
                    <a:pt x="529" y="357"/>
                  </a:moveTo>
                  <a:cubicBezTo>
                    <a:pt x="488" y="367"/>
                    <a:pt x="447" y="387"/>
                    <a:pt x="417" y="418"/>
                  </a:cubicBezTo>
                  <a:cubicBezTo>
                    <a:pt x="336" y="459"/>
                    <a:pt x="285" y="520"/>
                    <a:pt x="234" y="590"/>
                  </a:cubicBezTo>
                  <a:cubicBezTo>
                    <a:pt x="194" y="651"/>
                    <a:pt x="163" y="703"/>
                    <a:pt x="142" y="764"/>
                  </a:cubicBezTo>
                  <a:cubicBezTo>
                    <a:pt x="194" y="723"/>
                    <a:pt x="255" y="692"/>
                    <a:pt x="325" y="662"/>
                  </a:cubicBezTo>
                  <a:cubicBezTo>
                    <a:pt x="336" y="611"/>
                    <a:pt x="346" y="581"/>
                    <a:pt x="346" y="581"/>
                  </a:cubicBezTo>
                  <a:cubicBezTo>
                    <a:pt x="397" y="489"/>
                    <a:pt x="458" y="418"/>
                    <a:pt x="529" y="357"/>
                  </a:cubicBezTo>
                  <a:close/>
                  <a:moveTo>
                    <a:pt x="316" y="743"/>
                  </a:moveTo>
                  <a:lnTo>
                    <a:pt x="316" y="743"/>
                  </a:lnTo>
                  <a:cubicBezTo>
                    <a:pt x="244" y="764"/>
                    <a:pt x="173" y="804"/>
                    <a:pt x="112" y="834"/>
                  </a:cubicBezTo>
                  <a:cubicBezTo>
                    <a:pt x="81" y="1058"/>
                    <a:pt x="41" y="1272"/>
                    <a:pt x="0" y="1465"/>
                  </a:cubicBezTo>
                  <a:cubicBezTo>
                    <a:pt x="31" y="1496"/>
                    <a:pt x="61" y="1516"/>
                    <a:pt x="102" y="1526"/>
                  </a:cubicBezTo>
                  <a:cubicBezTo>
                    <a:pt x="142" y="1414"/>
                    <a:pt x="183" y="1302"/>
                    <a:pt x="214" y="1200"/>
                  </a:cubicBezTo>
                  <a:lnTo>
                    <a:pt x="214" y="1200"/>
                  </a:lnTo>
                  <a:cubicBezTo>
                    <a:pt x="163" y="1211"/>
                    <a:pt x="133" y="1231"/>
                    <a:pt x="112" y="1252"/>
                  </a:cubicBezTo>
                  <a:lnTo>
                    <a:pt x="112" y="1261"/>
                  </a:lnTo>
                  <a:cubicBezTo>
                    <a:pt x="102" y="1261"/>
                    <a:pt x="102" y="1272"/>
                    <a:pt x="92" y="1272"/>
                  </a:cubicBezTo>
                  <a:cubicBezTo>
                    <a:pt x="92" y="1272"/>
                    <a:pt x="81" y="1272"/>
                    <a:pt x="81" y="1261"/>
                  </a:cubicBezTo>
                  <a:cubicBezTo>
                    <a:pt x="72" y="1261"/>
                    <a:pt x="72" y="1252"/>
                    <a:pt x="72" y="1241"/>
                  </a:cubicBezTo>
                  <a:cubicBezTo>
                    <a:pt x="81" y="1200"/>
                    <a:pt x="112" y="1180"/>
                    <a:pt x="142" y="1160"/>
                  </a:cubicBezTo>
                  <a:cubicBezTo>
                    <a:pt x="173" y="1150"/>
                    <a:pt x="203" y="1139"/>
                    <a:pt x="224" y="1130"/>
                  </a:cubicBezTo>
                  <a:cubicBezTo>
                    <a:pt x="264" y="977"/>
                    <a:pt x="295" y="834"/>
                    <a:pt x="316" y="743"/>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1487;p35">
              <a:extLst>
                <a:ext uri="{FF2B5EF4-FFF2-40B4-BE49-F238E27FC236}">
                  <a16:creationId xmlns:a16="http://schemas.microsoft.com/office/drawing/2014/main" id="{A5662AE8-A85F-407D-9F4D-6B5889F9BA76}"/>
                </a:ext>
              </a:extLst>
            </p:cNvPr>
            <p:cNvSpPr/>
            <p:nvPr/>
          </p:nvSpPr>
          <p:spPr>
            <a:xfrm>
              <a:off x="5354525" y="3316125"/>
              <a:ext cx="15025" cy="25450"/>
            </a:xfrm>
            <a:custGeom>
              <a:avLst/>
              <a:gdLst/>
              <a:ahLst/>
              <a:cxnLst/>
              <a:rect l="l" t="t" r="r" b="b"/>
              <a:pathLst>
                <a:path w="601" h="1018" extrusionOk="0">
                  <a:moveTo>
                    <a:pt x="570" y="0"/>
                  </a:moveTo>
                  <a:cubicBezTo>
                    <a:pt x="468" y="0"/>
                    <a:pt x="376" y="41"/>
                    <a:pt x="295" y="91"/>
                  </a:cubicBezTo>
                  <a:cubicBezTo>
                    <a:pt x="214" y="143"/>
                    <a:pt x="153" y="224"/>
                    <a:pt x="102" y="305"/>
                  </a:cubicBezTo>
                  <a:cubicBezTo>
                    <a:pt x="82" y="326"/>
                    <a:pt x="71" y="356"/>
                    <a:pt x="62" y="376"/>
                  </a:cubicBezTo>
                  <a:cubicBezTo>
                    <a:pt x="51" y="448"/>
                    <a:pt x="41" y="518"/>
                    <a:pt x="41" y="579"/>
                  </a:cubicBezTo>
                  <a:cubicBezTo>
                    <a:pt x="102" y="549"/>
                    <a:pt x="173" y="509"/>
                    <a:pt x="245" y="488"/>
                  </a:cubicBezTo>
                  <a:cubicBezTo>
                    <a:pt x="245" y="457"/>
                    <a:pt x="254" y="437"/>
                    <a:pt x="254" y="407"/>
                  </a:cubicBezTo>
                  <a:lnTo>
                    <a:pt x="254" y="407"/>
                  </a:lnTo>
                  <a:cubicBezTo>
                    <a:pt x="184" y="437"/>
                    <a:pt x="123" y="468"/>
                    <a:pt x="71" y="509"/>
                  </a:cubicBezTo>
                  <a:cubicBezTo>
                    <a:pt x="92" y="448"/>
                    <a:pt x="123" y="396"/>
                    <a:pt x="163" y="335"/>
                  </a:cubicBezTo>
                  <a:cubicBezTo>
                    <a:pt x="214" y="265"/>
                    <a:pt x="265" y="204"/>
                    <a:pt x="346" y="163"/>
                  </a:cubicBezTo>
                  <a:cubicBezTo>
                    <a:pt x="376" y="132"/>
                    <a:pt x="417" y="112"/>
                    <a:pt x="458" y="102"/>
                  </a:cubicBezTo>
                  <a:cubicBezTo>
                    <a:pt x="498" y="61"/>
                    <a:pt x="550" y="30"/>
                    <a:pt x="600" y="10"/>
                  </a:cubicBezTo>
                  <a:cubicBezTo>
                    <a:pt x="590" y="10"/>
                    <a:pt x="590" y="0"/>
                    <a:pt x="580" y="0"/>
                  </a:cubicBezTo>
                  <a:close/>
                  <a:moveTo>
                    <a:pt x="153" y="875"/>
                  </a:moveTo>
                  <a:lnTo>
                    <a:pt x="153" y="875"/>
                  </a:lnTo>
                  <a:cubicBezTo>
                    <a:pt x="132" y="884"/>
                    <a:pt x="102" y="895"/>
                    <a:pt x="71" y="905"/>
                  </a:cubicBezTo>
                  <a:cubicBezTo>
                    <a:pt x="41" y="925"/>
                    <a:pt x="10" y="945"/>
                    <a:pt x="1" y="986"/>
                  </a:cubicBezTo>
                  <a:cubicBezTo>
                    <a:pt x="1" y="997"/>
                    <a:pt x="1" y="1006"/>
                    <a:pt x="10" y="1006"/>
                  </a:cubicBezTo>
                  <a:cubicBezTo>
                    <a:pt x="10" y="1017"/>
                    <a:pt x="21" y="1017"/>
                    <a:pt x="21" y="1017"/>
                  </a:cubicBezTo>
                  <a:cubicBezTo>
                    <a:pt x="31" y="1017"/>
                    <a:pt x="31" y="1006"/>
                    <a:pt x="41" y="1006"/>
                  </a:cubicBezTo>
                  <a:lnTo>
                    <a:pt x="41" y="997"/>
                  </a:lnTo>
                  <a:cubicBezTo>
                    <a:pt x="62" y="976"/>
                    <a:pt x="92" y="956"/>
                    <a:pt x="143" y="945"/>
                  </a:cubicBezTo>
                  <a:cubicBezTo>
                    <a:pt x="143" y="915"/>
                    <a:pt x="153" y="895"/>
                    <a:pt x="153" y="875"/>
                  </a:cubicBezTo>
                  <a:close/>
                </a:path>
              </a:pathLst>
            </a:custGeom>
            <a:solidFill>
              <a:srgbClr val="42231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1488;p35">
              <a:extLst>
                <a:ext uri="{FF2B5EF4-FFF2-40B4-BE49-F238E27FC236}">
                  <a16:creationId xmlns:a16="http://schemas.microsoft.com/office/drawing/2014/main" id="{6ECAA89D-B861-4934-8392-5FA04CB10822}"/>
                </a:ext>
              </a:extLst>
            </p:cNvPr>
            <p:cNvSpPr/>
            <p:nvPr/>
          </p:nvSpPr>
          <p:spPr>
            <a:xfrm>
              <a:off x="5153200" y="3309875"/>
              <a:ext cx="33325" cy="39175"/>
            </a:xfrm>
            <a:custGeom>
              <a:avLst/>
              <a:gdLst/>
              <a:ahLst/>
              <a:cxnLst/>
              <a:rect l="l" t="t" r="r" b="b"/>
              <a:pathLst>
                <a:path w="1333" h="1567" extrusionOk="0">
                  <a:moveTo>
                    <a:pt x="684" y="0"/>
                  </a:moveTo>
                  <a:cubicBezTo>
                    <a:pt x="624" y="0"/>
                    <a:pt x="559" y="8"/>
                    <a:pt x="489" y="27"/>
                  </a:cubicBezTo>
                  <a:cubicBezTo>
                    <a:pt x="82" y="128"/>
                    <a:pt x="1" y="657"/>
                    <a:pt x="153" y="1003"/>
                  </a:cubicBezTo>
                  <a:cubicBezTo>
                    <a:pt x="339" y="1394"/>
                    <a:pt x="671" y="1567"/>
                    <a:pt x="947" y="1567"/>
                  </a:cubicBezTo>
                  <a:cubicBezTo>
                    <a:pt x="1108" y="1567"/>
                    <a:pt x="1250" y="1508"/>
                    <a:pt x="1332" y="1399"/>
                  </a:cubicBezTo>
                  <a:lnTo>
                    <a:pt x="1332" y="504"/>
                  </a:lnTo>
                  <a:cubicBezTo>
                    <a:pt x="1332" y="504"/>
                    <a:pt x="1156" y="0"/>
                    <a:pt x="684" y="0"/>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1489;p35">
              <a:extLst>
                <a:ext uri="{FF2B5EF4-FFF2-40B4-BE49-F238E27FC236}">
                  <a16:creationId xmlns:a16="http://schemas.microsoft.com/office/drawing/2014/main" id="{42D1E822-F0D3-4D09-AB01-6022C5DFB208}"/>
                </a:ext>
              </a:extLst>
            </p:cNvPr>
            <p:cNvSpPr/>
            <p:nvPr/>
          </p:nvSpPr>
          <p:spPr>
            <a:xfrm>
              <a:off x="5162100" y="3316125"/>
              <a:ext cx="21125" cy="25450"/>
            </a:xfrm>
            <a:custGeom>
              <a:avLst/>
              <a:gdLst/>
              <a:ahLst/>
              <a:cxnLst/>
              <a:rect l="l" t="t" r="r" b="b"/>
              <a:pathLst>
                <a:path w="845" h="1018" extrusionOk="0">
                  <a:moveTo>
                    <a:pt x="265" y="0"/>
                  </a:moveTo>
                  <a:cubicBezTo>
                    <a:pt x="214" y="0"/>
                    <a:pt x="163" y="21"/>
                    <a:pt x="113" y="41"/>
                  </a:cubicBezTo>
                  <a:cubicBezTo>
                    <a:pt x="72" y="61"/>
                    <a:pt x="31" y="91"/>
                    <a:pt x="0" y="143"/>
                  </a:cubicBezTo>
                  <a:cubicBezTo>
                    <a:pt x="0" y="143"/>
                    <a:pt x="0" y="152"/>
                    <a:pt x="11" y="163"/>
                  </a:cubicBezTo>
                  <a:cubicBezTo>
                    <a:pt x="16" y="168"/>
                    <a:pt x="21" y="170"/>
                    <a:pt x="26" y="170"/>
                  </a:cubicBezTo>
                  <a:cubicBezTo>
                    <a:pt x="31" y="170"/>
                    <a:pt x="36" y="168"/>
                    <a:pt x="41" y="163"/>
                  </a:cubicBezTo>
                  <a:cubicBezTo>
                    <a:pt x="84" y="103"/>
                    <a:pt x="148" y="79"/>
                    <a:pt x="221" y="79"/>
                  </a:cubicBezTo>
                  <a:cubicBezTo>
                    <a:pt x="235" y="79"/>
                    <a:pt x="250" y="80"/>
                    <a:pt x="265" y="82"/>
                  </a:cubicBezTo>
                  <a:cubicBezTo>
                    <a:pt x="346" y="82"/>
                    <a:pt x="427" y="112"/>
                    <a:pt x="499" y="163"/>
                  </a:cubicBezTo>
                  <a:cubicBezTo>
                    <a:pt x="570" y="204"/>
                    <a:pt x="631" y="265"/>
                    <a:pt x="682" y="335"/>
                  </a:cubicBezTo>
                  <a:cubicBezTo>
                    <a:pt x="718" y="387"/>
                    <a:pt x="744" y="448"/>
                    <a:pt x="767" y="509"/>
                  </a:cubicBezTo>
                  <a:lnTo>
                    <a:pt x="767" y="509"/>
                  </a:lnTo>
                  <a:cubicBezTo>
                    <a:pt x="684" y="450"/>
                    <a:pt x="593" y="403"/>
                    <a:pt x="488" y="387"/>
                  </a:cubicBezTo>
                  <a:cubicBezTo>
                    <a:pt x="477" y="385"/>
                    <a:pt x="465" y="384"/>
                    <a:pt x="452" y="384"/>
                  </a:cubicBezTo>
                  <a:cubicBezTo>
                    <a:pt x="391" y="384"/>
                    <a:pt x="328" y="407"/>
                    <a:pt x="285" y="457"/>
                  </a:cubicBezTo>
                  <a:cubicBezTo>
                    <a:pt x="235" y="518"/>
                    <a:pt x="214" y="579"/>
                    <a:pt x="204" y="651"/>
                  </a:cubicBezTo>
                  <a:cubicBezTo>
                    <a:pt x="194" y="722"/>
                    <a:pt x="224" y="803"/>
                    <a:pt x="285" y="854"/>
                  </a:cubicBezTo>
                  <a:cubicBezTo>
                    <a:pt x="346" y="905"/>
                    <a:pt x="418" y="915"/>
                    <a:pt x="479" y="915"/>
                  </a:cubicBezTo>
                  <a:cubicBezTo>
                    <a:pt x="540" y="915"/>
                    <a:pt x="601" y="925"/>
                    <a:pt x="662" y="936"/>
                  </a:cubicBezTo>
                  <a:cubicBezTo>
                    <a:pt x="712" y="945"/>
                    <a:pt x="773" y="966"/>
                    <a:pt x="804" y="997"/>
                  </a:cubicBezTo>
                  <a:lnTo>
                    <a:pt x="804" y="1006"/>
                  </a:lnTo>
                  <a:cubicBezTo>
                    <a:pt x="804" y="1006"/>
                    <a:pt x="814" y="1017"/>
                    <a:pt x="824" y="1017"/>
                  </a:cubicBezTo>
                  <a:cubicBezTo>
                    <a:pt x="834" y="1006"/>
                    <a:pt x="845" y="997"/>
                    <a:pt x="834" y="986"/>
                  </a:cubicBezTo>
                  <a:cubicBezTo>
                    <a:pt x="824" y="945"/>
                    <a:pt x="793" y="925"/>
                    <a:pt x="763" y="905"/>
                  </a:cubicBezTo>
                  <a:cubicBezTo>
                    <a:pt x="732" y="895"/>
                    <a:pt x="702" y="875"/>
                    <a:pt x="671" y="864"/>
                  </a:cubicBezTo>
                  <a:lnTo>
                    <a:pt x="488" y="834"/>
                  </a:lnTo>
                  <a:cubicBezTo>
                    <a:pt x="427" y="834"/>
                    <a:pt x="377" y="823"/>
                    <a:pt x="336" y="783"/>
                  </a:cubicBezTo>
                  <a:cubicBezTo>
                    <a:pt x="305" y="753"/>
                    <a:pt x="285" y="712"/>
                    <a:pt x="296" y="661"/>
                  </a:cubicBezTo>
                  <a:cubicBezTo>
                    <a:pt x="296" y="610"/>
                    <a:pt x="316" y="549"/>
                    <a:pt x="346" y="518"/>
                  </a:cubicBezTo>
                  <a:cubicBezTo>
                    <a:pt x="371" y="485"/>
                    <a:pt x="410" y="465"/>
                    <a:pt x="452" y="465"/>
                  </a:cubicBezTo>
                  <a:cubicBezTo>
                    <a:pt x="461" y="465"/>
                    <a:pt x="470" y="466"/>
                    <a:pt x="479" y="468"/>
                  </a:cubicBezTo>
                  <a:cubicBezTo>
                    <a:pt x="590" y="468"/>
                    <a:pt x="702" y="529"/>
                    <a:pt x="804" y="590"/>
                  </a:cubicBezTo>
                  <a:lnTo>
                    <a:pt x="824" y="590"/>
                  </a:lnTo>
                  <a:cubicBezTo>
                    <a:pt x="834" y="590"/>
                    <a:pt x="845" y="579"/>
                    <a:pt x="834" y="570"/>
                  </a:cubicBezTo>
                  <a:cubicBezTo>
                    <a:pt x="833" y="566"/>
                    <a:pt x="833" y="563"/>
                    <a:pt x="832" y="560"/>
                  </a:cubicBezTo>
                  <a:lnTo>
                    <a:pt x="832" y="560"/>
                  </a:lnTo>
                  <a:lnTo>
                    <a:pt x="834" y="559"/>
                  </a:lnTo>
                  <a:cubicBezTo>
                    <a:pt x="833" y="558"/>
                    <a:pt x="832" y="558"/>
                    <a:pt x="831" y="557"/>
                  </a:cubicBezTo>
                  <a:lnTo>
                    <a:pt x="831" y="557"/>
                  </a:lnTo>
                  <a:cubicBezTo>
                    <a:pt x="812" y="469"/>
                    <a:pt x="791" y="383"/>
                    <a:pt x="743" y="305"/>
                  </a:cubicBezTo>
                  <a:cubicBezTo>
                    <a:pt x="692" y="224"/>
                    <a:pt x="621" y="143"/>
                    <a:pt x="540" y="91"/>
                  </a:cubicBezTo>
                  <a:cubicBezTo>
                    <a:pt x="458" y="41"/>
                    <a:pt x="366" y="0"/>
                    <a:pt x="265"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1490;p35">
              <a:extLst>
                <a:ext uri="{FF2B5EF4-FFF2-40B4-BE49-F238E27FC236}">
                  <a16:creationId xmlns:a16="http://schemas.microsoft.com/office/drawing/2014/main" id="{437F5AE6-BC86-4E83-8DCA-D25A2DBCAAFE}"/>
                </a:ext>
              </a:extLst>
            </p:cNvPr>
            <p:cNvSpPr/>
            <p:nvPr/>
          </p:nvSpPr>
          <p:spPr>
            <a:xfrm>
              <a:off x="5159825" y="3309750"/>
              <a:ext cx="24925" cy="38150"/>
            </a:xfrm>
            <a:custGeom>
              <a:avLst/>
              <a:gdLst/>
              <a:ahLst/>
              <a:cxnLst/>
              <a:rect l="l" t="t" r="r" b="b"/>
              <a:pathLst>
                <a:path w="997" h="1526" extrusionOk="0">
                  <a:moveTo>
                    <a:pt x="417" y="1"/>
                  </a:moveTo>
                  <a:cubicBezTo>
                    <a:pt x="356" y="1"/>
                    <a:pt x="295" y="11"/>
                    <a:pt x="224" y="32"/>
                  </a:cubicBezTo>
                  <a:cubicBezTo>
                    <a:pt x="132" y="52"/>
                    <a:pt x="51" y="102"/>
                    <a:pt x="0" y="163"/>
                  </a:cubicBezTo>
                  <a:cubicBezTo>
                    <a:pt x="102" y="174"/>
                    <a:pt x="224" y="204"/>
                    <a:pt x="335" y="265"/>
                  </a:cubicBezTo>
                  <a:lnTo>
                    <a:pt x="346" y="255"/>
                  </a:lnTo>
                  <a:lnTo>
                    <a:pt x="356" y="255"/>
                  </a:lnTo>
                  <a:cubicBezTo>
                    <a:pt x="457" y="255"/>
                    <a:pt x="549" y="296"/>
                    <a:pt x="631" y="346"/>
                  </a:cubicBezTo>
                  <a:cubicBezTo>
                    <a:pt x="712" y="398"/>
                    <a:pt x="783" y="479"/>
                    <a:pt x="834" y="560"/>
                  </a:cubicBezTo>
                  <a:cubicBezTo>
                    <a:pt x="844" y="581"/>
                    <a:pt x="854" y="611"/>
                    <a:pt x="875" y="631"/>
                  </a:cubicBezTo>
                  <a:cubicBezTo>
                    <a:pt x="864" y="581"/>
                    <a:pt x="864" y="529"/>
                    <a:pt x="854" y="479"/>
                  </a:cubicBezTo>
                  <a:cubicBezTo>
                    <a:pt x="854" y="468"/>
                    <a:pt x="610" y="276"/>
                    <a:pt x="448" y="1"/>
                  </a:cubicBezTo>
                  <a:close/>
                  <a:moveTo>
                    <a:pt x="478" y="357"/>
                  </a:moveTo>
                  <a:cubicBezTo>
                    <a:pt x="539" y="418"/>
                    <a:pt x="600" y="489"/>
                    <a:pt x="661" y="581"/>
                  </a:cubicBezTo>
                  <a:cubicBezTo>
                    <a:pt x="661" y="581"/>
                    <a:pt x="661" y="611"/>
                    <a:pt x="671" y="662"/>
                  </a:cubicBezTo>
                  <a:cubicBezTo>
                    <a:pt x="742" y="692"/>
                    <a:pt x="803" y="723"/>
                    <a:pt x="864" y="764"/>
                  </a:cubicBezTo>
                  <a:cubicBezTo>
                    <a:pt x="834" y="703"/>
                    <a:pt x="803" y="651"/>
                    <a:pt x="773" y="590"/>
                  </a:cubicBezTo>
                  <a:cubicBezTo>
                    <a:pt x="722" y="520"/>
                    <a:pt x="661" y="459"/>
                    <a:pt x="590" y="418"/>
                  </a:cubicBezTo>
                  <a:cubicBezTo>
                    <a:pt x="549" y="387"/>
                    <a:pt x="518" y="367"/>
                    <a:pt x="478" y="357"/>
                  </a:cubicBezTo>
                  <a:close/>
                  <a:moveTo>
                    <a:pt x="681" y="743"/>
                  </a:moveTo>
                  <a:lnTo>
                    <a:pt x="681" y="743"/>
                  </a:lnTo>
                  <a:cubicBezTo>
                    <a:pt x="701" y="834"/>
                    <a:pt x="732" y="977"/>
                    <a:pt x="773" y="1130"/>
                  </a:cubicBezTo>
                  <a:cubicBezTo>
                    <a:pt x="803" y="1139"/>
                    <a:pt x="823" y="1150"/>
                    <a:pt x="854" y="1160"/>
                  </a:cubicBezTo>
                  <a:cubicBezTo>
                    <a:pt x="884" y="1180"/>
                    <a:pt x="915" y="1200"/>
                    <a:pt x="925" y="1241"/>
                  </a:cubicBezTo>
                  <a:cubicBezTo>
                    <a:pt x="936" y="1252"/>
                    <a:pt x="925" y="1261"/>
                    <a:pt x="915" y="1272"/>
                  </a:cubicBezTo>
                  <a:lnTo>
                    <a:pt x="905" y="1272"/>
                  </a:lnTo>
                  <a:lnTo>
                    <a:pt x="895" y="1261"/>
                  </a:lnTo>
                  <a:lnTo>
                    <a:pt x="895" y="1252"/>
                  </a:lnTo>
                  <a:cubicBezTo>
                    <a:pt x="875" y="1231"/>
                    <a:pt x="834" y="1211"/>
                    <a:pt x="793" y="1200"/>
                  </a:cubicBezTo>
                  <a:lnTo>
                    <a:pt x="793" y="1200"/>
                  </a:lnTo>
                  <a:cubicBezTo>
                    <a:pt x="823" y="1302"/>
                    <a:pt x="854" y="1414"/>
                    <a:pt x="895" y="1526"/>
                  </a:cubicBezTo>
                  <a:cubicBezTo>
                    <a:pt x="936" y="1516"/>
                    <a:pt x="966" y="1496"/>
                    <a:pt x="997" y="1465"/>
                  </a:cubicBezTo>
                  <a:cubicBezTo>
                    <a:pt x="956" y="1272"/>
                    <a:pt x="915" y="1058"/>
                    <a:pt x="895" y="834"/>
                  </a:cubicBezTo>
                  <a:cubicBezTo>
                    <a:pt x="823" y="804"/>
                    <a:pt x="753" y="764"/>
                    <a:pt x="681" y="743"/>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1491;p35">
              <a:extLst>
                <a:ext uri="{FF2B5EF4-FFF2-40B4-BE49-F238E27FC236}">
                  <a16:creationId xmlns:a16="http://schemas.microsoft.com/office/drawing/2014/main" id="{5B814DA9-2A73-4363-B57B-2840C1C67877}"/>
                </a:ext>
              </a:extLst>
            </p:cNvPr>
            <p:cNvSpPr/>
            <p:nvPr/>
          </p:nvSpPr>
          <p:spPr>
            <a:xfrm>
              <a:off x="5168200" y="3316125"/>
              <a:ext cx="15025" cy="25450"/>
            </a:xfrm>
            <a:custGeom>
              <a:avLst/>
              <a:gdLst/>
              <a:ahLst/>
              <a:cxnLst/>
              <a:rect l="l" t="t" r="r" b="b"/>
              <a:pathLst>
                <a:path w="601" h="1018" extrusionOk="0">
                  <a:moveTo>
                    <a:pt x="11" y="0"/>
                  </a:moveTo>
                  <a:lnTo>
                    <a:pt x="0" y="10"/>
                  </a:lnTo>
                  <a:cubicBezTo>
                    <a:pt x="41" y="30"/>
                    <a:pt x="92" y="61"/>
                    <a:pt x="143" y="102"/>
                  </a:cubicBezTo>
                  <a:cubicBezTo>
                    <a:pt x="183" y="112"/>
                    <a:pt x="214" y="132"/>
                    <a:pt x="255" y="163"/>
                  </a:cubicBezTo>
                  <a:cubicBezTo>
                    <a:pt x="326" y="204"/>
                    <a:pt x="387" y="265"/>
                    <a:pt x="438" y="335"/>
                  </a:cubicBezTo>
                  <a:cubicBezTo>
                    <a:pt x="468" y="396"/>
                    <a:pt x="499" y="448"/>
                    <a:pt x="529" y="509"/>
                  </a:cubicBezTo>
                  <a:cubicBezTo>
                    <a:pt x="468" y="468"/>
                    <a:pt x="407" y="437"/>
                    <a:pt x="336" y="407"/>
                  </a:cubicBezTo>
                  <a:lnTo>
                    <a:pt x="336" y="407"/>
                  </a:lnTo>
                  <a:cubicBezTo>
                    <a:pt x="336" y="437"/>
                    <a:pt x="346" y="457"/>
                    <a:pt x="346" y="488"/>
                  </a:cubicBezTo>
                  <a:cubicBezTo>
                    <a:pt x="418" y="509"/>
                    <a:pt x="488" y="549"/>
                    <a:pt x="560" y="579"/>
                  </a:cubicBezTo>
                  <a:cubicBezTo>
                    <a:pt x="549" y="518"/>
                    <a:pt x="540" y="448"/>
                    <a:pt x="540" y="376"/>
                  </a:cubicBezTo>
                  <a:cubicBezTo>
                    <a:pt x="519" y="356"/>
                    <a:pt x="509" y="326"/>
                    <a:pt x="499" y="305"/>
                  </a:cubicBezTo>
                  <a:cubicBezTo>
                    <a:pt x="448" y="224"/>
                    <a:pt x="377" y="143"/>
                    <a:pt x="296" y="91"/>
                  </a:cubicBezTo>
                  <a:cubicBezTo>
                    <a:pt x="214" y="41"/>
                    <a:pt x="122" y="0"/>
                    <a:pt x="21" y="0"/>
                  </a:cubicBezTo>
                  <a:close/>
                  <a:moveTo>
                    <a:pt x="438" y="875"/>
                  </a:moveTo>
                  <a:cubicBezTo>
                    <a:pt x="438" y="895"/>
                    <a:pt x="448" y="915"/>
                    <a:pt x="458" y="945"/>
                  </a:cubicBezTo>
                  <a:cubicBezTo>
                    <a:pt x="499" y="956"/>
                    <a:pt x="540" y="976"/>
                    <a:pt x="560" y="997"/>
                  </a:cubicBezTo>
                  <a:lnTo>
                    <a:pt x="560" y="1006"/>
                  </a:lnTo>
                  <a:lnTo>
                    <a:pt x="570" y="1017"/>
                  </a:lnTo>
                  <a:lnTo>
                    <a:pt x="580" y="1017"/>
                  </a:lnTo>
                  <a:cubicBezTo>
                    <a:pt x="590" y="1006"/>
                    <a:pt x="601" y="997"/>
                    <a:pt x="590" y="986"/>
                  </a:cubicBezTo>
                  <a:cubicBezTo>
                    <a:pt x="580" y="945"/>
                    <a:pt x="549" y="925"/>
                    <a:pt x="519" y="905"/>
                  </a:cubicBezTo>
                  <a:cubicBezTo>
                    <a:pt x="488" y="895"/>
                    <a:pt x="468" y="884"/>
                    <a:pt x="438" y="875"/>
                  </a:cubicBezTo>
                  <a:close/>
                </a:path>
              </a:pathLst>
            </a:custGeom>
            <a:solidFill>
              <a:srgbClr val="42231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1492;p35">
              <a:extLst>
                <a:ext uri="{FF2B5EF4-FFF2-40B4-BE49-F238E27FC236}">
                  <a16:creationId xmlns:a16="http://schemas.microsoft.com/office/drawing/2014/main" id="{938984EE-717C-40FA-9547-9320360F61EE}"/>
                </a:ext>
              </a:extLst>
            </p:cNvPr>
            <p:cNvSpPr/>
            <p:nvPr/>
          </p:nvSpPr>
          <p:spPr>
            <a:xfrm>
              <a:off x="5177850" y="3206050"/>
              <a:ext cx="182025" cy="207450"/>
            </a:xfrm>
            <a:custGeom>
              <a:avLst/>
              <a:gdLst/>
              <a:ahLst/>
              <a:cxnLst/>
              <a:rect l="l" t="t" r="r" b="b"/>
              <a:pathLst>
                <a:path w="7281" h="8298" extrusionOk="0">
                  <a:moveTo>
                    <a:pt x="3641" y="0"/>
                  </a:moveTo>
                  <a:cubicBezTo>
                    <a:pt x="1394" y="0"/>
                    <a:pt x="215" y="1444"/>
                    <a:pt x="123" y="3539"/>
                  </a:cubicBezTo>
                  <a:cubicBezTo>
                    <a:pt x="1" y="6426"/>
                    <a:pt x="1048" y="8297"/>
                    <a:pt x="3641" y="8297"/>
                  </a:cubicBezTo>
                  <a:cubicBezTo>
                    <a:pt x="6223" y="8297"/>
                    <a:pt x="7281" y="6426"/>
                    <a:pt x="7149" y="3539"/>
                  </a:cubicBezTo>
                  <a:cubicBezTo>
                    <a:pt x="7068" y="1444"/>
                    <a:pt x="5878" y="0"/>
                    <a:pt x="3641" y="0"/>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1493;p35">
              <a:extLst>
                <a:ext uri="{FF2B5EF4-FFF2-40B4-BE49-F238E27FC236}">
                  <a16:creationId xmlns:a16="http://schemas.microsoft.com/office/drawing/2014/main" id="{185A13E1-4611-4459-88E0-863DBBE58E79}"/>
                </a:ext>
              </a:extLst>
            </p:cNvPr>
            <p:cNvSpPr/>
            <p:nvPr/>
          </p:nvSpPr>
          <p:spPr>
            <a:xfrm>
              <a:off x="5304450" y="3309750"/>
              <a:ext cx="16550" cy="22650"/>
            </a:xfrm>
            <a:custGeom>
              <a:avLst/>
              <a:gdLst/>
              <a:ahLst/>
              <a:cxnLst/>
              <a:rect l="l" t="t" r="r" b="b"/>
              <a:pathLst>
                <a:path w="662" h="906" extrusionOk="0">
                  <a:moveTo>
                    <a:pt x="326" y="1"/>
                  </a:moveTo>
                  <a:cubicBezTo>
                    <a:pt x="143" y="1"/>
                    <a:pt x="0" y="204"/>
                    <a:pt x="0" y="448"/>
                  </a:cubicBezTo>
                  <a:cubicBezTo>
                    <a:pt x="0" y="703"/>
                    <a:pt x="143" y="906"/>
                    <a:pt x="326" y="906"/>
                  </a:cubicBezTo>
                  <a:cubicBezTo>
                    <a:pt x="509" y="906"/>
                    <a:pt x="662" y="703"/>
                    <a:pt x="662" y="448"/>
                  </a:cubicBezTo>
                  <a:cubicBezTo>
                    <a:pt x="662" y="204"/>
                    <a:pt x="509" y="1"/>
                    <a:pt x="326" y="1"/>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1494;p35">
              <a:extLst>
                <a:ext uri="{FF2B5EF4-FFF2-40B4-BE49-F238E27FC236}">
                  <a16:creationId xmlns:a16="http://schemas.microsoft.com/office/drawing/2014/main" id="{8DE3A4CC-54F5-4F6A-91AB-0C01F9607A26}"/>
                </a:ext>
              </a:extLst>
            </p:cNvPr>
            <p:cNvSpPr/>
            <p:nvPr/>
          </p:nvSpPr>
          <p:spPr>
            <a:xfrm>
              <a:off x="5297325" y="3307975"/>
              <a:ext cx="30525" cy="11400"/>
            </a:xfrm>
            <a:custGeom>
              <a:avLst/>
              <a:gdLst/>
              <a:ahLst/>
              <a:cxnLst/>
              <a:rect l="l" t="t" r="r" b="b"/>
              <a:pathLst>
                <a:path w="1221" h="456" extrusionOk="0">
                  <a:moveTo>
                    <a:pt x="611" y="1"/>
                  </a:moveTo>
                  <a:cubicBezTo>
                    <a:pt x="479" y="1"/>
                    <a:pt x="346" y="42"/>
                    <a:pt x="235" y="123"/>
                  </a:cubicBezTo>
                  <a:cubicBezTo>
                    <a:pt x="133" y="194"/>
                    <a:pt x="52" y="306"/>
                    <a:pt x="11" y="428"/>
                  </a:cubicBezTo>
                  <a:cubicBezTo>
                    <a:pt x="1" y="438"/>
                    <a:pt x="11" y="448"/>
                    <a:pt x="21" y="448"/>
                  </a:cubicBezTo>
                  <a:cubicBezTo>
                    <a:pt x="26" y="453"/>
                    <a:pt x="31" y="456"/>
                    <a:pt x="36" y="456"/>
                  </a:cubicBezTo>
                  <a:cubicBezTo>
                    <a:pt x="41" y="456"/>
                    <a:pt x="46" y="453"/>
                    <a:pt x="52" y="448"/>
                  </a:cubicBezTo>
                  <a:cubicBezTo>
                    <a:pt x="123" y="356"/>
                    <a:pt x="204" y="275"/>
                    <a:pt x="306" y="225"/>
                  </a:cubicBezTo>
                  <a:cubicBezTo>
                    <a:pt x="397" y="173"/>
                    <a:pt x="509" y="143"/>
                    <a:pt x="611" y="143"/>
                  </a:cubicBezTo>
                  <a:cubicBezTo>
                    <a:pt x="723" y="143"/>
                    <a:pt x="824" y="173"/>
                    <a:pt x="926" y="225"/>
                  </a:cubicBezTo>
                  <a:cubicBezTo>
                    <a:pt x="1017" y="275"/>
                    <a:pt x="1109" y="356"/>
                    <a:pt x="1180" y="448"/>
                  </a:cubicBezTo>
                  <a:cubicBezTo>
                    <a:pt x="1180" y="448"/>
                    <a:pt x="1189" y="453"/>
                    <a:pt x="1198" y="453"/>
                  </a:cubicBezTo>
                  <a:cubicBezTo>
                    <a:pt x="1203" y="453"/>
                    <a:pt x="1207" y="452"/>
                    <a:pt x="1211" y="448"/>
                  </a:cubicBezTo>
                  <a:cubicBezTo>
                    <a:pt x="1221" y="448"/>
                    <a:pt x="1221" y="438"/>
                    <a:pt x="1221" y="417"/>
                  </a:cubicBezTo>
                  <a:cubicBezTo>
                    <a:pt x="1180" y="306"/>
                    <a:pt x="1099" y="194"/>
                    <a:pt x="987" y="123"/>
                  </a:cubicBezTo>
                  <a:cubicBezTo>
                    <a:pt x="885" y="42"/>
                    <a:pt x="743" y="1"/>
                    <a:pt x="611" y="1"/>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1495;p35">
              <a:extLst>
                <a:ext uri="{FF2B5EF4-FFF2-40B4-BE49-F238E27FC236}">
                  <a16:creationId xmlns:a16="http://schemas.microsoft.com/office/drawing/2014/main" id="{0519579A-9B53-4F71-8992-8419987A8F2C}"/>
                </a:ext>
              </a:extLst>
            </p:cNvPr>
            <p:cNvSpPr/>
            <p:nvPr/>
          </p:nvSpPr>
          <p:spPr>
            <a:xfrm>
              <a:off x="5324525" y="3311675"/>
              <a:ext cx="9175" cy="4975"/>
            </a:xfrm>
            <a:custGeom>
              <a:avLst/>
              <a:gdLst/>
              <a:ahLst/>
              <a:cxnLst/>
              <a:rect l="l" t="t" r="r" b="b"/>
              <a:pathLst>
                <a:path w="367" h="199" extrusionOk="0">
                  <a:moveTo>
                    <a:pt x="336" y="0"/>
                  </a:moveTo>
                  <a:cubicBezTo>
                    <a:pt x="329" y="0"/>
                    <a:pt x="321" y="5"/>
                    <a:pt x="316" y="16"/>
                  </a:cubicBezTo>
                  <a:cubicBezTo>
                    <a:pt x="214" y="117"/>
                    <a:pt x="31" y="138"/>
                    <a:pt x="31" y="138"/>
                  </a:cubicBezTo>
                  <a:cubicBezTo>
                    <a:pt x="11" y="147"/>
                    <a:pt x="1" y="158"/>
                    <a:pt x="11" y="178"/>
                  </a:cubicBezTo>
                  <a:cubicBezTo>
                    <a:pt x="11" y="188"/>
                    <a:pt x="21" y="199"/>
                    <a:pt x="31" y="199"/>
                  </a:cubicBezTo>
                  <a:lnTo>
                    <a:pt x="42" y="199"/>
                  </a:lnTo>
                  <a:cubicBezTo>
                    <a:pt x="42" y="199"/>
                    <a:pt x="234" y="178"/>
                    <a:pt x="356" y="56"/>
                  </a:cubicBezTo>
                  <a:cubicBezTo>
                    <a:pt x="367" y="36"/>
                    <a:pt x="367" y="25"/>
                    <a:pt x="356" y="16"/>
                  </a:cubicBezTo>
                  <a:cubicBezTo>
                    <a:pt x="351" y="5"/>
                    <a:pt x="344" y="0"/>
                    <a:pt x="336" y="0"/>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1496;p35">
              <a:extLst>
                <a:ext uri="{FF2B5EF4-FFF2-40B4-BE49-F238E27FC236}">
                  <a16:creationId xmlns:a16="http://schemas.microsoft.com/office/drawing/2014/main" id="{DBAF738D-31A1-431B-ABE5-75C1FBDCFE88}"/>
                </a:ext>
              </a:extLst>
            </p:cNvPr>
            <p:cNvSpPr/>
            <p:nvPr/>
          </p:nvSpPr>
          <p:spPr>
            <a:xfrm>
              <a:off x="5216500" y="3309750"/>
              <a:ext cx="16800" cy="22650"/>
            </a:xfrm>
            <a:custGeom>
              <a:avLst/>
              <a:gdLst/>
              <a:ahLst/>
              <a:cxnLst/>
              <a:rect l="l" t="t" r="r" b="b"/>
              <a:pathLst>
                <a:path w="672" h="906" extrusionOk="0">
                  <a:moveTo>
                    <a:pt x="336" y="1"/>
                  </a:moveTo>
                  <a:cubicBezTo>
                    <a:pt x="153" y="1"/>
                    <a:pt x="0" y="204"/>
                    <a:pt x="0" y="448"/>
                  </a:cubicBezTo>
                  <a:cubicBezTo>
                    <a:pt x="0" y="703"/>
                    <a:pt x="153" y="906"/>
                    <a:pt x="336" y="906"/>
                  </a:cubicBezTo>
                  <a:cubicBezTo>
                    <a:pt x="519" y="906"/>
                    <a:pt x="671" y="703"/>
                    <a:pt x="671" y="448"/>
                  </a:cubicBezTo>
                  <a:cubicBezTo>
                    <a:pt x="671" y="204"/>
                    <a:pt x="519" y="1"/>
                    <a:pt x="336" y="1"/>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1497;p35">
              <a:extLst>
                <a:ext uri="{FF2B5EF4-FFF2-40B4-BE49-F238E27FC236}">
                  <a16:creationId xmlns:a16="http://schemas.microsoft.com/office/drawing/2014/main" id="{6C0F23FB-2E3D-46EC-8A0E-B97C4BB83055}"/>
                </a:ext>
              </a:extLst>
            </p:cNvPr>
            <p:cNvSpPr/>
            <p:nvPr/>
          </p:nvSpPr>
          <p:spPr>
            <a:xfrm>
              <a:off x="5209650" y="3307975"/>
              <a:ext cx="30525" cy="11475"/>
            </a:xfrm>
            <a:custGeom>
              <a:avLst/>
              <a:gdLst/>
              <a:ahLst/>
              <a:cxnLst/>
              <a:rect l="l" t="t" r="r" b="b"/>
              <a:pathLst>
                <a:path w="1221" h="459" extrusionOk="0">
                  <a:moveTo>
                    <a:pt x="610" y="1"/>
                  </a:moveTo>
                  <a:cubicBezTo>
                    <a:pt x="478" y="1"/>
                    <a:pt x="346" y="42"/>
                    <a:pt x="234" y="123"/>
                  </a:cubicBezTo>
                  <a:cubicBezTo>
                    <a:pt x="122" y="194"/>
                    <a:pt x="41" y="306"/>
                    <a:pt x="0" y="417"/>
                  </a:cubicBezTo>
                  <a:cubicBezTo>
                    <a:pt x="0" y="428"/>
                    <a:pt x="0" y="438"/>
                    <a:pt x="10" y="448"/>
                  </a:cubicBezTo>
                  <a:cubicBezTo>
                    <a:pt x="15" y="453"/>
                    <a:pt x="23" y="456"/>
                    <a:pt x="29" y="456"/>
                  </a:cubicBezTo>
                  <a:cubicBezTo>
                    <a:pt x="36" y="456"/>
                    <a:pt x="41" y="453"/>
                    <a:pt x="41" y="448"/>
                  </a:cubicBezTo>
                  <a:cubicBezTo>
                    <a:pt x="122" y="356"/>
                    <a:pt x="203" y="275"/>
                    <a:pt x="305" y="225"/>
                  </a:cubicBezTo>
                  <a:cubicBezTo>
                    <a:pt x="396" y="173"/>
                    <a:pt x="498" y="143"/>
                    <a:pt x="610" y="143"/>
                  </a:cubicBezTo>
                  <a:cubicBezTo>
                    <a:pt x="722" y="143"/>
                    <a:pt x="823" y="173"/>
                    <a:pt x="915" y="225"/>
                  </a:cubicBezTo>
                  <a:cubicBezTo>
                    <a:pt x="1017" y="275"/>
                    <a:pt x="1098" y="356"/>
                    <a:pt x="1169" y="448"/>
                  </a:cubicBezTo>
                  <a:cubicBezTo>
                    <a:pt x="1180" y="458"/>
                    <a:pt x="1189" y="458"/>
                    <a:pt x="1200" y="458"/>
                  </a:cubicBezTo>
                  <a:cubicBezTo>
                    <a:pt x="1210" y="448"/>
                    <a:pt x="1220" y="438"/>
                    <a:pt x="1220" y="428"/>
                  </a:cubicBezTo>
                  <a:cubicBezTo>
                    <a:pt x="1180" y="306"/>
                    <a:pt x="1098" y="194"/>
                    <a:pt x="986" y="123"/>
                  </a:cubicBezTo>
                  <a:cubicBezTo>
                    <a:pt x="875" y="42"/>
                    <a:pt x="742" y="1"/>
                    <a:pt x="610" y="1"/>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1498;p35">
              <a:extLst>
                <a:ext uri="{FF2B5EF4-FFF2-40B4-BE49-F238E27FC236}">
                  <a16:creationId xmlns:a16="http://schemas.microsoft.com/office/drawing/2014/main" id="{EAD13744-FB38-480B-9E25-E7BCC9CBD8B2}"/>
                </a:ext>
              </a:extLst>
            </p:cNvPr>
            <p:cNvSpPr/>
            <p:nvPr/>
          </p:nvSpPr>
          <p:spPr>
            <a:xfrm>
              <a:off x="5206075" y="3288900"/>
              <a:ext cx="37650" cy="10325"/>
            </a:xfrm>
            <a:custGeom>
              <a:avLst/>
              <a:gdLst/>
              <a:ahLst/>
              <a:cxnLst/>
              <a:rect l="l" t="t" r="r" b="b"/>
              <a:pathLst>
                <a:path w="1506" h="413" extrusionOk="0">
                  <a:moveTo>
                    <a:pt x="753" y="1"/>
                  </a:moveTo>
                  <a:cubicBezTo>
                    <a:pt x="611" y="1"/>
                    <a:pt x="468" y="21"/>
                    <a:pt x="336" y="82"/>
                  </a:cubicBezTo>
                  <a:cubicBezTo>
                    <a:pt x="204" y="143"/>
                    <a:pt x="82" y="235"/>
                    <a:pt x="11" y="367"/>
                  </a:cubicBezTo>
                  <a:cubicBezTo>
                    <a:pt x="1" y="378"/>
                    <a:pt x="1" y="387"/>
                    <a:pt x="11" y="398"/>
                  </a:cubicBezTo>
                  <a:cubicBezTo>
                    <a:pt x="18" y="405"/>
                    <a:pt x="30" y="412"/>
                    <a:pt x="40" y="412"/>
                  </a:cubicBezTo>
                  <a:cubicBezTo>
                    <a:pt x="44" y="412"/>
                    <a:pt x="48" y="411"/>
                    <a:pt x="51" y="408"/>
                  </a:cubicBezTo>
                  <a:cubicBezTo>
                    <a:pt x="163" y="337"/>
                    <a:pt x="275" y="296"/>
                    <a:pt x="397" y="265"/>
                  </a:cubicBezTo>
                  <a:cubicBezTo>
                    <a:pt x="509" y="245"/>
                    <a:pt x="631" y="235"/>
                    <a:pt x="753" y="235"/>
                  </a:cubicBezTo>
                  <a:cubicBezTo>
                    <a:pt x="875" y="235"/>
                    <a:pt x="997" y="245"/>
                    <a:pt x="1109" y="265"/>
                  </a:cubicBezTo>
                  <a:cubicBezTo>
                    <a:pt x="1231" y="296"/>
                    <a:pt x="1343" y="337"/>
                    <a:pt x="1454" y="408"/>
                  </a:cubicBezTo>
                  <a:lnTo>
                    <a:pt x="1485" y="408"/>
                  </a:lnTo>
                  <a:cubicBezTo>
                    <a:pt x="1495" y="398"/>
                    <a:pt x="1506" y="378"/>
                    <a:pt x="1495" y="367"/>
                  </a:cubicBezTo>
                  <a:cubicBezTo>
                    <a:pt x="1424" y="235"/>
                    <a:pt x="1302" y="143"/>
                    <a:pt x="1170" y="82"/>
                  </a:cubicBezTo>
                  <a:cubicBezTo>
                    <a:pt x="1038" y="21"/>
                    <a:pt x="895" y="1"/>
                    <a:pt x="753" y="1"/>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1499;p35">
              <a:extLst>
                <a:ext uri="{FF2B5EF4-FFF2-40B4-BE49-F238E27FC236}">
                  <a16:creationId xmlns:a16="http://schemas.microsoft.com/office/drawing/2014/main" id="{7CC61FC9-F251-4934-A960-A665471D4D3C}"/>
                </a:ext>
              </a:extLst>
            </p:cNvPr>
            <p:cNvSpPr/>
            <p:nvPr/>
          </p:nvSpPr>
          <p:spPr>
            <a:xfrm>
              <a:off x="5294025" y="3288900"/>
              <a:ext cx="37375" cy="10325"/>
            </a:xfrm>
            <a:custGeom>
              <a:avLst/>
              <a:gdLst/>
              <a:ahLst/>
              <a:cxnLst/>
              <a:rect l="l" t="t" r="r" b="b"/>
              <a:pathLst>
                <a:path w="1495" h="413" extrusionOk="0">
                  <a:moveTo>
                    <a:pt x="743" y="1"/>
                  </a:moveTo>
                  <a:cubicBezTo>
                    <a:pt x="600" y="1"/>
                    <a:pt x="458" y="21"/>
                    <a:pt x="326" y="82"/>
                  </a:cubicBezTo>
                  <a:cubicBezTo>
                    <a:pt x="194" y="143"/>
                    <a:pt x="72" y="235"/>
                    <a:pt x="1" y="367"/>
                  </a:cubicBezTo>
                  <a:lnTo>
                    <a:pt x="1" y="398"/>
                  </a:lnTo>
                  <a:cubicBezTo>
                    <a:pt x="8" y="405"/>
                    <a:pt x="20" y="412"/>
                    <a:pt x="33" y="412"/>
                  </a:cubicBezTo>
                  <a:cubicBezTo>
                    <a:pt x="39" y="412"/>
                    <a:pt x="45" y="411"/>
                    <a:pt x="51" y="408"/>
                  </a:cubicBezTo>
                  <a:cubicBezTo>
                    <a:pt x="163" y="337"/>
                    <a:pt x="275" y="296"/>
                    <a:pt x="387" y="265"/>
                  </a:cubicBezTo>
                  <a:cubicBezTo>
                    <a:pt x="509" y="245"/>
                    <a:pt x="631" y="235"/>
                    <a:pt x="743" y="235"/>
                  </a:cubicBezTo>
                  <a:cubicBezTo>
                    <a:pt x="865" y="235"/>
                    <a:pt x="987" y="245"/>
                    <a:pt x="1099" y="265"/>
                  </a:cubicBezTo>
                  <a:cubicBezTo>
                    <a:pt x="1221" y="296"/>
                    <a:pt x="1332" y="337"/>
                    <a:pt x="1445" y="408"/>
                  </a:cubicBezTo>
                  <a:lnTo>
                    <a:pt x="1475" y="408"/>
                  </a:lnTo>
                  <a:cubicBezTo>
                    <a:pt x="1495" y="398"/>
                    <a:pt x="1495" y="378"/>
                    <a:pt x="1485" y="367"/>
                  </a:cubicBezTo>
                  <a:cubicBezTo>
                    <a:pt x="1424" y="235"/>
                    <a:pt x="1302" y="143"/>
                    <a:pt x="1170" y="82"/>
                  </a:cubicBezTo>
                  <a:cubicBezTo>
                    <a:pt x="1038" y="21"/>
                    <a:pt x="895" y="1"/>
                    <a:pt x="743" y="1"/>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1500;p35">
              <a:extLst>
                <a:ext uri="{FF2B5EF4-FFF2-40B4-BE49-F238E27FC236}">
                  <a16:creationId xmlns:a16="http://schemas.microsoft.com/office/drawing/2014/main" id="{35585B6A-6590-43E3-A552-1C8CF5F4DDA3}"/>
                </a:ext>
              </a:extLst>
            </p:cNvPr>
            <p:cNvSpPr/>
            <p:nvPr/>
          </p:nvSpPr>
          <p:spPr>
            <a:xfrm>
              <a:off x="5203775" y="3311675"/>
              <a:ext cx="9175" cy="4975"/>
            </a:xfrm>
            <a:custGeom>
              <a:avLst/>
              <a:gdLst/>
              <a:ahLst/>
              <a:cxnLst/>
              <a:rect l="l" t="t" r="r" b="b"/>
              <a:pathLst>
                <a:path w="367" h="199" extrusionOk="0">
                  <a:moveTo>
                    <a:pt x="37" y="0"/>
                  </a:moveTo>
                  <a:cubicBezTo>
                    <a:pt x="29" y="0"/>
                    <a:pt x="22" y="5"/>
                    <a:pt x="11" y="16"/>
                  </a:cubicBezTo>
                  <a:cubicBezTo>
                    <a:pt x="1" y="25"/>
                    <a:pt x="1" y="36"/>
                    <a:pt x="11" y="56"/>
                  </a:cubicBezTo>
                  <a:cubicBezTo>
                    <a:pt x="133" y="178"/>
                    <a:pt x="326" y="199"/>
                    <a:pt x="337" y="199"/>
                  </a:cubicBezTo>
                  <a:cubicBezTo>
                    <a:pt x="347" y="199"/>
                    <a:pt x="367" y="188"/>
                    <a:pt x="367" y="178"/>
                  </a:cubicBezTo>
                  <a:cubicBezTo>
                    <a:pt x="367" y="158"/>
                    <a:pt x="357" y="147"/>
                    <a:pt x="337" y="138"/>
                  </a:cubicBezTo>
                  <a:cubicBezTo>
                    <a:pt x="337" y="138"/>
                    <a:pt x="164" y="117"/>
                    <a:pt x="62" y="16"/>
                  </a:cubicBezTo>
                  <a:cubicBezTo>
                    <a:pt x="52" y="5"/>
                    <a:pt x="44" y="0"/>
                    <a:pt x="37" y="0"/>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1501;p35">
              <a:extLst>
                <a:ext uri="{FF2B5EF4-FFF2-40B4-BE49-F238E27FC236}">
                  <a16:creationId xmlns:a16="http://schemas.microsoft.com/office/drawing/2014/main" id="{9533AA0A-A9E2-4269-AD50-4583FDAA0263}"/>
                </a:ext>
              </a:extLst>
            </p:cNvPr>
            <p:cNvSpPr/>
            <p:nvPr/>
          </p:nvSpPr>
          <p:spPr>
            <a:xfrm>
              <a:off x="5315625" y="3332375"/>
              <a:ext cx="27475" cy="27225"/>
            </a:xfrm>
            <a:custGeom>
              <a:avLst/>
              <a:gdLst/>
              <a:ahLst/>
              <a:cxnLst/>
              <a:rect l="l" t="t" r="r" b="b"/>
              <a:pathLst>
                <a:path w="1099" h="1089" extrusionOk="0">
                  <a:moveTo>
                    <a:pt x="550" y="1"/>
                  </a:moveTo>
                  <a:cubicBezTo>
                    <a:pt x="255" y="1"/>
                    <a:pt x="1" y="245"/>
                    <a:pt x="1" y="550"/>
                  </a:cubicBezTo>
                  <a:cubicBezTo>
                    <a:pt x="1" y="844"/>
                    <a:pt x="255" y="1089"/>
                    <a:pt x="550" y="1089"/>
                  </a:cubicBezTo>
                  <a:cubicBezTo>
                    <a:pt x="855" y="1089"/>
                    <a:pt x="1099" y="844"/>
                    <a:pt x="1099" y="550"/>
                  </a:cubicBezTo>
                  <a:cubicBezTo>
                    <a:pt x="1099" y="245"/>
                    <a:pt x="855" y="1"/>
                    <a:pt x="550" y="1"/>
                  </a:cubicBezTo>
                  <a:close/>
                </a:path>
              </a:pathLst>
            </a:custGeom>
            <a:solidFill>
              <a:srgbClr val="783C3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1502;p35">
              <a:extLst>
                <a:ext uri="{FF2B5EF4-FFF2-40B4-BE49-F238E27FC236}">
                  <a16:creationId xmlns:a16="http://schemas.microsoft.com/office/drawing/2014/main" id="{EC4819FF-877C-4319-B98E-D500A4493724}"/>
                </a:ext>
              </a:extLst>
            </p:cNvPr>
            <p:cNvSpPr/>
            <p:nvPr/>
          </p:nvSpPr>
          <p:spPr>
            <a:xfrm>
              <a:off x="5194400" y="3332375"/>
              <a:ext cx="27475" cy="27225"/>
            </a:xfrm>
            <a:custGeom>
              <a:avLst/>
              <a:gdLst/>
              <a:ahLst/>
              <a:cxnLst/>
              <a:rect l="l" t="t" r="r" b="b"/>
              <a:pathLst>
                <a:path w="1099" h="1089" extrusionOk="0">
                  <a:moveTo>
                    <a:pt x="549" y="1"/>
                  </a:moveTo>
                  <a:cubicBezTo>
                    <a:pt x="244" y="1"/>
                    <a:pt x="0" y="245"/>
                    <a:pt x="0" y="550"/>
                  </a:cubicBezTo>
                  <a:cubicBezTo>
                    <a:pt x="0" y="844"/>
                    <a:pt x="244" y="1089"/>
                    <a:pt x="549" y="1089"/>
                  </a:cubicBezTo>
                  <a:cubicBezTo>
                    <a:pt x="854" y="1089"/>
                    <a:pt x="1098" y="844"/>
                    <a:pt x="1098" y="550"/>
                  </a:cubicBezTo>
                  <a:cubicBezTo>
                    <a:pt x="1098" y="245"/>
                    <a:pt x="854" y="1"/>
                    <a:pt x="549" y="1"/>
                  </a:cubicBezTo>
                  <a:close/>
                </a:path>
              </a:pathLst>
            </a:custGeom>
            <a:solidFill>
              <a:srgbClr val="783C3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1503;p35">
              <a:extLst>
                <a:ext uri="{FF2B5EF4-FFF2-40B4-BE49-F238E27FC236}">
                  <a16:creationId xmlns:a16="http://schemas.microsoft.com/office/drawing/2014/main" id="{A009789E-ACCF-4CBE-9E69-3CDD9E7EAB7C}"/>
                </a:ext>
              </a:extLst>
            </p:cNvPr>
            <p:cNvSpPr/>
            <p:nvPr/>
          </p:nvSpPr>
          <p:spPr>
            <a:xfrm>
              <a:off x="5248525" y="3373050"/>
              <a:ext cx="40450" cy="4850"/>
            </a:xfrm>
            <a:custGeom>
              <a:avLst/>
              <a:gdLst/>
              <a:ahLst/>
              <a:cxnLst/>
              <a:rect l="l" t="t" r="r" b="b"/>
              <a:pathLst>
                <a:path w="1618" h="194" extrusionOk="0">
                  <a:moveTo>
                    <a:pt x="31" y="1"/>
                  </a:moveTo>
                  <a:cubicBezTo>
                    <a:pt x="21" y="1"/>
                    <a:pt x="11" y="1"/>
                    <a:pt x="11" y="11"/>
                  </a:cubicBezTo>
                  <a:cubicBezTo>
                    <a:pt x="0" y="21"/>
                    <a:pt x="11" y="31"/>
                    <a:pt x="21" y="41"/>
                  </a:cubicBezTo>
                  <a:cubicBezTo>
                    <a:pt x="143" y="102"/>
                    <a:pt x="275" y="133"/>
                    <a:pt x="407" y="153"/>
                  </a:cubicBezTo>
                  <a:cubicBezTo>
                    <a:pt x="540" y="184"/>
                    <a:pt x="671" y="184"/>
                    <a:pt x="814" y="194"/>
                  </a:cubicBezTo>
                  <a:cubicBezTo>
                    <a:pt x="946" y="184"/>
                    <a:pt x="1078" y="184"/>
                    <a:pt x="1211" y="153"/>
                  </a:cubicBezTo>
                  <a:cubicBezTo>
                    <a:pt x="1342" y="133"/>
                    <a:pt x="1475" y="102"/>
                    <a:pt x="1607" y="41"/>
                  </a:cubicBezTo>
                  <a:cubicBezTo>
                    <a:pt x="1607" y="31"/>
                    <a:pt x="1617" y="21"/>
                    <a:pt x="1617" y="11"/>
                  </a:cubicBezTo>
                  <a:cubicBezTo>
                    <a:pt x="1607" y="1"/>
                    <a:pt x="1597" y="1"/>
                    <a:pt x="1586" y="1"/>
                  </a:cubicBezTo>
                  <a:cubicBezTo>
                    <a:pt x="1464" y="41"/>
                    <a:pt x="1333" y="62"/>
                    <a:pt x="1200" y="82"/>
                  </a:cubicBezTo>
                  <a:cubicBezTo>
                    <a:pt x="1068" y="92"/>
                    <a:pt x="946" y="102"/>
                    <a:pt x="814" y="102"/>
                  </a:cubicBezTo>
                  <a:cubicBezTo>
                    <a:pt x="682" y="102"/>
                    <a:pt x="549" y="92"/>
                    <a:pt x="418" y="82"/>
                  </a:cubicBezTo>
                  <a:cubicBezTo>
                    <a:pt x="285" y="62"/>
                    <a:pt x="163" y="41"/>
                    <a:pt x="31" y="1"/>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1504;p35">
              <a:extLst>
                <a:ext uri="{FF2B5EF4-FFF2-40B4-BE49-F238E27FC236}">
                  <a16:creationId xmlns:a16="http://schemas.microsoft.com/office/drawing/2014/main" id="{24B05795-6CF6-41FE-A816-ED5C3CD50B39}"/>
                </a:ext>
              </a:extLst>
            </p:cNvPr>
            <p:cNvSpPr/>
            <p:nvPr/>
          </p:nvSpPr>
          <p:spPr>
            <a:xfrm>
              <a:off x="5268100" y="3318150"/>
              <a:ext cx="10950" cy="40425"/>
            </a:xfrm>
            <a:custGeom>
              <a:avLst/>
              <a:gdLst/>
              <a:ahLst/>
              <a:cxnLst/>
              <a:rect l="l" t="t" r="r" b="b"/>
              <a:pathLst>
                <a:path w="438" h="1617" extrusionOk="0">
                  <a:moveTo>
                    <a:pt x="31" y="1"/>
                  </a:moveTo>
                  <a:cubicBezTo>
                    <a:pt x="10" y="1"/>
                    <a:pt x="1" y="10"/>
                    <a:pt x="1" y="31"/>
                  </a:cubicBezTo>
                  <a:cubicBezTo>
                    <a:pt x="1" y="184"/>
                    <a:pt x="31" y="336"/>
                    <a:pt x="71" y="478"/>
                  </a:cubicBezTo>
                  <a:cubicBezTo>
                    <a:pt x="112" y="631"/>
                    <a:pt x="163" y="773"/>
                    <a:pt x="234" y="905"/>
                  </a:cubicBezTo>
                  <a:cubicBezTo>
                    <a:pt x="254" y="936"/>
                    <a:pt x="275" y="977"/>
                    <a:pt x="295" y="1007"/>
                  </a:cubicBezTo>
                  <a:cubicBezTo>
                    <a:pt x="315" y="1038"/>
                    <a:pt x="326" y="1068"/>
                    <a:pt x="336" y="1099"/>
                  </a:cubicBezTo>
                  <a:cubicBezTo>
                    <a:pt x="346" y="1160"/>
                    <a:pt x="346" y="1230"/>
                    <a:pt x="315" y="1282"/>
                  </a:cubicBezTo>
                  <a:cubicBezTo>
                    <a:pt x="254" y="1413"/>
                    <a:pt x="153" y="1515"/>
                    <a:pt x="21" y="1566"/>
                  </a:cubicBezTo>
                  <a:cubicBezTo>
                    <a:pt x="10" y="1576"/>
                    <a:pt x="1" y="1587"/>
                    <a:pt x="1" y="1597"/>
                  </a:cubicBezTo>
                  <a:cubicBezTo>
                    <a:pt x="10" y="1617"/>
                    <a:pt x="21" y="1617"/>
                    <a:pt x="31" y="1617"/>
                  </a:cubicBezTo>
                  <a:cubicBezTo>
                    <a:pt x="184" y="1576"/>
                    <a:pt x="326" y="1465"/>
                    <a:pt x="397" y="1322"/>
                  </a:cubicBezTo>
                  <a:cubicBezTo>
                    <a:pt x="437" y="1251"/>
                    <a:pt x="437" y="1160"/>
                    <a:pt x="417" y="1078"/>
                  </a:cubicBezTo>
                  <a:cubicBezTo>
                    <a:pt x="407" y="1038"/>
                    <a:pt x="387" y="997"/>
                    <a:pt x="367" y="966"/>
                  </a:cubicBezTo>
                  <a:cubicBezTo>
                    <a:pt x="346" y="925"/>
                    <a:pt x="326" y="895"/>
                    <a:pt x="315" y="864"/>
                  </a:cubicBezTo>
                  <a:cubicBezTo>
                    <a:pt x="245" y="733"/>
                    <a:pt x="184" y="600"/>
                    <a:pt x="143" y="458"/>
                  </a:cubicBezTo>
                  <a:cubicBezTo>
                    <a:pt x="102" y="315"/>
                    <a:pt x="62" y="173"/>
                    <a:pt x="51" y="31"/>
                  </a:cubicBezTo>
                  <a:cubicBezTo>
                    <a:pt x="51" y="10"/>
                    <a:pt x="41" y="1"/>
                    <a:pt x="31" y="1"/>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1505;p35">
              <a:extLst>
                <a:ext uri="{FF2B5EF4-FFF2-40B4-BE49-F238E27FC236}">
                  <a16:creationId xmlns:a16="http://schemas.microsoft.com/office/drawing/2014/main" id="{35F19A3E-EEAA-4788-A0D5-C766A324601F}"/>
                </a:ext>
              </a:extLst>
            </p:cNvPr>
            <p:cNvSpPr/>
            <p:nvPr/>
          </p:nvSpPr>
          <p:spPr>
            <a:xfrm>
              <a:off x="5166175" y="3189675"/>
              <a:ext cx="205150" cy="132050"/>
            </a:xfrm>
            <a:custGeom>
              <a:avLst/>
              <a:gdLst/>
              <a:ahLst/>
              <a:cxnLst/>
              <a:rect l="l" t="t" r="r" b="b"/>
              <a:pathLst>
                <a:path w="8206" h="5282" extrusionOk="0">
                  <a:moveTo>
                    <a:pt x="3169" y="0"/>
                  </a:moveTo>
                  <a:cubicBezTo>
                    <a:pt x="2767" y="0"/>
                    <a:pt x="2284" y="106"/>
                    <a:pt x="1668" y="472"/>
                  </a:cubicBezTo>
                  <a:cubicBezTo>
                    <a:pt x="447" y="1195"/>
                    <a:pt x="366" y="2363"/>
                    <a:pt x="366" y="2363"/>
                  </a:cubicBezTo>
                  <a:cubicBezTo>
                    <a:pt x="51" y="2862"/>
                    <a:pt x="224" y="3279"/>
                    <a:pt x="214" y="3543"/>
                  </a:cubicBezTo>
                  <a:cubicBezTo>
                    <a:pt x="203" y="3807"/>
                    <a:pt x="0" y="4051"/>
                    <a:pt x="72" y="4478"/>
                  </a:cubicBezTo>
                  <a:cubicBezTo>
                    <a:pt x="133" y="4896"/>
                    <a:pt x="600" y="5282"/>
                    <a:pt x="600" y="5282"/>
                  </a:cubicBezTo>
                  <a:cubicBezTo>
                    <a:pt x="600" y="5282"/>
                    <a:pt x="1048" y="4987"/>
                    <a:pt x="987" y="4631"/>
                  </a:cubicBezTo>
                  <a:cubicBezTo>
                    <a:pt x="915" y="4275"/>
                    <a:pt x="1057" y="3919"/>
                    <a:pt x="1332" y="3685"/>
                  </a:cubicBezTo>
                  <a:cubicBezTo>
                    <a:pt x="1607" y="3452"/>
                    <a:pt x="1464" y="2689"/>
                    <a:pt x="1586" y="2526"/>
                  </a:cubicBezTo>
                  <a:cubicBezTo>
                    <a:pt x="1698" y="2374"/>
                    <a:pt x="2074" y="2415"/>
                    <a:pt x="2135" y="2313"/>
                  </a:cubicBezTo>
                  <a:cubicBezTo>
                    <a:pt x="2191" y="2241"/>
                    <a:pt x="2320" y="2158"/>
                    <a:pt x="2538" y="2158"/>
                  </a:cubicBezTo>
                  <a:cubicBezTo>
                    <a:pt x="2600" y="2158"/>
                    <a:pt x="2669" y="2165"/>
                    <a:pt x="2745" y="2180"/>
                  </a:cubicBezTo>
                  <a:cubicBezTo>
                    <a:pt x="3081" y="2252"/>
                    <a:pt x="3915" y="2526"/>
                    <a:pt x="4108" y="2526"/>
                  </a:cubicBezTo>
                  <a:cubicBezTo>
                    <a:pt x="4291" y="2526"/>
                    <a:pt x="5124" y="2252"/>
                    <a:pt x="5470" y="2180"/>
                  </a:cubicBezTo>
                  <a:cubicBezTo>
                    <a:pt x="5545" y="2165"/>
                    <a:pt x="5612" y="2158"/>
                    <a:pt x="5672" y="2158"/>
                  </a:cubicBezTo>
                  <a:cubicBezTo>
                    <a:pt x="5886" y="2158"/>
                    <a:pt x="6015" y="2241"/>
                    <a:pt x="6070" y="2313"/>
                  </a:cubicBezTo>
                  <a:cubicBezTo>
                    <a:pt x="6141" y="2415"/>
                    <a:pt x="6507" y="2374"/>
                    <a:pt x="6629" y="2526"/>
                  </a:cubicBezTo>
                  <a:cubicBezTo>
                    <a:pt x="6742" y="2689"/>
                    <a:pt x="6609" y="3452"/>
                    <a:pt x="6873" y="3685"/>
                  </a:cubicBezTo>
                  <a:cubicBezTo>
                    <a:pt x="7148" y="3919"/>
                    <a:pt x="7291" y="4275"/>
                    <a:pt x="7230" y="4631"/>
                  </a:cubicBezTo>
                  <a:cubicBezTo>
                    <a:pt x="7158" y="4987"/>
                    <a:pt x="7605" y="5282"/>
                    <a:pt x="7605" y="5282"/>
                  </a:cubicBezTo>
                  <a:cubicBezTo>
                    <a:pt x="7605" y="5282"/>
                    <a:pt x="8073" y="4896"/>
                    <a:pt x="8145" y="4478"/>
                  </a:cubicBezTo>
                  <a:cubicBezTo>
                    <a:pt x="8206" y="4051"/>
                    <a:pt x="8012" y="3807"/>
                    <a:pt x="8002" y="3543"/>
                  </a:cubicBezTo>
                  <a:cubicBezTo>
                    <a:pt x="7992" y="3279"/>
                    <a:pt x="8154" y="2862"/>
                    <a:pt x="7840" y="2363"/>
                  </a:cubicBezTo>
                  <a:cubicBezTo>
                    <a:pt x="7840" y="2363"/>
                    <a:pt x="7758" y="1195"/>
                    <a:pt x="6538" y="472"/>
                  </a:cubicBezTo>
                  <a:cubicBezTo>
                    <a:pt x="5927" y="106"/>
                    <a:pt x="5444" y="0"/>
                    <a:pt x="5042" y="0"/>
                  </a:cubicBezTo>
                  <a:cubicBezTo>
                    <a:pt x="4675" y="0"/>
                    <a:pt x="4375" y="89"/>
                    <a:pt x="4108" y="147"/>
                  </a:cubicBezTo>
                  <a:cubicBezTo>
                    <a:pt x="3836" y="89"/>
                    <a:pt x="3536" y="0"/>
                    <a:pt x="3169" y="0"/>
                  </a:cubicBezTo>
                  <a:close/>
                </a:path>
              </a:pathLst>
            </a:custGeom>
            <a:solidFill>
              <a:srgbClr val="46231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1506;p35">
              <a:extLst>
                <a:ext uri="{FF2B5EF4-FFF2-40B4-BE49-F238E27FC236}">
                  <a16:creationId xmlns:a16="http://schemas.microsoft.com/office/drawing/2014/main" id="{D7EAF9C3-8105-44A0-97C3-566792DEC091}"/>
                </a:ext>
              </a:extLst>
            </p:cNvPr>
            <p:cNvSpPr/>
            <p:nvPr/>
          </p:nvSpPr>
          <p:spPr>
            <a:xfrm>
              <a:off x="5178375" y="3229700"/>
              <a:ext cx="16800" cy="61775"/>
            </a:xfrm>
            <a:custGeom>
              <a:avLst/>
              <a:gdLst/>
              <a:ahLst/>
              <a:cxnLst/>
              <a:rect l="l" t="t" r="r" b="b"/>
              <a:pathLst>
                <a:path w="672" h="2471" extrusionOk="0">
                  <a:moveTo>
                    <a:pt x="549" y="0"/>
                  </a:moveTo>
                  <a:lnTo>
                    <a:pt x="539" y="10"/>
                  </a:lnTo>
                  <a:cubicBezTo>
                    <a:pt x="529" y="10"/>
                    <a:pt x="529" y="21"/>
                    <a:pt x="529" y="30"/>
                  </a:cubicBezTo>
                  <a:cubicBezTo>
                    <a:pt x="569" y="163"/>
                    <a:pt x="610" y="285"/>
                    <a:pt x="621" y="427"/>
                  </a:cubicBezTo>
                  <a:cubicBezTo>
                    <a:pt x="630" y="529"/>
                    <a:pt x="621" y="671"/>
                    <a:pt x="539" y="803"/>
                  </a:cubicBezTo>
                  <a:cubicBezTo>
                    <a:pt x="499" y="844"/>
                    <a:pt x="458" y="895"/>
                    <a:pt x="417" y="936"/>
                  </a:cubicBezTo>
                  <a:cubicBezTo>
                    <a:pt x="366" y="986"/>
                    <a:pt x="305" y="1047"/>
                    <a:pt x="275" y="1119"/>
                  </a:cubicBezTo>
                  <a:cubicBezTo>
                    <a:pt x="203" y="1261"/>
                    <a:pt x="234" y="1424"/>
                    <a:pt x="264" y="1586"/>
                  </a:cubicBezTo>
                  <a:cubicBezTo>
                    <a:pt x="295" y="1729"/>
                    <a:pt x="325" y="1871"/>
                    <a:pt x="275" y="2003"/>
                  </a:cubicBezTo>
                  <a:cubicBezTo>
                    <a:pt x="244" y="2084"/>
                    <a:pt x="194" y="2156"/>
                    <a:pt x="133" y="2217"/>
                  </a:cubicBezTo>
                  <a:cubicBezTo>
                    <a:pt x="92" y="2278"/>
                    <a:pt x="41" y="2339"/>
                    <a:pt x="11" y="2400"/>
                  </a:cubicBezTo>
                  <a:cubicBezTo>
                    <a:pt x="0" y="2450"/>
                    <a:pt x="0" y="2471"/>
                    <a:pt x="0" y="2471"/>
                  </a:cubicBezTo>
                  <a:cubicBezTo>
                    <a:pt x="0" y="2471"/>
                    <a:pt x="51" y="2318"/>
                    <a:pt x="244" y="2156"/>
                  </a:cubicBezTo>
                  <a:cubicBezTo>
                    <a:pt x="275" y="2115"/>
                    <a:pt x="295" y="2064"/>
                    <a:pt x="316" y="2023"/>
                  </a:cubicBezTo>
                  <a:cubicBezTo>
                    <a:pt x="366" y="1881"/>
                    <a:pt x="336" y="1729"/>
                    <a:pt x="305" y="1576"/>
                  </a:cubicBezTo>
                  <a:cubicBezTo>
                    <a:pt x="275" y="1424"/>
                    <a:pt x="244" y="1271"/>
                    <a:pt x="305" y="1139"/>
                  </a:cubicBezTo>
                  <a:cubicBezTo>
                    <a:pt x="346" y="1067"/>
                    <a:pt x="397" y="1017"/>
                    <a:pt x="447" y="966"/>
                  </a:cubicBezTo>
                  <a:cubicBezTo>
                    <a:pt x="488" y="915"/>
                    <a:pt x="539" y="875"/>
                    <a:pt x="569" y="823"/>
                  </a:cubicBezTo>
                  <a:cubicBezTo>
                    <a:pt x="661" y="692"/>
                    <a:pt x="671" y="529"/>
                    <a:pt x="661" y="417"/>
                  </a:cubicBezTo>
                  <a:cubicBezTo>
                    <a:pt x="651" y="285"/>
                    <a:pt x="610" y="152"/>
                    <a:pt x="569" y="21"/>
                  </a:cubicBezTo>
                  <a:cubicBezTo>
                    <a:pt x="569" y="10"/>
                    <a:pt x="560" y="0"/>
                    <a:pt x="549" y="0"/>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1507;p35">
              <a:extLst>
                <a:ext uri="{FF2B5EF4-FFF2-40B4-BE49-F238E27FC236}">
                  <a16:creationId xmlns:a16="http://schemas.microsoft.com/office/drawing/2014/main" id="{34DB6A65-A68D-4371-8BD2-934A2D962893}"/>
                </a:ext>
              </a:extLst>
            </p:cNvPr>
            <p:cNvSpPr/>
            <p:nvPr/>
          </p:nvSpPr>
          <p:spPr>
            <a:xfrm>
              <a:off x="5199975" y="3200200"/>
              <a:ext cx="31275" cy="47050"/>
            </a:xfrm>
            <a:custGeom>
              <a:avLst/>
              <a:gdLst/>
              <a:ahLst/>
              <a:cxnLst/>
              <a:rect l="l" t="t" r="r" b="b"/>
              <a:pathLst>
                <a:path w="1251" h="1882" extrusionOk="0">
                  <a:moveTo>
                    <a:pt x="1231" y="1"/>
                  </a:moveTo>
                  <a:cubicBezTo>
                    <a:pt x="1139" y="1"/>
                    <a:pt x="1038" y="62"/>
                    <a:pt x="936" y="173"/>
                  </a:cubicBezTo>
                  <a:cubicBezTo>
                    <a:pt x="926" y="194"/>
                    <a:pt x="905" y="214"/>
                    <a:pt x="885" y="234"/>
                  </a:cubicBezTo>
                  <a:cubicBezTo>
                    <a:pt x="834" y="295"/>
                    <a:pt x="783" y="356"/>
                    <a:pt x="712" y="397"/>
                  </a:cubicBezTo>
                  <a:cubicBezTo>
                    <a:pt x="631" y="448"/>
                    <a:pt x="539" y="478"/>
                    <a:pt x="438" y="499"/>
                  </a:cubicBezTo>
                  <a:cubicBezTo>
                    <a:pt x="306" y="530"/>
                    <a:pt x="163" y="560"/>
                    <a:pt x="71" y="682"/>
                  </a:cubicBezTo>
                  <a:cubicBezTo>
                    <a:pt x="1" y="783"/>
                    <a:pt x="1" y="936"/>
                    <a:pt x="62" y="1099"/>
                  </a:cubicBezTo>
                  <a:cubicBezTo>
                    <a:pt x="92" y="1160"/>
                    <a:pt x="123" y="1210"/>
                    <a:pt x="143" y="1262"/>
                  </a:cubicBezTo>
                  <a:cubicBezTo>
                    <a:pt x="184" y="1332"/>
                    <a:pt x="214" y="1404"/>
                    <a:pt x="245" y="1475"/>
                  </a:cubicBezTo>
                  <a:cubicBezTo>
                    <a:pt x="275" y="1597"/>
                    <a:pt x="285" y="1750"/>
                    <a:pt x="184" y="1851"/>
                  </a:cubicBezTo>
                  <a:cubicBezTo>
                    <a:pt x="173" y="1851"/>
                    <a:pt x="173" y="1872"/>
                    <a:pt x="184" y="1881"/>
                  </a:cubicBezTo>
                  <a:lnTo>
                    <a:pt x="214" y="1881"/>
                  </a:lnTo>
                  <a:cubicBezTo>
                    <a:pt x="326" y="1770"/>
                    <a:pt x="326" y="1597"/>
                    <a:pt x="285" y="1465"/>
                  </a:cubicBezTo>
                  <a:cubicBezTo>
                    <a:pt x="255" y="1384"/>
                    <a:pt x="224" y="1312"/>
                    <a:pt x="184" y="1251"/>
                  </a:cubicBezTo>
                  <a:cubicBezTo>
                    <a:pt x="153" y="1190"/>
                    <a:pt x="123" y="1140"/>
                    <a:pt x="102" y="1088"/>
                  </a:cubicBezTo>
                  <a:cubicBezTo>
                    <a:pt x="71" y="1018"/>
                    <a:pt x="21" y="835"/>
                    <a:pt x="112" y="702"/>
                  </a:cubicBezTo>
                  <a:cubicBezTo>
                    <a:pt x="184" y="600"/>
                    <a:pt x="316" y="570"/>
                    <a:pt x="448" y="539"/>
                  </a:cubicBezTo>
                  <a:cubicBezTo>
                    <a:pt x="550" y="509"/>
                    <a:pt x="651" y="489"/>
                    <a:pt x="733" y="438"/>
                  </a:cubicBezTo>
                  <a:cubicBezTo>
                    <a:pt x="814" y="387"/>
                    <a:pt x="865" y="326"/>
                    <a:pt x="916" y="255"/>
                  </a:cubicBezTo>
                  <a:lnTo>
                    <a:pt x="977" y="194"/>
                  </a:lnTo>
                  <a:cubicBezTo>
                    <a:pt x="1058" y="92"/>
                    <a:pt x="1149" y="51"/>
                    <a:pt x="1231" y="41"/>
                  </a:cubicBezTo>
                  <a:cubicBezTo>
                    <a:pt x="1251" y="41"/>
                    <a:pt x="1251" y="31"/>
                    <a:pt x="1251" y="21"/>
                  </a:cubicBezTo>
                  <a:cubicBezTo>
                    <a:pt x="1251" y="11"/>
                    <a:pt x="1241" y="1"/>
                    <a:pt x="1231"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1508;p35">
              <a:extLst>
                <a:ext uri="{FF2B5EF4-FFF2-40B4-BE49-F238E27FC236}">
                  <a16:creationId xmlns:a16="http://schemas.microsoft.com/office/drawing/2014/main" id="{DD3EE6CE-4D4C-4F50-B178-CE43C3A20B3E}"/>
                </a:ext>
              </a:extLst>
            </p:cNvPr>
            <p:cNvSpPr/>
            <p:nvPr/>
          </p:nvSpPr>
          <p:spPr>
            <a:xfrm>
              <a:off x="5217275" y="3201475"/>
              <a:ext cx="45250" cy="33825"/>
            </a:xfrm>
            <a:custGeom>
              <a:avLst/>
              <a:gdLst/>
              <a:ahLst/>
              <a:cxnLst/>
              <a:rect l="l" t="t" r="r" b="b"/>
              <a:pathLst>
                <a:path w="1810" h="1353" extrusionOk="0">
                  <a:moveTo>
                    <a:pt x="1790" y="0"/>
                  </a:moveTo>
                  <a:cubicBezTo>
                    <a:pt x="1616" y="11"/>
                    <a:pt x="1424" y="11"/>
                    <a:pt x="1250" y="82"/>
                  </a:cubicBezTo>
                  <a:cubicBezTo>
                    <a:pt x="1098" y="143"/>
                    <a:pt x="976" y="244"/>
                    <a:pt x="884" y="366"/>
                  </a:cubicBezTo>
                  <a:cubicBezTo>
                    <a:pt x="875" y="397"/>
                    <a:pt x="854" y="418"/>
                    <a:pt x="844" y="448"/>
                  </a:cubicBezTo>
                  <a:cubicBezTo>
                    <a:pt x="803" y="499"/>
                    <a:pt x="773" y="560"/>
                    <a:pt x="722" y="601"/>
                  </a:cubicBezTo>
                  <a:cubicBezTo>
                    <a:pt x="640" y="671"/>
                    <a:pt x="539" y="702"/>
                    <a:pt x="437" y="723"/>
                  </a:cubicBezTo>
                  <a:lnTo>
                    <a:pt x="386" y="743"/>
                  </a:lnTo>
                  <a:cubicBezTo>
                    <a:pt x="274" y="763"/>
                    <a:pt x="132" y="824"/>
                    <a:pt x="61" y="946"/>
                  </a:cubicBezTo>
                  <a:cubicBezTo>
                    <a:pt x="0" y="1068"/>
                    <a:pt x="30" y="1200"/>
                    <a:pt x="61" y="1333"/>
                  </a:cubicBezTo>
                  <a:lnTo>
                    <a:pt x="81" y="1353"/>
                  </a:lnTo>
                  <a:lnTo>
                    <a:pt x="91" y="1353"/>
                  </a:lnTo>
                  <a:cubicBezTo>
                    <a:pt x="102" y="1353"/>
                    <a:pt x="112" y="1333"/>
                    <a:pt x="102" y="1322"/>
                  </a:cubicBezTo>
                  <a:cubicBezTo>
                    <a:pt x="71" y="1200"/>
                    <a:pt x="41" y="1068"/>
                    <a:pt x="102" y="967"/>
                  </a:cubicBezTo>
                  <a:cubicBezTo>
                    <a:pt x="152" y="854"/>
                    <a:pt x="295" y="804"/>
                    <a:pt x="396" y="784"/>
                  </a:cubicBezTo>
                  <a:lnTo>
                    <a:pt x="447" y="763"/>
                  </a:lnTo>
                  <a:cubicBezTo>
                    <a:pt x="549" y="743"/>
                    <a:pt x="661" y="712"/>
                    <a:pt x="753" y="631"/>
                  </a:cubicBezTo>
                  <a:cubicBezTo>
                    <a:pt x="803" y="580"/>
                    <a:pt x="844" y="529"/>
                    <a:pt x="875" y="468"/>
                  </a:cubicBezTo>
                  <a:cubicBezTo>
                    <a:pt x="895" y="448"/>
                    <a:pt x="905" y="418"/>
                    <a:pt x="925" y="397"/>
                  </a:cubicBezTo>
                  <a:cubicBezTo>
                    <a:pt x="1006" y="275"/>
                    <a:pt x="1128" y="174"/>
                    <a:pt x="1261" y="122"/>
                  </a:cubicBezTo>
                  <a:cubicBezTo>
                    <a:pt x="1433" y="51"/>
                    <a:pt x="1616" y="51"/>
                    <a:pt x="1790" y="51"/>
                  </a:cubicBezTo>
                  <a:cubicBezTo>
                    <a:pt x="1810" y="51"/>
                    <a:pt x="1810" y="41"/>
                    <a:pt x="1810" y="21"/>
                  </a:cubicBezTo>
                  <a:cubicBezTo>
                    <a:pt x="1810" y="11"/>
                    <a:pt x="1810" y="11"/>
                    <a:pt x="1790" y="0"/>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1509;p35">
              <a:extLst>
                <a:ext uri="{FF2B5EF4-FFF2-40B4-BE49-F238E27FC236}">
                  <a16:creationId xmlns:a16="http://schemas.microsoft.com/office/drawing/2014/main" id="{0B371D98-F117-4215-87BB-7914BBF54E83}"/>
                </a:ext>
              </a:extLst>
            </p:cNvPr>
            <p:cNvSpPr/>
            <p:nvPr/>
          </p:nvSpPr>
          <p:spPr>
            <a:xfrm>
              <a:off x="5244450" y="3209875"/>
              <a:ext cx="12225" cy="32800"/>
            </a:xfrm>
            <a:custGeom>
              <a:avLst/>
              <a:gdLst/>
              <a:ahLst/>
              <a:cxnLst/>
              <a:rect l="l" t="t" r="r" b="b"/>
              <a:pathLst>
                <a:path w="489" h="1312" extrusionOk="0">
                  <a:moveTo>
                    <a:pt x="123" y="0"/>
                  </a:moveTo>
                  <a:cubicBezTo>
                    <a:pt x="102" y="10"/>
                    <a:pt x="102" y="21"/>
                    <a:pt x="102" y="30"/>
                  </a:cubicBezTo>
                  <a:cubicBezTo>
                    <a:pt x="113" y="82"/>
                    <a:pt x="143" y="122"/>
                    <a:pt x="174" y="152"/>
                  </a:cubicBezTo>
                  <a:cubicBezTo>
                    <a:pt x="194" y="183"/>
                    <a:pt x="224" y="213"/>
                    <a:pt x="235" y="244"/>
                  </a:cubicBezTo>
                  <a:cubicBezTo>
                    <a:pt x="265" y="335"/>
                    <a:pt x="224" y="437"/>
                    <a:pt x="174" y="509"/>
                  </a:cubicBezTo>
                  <a:cubicBezTo>
                    <a:pt x="163" y="518"/>
                    <a:pt x="154" y="539"/>
                    <a:pt x="133" y="559"/>
                  </a:cubicBezTo>
                  <a:cubicBezTo>
                    <a:pt x="93" y="620"/>
                    <a:pt x="41" y="692"/>
                    <a:pt x="32" y="762"/>
                  </a:cubicBezTo>
                  <a:cubicBezTo>
                    <a:pt x="1" y="884"/>
                    <a:pt x="41" y="1017"/>
                    <a:pt x="133" y="1119"/>
                  </a:cubicBezTo>
                  <a:cubicBezTo>
                    <a:pt x="215" y="1200"/>
                    <a:pt x="316" y="1261"/>
                    <a:pt x="459" y="1311"/>
                  </a:cubicBezTo>
                  <a:lnTo>
                    <a:pt x="468" y="1311"/>
                  </a:lnTo>
                  <a:cubicBezTo>
                    <a:pt x="479" y="1311"/>
                    <a:pt x="479" y="1311"/>
                    <a:pt x="489" y="1302"/>
                  </a:cubicBezTo>
                  <a:cubicBezTo>
                    <a:pt x="489" y="1291"/>
                    <a:pt x="489" y="1281"/>
                    <a:pt x="468" y="1271"/>
                  </a:cubicBezTo>
                  <a:cubicBezTo>
                    <a:pt x="337" y="1230"/>
                    <a:pt x="235" y="1169"/>
                    <a:pt x="163" y="1098"/>
                  </a:cubicBezTo>
                  <a:cubicBezTo>
                    <a:pt x="82" y="1006"/>
                    <a:pt x="41" y="884"/>
                    <a:pt x="72" y="773"/>
                  </a:cubicBezTo>
                  <a:cubicBezTo>
                    <a:pt x="82" y="712"/>
                    <a:pt x="123" y="651"/>
                    <a:pt x="174" y="590"/>
                  </a:cubicBezTo>
                  <a:cubicBezTo>
                    <a:pt x="184" y="570"/>
                    <a:pt x="194" y="549"/>
                    <a:pt x="215" y="529"/>
                  </a:cubicBezTo>
                  <a:cubicBezTo>
                    <a:pt x="265" y="448"/>
                    <a:pt x="316" y="335"/>
                    <a:pt x="276" y="234"/>
                  </a:cubicBezTo>
                  <a:cubicBezTo>
                    <a:pt x="255" y="193"/>
                    <a:pt x="235" y="163"/>
                    <a:pt x="204" y="132"/>
                  </a:cubicBezTo>
                  <a:cubicBezTo>
                    <a:pt x="174" y="91"/>
                    <a:pt x="154" y="61"/>
                    <a:pt x="143" y="21"/>
                  </a:cubicBezTo>
                  <a:cubicBezTo>
                    <a:pt x="143" y="10"/>
                    <a:pt x="133" y="0"/>
                    <a:pt x="123" y="0"/>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1510;p35">
              <a:extLst>
                <a:ext uri="{FF2B5EF4-FFF2-40B4-BE49-F238E27FC236}">
                  <a16:creationId xmlns:a16="http://schemas.microsoft.com/office/drawing/2014/main" id="{55AD0B52-D1BD-459B-B411-5589B922072D}"/>
                </a:ext>
              </a:extLst>
            </p:cNvPr>
            <p:cNvSpPr/>
            <p:nvPr/>
          </p:nvSpPr>
          <p:spPr>
            <a:xfrm>
              <a:off x="5342325" y="3229700"/>
              <a:ext cx="16800" cy="61775"/>
            </a:xfrm>
            <a:custGeom>
              <a:avLst/>
              <a:gdLst/>
              <a:ahLst/>
              <a:cxnLst/>
              <a:rect l="l" t="t" r="r" b="b"/>
              <a:pathLst>
                <a:path w="672" h="2471" extrusionOk="0">
                  <a:moveTo>
                    <a:pt x="123" y="0"/>
                  </a:moveTo>
                  <a:lnTo>
                    <a:pt x="102" y="21"/>
                  </a:lnTo>
                  <a:cubicBezTo>
                    <a:pt x="62" y="152"/>
                    <a:pt x="21" y="285"/>
                    <a:pt x="10" y="417"/>
                  </a:cubicBezTo>
                  <a:cubicBezTo>
                    <a:pt x="1" y="529"/>
                    <a:pt x="10" y="692"/>
                    <a:pt x="102" y="823"/>
                  </a:cubicBezTo>
                  <a:cubicBezTo>
                    <a:pt x="143" y="875"/>
                    <a:pt x="184" y="915"/>
                    <a:pt x="224" y="966"/>
                  </a:cubicBezTo>
                  <a:cubicBezTo>
                    <a:pt x="285" y="1017"/>
                    <a:pt x="336" y="1067"/>
                    <a:pt x="367" y="1139"/>
                  </a:cubicBezTo>
                  <a:cubicBezTo>
                    <a:pt x="428" y="1271"/>
                    <a:pt x="397" y="1424"/>
                    <a:pt x="367" y="1576"/>
                  </a:cubicBezTo>
                  <a:cubicBezTo>
                    <a:pt x="336" y="1729"/>
                    <a:pt x="306" y="1881"/>
                    <a:pt x="367" y="2023"/>
                  </a:cubicBezTo>
                  <a:cubicBezTo>
                    <a:pt x="376" y="2064"/>
                    <a:pt x="407" y="2115"/>
                    <a:pt x="437" y="2156"/>
                  </a:cubicBezTo>
                  <a:cubicBezTo>
                    <a:pt x="631" y="2318"/>
                    <a:pt x="672" y="2471"/>
                    <a:pt x="672" y="2471"/>
                  </a:cubicBezTo>
                  <a:lnTo>
                    <a:pt x="672" y="2400"/>
                  </a:lnTo>
                  <a:cubicBezTo>
                    <a:pt x="631" y="2339"/>
                    <a:pt x="590" y="2278"/>
                    <a:pt x="539" y="2217"/>
                  </a:cubicBezTo>
                  <a:cubicBezTo>
                    <a:pt x="489" y="2156"/>
                    <a:pt x="428" y="2084"/>
                    <a:pt x="397" y="2003"/>
                  </a:cubicBezTo>
                  <a:cubicBezTo>
                    <a:pt x="356" y="1871"/>
                    <a:pt x="387" y="1729"/>
                    <a:pt x="407" y="1586"/>
                  </a:cubicBezTo>
                  <a:cubicBezTo>
                    <a:pt x="448" y="1424"/>
                    <a:pt x="478" y="1261"/>
                    <a:pt x="407" y="1119"/>
                  </a:cubicBezTo>
                  <a:cubicBezTo>
                    <a:pt x="367" y="1047"/>
                    <a:pt x="315" y="986"/>
                    <a:pt x="254" y="936"/>
                  </a:cubicBezTo>
                  <a:cubicBezTo>
                    <a:pt x="214" y="895"/>
                    <a:pt x="173" y="844"/>
                    <a:pt x="143" y="803"/>
                  </a:cubicBezTo>
                  <a:cubicBezTo>
                    <a:pt x="51" y="671"/>
                    <a:pt x="51" y="529"/>
                    <a:pt x="51" y="427"/>
                  </a:cubicBezTo>
                  <a:cubicBezTo>
                    <a:pt x="62" y="285"/>
                    <a:pt x="102" y="163"/>
                    <a:pt x="143" y="30"/>
                  </a:cubicBezTo>
                  <a:cubicBezTo>
                    <a:pt x="153" y="21"/>
                    <a:pt x="143" y="10"/>
                    <a:pt x="132" y="10"/>
                  </a:cubicBezTo>
                  <a:cubicBezTo>
                    <a:pt x="132" y="0"/>
                    <a:pt x="132" y="0"/>
                    <a:pt x="123" y="0"/>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1511;p35">
              <a:extLst>
                <a:ext uri="{FF2B5EF4-FFF2-40B4-BE49-F238E27FC236}">
                  <a16:creationId xmlns:a16="http://schemas.microsoft.com/office/drawing/2014/main" id="{1127E239-89A1-4B0A-AA20-E1D18C758A8A}"/>
                </a:ext>
              </a:extLst>
            </p:cNvPr>
            <p:cNvSpPr/>
            <p:nvPr/>
          </p:nvSpPr>
          <p:spPr>
            <a:xfrm>
              <a:off x="5306225" y="3200200"/>
              <a:ext cx="31275" cy="47050"/>
            </a:xfrm>
            <a:custGeom>
              <a:avLst/>
              <a:gdLst/>
              <a:ahLst/>
              <a:cxnLst/>
              <a:rect l="l" t="t" r="r" b="b"/>
              <a:pathLst>
                <a:path w="1251" h="1882" extrusionOk="0">
                  <a:moveTo>
                    <a:pt x="21" y="1"/>
                  </a:moveTo>
                  <a:cubicBezTo>
                    <a:pt x="11" y="1"/>
                    <a:pt x="1" y="11"/>
                    <a:pt x="1" y="21"/>
                  </a:cubicBezTo>
                  <a:cubicBezTo>
                    <a:pt x="1" y="31"/>
                    <a:pt x="11" y="41"/>
                    <a:pt x="21" y="41"/>
                  </a:cubicBezTo>
                  <a:cubicBezTo>
                    <a:pt x="102" y="51"/>
                    <a:pt x="194" y="92"/>
                    <a:pt x="285" y="194"/>
                  </a:cubicBezTo>
                  <a:cubicBezTo>
                    <a:pt x="306" y="214"/>
                    <a:pt x="316" y="234"/>
                    <a:pt x="336" y="255"/>
                  </a:cubicBezTo>
                  <a:cubicBezTo>
                    <a:pt x="387" y="326"/>
                    <a:pt x="448" y="387"/>
                    <a:pt x="519" y="438"/>
                  </a:cubicBezTo>
                  <a:cubicBezTo>
                    <a:pt x="600" y="489"/>
                    <a:pt x="702" y="509"/>
                    <a:pt x="804" y="539"/>
                  </a:cubicBezTo>
                  <a:cubicBezTo>
                    <a:pt x="936" y="570"/>
                    <a:pt x="1068" y="600"/>
                    <a:pt x="1140" y="702"/>
                  </a:cubicBezTo>
                  <a:cubicBezTo>
                    <a:pt x="1231" y="835"/>
                    <a:pt x="1180" y="1018"/>
                    <a:pt x="1149" y="1088"/>
                  </a:cubicBezTo>
                  <a:cubicBezTo>
                    <a:pt x="1129" y="1140"/>
                    <a:pt x="1099" y="1190"/>
                    <a:pt x="1068" y="1251"/>
                  </a:cubicBezTo>
                  <a:cubicBezTo>
                    <a:pt x="1038" y="1312"/>
                    <a:pt x="997" y="1384"/>
                    <a:pt x="977" y="1465"/>
                  </a:cubicBezTo>
                  <a:cubicBezTo>
                    <a:pt x="936" y="1597"/>
                    <a:pt x="926" y="1770"/>
                    <a:pt x="1038" y="1881"/>
                  </a:cubicBezTo>
                  <a:lnTo>
                    <a:pt x="1068" y="1881"/>
                  </a:lnTo>
                  <a:cubicBezTo>
                    <a:pt x="1079" y="1872"/>
                    <a:pt x="1079" y="1851"/>
                    <a:pt x="1068" y="1851"/>
                  </a:cubicBezTo>
                  <a:cubicBezTo>
                    <a:pt x="966" y="1750"/>
                    <a:pt x="977" y="1597"/>
                    <a:pt x="1018" y="1475"/>
                  </a:cubicBezTo>
                  <a:cubicBezTo>
                    <a:pt x="1038" y="1404"/>
                    <a:pt x="1079" y="1332"/>
                    <a:pt x="1109" y="1262"/>
                  </a:cubicBezTo>
                  <a:cubicBezTo>
                    <a:pt x="1140" y="1210"/>
                    <a:pt x="1170" y="1160"/>
                    <a:pt x="1190" y="1099"/>
                  </a:cubicBezTo>
                  <a:cubicBezTo>
                    <a:pt x="1251" y="936"/>
                    <a:pt x="1251" y="783"/>
                    <a:pt x="1180" y="682"/>
                  </a:cubicBezTo>
                  <a:cubicBezTo>
                    <a:pt x="1099" y="560"/>
                    <a:pt x="957" y="530"/>
                    <a:pt x="814" y="499"/>
                  </a:cubicBezTo>
                  <a:cubicBezTo>
                    <a:pt x="722" y="478"/>
                    <a:pt x="621" y="448"/>
                    <a:pt x="539" y="397"/>
                  </a:cubicBezTo>
                  <a:cubicBezTo>
                    <a:pt x="468" y="356"/>
                    <a:pt x="417" y="295"/>
                    <a:pt x="367" y="234"/>
                  </a:cubicBezTo>
                  <a:cubicBezTo>
                    <a:pt x="346" y="214"/>
                    <a:pt x="336" y="194"/>
                    <a:pt x="316" y="173"/>
                  </a:cubicBezTo>
                  <a:cubicBezTo>
                    <a:pt x="214" y="62"/>
                    <a:pt x="123" y="1"/>
                    <a:pt x="21" y="1"/>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1512;p35">
              <a:extLst>
                <a:ext uri="{FF2B5EF4-FFF2-40B4-BE49-F238E27FC236}">
                  <a16:creationId xmlns:a16="http://schemas.microsoft.com/office/drawing/2014/main" id="{F7BADA89-E690-4E2F-8896-49E4B98E38FC}"/>
                </a:ext>
              </a:extLst>
            </p:cNvPr>
            <p:cNvSpPr/>
            <p:nvPr/>
          </p:nvSpPr>
          <p:spPr>
            <a:xfrm>
              <a:off x="5274950" y="3201475"/>
              <a:ext cx="45275" cy="33825"/>
            </a:xfrm>
            <a:custGeom>
              <a:avLst/>
              <a:gdLst/>
              <a:ahLst/>
              <a:cxnLst/>
              <a:rect l="l" t="t" r="r" b="b"/>
              <a:pathLst>
                <a:path w="1811" h="1353" extrusionOk="0">
                  <a:moveTo>
                    <a:pt x="21" y="0"/>
                  </a:moveTo>
                  <a:cubicBezTo>
                    <a:pt x="11" y="11"/>
                    <a:pt x="1" y="11"/>
                    <a:pt x="1" y="21"/>
                  </a:cubicBezTo>
                  <a:cubicBezTo>
                    <a:pt x="1" y="41"/>
                    <a:pt x="11" y="51"/>
                    <a:pt x="21" y="51"/>
                  </a:cubicBezTo>
                  <a:cubicBezTo>
                    <a:pt x="194" y="51"/>
                    <a:pt x="387" y="51"/>
                    <a:pt x="550" y="122"/>
                  </a:cubicBezTo>
                  <a:cubicBezTo>
                    <a:pt x="692" y="174"/>
                    <a:pt x="804" y="275"/>
                    <a:pt x="896" y="397"/>
                  </a:cubicBezTo>
                  <a:cubicBezTo>
                    <a:pt x="906" y="418"/>
                    <a:pt x="926" y="448"/>
                    <a:pt x="936" y="468"/>
                  </a:cubicBezTo>
                  <a:cubicBezTo>
                    <a:pt x="977" y="529"/>
                    <a:pt x="1008" y="580"/>
                    <a:pt x="1058" y="631"/>
                  </a:cubicBezTo>
                  <a:cubicBezTo>
                    <a:pt x="1150" y="712"/>
                    <a:pt x="1262" y="743"/>
                    <a:pt x="1374" y="763"/>
                  </a:cubicBezTo>
                  <a:lnTo>
                    <a:pt x="1414" y="784"/>
                  </a:lnTo>
                  <a:cubicBezTo>
                    <a:pt x="1516" y="804"/>
                    <a:pt x="1658" y="854"/>
                    <a:pt x="1719" y="967"/>
                  </a:cubicBezTo>
                  <a:cubicBezTo>
                    <a:pt x="1770" y="1068"/>
                    <a:pt x="1740" y="1200"/>
                    <a:pt x="1709" y="1322"/>
                  </a:cubicBezTo>
                  <a:cubicBezTo>
                    <a:pt x="1709" y="1333"/>
                    <a:pt x="1709" y="1353"/>
                    <a:pt x="1719" y="1353"/>
                  </a:cubicBezTo>
                  <a:lnTo>
                    <a:pt x="1729" y="1353"/>
                  </a:lnTo>
                  <a:cubicBezTo>
                    <a:pt x="1740" y="1353"/>
                    <a:pt x="1750" y="1342"/>
                    <a:pt x="1750" y="1333"/>
                  </a:cubicBezTo>
                  <a:cubicBezTo>
                    <a:pt x="1780" y="1200"/>
                    <a:pt x="1811" y="1068"/>
                    <a:pt x="1750" y="946"/>
                  </a:cubicBezTo>
                  <a:cubicBezTo>
                    <a:pt x="1689" y="824"/>
                    <a:pt x="1536" y="763"/>
                    <a:pt x="1424" y="743"/>
                  </a:cubicBezTo>
                  <a:lnTo>
                    <a:pt x="1384" y="723"/>
                  </a:lnTo>
                  <a:cubicBezTo>
                    <a:pt x="1272" y="702"/>
                    <a:pt x="1170" y="671"/>
                    <a:pt x="1089" y="601"/>
                  </a:cubicBezTo>
                  <a:cubicBezTo>
                    <a:pt x="1048" y="560"/>
                    <a:pt x="1008" y="499"/>
                    <a:pt x="977" y="448"/>
                  </a:cubicBezTo>
                  <a:cubicBezTo>
                    <a:pt x="957" y="418"/>
                    <a:pt x="947" y="397"/>
                    <a:pt x="926" y="366"/>
                  </a:cubicBezTo>
                  <a:cubicBezTo>
                    <a:pt x="835" y="244"/>
                    <a:pt x="712" y="143"/>
                    <a:pt x="570" y="82"/>
                  </a:cubicBezTo>
                  <a:cubicBezTo>
                    <a:pt x="398" y="11"/>
                    <a:pt x="194" y="11"/>
                    <a:pt x="21" y="0"/>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1513;p35">
              <a:extLst>
                <a:ext uri="{FF2B5EF4-FFF2-40B4-BE49-F238E27FC236}">
                  <a16:creationId xmlns:a16="http://schemas.microsoft.com/office/drawing/2014/main" id="{1B8EAF87-4423-4F93-948F-1731B1A5C4A2}"/>
                </a:ext>
              </a:extLst>
            </p:cNvPr>
            <p:cNvSpPr/>
            <p:nvPr/>
          </p:nvSpPr>
          <p:spPr>
            <a:xfrm>
              <a:off x="5280825" y="3209875"/>
              <a:ext cx="12450" cy="32800"/>
            </a:xfrm>
            <a:custGeom>
              <a:avLst/>
              <a:gdLst/>
              <a:ahLst/>
              <a:cxnLst/>
              <a:rect l="l" t="t" r="r" b="b"/>
              <a:pathLst>
                <a:path w="498" h="1312" extrusionOk="0">
                  <a:moveTo>
                    <a:pt x="366" y="0"/>
                  </a:moveTo>
                  <a:cubicBezTo>
                    <a:pt x="355" y="0"/>
                    <a:pt x="355" y="10"/>
                    <a:pt x="346" y="21"/>
                  </a:cubicBezTo>
                  <a:cubicBezTo>
                    <a:pt x="346" y="61"/>
                    <a:pt x="315" y="91"/>
                    <a:pt x="285" y="132"/>
                  </a:cubicBezTo>
                  <a:cubicBezTo>
                    <a:pt x="264" y="163"/>
                    <a:pt x="233" y="193"/>
                    <a:pt x="224" y="234"/>
                  </a:cubicBezTo>
                  <a:cubicBezTo>
                    <a:pt x="172" y="335"/>
                    <a:pt x="233" y="448"/>
                    <a:pt x="285" y="529"/>
                  </a:cubicBezTo>
                  <a:cubicBezTo>
                    <a:pt x="294" y="549"/>
                    <a:pt x="305" y="570"/>
                    <a:pt x="325" y="590"/>
                  </a:cubicBezTo>
                  <a:cubicBezTo>
                    <a:pt x="366" y="651"/>
                    <a:pt x="407" y="712"/>
                    <a:pt x="427" y="773"/>
                  </a:cubicBezTo>
                  <a:cubicBezTo>
                    <a:pt x="447" y="884"/>
                    <a:pt x="407" y="1006"/>
                    <a:pt x="325" y="1098"/>
                  </a:cubicBezTo>
                  <a:cubicBezTo>
                    <a:pt x="254" y="1169"/>
                    <a:pt x="152" y="1230"/>
                    <a:pt x="20" y="1271"/>
                  </a:cubicBezTo>
                  <a:cubicBezTo>
                    <a:pt x="10" y="1281"/>
                    <a:pt x="0" y="1291"/>
                    <a:pt x="10" y="1302"/>
                  </a:cubicBezTo>
                  <a:cubicBezTo>
                    <a:pt x="10" y="1311"/>
                    <a:pt x="20" y="1311"/>
                    <a:pt x="20" y="1311"/>
                  </a:cubicBezTo>
                  <a:lnTo>
                    <a:pt x="30" y="1311"/>
                  </a:lnTo>
                  <a:cubicBezTo>
                    <a:pt x="172" y="1261"/>
                    <a:pt x="285" y="1200"/>
                    <a:pt x="355" y="1119"/>
                  </a:cubicBezTo>
                  <a:cubicBezTo>
                    <a:pt x="447" y="1017"/>
                    <a:pt x="498" y="884"/>
                    <a:pt x="468" y="762"/>
                  </a:cubicBezTo>
                  <a:cubicBezTo>
                    <a:pt x="447" y="692"/>
                    <a:pt x="396" y="620"/>
                    <a:pt x="355" y="559"/>
                  </a:cubicBezTo>
                  <a:cubicBezTo>
                    <a:pt x="346" y="539"/>
                    <a:pt x="325" y="518"/>
                    <a:pt x="315" y="509"/>
                  </a:cubicBezTo>
                  <a:cubicBezTo>
                    <a:pt x="274" y="437"/>
                    <a:pt x="224" y="335"/>
                    <a:pt x="254" y="244"/>
                  </a:cubicBezTo>
                  <a:lnTo>
                    <a:pt x="315" y="152"/>
                  </a:lnTo>
                  <a:cubicBezTo>
                    <a:pt x="346" y="122"/>
                    <a:pt x="376" y="82"/>
                    <a:pt x="386" y="30"/>
                  </a:cubicBezTo>
                  <a:cubicBezTo>
                    <a:pt x="396" y="21"/>
                    <a:pt x="386" y="10"/>
                    <a:pt x="376" y="0"/>
                  </a:cubicBezTo>
                  <a:close/>
                </a:path>
              </a:pathLst>
            </a:custGeom>
            <a:solidFill>
              <a:srgbClr val="391B1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Google Shape;1514;p35">
              <a:extLst>
                <a:ext uri="{FF2B5EF4-FFF2-40B4-BE49-F238E27FC236}">
                  <a16:creationId xmlns:a16="http://schemas.microsoft.com/office/drawing/2014/main" id="{B6C5CF25-7B17-4EB8-BCED-D377E9CCCC5D}"/>
                </a:ext>
              </a:extLst>
            </p:cNvPr>
            <p:cNvSpPr/>
            <p:nvPr/>
          </p:nvSpPr>
          <p:spPr>
            <a:xfrm>
              <a:off x="5171250" y="3278225"/>
              <a:ext cx="275" cy="300"/>
            </a:xfrm>
            <a:custGeom>
              <a:avLst/>
              <a:gdLst/>
              <a:ahLst/>
              <a:cxnLst/>
              <a:rect l="l" t="t" r="r" b="b"/>
              <a:pathLst>
                <a:path w="11" h="12" extrusionOk="0">
                  <a:moveTo>
                    <a:pt x="11" y="1"/>
                  </a:moveTo>
                  <a:lnTo>
                    <a:pt x="11" y="1"/>
                  </a:lnTo>
                  <a:cubicBezTo>
                    <a:pt x="11" y="1"/>
                    <a:pt x="11" y="11"/>
                    <a:pt x="0" y="11"/>
                  </a:cubicBezTo>
                  <a:cubicBezTo>
                    <a:pt x="11" y="11"/>
                    <a:pt x="11" y="1"/>
                    <a:pt x="11" y="1"/>
                  </a:cubicBezTo>
                  <a:lnTo>
                    <a:pt x="11" y="1"/>
                  </a:lnTo>
                  <a:close/>
                  <a:moveTo>
                    <a:pt x="11" y="1"/>
                  </a:moveTo>
                  <a:lnTo>
                    <a:pt x="11" y="1"/>
                  </a:lnTo>
                  <a:close/>
                </a:path>
              </a:pathLst>
            </a:custGeom>
            <a:solidFill>
              <a:srgbClr val="A291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 name="Google Shape;1515;p35">
              <a:extLst>
                <a:ext uri="{FF2B5EF4-FFF2-40B4-BE49-F238E27FC236}">
                  <a16:creationId xmlns:a16="http://schemas.microsoft.com/office/drawing/2014/main" id="{0A836E65-FF63-4AD0-9481-8E6E9F33B3F1}"/>
                </a:ext>
              </a:extLst>
            </p:cNvPr>
            <p:cNvSpPr/>
            <p:nvPr/>
          </p:nvSpPr>
          <p:spPr>
            <a:xfrm>
              <a:off x="5199725" y="3252825"/>
              <a:ext cx="6375" cy="28750"/>
            </a:xfrm>
            <a:custGeom>
              <a:avLst/>
              <a:gdLst/>
              <a:ahLst/>
              <a:cxnLst/>
              <a:rect l="l" t="t" r="r" b="b"/>
              <a:pathLst>
                <a:path w="255" h="1150" extrusionOk="0">
                  <a:moveTo>
                    <a:pt x="244" y="0"/>
                  </a:moveTo>
                  <a:cubicBezTo>
                    <a:pt x="122" y="153"/>
                    <a:pt x="255" y="905"/>
                    <a:pt x="0" y="1149"/>
                  </a:cubicBezTo>
                  <a:cubicBezTo>
                    <a:pt x="255" y="905"/>
                    <a:pt x="122" y="153"/>
                    <a:pt x="244" y="0"/>
                  </a:cubicBezTo>
                  <a:close/>
                </a:path>
              </a:pathLst>
            </a:custGeom>
            <a:solidFill>
              <a:srgbClr val="4C2A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 name="Google Shape;1516;p35">
              <a:extLst>
                <a:ext uri="{FF2B5EF4-FFF2-40B4-BE49-F238E27FC236}">
                  <a16:creationId xmlns:a16="http://schemas.microsoft.com/office/drawing/2014/main" id="{F543E62F-8236-448D-9DD2-C86A565D9465}"/>
                </a:ext>
              </a:extLst>
            </p:cNvPr>
            <p:cNvSpPr/>
            <p:nvPr/>
          </p:nvSpPr>
          <p:spPr>
            <a:xfrm>
              <a:off x="5166425" y="3252825"/>
              <a:ext cx="39675" cy="68900"/>
            </a:xfrm>
            <a:custGeom>
              <a:avLst/>
              <a:gdLst/>
              <a:ahLst/>
              <a:cxnLst/>
              <a:rect l="l" t="t" r="r" b="b"/>
              <a:pathLst>
                <a:path w="1587" h="2756" extrusionOk="0">
                  <a:moveTo>
                    <a:pt x="1576" y="0"/>
                  </a:moveTo>
                  <a:lnTo>
                    <a:pt x="1576" y="0"/>
                  </a:lnTo>
                  <a:cubicBezTo>
                    <a:pt x="1261" y="316"/>
                    <a:pt x="1363" y="854"/>
                    <a:pt x="966" y="1068"/>
                  </a:cubicBezTo>
                  <a:cubicBezTo>
                    <a:pt x="864" y="1119"/>
                    <a:pt x="783" y="1170"/>
                    <a:pt x="722" y="1231"/>
                  </a:cubicBezTo>
                  <a:cubicBezTo>
                    <a:pt x="692" y="1261"/>
                    <a:pt x="672" y="1292"/>
                    <a:pt x="651" y="1322"/>
                  </a:cubicBezTo>
                  <a:cubicBezTo>
                    <a:pt x="590" y="1393"/>
                    <a:pt x="529" y="1464"/>
                    <a:pt x="498" y="1546"/>
                  </a:cubicBezTo>
                  <a:cubicBezTo>
                    <a:pt x="448" y="1739"/>
                    <a:pt x="559" y="1932"/>
                    <a:pt x="661" y="2105"/>
                  </a:cubicBezTo>
                  <a:cubicBezTo>
                    <a:pt x="672" y="2115"/>
                    <a:pt x="661" y="2126"/>
                    <a:pt x="651" y="2126"/>
                  </a:cubicBezTo>
                  <a:cubicBezTo>
                    <a:pt x="651" y="2135"/>
                    <a:pt x="651" y="2135"/>
                    <a:pt x="641" y="2135"/>
                  </a:cubicBezTo>
                  <a:lnTo>
                    <a:pt x="631" y="2126"/>
                  </a:lnTo>
                  <a:cubicBezTo>
                    <a:pt x="519" y="1943"/>
                    <a:pt x="397" y="1739"/>
                    <a:pt x="458" y="1536"/>
                  </a:cubicBezTo>
                  <a:lnTo>
                    <a:pt x="489" y="1475"/>
                  </a:lnTo>
                  <a:cubicBezTo>
                    <a:pt x="489" y="1403"/>
                    <a:pt x="509" y="1271"/>
                    <a:pt x="539" y="1048"/>
                  </a:cubicBezTo>
                  <a:cubicBezTo>
                    <a:pt x="600" y="692"/>
                    <a:pt x="184" y="326"/>
                    <a:pt x="184" y="325"/>
                  </a:cubicBezTo>
                  <a:lnTo>
                    <a:pt x="184" y="325"/>
                  </a:lnTo>
                  <a:cubicBezTo>
                    <a:pt x="143" y="600"/>
                    <a:pt x="204" y="834"/>
                    <a:pt x="204" y="1017"/>
                  </a:cubicBezTo>
                  <a:cubicBezTo>
                    <a:pt x="204" y="1017"/>
                    <a:pt x="204" y="1027"/>
                    <a:pt x="193" y="1027"/>
                  </a:cubicBezTo>
                  <a:cubicBezTo>
                    <a:pt x="184" y="1292"/>
                    <a:pt x="1" y="1536"/>
                    <a:pt x="62" y="1952"/>
                  </a:cubicBezTo>
                  <a:cubicBezTo>
                    <a:pt x="123" y="2370"/>
                    <a:pt x="590" y="2756"/>
                    <a:pt x="590" y="2756"/>
                  </a:cubicBezTo>
                  <a:cubicBezTo>
                    <a:pt x="590" y="2756"/>
                    <a:pt x="977" y="2501"/>
                    <a:pt x="977" y="2176"/>
                  </a:cubicBezTo>
                  <a:lnTo>
                    <a:pt x="977" y="2105"/>
                  </a:lnTo>
                  <a:cubicBezTo>
                    <a:pt x="956" y="2044"/>
                    <a:pt x="956" y="1983"/>
                    <a:pt x="956" y="1932"/>
                  </a:cubicBezTo>
                  <a:cubicBezTo>
                    <a:pt x="956" y="1638"/>
                    <a:pt x="1099" y="1353"/>
                    <a:pt x="1322" y="1159"/>
                  </a:cubicBezTo>
                  <a:cubicBezTo>
                    <a:pt x="1322" y="1159"/>
                    <a:pt x="1332" y="1159"/>
                    <a:pt x="1332" y="1149"/>
                  </a:cubicBezTo>
                  <a:cubicBezTo>
                    <a:pt x="1587" y="905"/>
                    <a:pt x="1454" y="153"/>
                    <a:pt x="1576" y="0"/>
                  </a:cubicBezTo>
                  <a:close/>
                </a:path>
              </a:pathLst>
            </a:custGeom>
            <a:solidFill>
              <a:srgbClr val="2C140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1517;p35">
              <a:extLst>
                <a:ext uri="{FF2B5EF4-FFF2-40B4-BE49-F238E27FC236}">
                  <a16:creationId xmlns:a16="http://schemas.microsoft.com/office/drawing/2014/main" id="{5425CFCA-78EF-4C24-B203-7C1B2500E343}"/>
                </a:ext>
              </a:extLst>
            </p:cNvPr>
            <p:cNvSpPr/>
            <p:nvPr/>
          </p:nvSpPr>
          <p:spPr>
            <a:xfrm>
              <a:off x="5176325" y="3283575"/>
              <a:ext cx="8175" cy="22650"/>
            </a:xfrm>
            <a:custGeom>
              <a:avLst/>
              <a:gdLst/>
              <a:ahLst/>
              <a:cxnLst/>
              <a:rect l="l" t="t" r="r" b="b"/>
              <a:pathLst>
                <a:path w="327" h="906" extrusionOk="0">
                  <a:moveTo>
                    <a:pt x="326" y="1"/>
                  </a:moveTo>
                  <a:lnTo>
                    <a:pt x="326" y="1"/>
                  </a:lnTo>
                  <a:cubicBezTo>
                    <a:pt x="133" y="163"/>
                    <a:pt x="82" y="316"/>
                    <a:pt x="82" y="316"/>
                  </a:cubicBezTo>
                  <a:cubicBezTo>
                    <a:pt x="82" y="316"/>
                    <a:pt x="82" y="295"/>
                    <a:pt x="93" y="245"/>
                  </a:cubicBezTo>
                  <a:lnTo>
                    <a:pt x="93" y="245"/>
                  </a:lnTo>
                  <a:lnTo>
                    <a:pt x="62" y="306"/>
                  </a:lnTo>
                  <a:cubicBezTo>
                    <a:pt x="1" y="509"/>
                    <a:pt x="123" y="713"/>
                    <a:pt x="235" y="896"/>
                  </a:cubicBezTo>
                  <a:lnTo>
                    <a:pt x="245" y="905"/>
                  </a:lnTo>
                  <a:cubicBezTo>
                    <a:pt x="255" y="905"/>
                    <a:pt x="255" y="905"/>
                    <a:pt x="255" y="896"/>
                  </a:cubicBezTo>
                  <a:cubicBezTo>
                    <a:pt x="265" y="896"/>
                    <a:pt x="276" y="885"/>
                    <a:pt x="265" y="875"/>
                  </a:cubicBezTo>
                  <a:cubicBezTo>
                    <a:pt x="163" y="702"/>
                    <a:pt x="52" y="509"/>
                    <a:pt x="102" y="316"/>
                  </a:cubicBezTo>
                  <a:cubicBezTo>
                    <a:pt x="133" y="234"/>
                    <a:pt x="194" y="163"/>
                    <a:pt x="255" y="92"/>
                  </a:cubicBezTo>
                  <a:cubicBezTo>
                    <a:pt x="276" y="62"/>
                    <a:pt x="296" y="31"/>
                    <a:pt x="326" y="1"/>
                  </a:cubicBezTo>
                  <a:close/>
                </a:path>
              </a:pathLst>
            </a:custGeom>
            <a:solidFill>
              <a:srgbClr val="240F0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1518;p35">
              <a:extLst>
                <a:ext uri="{FF2B5EF4-FFF2-40B4-BE49-F238E27FC236}">
                  <a16:creationId xmlns:a16="http://schemas.microsoft.com/office/drawing/2014/main" id="{F7FDC553-840F-4E78-A8AA-0499EADD0792}"/>
                </a:ext>
              </a:extLst>
            </p:cNvPr>
            <p:cNvSpPr/>
            <p:nvPr/>
          </p:nvSpPr>
          <p:spPr>
            <a:xfrm>
              <a:off x="5366225" y="3278000"/>
              <a:ext cx="3825" cy="19325"/>
            </a:xfrm>
            <a:custGeom>
              <a:avLst/>
              <a:gdLst/>
              <a:ahLst/>
              <a:cxnLst/>
              <a:rect l="l" t="t" r="r" b="b"/>
              <a:pathLst>
                <a:path w="153" h="773" extrusionOk="0">
                  <a:moveTo>
                    <a:pt x="0" y="10"/>
                  </a:moveTo>
                  <a:lnTo>
                    <a:pt x="0" y="10"/>
                  </a:lnTo>
                  <a:cubicBezTo>
                    <a:pt x="10" y="244"/>
                    <a:pt x="152" y="447"/>
                    <a:pt x="152" y="773"/>
                  </a:cubicBezTo>
                  <a:cubicBezTo>
                    <a:pt x="152" y="447"/>
                    <a:pt x="10" y="244"/>
                    <a:pt x="0" y="10"/>
                  </a:cubicBezTo>
                  <a:lnTo>
                    <a:pt x="0" y="10"/>
                  </a:lnTo>
                  <a:close/>
                  <a:moveTo>
                    <a:pt x="0" y="10"/>
                  </a:moveTo>
                  <a:lnTo>
                    <a:pt x="0" y="10"/>
                  </a:lnTo>
                  <a:lnTo>
                    <a:pt x="0" y="10"/>
                  </a:lnTo>
                  <a:close/>
                  <a:moveTo>
                    <a:pt x="0" y="0"/>
                  </a:moveTo>
                  <a:lnTo>
                    <a:pt x="0" y="10"/>
                  </a:lnTo>
                  <a:close/>
                </a:path>
              </a:pathLst>
            </a:custGeom>
            <a:solidFill>
              <a:srgbClr val="A291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1519;p35">
              <a:extLst>
                <a:ext uri="{FF2B5EF4-FFF2-40B4-BE49-F238E27FC236}">
                  <a16:creationId xmlns:a16="http://schemas.microsoft.com/office/drawing/2014/main" id="{25C2BFBC-37E1-4447-BA78-2291586B02CE}"/>
                </a:ext>
              </a:extLst>
            </p:cNvPr>
            <p:cNvSpPr/>
            <p:nvPr/>
          </p:nvSpPr>
          <p:spPr>
            <a:xfrm>
              <a:off x="5338000" y="3281800"/>
              <a:ext cx="17825" cy="39425"/>
            </a:xfrm>
            <a:custGeom>
              <a:avLst/>
              <a:gdLst/>
              <a:ahLst/>
              <a:cxnLst/>
              <a:rect l="l" t="t" r="r" b="b"/>
              <a:pathLst>
                <a:path w="713" h="1577" extrusionOk="0">
                  <a:moveTo>
                    <a:pt x="0" y="0"/>
                  </a:moveTo>
                  <a:cubicBezTo>
                    <a:pt x="275" y="234"/>
                    <a:pt x="418" y="590"/>
                    <a:pt x="357" y="946"/>
                  </a:cubicBezTo>
                  <a:cubicBezTo>
                    <a:pt x="296" y="1261"/>
                    <a:pt x="631" y="1525"/>
                    <a:pt x="712" y="1577"/>
                  </a:cubicBezTo>
                  <a:cubicBezTo>
                    <a:pt x="631" y="1525"/>
                    <a:pt x="296" y="1261"/>
                    <a:pt x="357" y="946"/>
                  </a:cubicBezTo>
                  <a:cubicBezTo>
                    <a:pt x="418" y="590"/>
                    <a:pt x="275" y="234"/>
                    <a:pt x="0" y="0"/>
                  </a:cubicBezTo>
                  <a:close/>
                </a:path>
              </a:pathLst>
            </a:custGeom>
            <a:solidFill>
              <a:srgbClr val="4C2A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 name="Google Shape;1520;p35">
              <a:extLst>
                <a:ext uri="{FF2B5EF4-FFF2-40B4-BE49-F238E27FC236}">
                  <a16:creationId xmlns:a16="http://schemas.microsoft.com/office/drawing/2014/main" id="{2D9D760A-EA9F-44B5-B3BD-536125A4BE03}"/>
                </a:ext>
              </a:extLst>
            </p:cNvPr>
            <p:cNvSpPr/>
            <p:nvPr/>
          </p:nvSpPr>
          <p:spPr>
            <a:xfrm>
              <a:off x="5331375" y="3252825"/>
              <a:ext cx="38675" cy="68900"/>
            </a:xfrm>
            <a:custGeom>
              <a:avLst/>
              <a:gdLst/>
              <a:ahLst/>
              <a:cxnLst/>
              <a:rect l="l" t="t" r="r" b="b"/>
              <a:pathLst>
                <a:path w="1547" h="2756" extrusionOk="0">
                  <a:moveTo>
                    <a:pt x="21" y="0"/>
                  </a:moveTo>
                  <a:cubicBezTo>
                    <a:pt x="134" y="163"/>
                    <a:pt x="1" y="926"/>
                    <a:pt x="265" y="1159"/>
                  </a:cubicBezTo>
                  <a:cubicBezTo>
                    <a:pt x="540" y="1393"/>
                    <a:pt x="683" y="1749"/>
                    <a:pt x="622" y="2105"/>
                  </a:cubicBezTo>
                  <a:cubicBezTo>
                    <a:pt x="561" y="2420"/>
                    <a:pt x="896" y="2684"/>
                    <a:pt x="977" y="2736"/>
                  </a:cubicBezTo>
                  <a:lnTo>
                    <a:pt x="997" y="2756"/>
                  </a:lnTo>
                  <a:cubicBezTo>
                    <a:pt x="997" y="2756"/>
                    <a:pt x="1465" y="2370"/>
                    <a:pt x="1537" y="1952"/>
                  </a:cubicBezTo>
                  <a:cubicBezTo>
                    <a:pt x="1537" y="1891"/>
                    <a:pt x="1546" y="1830"/>
                    <a:pt x="1546" y="1780"/>
                  </a:cubicBezTo>
                  <a:cubicBezTo>
                    <a:pt x="1546" y="1454"/>
                    <a:pt x="1404" y="1251"/>
                    <a:pt x="1394" y="1017"/>
                  </a:cubicBezTo>
                  <a:lnTo>
                    <a:pt x="1394" y="1007"/>
                  </a:lnTo>
                  <a:cubicBezTo>
                    <a:pt x="1384" y="834"/>
                    <a:pt x="1455" y="600"/>
                    <a:pt x="1415" y="325"/>
                  </a:cubicBezTo>
                  <a:lnTo>
                    <a:pt x="1415" y="325"/>
                  </a:lnTo>
                  <a:cubicBezTo>
                    <a:pt x="1404" y="325"/>
                    <a:pt x="988" y="692"/>
                    <a:pt x="1049" y="1048"/>
                  </a:cubicBezTo>
                  <a:cubicBezTo>
                    <a:pt x="1089" y="1271"/>
                    <a:pt x="1099" y="1403"/>
                    <a:pt x="1110" y="1475"/>
                  </a:cubicBezTo>
                  <a:cubicBezTo>
                    <a:pt x="1110" y="1495"/>
                    <a:pt x="1119" y="1515"/>
                    <a:pt x="1130" y="1536"/>
                  </a:cubicBezTo>
                  <a:cubicBezTo>
                    <a:pt x="1191" y="1739"/>
                    <a:pt x="1079" y="1943"/>
                    <a:pt x="967" y="2126"/>
                  </a:cubicBezTo>
                  <a:cubicBezTo>
                    <a:pt x="957" y="2126"/>
                    <a:pt x="957" y="2135"/>
                    <a:pt x="947" y="2135"/>
                  </a:cubicBezTo>
                  <a:cubicBezTo>
                    <a:pt x="947" y="2135"/>
                    <a:pt x="936" y="2135"/>
                    <a:pt x="936" y="2126"/>
                  </a:cubicBezTo>
                  <a:cubicBezTo>
                    <a:pt x="927" y="2126"/>
                    <a:pt x="927" y="2115"/>
                    <a:pt x="927" y="2105"/>
                  </a:cubicBezTo>
                  <a:cubicBezTo>
                    <a:pt x="1038" y="1932"/>
                    <a:pt x="1140" y="1739"/>
                    <a:pt x="1089" y="1546"/>
                  </a:cubicBezTo>
                  <a:cubicBezTo>
                    <a:pt x="1058" y="1464"/>
                    <a:pt x="1008" y="1393"/>
                    <a:pt x="947" y="1322"/>
                  </a:cubicBezTo>
                  <a:cubicBezTo>
                    <a:pt x="916" y="1292"/>
                    <a:pt x="896" y="1261"/>
                    <a:pt x="875" y="1231"/>
                  </a:cubicBezTo>
                  <a:cubicBezTo>
                    <a:pt x="805" y="1170"/>
                    <a:pt x="723" y="1119"/>
                    <a:pt x="631" y="1068"/>
                  </a:cubicBezTo>
                  <a:cubicBezTo>
                    <a:pt x="225" y="854"/>
                    <a:pt x="326" y="316"/>
                    <a:pt x="21" y="0"/>
                  </a:cubicBezTo>
                  <a:close/>
                </a:path>
              </a:pathLst>
            </a:custGeom>
            <a:solidFill>
              <a:srgbClr val="2C140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1521;p35">
              <a:extLst>
                <a:ext uri="{FF2B5EF4-FFF2-40B4-BE49-F238E27FC236}">
                  <a16:creationId xmlns:a16="http://schemas.microsoft.com/office/drawing/2014/main" id="{EDB846D3-64E6-401B-8550-BEA2B543A353}"/>
                </a:ext>
              </a:extLst>
            </p:cNvPr>
            <p:cNvSpPr/>
            <p:nvPr/>
          </p:nvSpPr>
          <p:spPr>
            <a:xfrm>
              <a:off x="5353250" y="3283575"/>
              <a:ext cx="7900" cy="22650"/>
            </a:xfrm>
            <a:custGeom>
              <a:avLst/>
              <a:gdLst/>
              <a:ahLst/>
              <a:cxnLst/>
              <a:rect l="l" t="t" r="r" b="b"/>
              <a:pathLst>
                <a:path w="316" h="906" extrusionOk="0">
                  <a:moveTo>
                    <a:pt x="0" y="1"/>
                  </a:moveTo>
                  <a:lnTo>
                    <a:pt x="0" y="1"/>
                  </a:lnTo>
                  <a:cubicBezTo>
                    <a:pt x="21" y="31"/>
                    <a:pt x="41" y="62"/>
                    <a:pt x="72" y="92"/>
                  </a:cubicBezTo>
                  <a:cubicBezTo>
                    <a:pt x="133" y="163"/>
                    <a:pt x="183" y="234"/>
                    <a:pt x="214" y="316"/>
                  </a:cubicBezTo>
                  <a:cubicBezTo>
                    <a:pt x="265" y="509"/>
                    <a:pt x="163" y="702"/>
                    <a:pt x="52" y="875"/>
                  </a:cubicBezTo>
                  <a:cubicBezTo>
                    <a:pt x="52" y="885"/>
                    <a:pt x="52" y="896"/>
                    <a:pt x="61" y="896"/>
                  </a:cubicBezTo>
                  <a:cubicBezTo>
                    <a:pt x="61" y="905"/>
                    <a:pt x="72" y="905"/>
                    <a:pt x="72" y="905"/>
                  </a:cubicBezTo>
                  <a:cubicBezTo>
                    <a:pt x="82" y="905"/>
                    <a:pt x="82" y="896"/>
                    <a:pt x="92" y="896"/>
                  </a:cubicBezTo>
                  <a:cubicBezTo>
                    <a:pt x="204" y="713"/>
                    <a:pt x="316" y="509"/>
                    <a:pt x="255" y="306"/>
                  </a:cubicBezTo>
                  <a:cubicBezTo>
                    <a:pt x="244" y="285"/>
                    <a:pt x="235" y="265"/>
                    <a:pt x="235" y="245"/>
                  </a:cubicBezTo>
                  <a:lnTo>
                    <a:pt x="235" y="316"/>
                  </a:lnTo>
                  <a:cubicBezTo>
                    <a:pt x="235" y="316"/>
                    <a:pt x="194" y="163"/>
                    <a:pt x="0" y="1"/>
                  </a:cubicBezTo>
                  <a:close/>
                </a:path>
              </a:pathLst>
            </a:custGeom>
            <a:solidFill>
              <a:srgbClr val="240F0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1522;p35">
              <a:extLst>
                <a:ext uri="{FF2B5EF4-FFF2-40B4-BE49-F238E27FC236}">
                  <a16:creationId xmlns:a16="http://schemas.microsoft.com/office/drawing/2014/main" id="{7B3FE236-CED9-4A6C-A790-0282CD39D011}"/>
                </a:ext>
              </a:extLst>
            </p:cNvPr>
            <p:cNvSpPr/>
            <p:nvPr/>
          </p:nvSpPr>
          <p:spPr>
            <a:xfrm>
              <a:off x="5207100" y="3426675"/>
              <a:ext cx="123300" cy="175175"/>
            </a:xfrm>
            <a:custGeom>
              <a:avLst/>
              <a:gdLst/>
              <a:ahLst/>
              <a:cxnLst/>
              <a:rect l="l" t="t" r="r" b="b"/>
              <a:pathLst>
                <a:path w="4932" h="7007" extrusionOk="0">
                  <a:moveTo>
                    <a:pt x="1648" y="1"/>
                  </a:moveTo>
                  <a:cubicBezTo>
                    <a:pt x="1596" y="123"/>
                    <a:pt x="1535" y="224"/>
                    <a:pt x="1454" y="306"/>
                  </a:cubicBezTo>
                  <a:cubicBezTo>
                    <a:pt x="1047" y="468"/>
                    <a:pt x="509" y="611"/>
                    <a:pt x="224" y="672"/>
                  </a:cubicBezTo>
                  <a:lnTo>
                    <a:pt x="224" y="1638"/>
                  </a:lnTo>
                  <a:cubicBezTo>
                    <a:pt x="224" y="1638"/>
                    <a:pt x="122" y="2217"/>
                    <a:pt x="51" y="2868"/>
                  </a:cubicBezTo>
                  <a:cubicBezTo>
                    <a:pt x="21" y="3184"/>
                    <a:pt x="51" y="3498"/>
                    <a:pt x="143" y="3803"/>
                  </a:cubicBezTo>
                  <a:cubicBezTo>
                    <a:pt x="193" y="4007"/>
                    <a:pt x="275" y="4241"/>
                    <a:pt x="387" y="4454"/>
                  </a:cubicBezTo>
                  <a:cubicBezTo>
                    <a:pt x="387" y="5197"/>
                    <a:pt x="204" y="5909"/>
                    <a:pt x="0" y="6600"/>
                  </a:cubicBezTo>
                  <a:cubicBezTo>
                    <a:pt x="427" y="6742"/>
                    <a:pt x="1332" y="7007"/>
                    <a:pt x="2471" y="7007"/>
                  </a:cubicBezTo>
                  <a:cubicBezTo>
                    <a:pt x="3610" y="7007"/>
                    <a:pt x="4504" y="6742"/>
                    <a:pt x="4931" y="6600"/>
                  </a:cubicBezTo>
                  <a:cubicBezTo>
                    <a:pt x="4739" y="5909"/>
                    <a:pt x="4545" y="5197"/>
                    <a:pt x="4545" y="4454"/>
                  </a:cubicBezTo>
                  <a:cubicBezTo>
                    <a:pt x="4657" y="4241"/>
                    <a:pt x="4739" y="4007"/>
                    <a:pt x="4800" y="3803"/>
                  </a:cubicBezTo>
                  <a:cubicBezTo>
                    <a:pt x="4891" y="3498"/>
                    <a:pt x="4911" y="3184"/>
                    <a:pt x="4881" y="2868"/>
                  </a:cubicBezTo>
                  <a:cubicBezTo>
                    <a:pt x="4820" y="2217"/>
                    <a:pt x="4718" y="1638"/>
                    <a:pt x="4718" y="1638"/>
                  </a:cubicBezTo>
                  <a:lnTo>
                    <a:pt x="4708" y="672"/>
                  </a:lnTo>
                  <a:cubicBezTo>
                    <a:pt x="4423" y="611"/>
                    <a:pt x="3884" y="468"/>
                    <a:pt x="3478" y="306"/>
                  </a:cubicBezTo>
                  <a:cubicBezTo>
                    <a:pt x="3396" y="224"/>
                    <a:pt x="3335" y="123"/>
                    <a:pt x="3284" y="1"/>
                  </a:cubicBezTo>
                  <a:cubicBezTo>
                    <a:pt x="3152" y="82"/>
                    <a:pt x="2938" y="184"/>
                    <a:pt x="2766" y="255"/>
                  </a:cubicBezTo>
                  <a:cubicBezTo>
                    <a:pt x="2766" y="255"/>
                    <a:pt x="2857" y="438"/>
                    <a:pt x="2908" y="642"/>
                  </a:cubicBezTo>
                  <a:cubicBezTo>
                    <a:pt x="2908" y="642"/>
                    <a:pt x="2715" y="906"/>
                    <a:pt x="2471" y="1191"/>
                  </a:cubicBezTo>
                  <a:cubicBezTo>
                    <a:pt x="2217" y="906"/>
                    <a:pt x="2034" y="642"/>
                    <a:pt x="2034" y="642"/>
                  </a:cubicBezTo>
                  <a:cubicBezTo>
                    <a:pt x="2075" y="438"/>
                    <a:pt x="2176" y="255"/>
                    <a:pt x="2176" y="255"/>
                  </a:cubicBezTo>
                  <a:cubicBezTo>
                    <a:pt x="1993" y="184"/>
                    <a:pt x="1779" y="82"/>
                    <a:pt x="1648" y="1"/>
                  </a:cubicBez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1523;p35">
              <a:extLst>
                <a:ext uri="{FF2B5EF4-FFF2-40B4-BE49-F238E27FC236}">
                  <a16:creationId xmlns:a16="http://schemas.microsoft.com/office/drawing/2014/main" id="{7E0B5A03-ADC6-4A77-9FA3-226731127059}"/>
                </a:ext>
              </a:extLst>
            </p:cNvPr>
            <p:cNvSpPr/>
            <p:nvPr/>
          </p:nvSpPr>
          <p:spPr>
            <a:xfrm>
              <a:off x="5276250" y="3426675"/>
              <a:ext cx="19850" cy="24425"/>
            </a:xfrm>
            <a:custGeom>
              <a:avLst/>
              <a:gdLst/>
              <a:ahLst/>
              <a:cxnLst/>
              <a:rect l="l" t="t" r="r" b="b"/>
              <a:pathLst>
                <a:path w="794" h="977" extrusionOk="0">
                  <a:moveTo>
                    <a:pt x="518" y="1"/>
                  </a:moveTo>
                  <a:cubicBezTo>
                    <a:pt x="386" y="82"/>
                    <a:pt x="172" y="184"/>
                    <a:pt x="0" y="255"/>
                  </a:cubicBezTo>
                  <a:cubicBezTo>
                    <a:pt x="0" y="255"/>
                    <a:pt x="30" y="316"/>
                    <a:pt x="61" y="407"/>
                  </a:cubicBezTo>
                  <a:cubicBezTo>
                    <a:pt x="427" y="692"/>
                    <a:pt x="559" y="977"/>
                    <a:pt x="559" y="977"/>
                  </a:cubicBezTo>
                  <a:cubicBezTo>
                    <a:pt x="721" y="753"/>
                    <a:pt x="783" y="509"/>
                    <a:pt x="793" y="337"/>
                  </a:cubicBezTo>
                  <a:cubicBezTo>
                    <a:pt x="773" y="326"/>
                    <a:pt x="742" y="316"/>
                    <a:pt x="712" y="306"/>
                  </a:cubicBezTo>
                  <a:cubicBezTo>
                    <a:pt x="630" y="224"/>
                    <a:pt x="569" y="123"/>
                    <a:pt x="518" y="1"/>
                  </a:cubicBezTo>
                  <a:close/>
                </a:path>
              </a:pathLst>
            </a:custGeom>
            <a:solidFill>
              <a:srgbClr val="F0F0F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1524;p35">
              <a:extLst>
                <a:ext uri="{FF2B5EF4-FFF2-40B4-BE49-F238E27FC236}">
                  <a16:creationId xmlns:a16="http://schemas.microsoft.com/office/drawing/2014/main" id="{59F19524-C053-4A7B-9AA3-10A207A321F2}"/>
                </a:ext>
              </a:extLst>
            </p:cNvPr>
            <p:cNvSpPr/>
            <p:nvPr/>
          </p:nvSpPr>
          <p:spPr>
            <a:xfrm>
              <a:off x="5241400" y="3426675"/>
              <a:ext cx="20125" cy="24425"/>
            </a:xfrm>
            <a:custGeom>
              <a:avLst/>
              <a:gdLst/>
              <a:ahLst/>
              <a:cxnLst/>
              <a:rect l="l" t="t" r="r" b="b"/>
              <a:pathLst>
                <a:path w="805" h="977" extrusionOk="0">
                  <a:moveTo>
                    <a:pt x="276" y="1"/>
                  </a:moveTo>
                  <a:cubicBezTo>
                    <a:pt x="224" y="123"/>
                    <a:pt x="163" y="224"/>
                    <a:pt x="82" y="306"/>
                  </a:cubicBezTo>
                  <a:cubicBezTo>
                    <a:pt x="52" y="316"/>
                    <a:pt x="32" y="326"/>
                    <a:pt x="1" y="337"/>
                  </a:cubicBezTo>
                  <a:cubicBezTo>
                    <a:pt x="21" y="509"/>
                    <a:pt x="72" y="753"/>
                    <a:pt x="235" y="977"/>
                  </a:cubicBezTo>
                  <a:cubicBezTo>
                    <a:pt x="235" y="977"/>
                    <a:pt x="367" y="692"/>
                    <a:pt x="733" y="407"/>
                  </a:cubicBezTo>
                  <a:cubicBezTo>
                    <a:pt x="773" y="316"/>
                    <a:pt x="804" y="255"/>
                    <a:pt x="804" y="255"/>
                  </a:cubicBezTo>
                  <a:cubicBezTo>
                    <a:pt x="621" y="184"/>
                    <a:pt x="407" y="82"/>
                    <a:pt x="276" y="1"/>
                  </a:cubicBezTo>
                  <a:close/>
                </a:path>
              </a:pathLst>
            </a:custGeom>
            <a:solidFill>
              <a:srgbClr val="F0F0F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1525;p35">
              <a:extLst>
                <a:ext uri="{FF2B5EF4-FFF2-40B4-BE49-F238E27FC236}">
                  <a16:creationId xmlns:a16="http://schemas.microsoft.com/office/drawing/2014/main" id="{1D45D059-CFE9-44AA-84ED-92C1DEEF68D6}"/>
                </a:ext>
              </a:extLst>
            </p:cNvPr>
            <p:cNvSpPr/>
            <p:nvPr/>
          </p:nvSpPr>
          <p:spPr>
            <a:xfrm>
              <a:off x="5211175" y="3568525"/>
              <a:ext cx="114650" cy="8925"/>
            </a:xfrm>
            <a:custGeom>
              <a:avLst/>
              <a:gdLst/>
              <a:ahLst/>
              <a:cxnLst/>
              <a:rect l="l" t="t" r="r" b="b"/>
              <a:pathLst>
                <a:path w="4586" h="357" extrusionOk="0">
                  <a:moveTo>
                    <a:pt x="30" y="214"/>
                  </a:moveTo>
                  <a:cubicBezTo>
                    <a:pt x="20" y="265"/>
                    <a:pt x="10" y="305"/>
                    <a:pt x="0" y="357"/>
                  </a:cubicBezTo>
                  <a:lnTo>
                    <a:pt x="0" y="357"/>
                  </a:lnTo>
                  <a:cubicBezTo>
                    <a:pt x="10" y="305"/>
                    <a:pt x="20" y="265"/>
                    <a:pt x="30" y="214"/>
                  </a:cubicBezTo>
                  <a:lnTo>
                    <a:pt x="30" y="214"/>
                  </a:lnTo>
                  <a:close/>
                  <a:moveTo>
                    <a:pt x="4535" y="0"/>
                  </a:moveTo>
                  <a:lnTo>
                    <a:pt x="4535" y="0"/>
                  </a:lnTo>
                  <a:cubicBezTo>
                    <a:pt x="4545" y="82"/>
                    <a:pt x="4565" y="163"/>
                    <a:pt x="4585" y="244"/>
                  </a:cubicBezTo>
                  <a:lnTo>
                    <a:pt x="4585" y="244"/>
                  </a:lnTo>
                  <a:cubicBezTo>
                    <a:pt x="4565" y="163"/>
                    <a:pt x="4545" y="82"/>
                    <a:pt x="4535" y="0"/>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1526;p35">
              <a:extLst>
                <a:ext uri="{FF2B5EF4-FFF2-40B4-BE49-F238E27FC236}">
                  <a16:creationId xmlns:a16="http://schemas.microsoft.com/office/drawing/2014/main" id="{ABE5B69E-6982-46F6-90DA-D7A22D257991}"/>
                </a:ext>
              </a:extLst>
            </p:cNvPr>
            <p:cNvSpPr/>
            <p:nvPr/>
          </p:nvSpPr>
          <p:spPr>
            <a:xfrm>
              <a:off x="5211175" y="3498375"/>
              <a:ext cx="118475" cy="79075"/>
            </a:xfrm>
            <a:custGeom>
              <a:avLst/>
              <a:gdLst/>
              <a:ahLst/>
              <a:cxnLst/>
              <a:rect l="l" t="t" r="r" b="b"/>
              <a:pathLst>
                <a:path w="4739" h="3163" extrusionOk="0">
                  <a:moveTo>
                    <a:pt x="4585" y="1098"/>
                  </a:moveTo>
                  <a:cubicBezTo>
                    <a:pt x="4555" y="1129"/>
                    <a:pt x="4535" y="1159"/>
                    <a:pt x="4504" y="1190"/>
                  </a:cubicBezTo>
                  <a:lnTo>
                    <a:pt x="4555" y="1190"/>
                  </a:lnTo>
                  <a:lnTo>
                    <a:pt x="4585" y="1098"/>
                  </a:lnTo>
                  <a:close/>
                  <a:moveTo>
                    <a:pt x="4321" y="0"/>
                  </a:moveTo>
                  <a:cubicBezTo>
                    <a:pt x="4057" y="0"/>
                    <a:pt x="3609" y="153"/>
                    <a:pt x="3254" y="407"/>
                  </a:cubicBezTo>
                  <a:cubicBezTo>
                    <a:pt x="2714" y="773"/>
                    <a:pt x="2511" y="1231"/>
                    <a:pt x="2511" y="1231"/>
                  </a:cubicBezTo>
                  <a:cubicBezTo>
                    <a:pt x="2369" y="1231"/>
                    <a:pt x="1952" y="1200"/>
                    <a:pt x="1952" y="1200"/>
                  </a:cubicBezTo>
                  <a:cubicBezTo>
                    <a:pt x="1515" y="946"/>
                    <a:pt x="701" y="966"/>
                    <a:pt x="447" y="956"/>
                  </a:cubicBezTo>
                  <a:lnTo>
                    <a:pt x="427" y="956"/>
                  </a:lnTo>
                  <a:cubicBezTo>
                    <a:pt x="193" y="956"/>
                    <a:pt x="213" y="1118"/>
                    <a:pt x="213" y="1118"/>
                  </a:cubicBezTo>
                  <a:cubicBezTo>
                    <a:pt x="152" y="1109"/>
                    <a:pt x="71" y="1088"/>
                    <a:pt x="20" y="1078"/>
                  </a:cubicBezTo>
                  <a:lnTo>
                    <a:pt x="20" y="1078"/>
                  </a:lnTo>
                  <a:cubicBezTo>
                    <a:pt x="30" y="1118"/>
                    <a:pt x="41" y="1149"/>
                    <a:pt x="61" y="1190"/>
                  </a:cubicBezTo>
                  <a:cubicBezTo>
                    <a:pt x="91" y="1190"/>
                    <a:pt x="132" y="1200"/>
                    <a:pt x="173" y="1200"/>
                  </a:cubicBezTo>
                  <a:lnTo>
                    <a:pt x="224" y="1190"/>
                  </a:lnTo>
                  <a:cubicBezTo>
                    <a:pt x="224" y="1190"/>
                    <a:pt x="224" y="1048"/>
                    <a:pt x="376" y="1037"/>
                  </a:cubicBezTo>
                  <a:cubicBezTo>
                    <a:pt x="417" y="1027"/>
                    <a:pt x="457" y="1027"/>
                    <a:pt x="508" y="1027"/>
                  </a:cubicBezTo>
                  <a:cubicBezTo>
                    <a:pt x="661" y="1027"/>
                    <a:pt x="884" y="1057"/>
                    <a:pt x="1088" y="1078"/>
                  </a:cubicBezTo>
                  <a:cubicBezTo>
                    <a:pt x="1220" y="1088"/>
                    <a:pt x="1352" y="1118"/>
                    <a:pt x="1474" y="1159"/>
                  </a:cubicBezTo>
                  <a:cubicBezTo>
                    <a:pt x="1688" y="1231"/>
                    <a:pt x="1860" y="1312"/>
                    <a:pt x="1952" y="1353"/>
                  </a:cubicBezTo>
                  <a:cubicBezTo>
                    <a:pt x="2084" y="1363"/>
                    <a:pt x="2206" y="1363"/>
                    <a:pt x="2308" y="1373"/>
                  </a:cubicBezTo>
                  <a:cubicBezTo>
                    <a:pt x="2389" y="1363"/>
                    <a:pt x="2501" y="1363"/>
                    <a:pt x="2623" y="1353"/>
                  </a:cubicBezTo>
                  <a:cubicBezTo>
                    <a:pt x="2694" y="1261"/>
                    <a:pt x="2958" y="905"/>
                    <a:pt x="3202" y="641"/>
                  </a:cubicBezTo>
                  <a:cubicBezTo>
                    <a:pt x="3437" y="386"/>
                    <a:pt x="4026" y="81"/>
                    <a:pt x="4301" y="81"/>
                  </a:cubicBezTo>
                  <a:cubicBezTo>
                    <a:pt x="4362" y="81"/>
                    <a:pt x="4413" y="92"/>
                    <a:pt x="4433" y="122"/>
                  </a:cubicBezTo>
                  <a:cubicBezTo>
                    <a:pt x="4454" y="153"/>
                    <a:pt x="4463" y="183"/>
                    <a:pt x="4454" y="214"/>
                  </a:cubicBezTo>
                  <a:cubicBezTo>
                    <a:pt x="4494" y="203"/>
                    <a:pt x="4535" y="203"/>
                    <a:pt x="4565" y="203"/>
                  </a:cubicBezTo>
                  <a:cubicBezTo>
                    <a:pt x="4637" y="203"/>
                    <a:pt x="4687" y="224"/>
                    <a:pt x="4698" y="264"/>
                  </a:cubicBezTo>
                  <a:cubicBezTo>
                    <a:pt x="4707" y="325"/>
                    <a:pt x="4687" y="377"/>
                    <a:pt x="4626" y="438"/>
                  </a:cubicBezTo>
                  <a:cubicBezTo>
                    <a:pt x="4637" y="438"/>
                    <a:pt x="4646" y="447"/>
                    <a:pt x="4657" y="458"/>
                  </a:cubicBezTo>
                  <a:cubicBezTo>
                    <a:pt x="4698" y="508"/>
                    <a:pt x="4687" y="610"/>
                    <a:pt x="4576" y="743"/>
                  </a:cubicBezTo>
                  <a:lnTo>
                    <a:pt x="4585" y="743"/>
                  </a:lnTo>
                  <a:cubicBezTo>
                    <a:pt x="4626" y="743"/>
                    <a:pt x="4657" y="752"/>
                    <a:pt x="4677" y="783"/>
                  </a:cubicBezTo>
                  <a:cubicBezTo>
                    <a:pt x="4677" y="763"/>
                    <a:pt x="4677" y="743"/>
                    <a:pt x="4687" y="722"/>
                  </a:cubicBezTo>
                  <a:lnTo>
                    <a:pt x="4677" y="712"/>
                  </a:lnTo>
                  <a:cubicBezTo>
                    <a:pt x="4687" y="702"/>
                    <a:pt x="4687" y="691"/>
                    <a:pt x="4698" y="682"/>
                  </a:cubicBezTo>
                  <a:cubicBezTo>
                    <a:pt x="4707" y="630"/>
                    <a:pt x="4707" y="580"/>
                    <a:pt x="4718" y="529"/>
                  </a:cubicBezTo>
                  <a:lnTo>
                    <a:pt x="4718" y="488"/>
                  </a:lnTo>
                  <a:cubicBezTo>
                    <a:pt x="4707" y="447"/>
                    <a:pt x="4698" y="427"/>
                    <a:pt x="4698" y="427"/>
                  </a:cubicBezTo>
                  <a:lnTo>
                    <a:pt x="4728" y="397"/>
                  </a:lnTo>
                  <a:cubicBezTo>
                    <a:pt x="4728" y="325"/>
                    <a:pt x="4738" y="255"/>
                    <a:pt x="4728" y="173"/>
                  </a:cubicBezTo>
                  <a:cubicBezTo>
                    <a:pt x="4677" y="122"/>
                    <a:pt x="4585" y="112"/>
                    <a:pt x="4576" y="112"/>
                  </a:cubicBezTo>
                  <a:cubicBezTo>
                    <a:pt x="4555" y="41"/>
                    <a:pt x="4463" y="0"/>
                    <a:pt x="4321" y="0"/>
                  </a:cubicBezTo>
                  <a:close/>
                  <a:moveTo>
                    <a:pt x="2267" y="2664"/>
                  </a:moveTo>
                  <a:cubicBezTo>
                    <a:pt x="2064" y="2705"/>
                    <a:pt x="1790" y="2745"/>
                    <a:pt x="1535" y="2776"/>
                  </a:cubicBezTo>
                  <a:cubicBezTo>
                    <a:pt x="1372" y="2817"/>
                    <a:pt x="1230" y="2837"/>
                    <a:pt x="1128" y="2847"/>
                  </a:cubicBezTo>
                  <a:lnTo>
                    <a:pt x="1159" y="2969"/>
                  </a:lnTo>
                  <a:cubicBezTo>
                    <a:pt x="1058" y="2980"/>
                    <a:pt x="956" y="2980"/>
                    <a:pt x="854" y="2980"/>
                  </a:cubicBezTo>
                  <a:cubicBezTo>
                    <a:pt x="854" y="2959"/>
                    <a:pt x="844" y="2928"/>
                    <a:pt x="844" y="2908"/>
                  </a:cubicBezTo>
                  <a:cubicBezTo>
                    <a:pt x="549" y="3000"/>
                    <a:pt x="325" y="3030"/>
                    <a:pt x="152" y="3030"/>
                  </a:cubicBezTo>
                  <a:cubicBezTo>
                    <a:pt x="112" y="3030"/>
                    <a:pt x="71" y="3030"/>
                    <a:pt x="30" y="3020"/>
                  </a:cubicBezTo>
                  <a:cubicBezTo>
                    <a:pt x="20" y="3071"/>
                    <a:pt x="10" y="3111"/>
                    <a:pt x="0" y="3163"/>
                  </a:cubicBezTo>
                  <a:lnTo>
                    <a:pt x="41" y="3163"/>
                  </a:lnTo>
                  <a:cubicBezTo>
                    <a:pt x="1220" y="3163"/>
                    <a:pt x="2064" y="2837"/>
                    <a:pt x="2064" y="2837"/>
                  </a:cubicBezTo>
                  <a:cubicBezTo>
                    <a:pt x="2664" y="3030"/>
                    <a:pt x="3355" y="3081"/>
                    <a:pt x="3884" y="3081"/>
                  </a:cubicBezTo>
                  <a:cubicBezTo>
                    <a:pt x="4179" y="3081"/>
                    <a:pt x="4423" y="3061"/>
                    <a:pt x="4585" y="3050"/>
                  </a:cubicBezTo>
                  <a:cubicBezTo>
                    <a:pt x="4565" y="2969"/>
                    <a:pt x="4545" y="2888"/>
                    <a:pt x="4535" y="2806"/>
                  </a:cubicBezTo>
                  <a:cubicBezTo>
                    <a:pt x="4321" y="2827"/>
                    <a:pt x="4108" y="2837"/>
                    <a:pt x="3884" y="2837"/>
                  </a:cubicBezTo>
                  <a:lnTo>
                    <a:pt x="3640" y="2837"/>
                  </a:lnTo>
                  <a:cubicBezTo>
                    <a:pt x="3193" y="2817"/>
                    <a:pt x="2725" y="2766"/>
                    <a:pt x="2267" y="2664"/>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1527;p35">
              <a:extLst>
                <a:ext uri="{FF2B5EF4-FFF2-40B4-BE49-F238E27FC236}">
                  <a16:creationId xmlns:a16="http://schemas.microsoft.com/office/drawing/2014/main" id="{20E1EC1A-79BC-4ADC-9651-7830D36F46E7}"/>
                </a:ext>
              </a:extLst>
            </p:cNvPr>
            <p:cNvSpPr/>
            <p:nvPr/>
          </p:nvSpPr>
          <p:spPr>
            <a:xfrm>
              <a:off x="5215475" y="3524300"/>
              <a:ext cx="5100" cy="4600"/>
            </a:xfrm>
            <a:custGeom>
              <a:avLst/>
              <a:gdLst/>
              <a:ahLst/>
              <a:cxnLst/>
              <a:rect l="l" t="t" r="r" b="b"/>
              <a:pathLst>
                <a:path w="204" h="184" extrusionOk="0">
                  <a:moveTo>
                    <a:pt x="204" y="0"/>
                  </a:moveTo>
                  <a:lnTo>
                    <a:pt x="204" y="0"/>
                  </a:lnTo>
                  <a:cubicBezTo>
                    <a:pt x="52" y="11"/>
                    <a:pt x="52" y="153"/>
                    <a:pt x="52" y="153"/>
                  </a:cubicBezTo>
                  <a:lnTo>
                    <a:pt x="1" y="163"/>
                  </a:lnTo>
                  <a:cubicBezTo>
                    <a:pt x="11" y="163"/>
                    <a:pt x="21" y="173"/>
                    <a:pt x="41" y="173"/>
                  </a:cubicBezTo>
                  <a:cubicBezTo>
                    <a:pt x="62" y="173"/>
                    <a:pt x="92" y="173"/>
                    <a:pt x="123" y="183"/>
                  </a:cubicBezTo>
                  <a:cubicBezTo>
                    <a:pt x="102" y="142"/>
                    <a:pt x="102" y="92"/>
                    <a:pt x="123" y="51"/>
                  </a:cubicBezTo>
                  <a:cubicBezTo>
                    <a:pt x="133" y="31"/>
                    <a:pt x="163" y="11"/>
                    <a:pt x="204" y="0"/>
                  </a:cubicBez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1528;p35">
              <a:extLst>
                <a:ext uri="{FF2B5EF4-FFF2-40B4-BE49-F238E27FC236}">
                  <a16:creationId xmlns:a16="http://schemas.microsoft.com/office/drawing/2014/main" id="{DE92E666-29D2-4107-9678-2F89D5AD3F3D}"/>
                </a:ext>
              </a:extLst>
            </p:cNvPr>
            <p:cNvSpPr/>
            <p:nvPr/>
          </p:nvSpPr>
          <p:spPr>
            <a:xfrm>
              <a:off x="5185250" y="3591650"/>
              <a:ext cx="167275" cy="393025"/>
            </a:xfrm>
            <a:custGeom>
              <a:avLst/>
              <a:gdLst/>
              <a:ahLst/>
              <a:cxnLst/>
              <a:rect l="l" t="t" r="r" b="b"/>
              <a:pathLst>
                <a:path w="6691" h="15721" extrusionOk="0">
                  <a:moveTo>
                    <a:pt x="874" y="1"/>
                  </a:moveTo>
                  <a:cubicBezTo>
                    <a:pt x="721" y="530"/>
                    <a:pt x="559" y="1038"/>
                    <a:pt x="477" y="1536"/>
                  </a:cubicBezTo>
                  <a:cubicBezTo>
                    <a:pt x="0" y="4129"/>
                    <a:pt x="10" y="12151"/>
                    <a:pt x="41" y="15639"/>
                  </a:cubicBezTo>
                  <a:cubicBezTo>
                    <a:pt x="396" y="15669"/>
                    <a:pt x="834" y="15700"/>
                    <a:pt x="1301" y="15720"/>
                  </a:cubicBezTo>
                  <a:lnTo>
                    <a:pt x="3091" y="2959"/>
                  </a:lnTo>
                  <a:lnTo>
                    <a:pt x="3589" y="2959"/>
                  </a:lnTo>
                  <a:lnTo>
                    <a:pt x="5389" y="15720"/>
                  </a:lnTo>
                  <a:cubicBezTo>
                    <a:pt x="5857" y="15700"/>
                    <a:pt x="6284" y="15669"/>
                    <a:pt x="6639" y="15639"/>
                  </a:cubicBezTo>
                  <a:cubicBezTo>
                    <a:pt x="6670" y="12151"/>
                    <a:pt x="6690" y="4129"/>
                    <a:pt x="6212" y="1536"/>
                  </a:cubicBezTo>
                  <a:cubicBezTo>
                    <a:pt x="6121" y="1038"/>
                    <a:pt x="5958" y="530"/>
                    <a:pt x="5805" y="1"/>
                  </a:cubicBezTo>
                  <a:cubicBezTo>
                    <a:pt x="5378" y="143"/>
                    <a:pt x="4484" y="408"/>
                    <a:pt x="3345" y="408"/>
                  </a:cubicBezTo>
                  <a:cubicBezTo>
                    <a:pt x="2206" y="408"/>
                    <a:pt x="1301" y="143"/>
                    <a:pt x="874" y="1"/>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1529;p35">
              <a:extLst>
                <a:ext uri="{FF2B5EF4-FFF2-40B4-BE49-F238E27FC236}">
                  <a16:creationId xmlns:a16="http://schemas.microsoft.com/office/drawing/2014/main" id="{8D93D149-2F24-4F38-A65C-EF9B72B28B37}"/>
                </a:ext>
              </a:extLst>
            </p:cNvPr>
            <p:cNvSpPr/>
            <p:nvPr/>
          </p:nvSpPr>
          <p:spPr>
            <a:xfrm>
              <a:off x="5206825" y="3591650"/>
              <a:ext cx="300" cy="1050"/>
            </a:xfrm>
            <a:custGeom>
              <a:avLst/>
              <a:gdLst/>
              <a:ahLst/>
              <a:cxnLst/>
              <a:rect l="l" t="t" r="r" b="b"/>
              <a:pathLst>
                <a:path w="12" h="42" extrusionOk="0">
                  <a:moveTo>
                    <a:pt x="11" y="1"/>
                  </a:moveTo>
                  <a:cubicBezTo>
                    <a:pt x="11" y="11"/>
                    <a:pt x="1" y="21"/>
                    <a:pt x="1" y="42"/>
                  </a:cubicBezTo>
                  <a:cubicBezTo>
                    <a:pt x="1" y="21"/>
                    <a:pt x="11" y="11"/>
                    <a:pt x="11" y="1"/>
                  </a:cubicBezTo>
                  <a:lnTo>
                    <a:pt x="11" y="1"/>
                  </a:lnTo>
                  <a:lnTo>
                    <a:pt x="11" y="1"/>
                  </a:lnTo>
                  <a:close/>
                </a:path>
              </a:pathLst>
            </a:custGeom>
            <a:solidFill>
              <a:srgbClr val="B6CAF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1530;p35">
              <a:extLst>
                <a:ext uri="{FF2B5EF4-FFF2-40B4-BE49-F238E27FC236}">
                  <a16:creationId xmlns:a16="http://schemas.microsoft.com/office/drawing/2014/main" id="{99BC8933-9963-4A98-B49A-1DD614552233}"/>
                </a:ext>
              </a:extLst>
            </p:cNvPr>
            <p:cNvSpPr/>
            <p:nvPr/>
          </p:nvSpPr>
          <p:spPr>
            <a:xfrm>
              <a:off x="5207100" y="3591650"/>
              <a:ext cx="61775" cy="10200"/>
            </a:xfrm>
            <a:custGeom>
              <a:avLst/>
              <a:gdLst/>
              <a:ahLst/>
              <a:cxnLst/>
              <a:rect l="l" t="t" r="r" b="b"/>
              <a:pathLst>
                <a:path w="2471" h="408" extrusionOk="0">
                  <a:moveTo>
                    <a:pt x="0" y="1"/>
                  </a:moveTo>
                  <a:lnTo>
                    <a:pt x="0" y="1"/>
                  </a:lnTo>
                  <a:cubicBezTo>
                    <a:pt x="427" y="143"/>
                    <a:pt x="1332" y="408"/>
                    <a:pt x="2471" y="408"/>
                  </a:cubicBezTo>
                  <a:lnTo>
                    <a:pt x="2471" y="408"/>
                  </a:lnTo>
                  <a:cubicBezTo>
                    <a:pt x="1332" y="408"/>
                    <a:pt x="427" y="143"/>
                    <a:pt x="0" y="1"/>
                  </a:cubicBezTo>
                  <a:close/>
                </a:path>
              </a:pathLst>
            </a:custGeom>
            <a:solidFill>
              <a:srgbClr val="B6CAF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1531;p35">
              <a:extLst>
                <a:ext uri="{FF2B5EF4-FFF2-40B4-BE49-F238E27FC236}">
                  <a16:creationId xmlns:a16="http://schemas.microsoft.com/office/drawing/2014/main" id="{A5695A38-126D-42BE-B6B4-8B4F6BB07363}"/>
                </a:ext>
              </a:extLst>
            </p:cNvPr>
            <p:cNvSpPr/>
            <p:nvPr/>
          </p:nvSpPr>
          <p:spPr>
            <a:xfrm>
              <a:off x="5203550" y="3591650"/>
              <a:ext cx="129150" cy="22150"/>
            </a:xfrm>
            <a:custGeom>
              <a:avLst/>
              <a:gdLst/>
              <a:ahLst/>
              <a:cxnLst/>
              <a:rect l="l" t="t" r="r" b="b"/>
              <a:pathLst>
                <a:path w="5166" h="886" extrusionOk="0">
                  <a:moveTo>
                    <a:pt x="142" y="1"/>
                  </a:moveTo>
                  <a:cubicBezTo>
                    <a:pt x="142" y="11"/>
                    <a:pt x="132" y="21"/>
                    <a:pt x="132" y="42"/>
                  </a:cubicBezTo>
                  <a:cubicBezTo>
                    <a:pt x="91" y="184"/>
                    <a:pt x="50" y="326"/>
                    <a:pt x="0" y="478"/>
                  </a:cubicBezTo>
                  <a:cubicBezTo>
                    <a:pt x="346" y="600"/>
                    <a:pt x="1210" y="885"/>
                    <a:pt x="2369" y="885"/>
                  </a:cubicBezTo>
                  <a:cubicBezTo>
                    <a:pt x="3182" y="885"/>
                    <a:pt x="4148" y="743"/>
                    <a:pt x="5165" y="316"/>
                  </a:cubicBezTo>
                  <a:cubicBezTo>
                    <a:pt x="5134" y="214"/>
                    <a:pt x="5104" y="112"/>
                    <a:pt x="5073" y="1"/>
                  </a:cubicBezTo>
                  <a:cubicBezTo>
                    <a:pt x="5033" y="11"/>
                    <a:pt x="4992" y="31"/>
                    <a:pt x="4942" y="42"/>
                  </a:cubicBezTo>
                  <a:cubicBezTo>
                    <a:pt x="4474" y="194"/>
                    <a:pt x="3640" y="408"/>
                    <a:pt x="2613" y="408"/>
                  </a:cubicBezTo>
                  <a:cubicBezTo>
                    <a:pt x="1474" y="408"/>
                    <a:pt x="569" y="143"/>
                    <a:pt x="142"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1532;p35">
              <a:extLst>
                <a:ext uri="{FF2B5EF4-FFF2-40B4-BE49-F238E27FC236}">
                  <a16:creationId xmlns:a16="http://schemas.microsoft.com/office/drawing/2014/main" id="{37C2D2CE-91DC-42AB-9997-85F624F097A4}"/>
                </a:ext>
              </a:extLst>
            </p:cNvPr>
            <p:cNvSpPr/>
            <p:nvPr/>
          </p:nvSpPr>
          <p:spPr>
            <a:xfrm>
              <a:off x="5203025" y="3583775"/>
              <a:ext cx="131425" cy="25450"/>
            </a:xfrm>
            <a:custGeom>
              <a:avLst/>
              <a:gdLst/>
              <a:ahLst/>
              <a:cxnLst/>
              <a:rect l="l" t="t" r="r" b="b"/>
              <a:pathLst>
                <a:path w="5257" h="1018" extrusionOk="0">
                  <a:moveTo>
                    <a:pt x="163" y="0"/>
                  </a:moveTo>
                  <a:cubicBezTo>
                    <a:pt x="133" y="92"/>
                    <a:pt x="112" y="194"/>
                    <a:pt x="82" y="285"/>
                  </a:cubicBezTo>
                  <a:cubicBezTo>
                    <a:pt x="62" y="366"/>
                    <a:pt x="31" y="448"/>
                    <a:pt x="10" y="529"/>
                  </a:cubicBezTo>
                  <a:cubicBezTo>
                    <a:pt x="10" y="540"/>
                    <a:pt x="1" y="549"/>
                    <a:pt x="1" y="560"/>
                  </a:cubicBezTo>
                  <a:lnTo>
                    <a:pt x="71" y="590"/>
                  </a:lnTo>
                  <a:cubicBezTo>
                    <a:pt x="519" y="753"/>
                    <a:pt x="1454" y="1017"/>
                    <a:pt x="2634" y="1017"/>
                  </a:cubicBezTo>
                  <a:cubicBezTo>
                    <a:pt x="3803" y="1017"/>
                    <a:pt x="4739" y="753"/>
                    <a:pt x="5196" y="590"/>
                  </a:cubicBezTo>
                  <a:lnTo>
                    <a:pt x="5257" y="560"/>
                  </a:lnTo>
                  <a:cubicBezTo>
                    <a:pt x="5257" y="549"/>
                    <a:pt x="5257" y="540"/>
                    <a:pt x="5247" y="529"/>
                  </a:cubicBezTo>
                  <a:cubicBezTo>
                    <a:pt x="5227" y="448"/>
                    <a:pt x="5207" y="366"/>
                    <a:pt x="5176" y="285"/>
                  </a:cubicBezTo>
                  <a:cubicBezTo>
                    <a:pt x="5155" y="194"/>
                    <a:pt x="5125" y="92"/>
                    <a:pt x="5094" y="0"/>
                  </a:cubicBezTo>
                  <a:lnTo>
                    <a:pt x="5003" y="31"/>
                  </a:lnTo>
                  <a:cubicBezTo>
                    <a:pt x="4586" y="183"/>
                    <a:pt x="3722" y="427"/>
                    <a:pt x="2634" y="427"/>
                  </a:cubicBezTo>
                  <a:cubicBezTo>
                    <a:pt x="1546" y="427"/>
                    <a:pt x="682" y="183"/>
                    <a:pt x="265" y="31"/>
                  </a:cubicBezTo>
                  <a:lnTo>
                    <a:pt x="163" y="0"/>
                  </a:ln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1533;p35">
              <a:extLst>
                <a:ext uri="{FF2B5EF4-FFF2-40B4-BE49-F238E27FC236}">
                  <a16:creationId xmlns:a16="http://schemas.microsoft.com/office/drawing/2014/main" id="{3D16D4DC-7F81-45D6-8C81-61EC2FCEDD43}"/>
                </a:ext>
              </a:extLst>
            </p:cNvPr>
            <p:cNvSpPr/>
            <p:nvPr/>
          </p:nvSpPr>
          <p:spPr>
            <a:xfrm>
              <a:off x="5183950" y="3978775"/>
              <a:ext cx="36400" cy="9700"/>
            </a:xfrm>
            <a:custGeom>
              <a:avLst/>
              <a:gdLst/>
              <a:ahLst/>
              <a:cxnLst/>
              <a:rect l="l" t="t" r="r" b="b"/>
              <a:pathLst>
                <a:path w="1456" h="388" extrusionOk="0">
                  <a:moveTo>
                    <a:pt x="1" y="1"/>
                  </a:moveTo>
                  <a:lnTo>
                    <a:pt x="1" y="296"/>
                  </a:lnTo>
                  <a:cubicBezTo>
                    <a:pt x="398" y="326"/>
                    <a:pt x="886" y="357"/>
                    <a:pt x="1414" y="387"/>
                  </a:cubicBezTo>
                  <a:lnTo>
                    <a:pt x="1455" y="103"/>
                  </a:lnTo>
                  <a:cubicBezTo>
                    <a:pt x="906" y="72"/>
                    <a:pt x="407" y="32"/>
                    <a:pt x="1"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1534;p35">
              <a:extLst>
                <a:ext uri="{FF2B5EF4-FFF2-40B4-BE49-F238E27FC236}">
                  <a16:creationId xmlns:a16="http://schemas.microsoft.com/office/drawing/2014/main" id="{A0FC7122-F266-413B-8558-4102903F6C87}"/>
                </a:ext>
              </a:extLst>
            </p:cNvPr>
            <p:cNvSpPr/>
            <p:nvPr/>
          </p:nvSpPr>
          <p:spPr>
            <a:xfrm>
              <a:off x="5317150" y="3978775"/>
              <a:ext cx="36375" cy="9700"/>
            </a:xfrm>
            <a:custGeom>
              <a:avLst/>
              <a:gdLst/>
              <a:ahLst/>
              <a:cxnLst/>
              <a:rect l="l" t="t" r="r" b="b"/>
              <a:pathLst>
                <a:path w="1455" h="388" extrusionOk="0">
                  <a:moveTo>
                    <a:pt x="1455" y="1"/>
                  </a:moveTo>
                  <a:cubicBezTo>
                    <a:pt x="1058" y="32"/>
                    <a:pt x="550" y="72"/>
                    <a:pt x="1" y="103"/>
                  </a:cubicBezTo>
                  <a:lnTo>
                    <a:pt x="41" y="387"/>
                  </a:lnTo>
                  <a:cubicBezTo>
                    <a:pt x="570" y="357"/>
                    <a:pt x="1058" y="326"/>
                    <a:pt x="1455" y="296"/>
                  </a:cubicBezTo>
                  <a:lnTo>
                    <a:pt x="1455" y="1"/>
                  </a:ln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1535;p35">
              <a:extLst>
                <a:ext uri="{FF2B5EF4-FFF2-40B4-BE49-F238E27FC236}">
                  <a16:creationId xmlns:a16="http://schemas.microsoft.com/office/drawing/2014/main" id="{2C7254C5-3896-4DC4-B91C-E39C5A3DAAB5}"/>
                </a:ext>
              </a:extLst>
            </p:cNvPr>
            <p:cNvSpPr/>
            <p:nvPr/>
          </p:nvSpPr>
          <p:spPr>
            <a:xfrm>
              <a:off x="5166425" y="3443450"/>
              <a:ext cx="69175" cy="125925"/>
            </a:xfrm>
            <a:custGeom>
              <a:avLst/>
              <a:gdLst/>
              <a:ahLst/>
              <a:cxnLst/>
              <a:rect l="l" t="t" r="r" b="b"/>
              <a:pathLst>
                <a:path w="2767" h="5037" extrusionOk="0">
                  <a:moveTo>
                    <a:pt x="1851" y="1"/>
                  </a:moveTo>
                  <a:cubicBezTo>
                    <a:pt x="1393" y="133"/>
                    <a:pt x="794" y="621"/>
                    <a:pt x="306" y="2167"/>
                  </a:cubicBezTo>
                  <a:cubicBezTo>
                    <a:pt x="1" y="3163"/>
                    <a:pt x="51" y="4292"/>
                    <a:pt x="356" y="4587"/>
                  </a:cubicBezTo>
                  <a:cubicBezTo>
                    <a:pt x="604" y="4825"/>
                    <a:pt x="1490" y="5037"/>
                    <a:pt x="2556" y="5037"/>
                  </a:cubicBezTo>
                  <a:cubicBezTo>
                    <a:pt x="2626" y="5037"/>
                    <a:pt x="2696" y="5036"/>
                    <a:pt x="2766" y="5034"/>
                  </a:cubicBezTo>
                  <a:cubicBezTo>
                    <a:pt x="2624" y="4404"/>
                    <a:pt x="2613" y="3814"/>
                    <a:pt x="2634" y="3468"/>
                  </a:cubicBezTo>
                  <a:cubicBezTo>
                    <a:pt x="2308" y="3448"/>
                    <a:pt x="1993" y="3407"/>
                    <a:pt x="1749" y="3367"/>
                  </a:cubicBezTo>
                  <a:cubicBezTo>
                    <a:pt x="1749" y="3367"/>
                    <a:pt x="1759" y="3295"/>
                    <a:pt x="1780" y="3184"/>
                  </a:cubicBezTo>
                  <a:cubicBezTo>
                    <a:pt x="1780" y="3163"/>
                    <a:pt x="1770" y="3153"/>
                    <a:pt x="1770" y="3132"/>
                  </a:cubicBezTo>
                  <a:cubicBezTo>
                    <a:pt x="1678" y="2827"/>
                    <a:pt x="1648" y="2513"/>
                    <a:pt x="1678" y="2197"/>
                  </a:cubicBezTo>
                  <a:cubicBezTo>
                    <a:pt x="1749" y="1546"/>
                    <a:pt x="1851" y="967"/>
                    <a:pt x="1851" y="967"/>
                  </a:cubicBezTo>
                  <a:lnTo>
                    <a:pt x="1851" y="1"/>
                  </a:ln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1536;p35">
              <a:extLst>
                <a:ext uri="{FF2B5EF4-FFF2-40B4-BE49-F238E27FC236}">
                  <a16:creationId xmlns:a16="http://schemas.microsoft.com/office/drawing/2014/main" id="{43A2D567-21A4-4DEC-855E-1403FDA94E79}"/>
                </a:ext>
              </a:extLst>
            </p:cNvPr>
            <p:cNvSpPr/>
            <p:nvPr/>
          </p:nvSpPr>
          <p:spPr>
            <a:xfrm>
              <a:off x="5203550" y="3467625"/>
              <a:ext cx="9175" cy="55425"/>
            </a:xfrm>
            <a:custGeom>
              <a:avLst/>
              <a:gdLst/>
              <a:ahLst/>
              <a:cxnLst/>
              <a:rect l="l" t="t" r="r" b="b"/>
              <a:pathLst>
                <a:path w="367" h="2217" extrusionOk="0">
                  <a:moveTo>
                    <a:pt x="366" y="0"/>
                  </a:moveTo>
                  <a:lnTo>
                    <a:pt x="366" y="0"/>
                  </a:lnTo>
                  <a:cubicBezTo>
                    <a:pt x="366" y="0"/>
                    <a:pt x="71" y="620"/>
                    <a:pt x="30" y="1332"/>
                  </a:cubicBezTo>
                  <a:cubicBezTo>
                    <a:pt x="0" y="1830"/>
                    <a:pt x="295" y="2217"/>
                    <a:pt x="295" y="2217"/>
                  </a:cubicBezTo>
                  <a:cubicBezTo>
                    <a:pt x="295" y="2196"/>
                    <a:pt x="285" y="2186"/>
                    <a:pt x="285" y="2165"/>
                  </a:cubicBezTo>
                  <a:cubicBezTo>
                    <a:pt x="213" y="1942"/>
                    <a:pt x="183" y="1708"/>
                    <a:pt x="183" y="1474"/>
                  </a:cubicBezTo>
                  <a:cubicBezTo>
                    <a:pt x="183" y="1393"/>
                    <a:pt x="183" y="1311"/>
                    <a:pt x="193" y="1230"/>
                  </a:cubicBezTo>
                  <a:cubicBezTo>
                    <a:pt x="264" y="579"/>
                    <a:pt x="366" y="0"/>
                    <a:pt x="366" y="0"/>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1537;p35">
              <a:extLst>
                <a:ext uri="{FF2B5EF4-FFF2-40B4-BE49-F238E27FC236}">
                  <a16:creationId xmlns:a16="http://schemas.microsoft.com/office/drawing/2014/main" id="{3B7D90D4-9A7C-4364-AC5B-690600A41788}"/>
                </a:ext>
              </a:extLst>
            </p:cNvPr>
            <p:cNvSpPr/>
            <p:nvPr/>
          </p:nvSpPr>
          <p:spPr>
            <a:xfrm>
              <a:off x="5216500" y="3528625"/>
              <a:ext cx="2050" cy="275"/>
            </a:xfrm>
            <a:custGeom>
              <a:avLst/>
              <a:gdLst/>
              <a:ahLst/>
              <a:cxnLst/>
              <a:rect l="l" t="t" r="r" b="b"/>
              <a:pathLst>
                <a:path w="82" h="11" extrusionOk="0">
                  <a:moveTo>
                    <a:pt x="0" y="0"/>
                  </a:moveTo>
                  <a:cubicBezTo>
                    <a:pt x="21" y="0"/>
                    <a:pt x="51" y="10"/>
                    <a:pt x="82" y="10"/>
                  </a:cubicBezTo>
                  <a:cubicBezTo>
                    <a:pt x="51" y="0"/>
                    <a:pt x="21" y="0"/>
                    <a:pt x="0" y="0"/>
                  </a:cubicBez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1538;p35">
              <a:extLst>
                <a:ext uri="{FF2B5EF4-FFF2-40B4-BE49-F238E27FC236}">
                  <a16:creationId xmlns:a16="http://schemas.microsoft.com/office/drawing/2014/main" id="{6D2D7F70-BBC9-48B9-895A-D78893F82F98}"/>
                </a:ext>
              </a:extLst>
            </p:cNvPr>
            <p:cNvSpPr/>
            <p:nvPr/>
          </p:nvSpPr>
          <p:spPr>
            <a:xfrm>
              <a:off x="5175075" y="3557850"/>
              <a:ext cx="275" cy="275"/>
            </a:xfrm>
            <a:custGeom>
              <a:avLst/>
              <a:gdLst/>
              <a:ahLst/>
              <a:cxnLst/>
              <a:rect l="l" t="t" r="r" b="b"/>
              <a:pathLst>
                <a:path w="11" h="11" extrusionOk="0">
                  <a:moveTo>
                    <a:pt x="10" y="11"/>
                  </a:moveTo>
                  <a:lnTo>
                    <a:pt x="10" y="11"/>
                  </a:lnTo>
                  <a:lnTo>
                    <a:pt x="10" y="11"/>
                  </a:lnTo>
                  <a:close/>
                  <a:moveTo>
                    <a:pt x="10" y="0"/>
                  </a:moveTo>
                  <a:lnTo>
                    <a:pt x="10" y="0"/>
                  </a:lnTo>
                  <a:lnTo>
                    <a:pt x="10" y="0"/>
                  </a:lnTo>
                  <a:close/>
                  <a:moveTo>
                    <a:pt x="0" y="0"/>
                  </a:moveTo>
                  <a:lnTo>
                    <a:pt x="0" y="0"/>
                  </a:lnTo>
                  <a:lnTo>
                    <a:pt x="0" y="0"/>
                  </a:lnTo>
                  <a:close/>
                  <a:moveTo>
                    <a:pt x="0" y="0"/>
                  </a:moveTo>
                  <a:lnTo>
                    <a:pt x="0" y="0"/>
                  </a:lnTo>
                  <a:lnTo>
                    <a:pt x="0" y="0"/>
                  </a:lnTo>
                  <a:close/>
                  <a:moveTo>
                    <a:pt x="0" y="0"/>
                  </a:moveTo>
                  <a:lnTo>
                    <a:pt x="0" y="0"/>
                  </a:lnTo>
                  <a:lnTo>
                    <a:pt x="0" y="0"/>
                  </a:lnTo>
                  <a:close/>
                  <a:moveTo>
                    <a:pt x="0" y="0"/>
                  </a:moveTo>
                  <a:lnTo>
                    <a:pt x="0" y="0"/>
                  </a:ln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1539;p35">
              <a:extLst>
                <a:ext uri="{FF2B5EF4-FFF2-40B4-BE49-F238E27FC236}">
                  <a16:creationId xmlns:a16="http://schemas.microsoft.com/office/drawing/2014/main" id="{B64CE1CA-C40C-49BE-80C1-5086681A3CB7}"/>
                </a:ext>
              </a:extLst>
            </p:cNvPr>
            <p:cNvSpPr/>
            <p:nvPr/>
          </p:nvSpPr>
          <p:spPr>
            <a:xfrm>
              <a:off x="5170500" y="3528625"/>
              <a:ext cx="57975" cy="39175"/>
            </a:xfrm>
            <a:custGeom>
              <a:avLst/>
              <a:gdLst/>
              <a:ahLst/>
              <a:cxnLst/>
              <a:rect l="l" t="t" r="r" b="b"/>
              <a:pathLst>
                <a:path w="2319" h="1567" extrusionOk="0">
                  <a:moveTo>
                    <a:pt x="1840" y="0"/>
                  </a:moveTo>
                  <a:cubicBezTo>
                    <a:pt x="1851" y="92"/>
                    <a:pt x="1901" y="244"/>
                    <a:pt x="2105" y="366"/>
                  </a:cubicBezTo>
                  <a:cubicBezTo>
                    <a:pt x="2105" y="366"/>
                    <a:pt x="1830" y="458"/>
                    <a:pt x="1535" y="458"/>
                  </a:cubicBezTo>
                  <a:lnTo>
                    <a:pt x="1413" y="458"/>
                  </a:lnTo>
                  <a:cubicBezTo>
                    <a:pt x="1128" y="458"/>
                    <a:pt x="1006" y="580"/>
                    <a:pt x="1047" y="732"/>
                  </a:cubicBezTo>
                  <a:cubicBezTo>
                    <a:pt x="1047" y="732"/>
                    <a:pt x="783" y="844"/>
                    <a:pt x="925" y="1149"/>
                  </a:cubicBezTo>
                  <a:cubicBezTo>
                    <a:pt x="925" y="1149"/>
                    <a:pt x="854" y="1160"/>
                    <a:pt x="762" y="1160"/>
                  </a:cubicBezTo>
                  <a:cubicBezTo>
                    <a:pt x="539" y="1160"/>
                    <a:pt x="132" y="1108"/>
                    <a:pt x="0" y="773"/>
                  </a:cubicBezTo>
                  <a:lnTo>
                    <a:pt x="0" y="773"/>
                  </a:lnTo>
                  <a:cubicBezTo>
                    <a:pt x="41" y="946"/>
                    <a:pt x="102" y="1088"/>
                    <a:pt x="183" y="1169"/>
                  </a:cubicBezTo>
                  <a:lnTo>
                    <a:pt x="193" y="1169"/>
                  </a:lnTo>
                  <a:lnTo>
                    <a:pt x="193" y="1180"/>
                  </a:lnTo>
                  <a:cubicBezTo>
                    <a:pt x="366" y="1343"/>
                    <a:pt x="814" y="1485"/>
                    <a:pt x="1403" y="1566"/>
                  </a:cubicBezTo>
                  <a:cubicBezTo>
                    <a:pt x="1424" y="1546"/>
                    <a:pt x="1464" y="1526"/>
                    <a:pt x="1505" y="1505"/>
                  </a:cubicBezTo>
                  <a:cubicBezTo>
                    <a:pt x="1210" y="1454"/>
                    <a:pt x="1119" y="1322"/>
                    <a:pt x="1169" y="1221"/>
                  </a:cubicBezTo>
                  <a:cubicBezTo>
                    <a:pt x="1189" y="1200"/>
                    <a:pt x="1210" y="1190"/>
                    <a:pt x="1230" y="1180"/>
                  </a:cubicBezTo>
                  <a:cubicBezTo>
                    <a:pt x="1037" y="1108"/>
                    <a:pt x="986" y="997"/>
                    <a:pt x="1027" y="925"/>
                  </a:cubicBezTo>
                  <a:cubicBezTo>
                    <a:pt x="1067" y="875"/>
                    <a:pt x="1139" y="854"/>
                    <a:pt x="1241" y="844"/>
                  </a:cubicBezTo>
                  <a:lnTo>
                    <a:pt x="1250" y="844"/>
                  </a:lnTo>
                  <a:cubicBezTo>
                    <a:pt x="1128" y="773"/>
                    <a:pt x="1098" y="692"/>
                    <a:pt x="1139" y="631"/>
                  </a:cubicBezTo>
                  <a:cubicBezTo>
                    <a:pt x="1220" y="498"/>
                    <a:pt x="1586" y="559"/>
                    <a:pt x="1851" y="519"/>
                  </a:cubicBezTo>
                  <a:cubicBezTo>
                    <a:pt x="1993" y="498"/>
                    <a:pt x="2176" y="458"/>
                    <a:pt x="2318" y="417"/>
                  </a:cubicBezTo>
                  <a:lnTo>
                    <a:pt x="2318" y="295"/>
                  </a:lnTo>
                  <a:cubicBezTo>
                    <a:pt x="2278" y="275"/>
                    <a:pt x="2237" y="265"/>
                    <a:pt x="2196" y="254"/>
                  </a:cubicBezTo>
                  <a:cubicBezTo>
                    <a:pt x="2074" y="204"/>
                    <a:pt x="1962" y="112"/>
                    <a:pt x="1922" y="10"/>
                  </a:cubicBezTo>
                  <a:cubicBezTo>
                    <a:pt x="1891" y="10"/>
                    <a:pt x="1861" y="0"/>
                    <a:pt x="1840" y="0"/>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1540;p35">
              <a:extLst>
                <a:ext uri="{FF2B5EF4-FFF2-40B4-BE49-F238E27FC236}">
                  <a16:creationId xmlns:a16="http://schemas.microsoft.com/office/drawing/2014/main" id="{9FD1E28B-D6EA-426E-9F75-6C921D107621}"/>
                </a:ext>
              </a:extLst>
            </p:cNvPr>
            <p:cNvSpPr/>
            <p:nvPr/>
          </p:nvSpPr>
          <p:spPr>
            <a:xfrm>
              <a:off x="5231750" y="3500325"/>
              <a:ext cx="98400" cy="69000"/>
            </a:xfrm>
            <a:custGeom>
              <a:avLst/>
              <a:gdLst/>
              <a:ahLst/>
              <a:cxnLst/>
              <a:rect l="l" t="t" r="r" b="b"/>
              <a:pathLst>
                <a:path w="3936" h="2760" extrusionOk="0">
                  <a:moveTo>
                    <a:pt x="3485" y="1"/>
                  </a:moveTo>
                  <a:cubicBezTo>
                    <a:pt x="3208" y="1"/>
                    <a:pt x="2607" y="302"/>
                    <a:pt x="2379" y="563"/>
                  </a:cubicBezTo>
                  <a:cubicBezTo>
                    <a:pt x="2095" y="868"/>
                    <a:pt x="1780" y="1305"/>
                    <a:pt x="1780" y="1305"/>
                  </a:cubicBezTo>
                  <a:cubicBezTo>
                    <a:pt x="1780" y="1305"/>
                    <a:pt x="854" y="1275"/>
                    <a:pt x="21" y="1193"/>
                  </a:cubicBezTo>
                  <a:lnTo>
                    <a:pt x="21" y="1193"/>
                  </a:lnTo>
                  <a:cubicBezTo>
                    <a:pt x="0" y="1539"/>
                    <a:pt x="11" y="2129"/>
                    <a:pt x="153" y="2759"/>
                  </a:cubicBezTo>
                  <a:cubicBezTo>
                    <a:pt x="671" y="2739"/>
                    <a:pt x="1780" y="2525"/>
                    <a:pt x="1780" y="2525"/>
                  </a:cubicBezTo>
                  <a:cubicBezTo>
                    <a:pt x="1780" y="2525"/>
                    <a:pt x="1891" y="2542"/>
                    <a:pt x="2048" y="2542"/>
                  </a:cubicBezTo>
                  <a:cubicBezTo>
                    <a:pt x="2191" y="2542"/>
                    <a:pt x="2372" y="2528"/>
                    <a:pt x="2542" y="2475"/>
                  </a:cubicBezTo>
                  <a:cubicBezTo>
                    <a:pt x="2888" y="2362"/>
                    <a:pt x="3173" y="1671"/>
                    <a:pt x="3173" y="1671"/>
                  </a:cubicBezTo>
                  <a:cubicBezTo>
                    <a:pt x="3173" y="1671"/>
                    <a:pt x="3478" y="1336"/>
                    <a:pt x="3631" y="1183"/>
                  </a:cubicBezTo>
                  <a:cubicBezTo>
                    <a:pt x="3773" y="1031"/>
                    <a:pt x="3936" y="796"/>
                    <a:pt x="3854" y="705"/>
                  </a:cubicBezTo>
                  <a:cubicBezTo>
                    <a:pt x="3823" y="674"/>
                    <a:pt x="3793" y="665"/>
                    <a:pt x="3742" y="665"/>
                  </a:cubicBezTo>
                  <a:cubicBezTo>
                    <a:pt x="3864" y="532"/>
                    <a:pt x="3875" y="441"/>
                    <a:pt x="3834" y="380"/>
                  </a:cubicBezTo>
                  <a:cubicBezTo>
                    <a:pt x="3823" y="369"/>
                    <a:pt x="3814" y="360"/>
                    <a:pt x="3803" y="360"/>
                  </a:cubicBezTo>
                  <a:cubicBezTo>
                    <a:pt x="3864" y="308"/>
                    <a:pt x="3895" y="247"/>
                    <a:pt x="3875" y="186"/>
                  </a:cubicBezTo>
                  <a:cubicBezTo>
                    <a:pt x="3860" y="144"/>
                    <a:pt x="3812" y="126"/>
                    <a:pt x="3739" y="126"/>
                  </a:cubicBezTo>
                  <a:cubicBezTo>
                    <a:pt x="3707" y="126"/>
                    <a:pt x="3671" y="130"/>
                    <a:pt x="3631" y="136"/>
                  </a:cubicBezTo>
                  <a:cubicBezTo>
                    <a:pt x="3640" y="105"/>
                    <a:pt x="3631" y="75"/>
                    <a:pt x="3610" y="44"/>
                  </a:cubicBezTo>
                  <a:cubicBezTo>
                    <a:pt x="3587" y="14"/>
                    <a:pt x="3543" y="1"/>
                    <a:pt x="3485" y="1"/>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1541;p35">
              <a:extLst>
                <a:ext uri="{FF2B5EF4-FFF2-40B4-BE49-F238E27FC236}">
                  <a16:creationId xmlns:a16="http://schemas.microsoft.com/office/drawing/2014/main" id="{1085C660-C24F-4D28-A085-121A738D545F}"/>
                </a:ext>
              </a:extLst>
            </p:cNvPr>
            <p:cNvSpPr/>
            <p:nvPr/>
          </p:nvSpPr>
          <p:spPr>
            <a:xfrm>
              <a:off x="5249525" y="3521750"/>
              <a:ext cx="78600" cy="46050"/>
            </a:xfrm>
            <a:custGeom>
              <a:avLst/>
              <a:gdLst/>
              <a:ahLst/>
              <a:cxnLst/>
              <a:rect l="l" t="t" r="r" b="b"/>
              <a:pathLst>
                <a:path w="3144" h="1842" extrusionOk="0">
                  <a:moveTo>
                    <a:pt x="3143" y="0"/>
                  </a:moveTo>
                  <a:lnTo>
                    <a:pt x="3143" y="0"/>
                  </a:lnTo>
                  <a:cubicBezTo>
                    <a:pt x="2981" y="21"/>
                    <a:pt x="2777" y="52"/>
                    <a:pt x="2584" y="82"/>
                  </a:cubicBezTo>
                  <a:cubicBezTo>
                    <a:pt x="2482" y="163"/>
                    <a:pt x="2380" y="255"/>
                    <a:pt x="2299" y="336"/>
                  </a:cubicBezTo>
                  <a:cubicBezTo>
                    <a:pt x="2330" y="336"/>
                    <a:pt x="2360" y="326"/>
                    <a:pt x="2401" y="326"/>
                  </a:cubicBezTo>
                  <a:cubicBezTo>
                    <a:pt x="2604" y="305"/>
                    <a:pt x="2797" y="285"/>
                    <a:pt x="2970" y="255"/>
                  </a:cubicBezTo>
                  <a:cubicBezTo>
                    <a:pt x="3021" y="204"/>
                    <a:pt x="3062" y="153"/>
                    <a:pt x="3092" y="92"/>
                  </a:cubicBezTo>
                  <a:cubicBezTo>
                    <a:pt x="3112" y="61"/>
                    <a:pt x="3133" y="31"/>
                    <a:pt x="3143" y="0"/>
                  </a:cubicBezTo>
                  <a:close/>
                  <a:moveTo>
                    <a:pt x="2452" y="102"/>
                  </a:moveTo>
                  <a:lnTo>
                    <a:pt x="2452" y="102"/>
                  </a:lnTo>
                  <a:cubicBezTo>
                    <a:pt x="2187" y="133"/>
                    <a:pt x="1974" y="163"/>
                    <a:pt x="1974" y="163"/>
                  </a:cubicBezTo>
                  <a:lnTo>
                    <a:pt x="1974" y="285"/>
                  </a:lnTo>
                  <a:cubicBezTo>
                    <a:pt x="1760" y="296"/>
                    <a:pt x="1557" y="305"/>
                    <a:pt x="1354" y="305"/>
                  </a:cubicBezTo>
                  <a:cubicBezTo>
                    <a:pt x="1293" y="305"/>
                    <a:pt x="1232" y="305"/>
                    <a:pt x="1171" y="296"/>
                  </a:cubicBezTo>
                  <a:cubicBezTo>
                    <a:pt x="1130" y="357"/>
                    <a:pt x="1099" y="397"/>
                    <a:pt x="1089" y="418"/>
                  </a:cubicBezTo>
                  <a:cubicBezTo>
                    <a:pt x="1415" y="397"/>
                    <a:pt x="1831" y="377"/>
                    <a:pt x="2238" y="336"/>
                  </a:cubicBezTo>
                  <a:lnTo>
                    <a:pt x="2238" y="336"/>
                  </a:lnTo>
                  <a:cubicBezTo>
                    <a:pt x="2238" y="336"/>
                    <a:pt x="2238" y="336"/>
                    <a:pt x="2238" y="336"/>
                  </a:cubicBezTo>
                  <a:lnTo>
                    <a:pt x="2269" y="336"/>
                  </a:lnTo>
                  <a:cubicBezTo>
                    <a:pt x="2309" y="285"/>
                    <a:pt x="2370" y="194"/>
                    <a:pt x="2452" y="102"/>
                  </a:cubicBezTo>
                  <a:close/>
                  <a:moveTo>
                    <a:pt x="418" y="418"/>
                  </a:moveTo>
                  <a:lnTo>
                    <a:pt x="479" y="448"/>
                  </a:lnTo>
                  <a:cubicBezTo>
                    <a:pt x="479" y="448"/>
                    <a:pt x="591" y="438"/>
                    <a:pt x="774" y="438"/>
                  </a:cubicBezTo>
                  <a:cubicBezTo>
                    <a:pt x="672" y="428"/>
                    <a:pt x="550" y="428"/>
                    <a:pt x="418" y="418"/>
                  </a:cubicBezTo>
                  <a:close/>
                  <a:moveTo>
                    <a:pt x="2238" y="336"/>
                  </a:moveTo>
                  <a:lnTo>
                    <a:pt x="2238" y="560"/>
                  </a:lnTo>
                  <a:cubicBezTo>
                    <a:pt x="2238" y="680"/>
                    <a:pt x="2234" y="817"/>
                    <a:pt x="2225" y="963"/>
                  </a:cubicBezTo>
                  <a:lnTo>
                    <a:pt x="2225" y="963"/>
                  </a:lnTo>
                  <a:cubicBezTo>
                    <a:pt x="2242" y="718"/>
                    <a:pt x="2245" y="501"/>
                    <a:pt x="2238" y="336"/>
                  </a:cubicBezTo>
                  <a:close/>
                  <a:moveTo>
                    <a:pt x="2225" y="963"/>
                  </a:moveTo>
                  <a:lnTo>
                    <a:pt x="2225" y="963"/>
                  </a:lnTo>
                  <a:cubicBezTo>
                    <a:pt x="2218" y="1065"/>
                    <a:pt x="2209" y="1171"/>
                    <a:pt x="2197" y="1282"/>
                  </a:cubicBezTo>
                  <a:cubicBezTo>
                    <a:pt x="2210" y="1173"/>
                    <a:pt x="2219" y="1065"/>
                    <a:pt x="2225" y="963"/>
                  </a:cubicBezTo>
                  <a:close/>
                  <a:moveTo>
                    <a:pt x="479" y="1668"/>
                  </a:moveTo>
                  <a:cubicBezTo>
                    <a:pt x="317" y="1749"/>
                    <a:pt x="154" y="1810"/>
                    <a:pt x="1" y="1841"/>
                  </a:cubicBezTo>
                  <a:cubicBezTo>
                    <a:pt x="256" y="1810"/>
                    <a:pt x="530" y="1770"/>
                    <a:pt x="733" y="1729"/>
                  </a:cubicBezTo>
                  <a:cubicBezTo>
                    <a:pt x="642" y="1709"/>
                    <a:pt x="561" y="1688"/>
                    <a:pt x="479" y="1668"/>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1542;p35">
              <a:extLst>
                <a:ext uri="{FF2B5EF4-FFF2-40B4-BE49-F238E27FC236}">
                  <a16:creationId xmlns:a16="http://schemas.microsoft.com/office/drawing/2014/main" id="{6A7244CE-241E-4648-A119-B7757CB71DDE}"/>
                </a:ext>
              </a:extLst>
            </p:cNvPr>
            <p:cNvSpPr/>
            <p:nvPr/>
          </p:nvSpPr>
          <p:spPr>
            <a:xfrm>
              <a:off x="5297325" y="3502700"/>
              <a:ext cx="25200" cy="16300"/>
            </a:xfrm>
            <a:custGeom>
              <a:avLst/>
              <a:gdLst/>
              <a:ahLst/>
              <a:cxnLst/>
              <a:rect l="l" t="t" r="r" b="b"/>
              <a:pathLst>
                <a:path w="1008" h="652" extrusionOk="0">
                  <a:moveTo>
                    <a:pt x="1008" y="0"/>
                  </a:moveTo>
                  <a:cubicBezTo>
                    <a:pt x="885" y="0"/>
                    <a:pt x="651" y="30"/>
                    <a:pt x="418" y="193"/>
                  </a:cubicBezTo>
                  <a:cubicBezTo>
                    <a:pt x="133" y="387"/>
                    <a:pt x="1" y="651"/>
                    <a:pt x="1" y="651"/>
                  </a:cubicBezTo>
                  <a:cubicBezTo>
                    <a:pt x="1" y="651"/>
                    <a:pt x="296" y="346"/>
                    <a:pt x="580" y="204"/>
                  </a:cubicBezTo>
                  <a:cubicBezTo>
                    <a:pt x="723" y="122"/>
                    <a:pt x="875" y="61"/>
                    <a:pt x="1008" y="41"/>
                  </a:cubicBezTo>
                  <a:lnTo>
                    <a:pt x="1008" y="0"/>
                  </a:ln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1543;p35">
              <a:extLst>
                <a:ext uri="{FF2B5EF4-FFF2-40B4-BE49-F238E27FC236}">
                  <a16:creationId xmlns:a16="http://schemas.microsoft.com/office/drawing/2014/main" id="{19A46997-B724-444B-852C-1B9530C7CE17}"/>
                </a:ext>
              </a:extLst>
            </p:cNvPr>
            <p:cNvSpPr/>
            <p:nvPr/>
          </p:nvSpPr>
          <p:spPr>
            <a:xfrm>
              <a:off x="5326800" y="3509300"/>
              <a:ext cx="25" cy="25"/>
            </a:xfrm>
            <a:custGeom>
              <a:avLst/>
              <a:gdLst/>
              <a:ahLst/>
              <a:cxnLst/>
              <a:rect l="l" t="t" r="r" b="b"/>
              <a:pathLst>
                <a:path w="1" h="1" extrusionOk="0">
                  <a:moveTo>
                    <a:pt x="1" y="1"/>
                  </a:moveTo>
                  <a:lnTo>
                    <a:pt x="1" y="1"/>
                  </a:lnTo>
                  <a:lnTo>
                    <a:pt x="1" y="1"/>
                  </a:lnTo>
                  <a:close/>
                  <a:moveTo>
                    <a:pt x="1" y="1"/>
                  </a:moveTo>
                  <a:lnTo>
                    <a:pt x="1" y="1"/>
                  </a:lnTo>
                  <a:close/>
                </a:path>
              </a:pathLst>
            </a:custGeom>
            <a:solidFill>
              <a:srgbClr val="B5A09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1544;p35">
              <a:extLst>
                <a:ext uri="{FF2B5EF4-FFF2-40B4-BE49-F238E27FC236}">
                  <a16:creationId xmlns:a16="http://schemas.microsoft.com/office/drawing/2014/main" id="{9B4D895D-3873-4773-AEEE-0388AD566D85}"/>
                </a:ext>
              </a:extLst>
            </p:cNvPr>
            <p:cNvSpPr/>
            <p:nvPr/>
          </p:nvSpPr>
          <p:spPr>
            <a:xfrm>
              <a:off x="5301150" y="3506500"/>
              <a:ext cx="27475" cy="18325"/>
            </a:xfrm>
            <a:custGeom>
              <a:avLst/>
              <a:gdLst/>
              <a:ahLst/>
              <a:cxnLst/>
              <a:rect l="l" t="t" r="r" b="b"/>
              <a:pathLst>
                <a:path w="1099" h="733" extrusionOk="0">
                  <a:moveTo>
                    <a:pt x="1099" y="0"/>
                  </a:moveTo>
                  <a:cubicBezTo>
                    <a:pt x="1007" y="11"/>
                    <a:pt x="763" y="52"/>
                    <a:pt x="488" y="235"/>
                  </a:cubicBezTo>
                  <a:cubicBezTo>
                    <a:pt x="163" y="458"/>
                    <a:pt x="0" y="732"/>
                    <a:pt x="0" y="732"/>
                  </a:cubicBezTo>
                  <a:cubicBezTo>
                    <a:pt x="82" y="662"/>
                    <a:pt x="305" y="458"/>
                    <a:pt x="488" y="346"/>
                  </a:cubicBezTo>
                  <a:cubicBezTo>
                    <a:pt x="671" y="224"/>
                    <a:pt x="895" y="113"/>
                    <a:pt x="997" y="113"/>
                  </a:cubicBezTo>
                  <a:lnTo>
                    <a:pt x="1027" y="113"/>
                  </a:lnTo>
                  <a:cubicBezTo>
                    <a:pt x="1068" y="72"/>
                    <a:pt x="1088" y="41"/>
                    <a:pt x="1099" y="0"/>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1545;p35">
              <a:extLst>
                <a:ext uri="{FF2B5EF4-FFF2-40B4-BE49-F238E27FC236}">
                  <a16:creationId xmlns:a16="http://schemas.microsoft.com/office/drawing/2014/main" id="{F906D9AD-E27A-4310-89E5-208EC8A16BC4}"/>
                </a:ext>
              </a:extLst>
            </p:cNvPr>
            <p:cNvSpPr/>
            <p:nvPr/>
          </p:nvSpPr>
          <p:spPr>
            <a:xfrm>
              <a:off x="5325550" y="3516925"/>
              <a:ext cx="25" cy="25"/>
            </a:xfrm>
            <a:custGeom>
              <a:avLst/>
              <a:gdLst/>
              <a:ahLst/>
              <a:cxnLst/>
              <a:rect l="l" t="t" r="r" b="b"/>
              <a:pathLst>
                <a:path w="1" h="1" extrusionOk="0">
                  <a:moveTo>
                    <a:pt x="1" y="1"/>
                  </a:moveTo>
                  <a:lnTo>
                    <a:pt x="1" y="1"/>
                  </a:lnTo>
                  <a:lnTo>
                    <a:pt x="1" y="1"/>
                  </a:lnTo>
                  <a:close/>
                  <a:moveTo>
                    <a:pt x="1" y="1"/>
                  </a:moveTo>
                  <a:lnTo>
                    <a:pt x="1" y="1"/>
                  </a:lnTo>
                  <a:close/>
                </a:path>
              </a:pathLst>
            </a:custGeom>
            <a:solidFill>
              <a:srgbClr val="B5A09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1546;p35">
              <a:extLst>
                <a:ext uri="{FF2B5EF4-FFF2-40B4-BE49-F238E27FC236}">
                  <a16:creationId xmlns:a16="http://schemas.microsoft.com/office/drawing/2014/main" id="{F4B6E3DA-D57C-4C40-AC77-6E195E8DA20C}"/>
                </a:ext>
              </a:extLst>
            </p:cNvPr>
            <p:cNvSpPr/>
            <p:nvPr/>
          </p:nvSpPr>
          <p:spPr>
            <a:xfrm>
              <a:off x="5310800" y="3514125"/>
              <a:ext cx="16550" cy="10200"/>
            </a:xfrm>
            <a:custGeom>
              <a:avLst/>
              <a:gdLst/>
              <a:ahLst/>
              <a:cxnLst/>
              <a:rect l="l" t="t" r="r" b="b"/>
              <a:pathLst>
                <a:path w="662" h="408" extrusionOk="0">
                  <a:moveTo>
                    <a:pt x="661" y="0"/>
                  </a:moveTo>
                  <a:cubicBezTo>
                    <a:pt x="550" y="0"/>
                    <a:pt x="387" y="41"/>
                    <a:pt x="194" y="204"/>
                  </a:cubicBezTo>
                  <a:cubicBezTo>
                    <a:pt x="123" y="265"/>
                    <a:pt x="62" y="336"/>
                    <a:pt x="1" y="407"/>
                  </a:cubicBezTo>
                  <a:cubicBezTo>
                    <a:pt x="41" y="397"/>
                    <a:pt x="92" y="387"/>
                    <a:pt x="133" y="387"/>
                  </a:cubicBezTo>
                  <a:cubicBezTo>
                    <a:pt x="295" y="244"/>
                    <a:pt x="469" y="133"/>
                    <a:pt x="580" y="113"/>
                  </a:cubicBezTo>
                  <a:lnTo>
                    <a:pt x="591" y="113"/>
                  </a:lnTo>
                  <a:cubicBezTo>
                    <a:pt x="621" y="72"/>
                    <a:pt x="652" y="31"/>
                    <a:pt x="661" y="0"/>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1547;p35">
              <a:extLst>
                <a:ext uri="{FF2B5EF4-FFF2-40B4-BE49-F238E27FC236}">
                  <a16:creationId xmlns:a16="http://schemas.microsoft.com/office/drawing/2014/main" id="{A5DA63FF-743D-4534-B71D-2AF10112F554}"/>
                </a:ext>
              </a:extLst>
            </p:cNvPr>
            <p:cNvSpPr/>
            <p:nvPr/>
          </p:nvSpPr>
          <p:spPr>
            <a:xfrm>
              <a:off x="5306225" y="3523775"/>
              <a:ext cx="7900" cy="6400"/>
            </a:xfrm>
            <a:custGeom>
              <a:avLst/>
              <a:gdLst/>
              <a:ahLst/>
              <a:cxnLst/>
              <a:rect l="l" t="t" r="r" b="b"/>
              <a:pathLst>
                <a:path w="316" h="256" extrusionOk="0">
                  <a:moveTo>
                    <a:pt x="316" y="1"/>
                  </a:moveTo>
                  <a:cubicBezTo>
                    <a:pt x="275" y="1"/>
                    <a:pt x="224" y="11"/>
                    <a:pt x="184" y="21"/>
                  </a:cubicBezTo>
                  <a:cubicBezTo>
                    <a:pt x="102" y="113"/>
                    <a:pt x="41" y="204"/>
                    <a:pt x="1" y="255"/>
                  </a:cubicBezTo>
                  <a:lnTo>
                    <a:pt x="31" y="255"/>
                  </a:lnTo>
                  <a:cubicBezTo>
                    <a:pt x="112" y="174"/>
                    <a:pt x="214" y="82"/>
                    <a:pt x="316" y="1"/>
                  </a:cubicBezTo>
                  <a:close/>
                </a:path>
              </a:pathLst>
            </a:custGeom>
            <a:solidFill>
              <a:srgbClr val="401F1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1548;p35">
              <a:extLst>
                <a:ext uri="{FF2B5EF4-FFF2-40B4-BE49-F238E27FC236}">
                  <a16:creationId xmlns:a16="http://schemas.microsoft.com/office/drawing/2014/main" id="{72DA879B-8CDA-47B9-8E8C-561639DA9FC6}"/>
                </a:ext>
              </a:extLst>
            </p:cNvPr>
            <p:cNvSpPr/>
            <p:nvPr/>
          </p:nvSpPr>
          <p:spPr>
            <a:xfrm>
              <a:off x="5227675" y="3526325"/>
              <a:ext cx="12500" cy="46550"/>
            </a:xfrm>
            <a:custGeom>
              <a:avLst/>
              <a:gdLst/>
              <a:ahLst/>
              <a:cxnLst/>
              <a:rect l="l" t="t" r="r" b="b"/>
              <a:pathLst>
                <a:path w="500" h="1862" extrusionOk="0">
                  <a:moveTo>
                    <a:pt x="41" y="0"/>
                  </a:moveTo>
                  <a:lnTo>
                    <a:pt x="41" y="0"/>
                  </a:lnTo>
                  <a:cubicBezTo>
                    <a:pt x="21" y="306"/>
                    <a:pt x="1" y="1068"/>
                    <a:pt x="194" y="1862"/>
                  </a:cubicBezTo>
                  <a:cubicBezTo>
                    <a:pt x="296" y="1862"/>
                    <a:pt x="398" y="1862"/>
                    <a:pt x="499" y="1851"/>
                  </a:cubicBezTo>
                  <a:cubicBezTo>
                    <a:pt x="296" y="1089"/>
                    <a:pt x="316" y="326"/>
                    <a:pt x="337" y="21"/>
                  </a:cubicBezTo>
                  <a:cubicBezTo>
                    <a:pt x="235" y="21"/>
                    <a:pt x="133" y="11"/>
                    <a:pt x="4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1549;p35">
              <a:extLst>
                <a:ext uri="{FF2B5EF4-FFF2-40B4-BE49-F238E27FC236}">
                  <a16:creationId xmlns:a16="http://schemas.microsoft.com/office/drawing/2014/main" id="{3BA7266F-8112-4DD8-A289-893597528E48}"/>
                </a:ext>
              </a:extLst>
            </p:cNvPr>
            <p:cNvSpPr/>
            <p:nvPr/>
          </p:nvSpPr>
          <p:spPr>
            <a:xfrm>
              <a:off x="5228450" y="3535975"/>
              <a:ext cx="11725" cy="36900"/>
            </a:xfrm>
            <a:custGeom>
              <a:avLst/>
              <a:gdLst/>
              <a:ahLst/>
              <a:cxnLst/>
              <a:rect l="l" t="t" r="r" b="b"/>
              <a:pathLst>
                <a:path w="469" h="1476" extrusionOk="0">
                  <a:moveTo>
                    <a:pt x="0" y="1"/>
                  </a:moveTo>
                  <a:lnTo>
                    <a:pt x="0" y="123"/>
                  </a:lnTo>
                  <a:cubicBezTo>
                    <a:pt x="123" y="93"/>
                    <a:pt x="204" y="62"/>
                    <a:pt x="204" y="62"/>
                  </a:cubicBezTo>
                  <a:lnTo>
                    <a:pt x="0" y="1"/>
                  </a:lnTo>
                  <a:close/>
                  <a:moveTo>
                    <a:pt x="437" y="1343"/>
                  </a:moveTo>
                  <a:cubicBezTo>
                    <a:pt x="346" y="1354"/>
                    <a:pt x="295" y="1354"/>
                    <a:pt x="295" y="1354"/>
                  </a:cubicBezTo>
                  <a:cubicBezTo>
                    <a:pt x="245" y="1374"/>
                    <a:pt x="193" y="1384"/>
                    <a:pt x="153" y="1404"/>
                  </a:cubicBezTo>
                  <a:cubicBezTo>
                    <a:pt x="153" y="1424"/>
                    <a:pt x="163" y="1455"/>
                    <a:pt x="163" y="1476"/>
                  </a:cubicBezTo>
                  <a:cubicBezTo>
                    <a:pt x="265" y="1476"/>
                    <a:pt x="367" y="1476"/>
                    <a:pt x="468" y="1465"/>
                  </a:cubicBezTo>
                  <a:lnTo>
                    <a:pt x="437" y="1343"/>
                  </a:ln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1550;p35">
              <a:extLst>
                <a:ext uri="{FF2B5EF4-FFF2-40B4-BE49-F238E27FC236}">
                  <a16:creationId xmlns:a16="http://schemas.microsoft.com/office/drawing/2014/main" id="{28221A53-F0DD-401F-B15A-9C9B533867DA}"/>
                </a:ext>
              </a:extLst>
            </p:cNvPr>
            <p:cNvSpPr/>
            <p:nvPr/>
          </p:nvSpPr>
          <p:spPr>
            <a:xfrm>
              <a:off x="5302175" y="3443450"/>
              <a:ext cx="69150" cy="125925"/>
            </a:xfrm>
            <a:custGeom>
              <a:avLst/>
              <a:gdLst/>
              <a:ahLst/>
              <a:cxnLst/>
              <a:rect l="l" t="t" r="r" b="b"/>
              <a:pathLst>
                <a:path w="2766" h="5037" extrusionOk="0">
                  <a:moveTo>
                    <a:pt x="905" y="1"/>
                  </a:moveTo>
                  <a:lnTo>
                    <a:pt x="915" y="967"/>
                  </a:lnTo>
                  <a:cubicBezTo>
                    <a:pt x="915" y="967"/>
                    <a:pt x="1017" y="1546"/>
                    <a:pt x="1078" y="2197"/>
                  </a:cubicBezTo>
                  <a:cubicBezTo>
                    <a:pt x="1108" y="2452"/>
                    <a:pt x="1088" y="2716"/>
                    <a:pt x="1037" y="2980"/>
                  </a:cubicBezTo>
                  <a:cubicBezTo>
                    <a:pt x="1078" y="3031"/>
                    <a:pt x="1047" y="3123"/>
                    <a:pt x="986" y="3224"/>
                  </a:cubicBezTo>
                  <a:cubicBezTo>
                    <a:pt x="1006" y="3315"/>
                    <a:pt x="1017" y="3367"/>
                    <a:pt x="1017" y="3367"/>
                  </a:cubicBezTo>
                  <a:cubicBezTo>
                    <a:pt x="773" y="3407"/>
                    <a:pt x="457" y="3448"/>
                    <a:pt x="132" y="3468"/>
                  </a:cubicBezTo>
                  <a:cubicBezTo>
                    <a:pt x="142" y="3814"/>
                    <a:pt x="132" y="4404"/>
                    <a:pt x="0" y="5034"/>
                  </a:cubicBezTo>
                  <a:cubicBezTo>
                    <a:pt x="70" y="5036"/>
                    <a:pt x="139" y="5037"/>
                    <a:pt x="208" y="5037"/>
                  </a:cubicBezTo>
                  <a:cubicBezTo>
                    <a:pt x="1266" y="5037"/>
                    <a:pt x="2151" y="4825"/>
                    <a:pt x="2400" y="4587"/>
                  </a:cubicBezTo>
                  <a:cubicBezTo>
                    <a:pt x="2705" y="4292"/>
                    <a:pt x="2766" y="3163"/>
                    <a:pt x="2450" y="2167"/>
                  </a:cubicBezTo>
                  <a:cubicBezTo>
                    <a:pt x="1962" y="621"/>
                    <a:pt x="1363" y="133"/>
                    <a:pt x="905" y="1"/>
                  </a:cubicBez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1551;p35">
              <a:extLst>
                <a:ext uri="{FF2B5EF4-FFF2-40B4-BE49-F238E27FC236}">
                  <a16:creationId xmlns:a16="http://schemas.microsoft.com/office/drawing/2014/main" id="{81129DA6-DD01-43EB-9324-E0333DA688D8}"/>
                </a:ext>
              </a:extLst>
            </p:cNvPr>
            <p:cNvSpPr/>
            <p:nvPr/>
          </p:nvSpPr>
          <p:spPr>
            <a:xfrm>
              <a:off x="5305450" y="3529875"/>
              <a:ext cx="4100" cy="300"/>
            </a:xfrm>
            <a:custGeom>
              <a:avLst/>
              <a:gdLst/>
              <a:ahLst/>
              <a:cxnLst/>
              <a:rect l="l" t="t" r="r" b="b"/>
              <a:pathLst>
                <a:path w="164" h="12" extrusionOk="0">
                  <a:moveTo>
                    <a:pt x="32" y="11"/>
                  </a:moveTo>
                  <a:lnTo>
                    <a:pt x="1" y="11"/>
                  </a:lnTo>
                  <a:lnTo>
                    <a:pt x="1" y="11"/>
                  </a:lnTo>
                  <a:lnTo>
                    <a:pt x="32" y="11"/>
                  </a:lnTo>
                  <a:lnTo>
                    <a:pt x="32" y="11"/>
                  </a:lnTo>
                  <a:close/>
                  <a:moveTo>
                    <a:pt x="164" y="1"/>
                  </a:moveTo>
                  <a:cubicBezTo>
                    <a:pt x="123" y="1"/>
                    <a:pt x="93" y="11"/>
                    <a:pt x="62" y="11"/>
                  </a:cubicBezTo>
                  <a:lnTo>
                    <a:pt x="62" y="11"/>
                  </a:lnTo>
                  <a:cubicBezTo>
                    <a:pt x="93" y="11"/>
                    <a:pt x="123" y="1"/>
                    <a:pt x="164" y="1"/>
                  </a:cubicBezTo>
                  <a:close/>
                </a:path>
              </a:pathLst>
            </a:custGeom>
            <a:solidFill>
              <a:srgbClr val="552E2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1552;p35">
              <a:extLst>
                <a:ext uri="{FF2B5EF4-FFF2-40B4-BE49-F238E27FC236}">
                  <a16:creationId xmlns:a16="http://schemas.microsoft.com/office/drawing/2014/main" id="{CFBC1F04-F6E8-4CA7-93AE-83C888ED5F1A}"/>
                </a:ext>
              </a:extLst>
            </p:cNvPr>
            <p:cNvSpPr/>
            <p:nvPr/>
          </p:nvSpPr>
          <p:spPr>
            <a:xfrm>
              <a:off x="5306225" y="3530150"/>
              <a:ext cx="775" cy="25"/>
            </a:xfrm>
            <a:custGeom>
              <a:avLst/>
              <a:gdLst/>
              <a:ahLst/>
              <a:cxnLst/>
              <a:rect l="l" t="t" r="r" b="b"/>
              <a:pathLst>
                <a:path w="31" h="1" extrusionOk="0">
                  <a:moveTo>
                    <a:pt x="31" y="0"/>
                  </a:moveTo>
                  <a:lnTo>
                    <a:pt x="1" y="0"/>
                  </a:lnTo>
                  <a:lnTo>
                    <a:pt x="1" y="0"/>
                  </a:lnTo>
                  <a:lnTo>
                    <a:pt x="31" y="0"/>
                  </a:lnTo>
                  <a:close/>
                </a:path>
              </a:pathLst>
            </a:custGeom>
            <a:solidFill>
              <a:srgbClr val="3E1E1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1553;p35">
              <a:extLst>
                <a:ext uri="{FF2B5EF4-FFF2-40B4-BE49-F238E27FC236}">
                  <a16:creationId xmlns:a16="http://schemas.microsoft.com/office/drawing/2014/main" id="{0BEB7BB7-6B07-4396-9221-86F3CF943C7A}"/>
                </a:ext>
              </a:extLst>
            </p:cNvPr>
            <p:cNvSpPr/>
            <p:nvPr/>
          </p:nvSpPr>
          <p:spPr>
            <a:xfrm>
              <a:off x="5305450" y="3529875"/>
              <a:ext cx="6400" cy="39450"/>
            </a:xfrm>
            <a:custGeom>
              <a:avLst/>
              <a:gdLst/>
              <a:ahLst/>
              <a:cxnLst/>
              <a:rect l="l" t="t" r="r" b="b"/>
              <a:pathLst>
                <a:path w="256" h="1578" extrusionOk="0">
                  <a:moveTo>
                    <a:pt x="164" y="1"/>
                  </a:moveTo>
                  <a:cubicBezTo>
                    <a:pt x="123" y="1"/>
                    <a:pt x="93" y="11"/>
                    <a:pt x="62" y="11"/>
                  </a:cubicBezTo>
                  <a:lnTo>
                    <a:pt x="1" y="11"/>
                  </a:lnTo>
                  <a:cubicBezTo>
                    <a:pt x="1" y="11"/>
                    <a:pt x="154" y="1069"/>
                    <a:pt x="154" y="1577"/>
                  </a:cubicBezTo>
                  <a:cubicBezTo>
                    <a:pt x="255" y="947"/>
                    <a:pt x="194" y="286"/>
                    <a:pt x="164" y="1"/>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1554;p35">
              <a:extLst>
                <a:ext uri="{FF2B5EF4-FFF2-40B4-BE49-F238E27FC236}">
                  <a16:creationId xmlns:a16="http://schemas.microsoft.com/office/drawing/2014/main" id="{D975FB33-C1BF-423F-84D8-C17FFD214B53}"/>
                </a:ext>
              </a:extLst>
            </p:cNvPr>
            <p:cNvSpPr/>
            <p:nvPr/>
          </p:nvSpPr>
          <p:spPr>
            <a:xfrm>
              <a:off x="5302175" y="3569300"/>
              <a:ext cx="775" cy="25"/>
            </a:xfrm>
            <a:custGeom>
              <a:avLst/>
              <a:gdLst/>
              <a:ahLst/>
              <a:cxnLst/>
              <a:rect l="l" t="t" r="r" b="b"/>
              <a:pathLst>
                <a:path w="31" h="1" extrusionOk="0">
                  <a:moveTo>
                    <a:pt x="0" y="0"/>
                  </a:moveTo>
                  <a:lnTo>
                    <a:pt x="30" y="0"/>
                  </a:lnTo>
                  <a:close/>
                </a:path>
              </a:pathLst>
            </a:custGeom>
            <a:solidFill>
              <a:srgbClr val="E8E8E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1555;p35">
              <a:extLst>
                <a:ext uri="{FF2B5EF4-FFF2-40B4-BE49-F238E27FC236}">
                  <a16:creationId xmlns:a16="http://schemas.microsoft.com/office/drawing/2014/main" id="{8E03AA61-E37F-44BA-80F1-68D5BDD557DA}"/>
                </a:ext>
              </a:extLst>
            </p:cNvPr>
            <p:cNvSpPr/>
            <p:nvPr/>
          </p:nvSpPr>
          <p:spPr>
            <a:xfrm>
              <a:off x="5302175" y="3530150"/>
              <a:ext cx="7125" cy="39175"/>
            </a:xfrm>
            <a:custGeom>
              <a:avLst/>
              <a:gdLst/>
              <a:ahLst/>
              <a:cxnLst/>
              <a:rect l="l" t="t" r="r" b="b"/>
              <a:pathLst>
                <a:path w="285" h="1567" extrusionOk="0">
                  <a:moveTo>
                    <a:pt x="132" y="0"/>
                  </a:moveTo>
                  <a:lnTo>
                    <a:pt x="132" y="224"/>
                  </a:lnTo>
                  <a:cubicBezTo>
                    <a:pt x="132" y="570"/>
                    <a:pt x="112" y="1058"/>
                    <a:pt x="0" y="1566"/>
                  </a:cubicBezTo>
                  <a:lnTo>
                    <a:pt x="285" y="1566"/>
                  </a:lnTo>
                  <a:cubicBezTo>
                    <a:pt x="285" y="1058"/>
                    <a:pt x="132" y="0"/>
                    <a:pt x="132" y="0"/>
                  </a:cubicBez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1556;p35">
              <a:extLst>
                <a:ext uri="{FF2B5EF4-FFF2-40B4-BE49-F238E27FC236}">
                  <a16:creationId xmlns:a16="http://schemas.microsoft.com/office/drawing/2014/main" id="{AEFBD65F-BD75-40C9-B8C6-DA4B2D62DB3B}"/>
                </a:ext>
              </a:extLst>
            </p:cNvPr>
            <p:cNvSpPr/>
            <p:nvPr/>
          </p:nvSpPr>
          <p:spPr>
            <a:xfrm>
              <a:off x="5325050" y="3467625"/>
              <a:ext cx="9400" cy="60000"/>
            </a:xfrm>
            <a:custGeom>
              <a:avLst/>
              <a:gdLst/>
              <a:ahLst/>
              <a:cxnLst/>
              <a:rect l="l" t="t" r="r" b="b"/>
              <a:pathLst>
                <a:path w="376" h="2400" extrusionOk="0">
                  <a:moveTo>
                    <a:pt x="0" y="0"/>
                  </a:moveTo>
                  <a:cubicBezTo>
                    <a:pt x="0" y="1"/>
                    <a:pt x="102" y="580"/>
                    <a:pt x="163" y="1230"/>
                  </a:cubicBezTo>
                  <a:cubicBezTo>
                    <a:pt x="173" y="1281"/>
                    <a:pt x="173" y="1342"/>
                    <a:pt x="173" y="1403"/>
                  </a:cubicBezTo>
                  <a:cubicBezTo>
                    <a:pt x="193" y="1424"/>
                    <a:pt x="204" y="1433"/>
                    <a:pt x="213" y="1464"/>
                  </a:cubicBezTo>
                  <a:cubicBezTo>
                    <a:pt x="234" y="1535"/>
                    <a:pt x="204" y="1596"/>
                    <a:pt x="173" y="1627"/>
                  </a:cubicBezTo>
                  <a:cubicBezTo>
                    <a:pt x="173" y="1658"/>
                    <a:pt x="167" y="1689"/>
                    <a:pt x="164" y="1724"/>
                  </a:cubicBezTo>
                  <a:lnTo>
                    <a:pt x="164" y="1724"/>
                  </a:lnTo>
                  <a:cubicBezTo>
                    <a:pt x="164" y="1722"/>
                    <a:pt x="163" y="1720"/>
                    <a:pt x="163" y="1718"/>
                  </a:cubicBezTo>
                  <a:lnTo>
                    <a:pt x="163" y="1718"/>
                  </a:lnTo>
                  <a:lnTo>
                    <a:pt x="163" y="1759"/>
                  </a:lnTo>
                  <a:cubicBezTo>
                    <a:pt x="163" y="1747"/>
                    <a:pt x="163" y="1735"/>
                    <a:pt x="164" y="1724"/>
                  </a:cubicBezTo>
                  <a:lnTo>
                    <a:pt x="164" y="1724"/>
                  </a:lnTo>
                  <a:cubicBezTo>
                    <a:pt x="174" y="1766"/>
                    <a:pt x="181" y="1834"/>
                    <a:pt x="143" y="1912"/>
                  </a:cubicBezTo>
                  <a:cubicBezTo>
                    <a:pt x="132" y="1921"/>
                    <a:pt x="132" y="1932"/>
                    <a:pt x="132" y="1952"/>
                  </a:cubicBezTo>
                  <a:cubicBezTo>
                    <a:pt x="163" y="1993"/>
                    <a:pt x="274" y="2125"/>
                    <a:pt x="82" y="2328"/>
                  </a:cubicBezTo>
                  <a:cubicBezTo>
                    <a:pt x="91" y="2369"/>
                    <a:pt x="102" y="2400"/>
                    <a:pt x="102" y="2400"/>
                  </a:cubicBezTo>
                  <a:cubicBezTo>
                    <a:pt x="102" y="2400"/>
                    <a:pt x="376" y="2013"/>
                    <a:pt x="335" y="1485"/>
                  </a:cubicBezTo>
                  <a:cubicBezTo>
                    <a:pt x="295" y="945"/>
                    <a:pt x="0" y="1"/>
                    <a:pt x="0" y="0"/>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1557;p35">
              <a:extLst>
                <a:ext uri="{FF2B5EF4-FFF2-40B4-BE49-F238E27FC236}">
                  <a16:creationId xmlns:a16="http://schemas.microsoft.com/office/drawing/2014/main" id="{11109786-E29E-437A-98B3-C9156ABB2E83}"/>
                </a:ext>
              </a:extLst>
            </p:cNvPr>
            <p:cNvSpPr/>
            <p:nvPr/>
          </p:nvSpPr>
          <p:spPr>
            <a:xfrm>
              <a:off x="5328600" y="3515400"/>
              <a:ext cx="25" cy="25"/>
            </a:xfrm>
            <a:custGeom>
              <a:avLst/>
              <a:gdLst/>
              <a:ahLst/>
              <a:cxnLst/>
              <a:rect l="l" t="t" r="r" b="b"/>
              <a:pathLst>
                <a:path w="1" h="1" extrusionOk="0">
                  <a:moveTo>
                    <a:pt x="1" y="1"/>
                  </a:moveTo>
                  <a:lnTo>
                    <a:pt x="1" y="1"/>
                  </a:lnTo>
                  <a:lnTo>
                    <a:pt x="1" y="1"/>
                  </a:lnTo>
                  <a:lnTo>
                    <a:pt x="1" y="1"/>
                  </a:ln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1558;p35">
              <a:extLst>
                <a:ext uri="{FF2B5EF4-FFF2-40B4-BE49-F238E27FC236}">
                  <a16:creationId xmlns:a16="http://schemas.microsoft.com/office/drawing/2014/main" id="{FDBEC14D-C8C1-4FF3-874C-4CB065A82737}"/>
                </a:ext>
              </a:extLst>
            </p:cNvPr>
            <p:cNvSpPr/>
            <p:nvPr/>
          </p:nvSpPr>
          <p:spPr>
            <a:xfrm>
              <a:off x="5328600" y="3511575"/>
              <a:ext cx="525" cy="3850"/>
            </a:xfrm>
            <a:custGeom>
              <a:avLst/>
              <a:gdLst/>
              <a:ahLst/>
              <a:cxnLst/>
              <a:rect l="l" t="t" r="r" b="b"/>
              <a:pathLst>
                <a:path w="21" h="154" extrusionOk="0">
                  <a:moveTo>
                    <a:pt x="21" y="1"/>
                  </a:moveTo>
                  <a:cubicBezTo>
                    <a:pt x="10" y="52"/>
                    <a:pt x="10" y="102"/>
                    <a:pt x="1" y="154"/>
                  </a:cubicBezTo>
                  <a:lnTo>
                    <a:pt x="1" y="154"/>
                  </a:lnTo>
                  <a:cubicBezTo>
                    <a:pt x="10" y="102"/>
                    <a:pt x="10" y="52"/>
                    <a:pt x="21" y="1"/>
                  </a:cubicBez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1559;p35">
              <a:extLst>
                <a:ext uri="{FF2B5EF4-FFF2-40B4-BE49-F238E27FC236}">
                  <a16:creationId xmlns:a16="http://schemas.microsoft.com/office/drawing/2014/main" id="{67C53E82-CC1E-462F-99D5-B8E5B118FC49}"/>
                </a:ext>
              </a:extLst>
            </p:cNvPr>
            <p:cNvSpPr/>
            <p:nvPr/>
          </p:nvSpPr>
          <p:spPr>
            <a:xfrm>
              <a:off x="5328600" y="3510575"/>
              <a:ext cx="1050" cy="4850"/>
            </a:xfrm>
            <a:custGeom>
              <a:avLst/>
              <a:gdLst/>
              <a:ahLst/>
              <a:cxnLst/>
              <a:rect l="l" t="t" r="r" b="b"/>
              <a:pathLst>
                <a:path w="42" h="194" extrusionOk="0">
                  <a:moveTo>
                    <a:pt x="21" y="0"/>
                  </a:moveTo>
                  <a:lnTo>
                    <a:pt x="21" y="41"/>
                  </a:lnTo>
                  <a:cubicBezTo>
                    <a:pt x="10" y="92"/>
                    <a:pt x="10" y="142"/>
                    <a:pt x="1" y="194"/>
                  </a:cubicBezTo>
                  <a:cubicBezTo>
                    <a:pt x="41" y="112"/>
                    <a:pt x="31" y="41"/>
                    <a:pt x="21" y="0"/>
                  </a:cubicBez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1560;p35">
              <a:extLst>
                <a:ext uri="{FF2B5EF4-FFF2-40B4-BE49-F238E27FC236}">
                  <a16:creationId xmlns:a16="http://schemas.microsoft.com/office/drawing/2014/main" id="{583070CB-0704-437F-91BC-46748D146C9E}"/>
                </a:ext>
              </a:extLst>
            </p:cNvPr>
            <p:cNvSpPr/>
            <p:nvPr/>
          </p:nvSpPr>
          <p:spPr>
            <a:xfrm>
              <a:off x="5328325" y="3516425"/>
              <a:ext cx="25" cy="25"/>
            </a:xfrm>
            <a:custGeom>
              <a:avLst/>
              <a:gdLst/>
              <a:ahLst/>
              <a:cxnLst/>
              <a:rect l="l" t="t" r="r" b="b"/>
              <a:pathLst>
                <a:path w="1" h="1" extrusionOk="0">
                  <a:moveTo>
                    <a:pt x="1" y="0"/>
                  </a:moveTo>
                  <a:lnTo>
                    <a:pt x="1" y="0"/>
                  </a:lnTo>
                  <a:lnTo>
                    <a:pt x="1" y="0"/>
                  </a:lnTo>
                  <a:lnTo>
                    <a:pt x="1" y="0"/>
                  </a:ln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1561;p35">
              <a:extLst>
                <a:ext uri="{FF2B5EF4-FFF2-40B4-BE49-F238E27FC236}">
                  <a16:creationId xmlns:a16="http://schemas.microsoft.com/office/drawing/2014/main" id="{E827EC24-4580-494C-8940-E0D49FF3DA3A}"/>
                </a:ext>
              </a:extLst>
            </p:cNvPr>
            <p:cNvSpPr/>
            <p:nvPr/>
          </p:nvSpPr>
          <p:spPr>
            <a:xfrm>
              <a:off x="5328100" y="3516425"/>
              <a:ext cx="250" cy="1550"/>
            </a:xfrm>
            <a:custGeom>
              <a:avLst/>
              <a:gdLst/>
              <a:ahLst/>
              <a:cxnLst/>
              <a:rect l="l" t="t" r="r" b="b"/>
              <a:pathLst>
                <a:path w="10" h="62" extrusionOk="0">
                  <a:moveTo>
                    <a:pt x="10" y="0"/>
                  </a:moveTo>
                  <a:lnTo>
                    <a:pt x="10" y="0"/>
                  </a:lnTo>
                  <a:cubicBezTo>
                    <a:pt x="0" y="21"/>
                    <a:pt x="0" y="41"/>
                    <a:pt x="0" y="61"/>
                  </a:cubicBezTo>
                  <a:cubicBezTo>
                    <a:pt x="0" y="41"/>
                    <a:pt x="10" y="21"/>
                    <a:pt x="10" y="0"/>
                  </a:cubicBez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 name="Google Shape;1562;p35">
              <a:extLst>
                <a:ext uri="{FF2B5EF4-FFF2-40B4-BE49-F238E27FC236}">
                  <a16:creationId xmlns:a16="http://schemas.microsoft.com/office/drawing/2014/main" id="{92ADA7BB-E68A-460E-8ADA-85C33381C17E}"/>
                </a:ext>
              </a:extLst>
            </p:cNvPr>
            <p:cNvSpPr/>
            <p:nvPr/>
          </p:nvSpPr>
          <p:spPr>
            <a:xfrm>
              <a:off x="5328100" y="3517950"/>
              <a:ext cx="25" cy="25"/>
            </a:xfrm>
            <a:custGeom>
              <a:avLst/>
              <a:gdLst/>
              <a:ahLst/>
              <a:cxnLst/>
              <a:rect l="l" t="t" r="r" b="b"/>
              <a:pathLst>
                <a:path w="1" h="1" extrusionOk="0">
                  <a:moveTo>
                    <a:pt x="0" y="0"/>
                  </a:moveTo>
                  <a:lnTo>
                    <a:pt x="0" y="0"/>
                  </a:lnTo>
                  <a:lnTo>
                    <a:pt x="0" y="0"/>
                  </a:lnTo>
                  <a:lnTo>
                    <a:pt x="0" y="0"/>
                  </a:lnTo>
                  <a:close/>
                </a:path>
              </a:pathLst>
            </a:custGeom>
            <a:solidFill>
              <a:srgbClr val="74493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 name="Google Shape;1563;p35">
              <a:extLst>
                <a:ext uri="{FF2B5EF4-FFF2-40B4-BE49-F238E27FC236}">
                  <a16:creationId xmlns:a16="http://schemas.microsoft.com/office/drawing/2014/main" id="{4B4136CA-522F-438D-B38B-C453E658F713}"/>
                </a:ext>
              </a:extLst>
            </p:cNvPr>
            <p:cNvSpPr/>
            <p:nvPr/>
          </p:nvSpPr>
          <p:spPr>
            <a:xfrm>
              <a:off x="5326800" y="3524050"/>
              <a:ext cx="300" cy="1800"/>
            </a:xfrm>
            <a:custGeom>
              <a:avLst/>
              <a:gdLst/>
              <a:ahLst/>
              <a:cxnLst/>
              <a:rect l="l" t="t" r="r" b="b"/>
              <a:pathLst>
                <a:path w="12" h="72" extrusionOk="0">
                  <a:moveTo>
                    <a:pt x="1" y="0"/>
                  </a:moveTo>
                  <a:lnTo>
                    <a:pt x="1" y="0"/>
                  </a:lnTo>
                  <a:cubicBezTo>
                    <a:pt x="12" y="30"/>
                    <a:pt x="12" y="51"/>
                    <a:pt x="12" y="71"/>
                  </a:cubicBezTo>
                  <a:lnTo>
                    <a:pt x="12" y="71"/>
                  </a:lnTo>
                  <a:cubicBezTo>
                    <a:pt x="12" y="51"/>
                    <a:pt x="12" y="30"/>
                    <a:pt x="1" y="0"/>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1564;p35">
              <a:extLst>
                <a:ext uri="{FF2B5EF4-FFF2-40B4-BE49-F238E27FC236}">
                  <a16:creationId xmlns:a16="http://schemas.microsoft.com/office/drawing/2014/main" id="{68D44646-5570-4A00-87FD-7A656978B7DC}"/>
                </a:ext>
              </a:extLst>
            </p:cNvPr>
            <p:cNvSpPr/>
            <p:nvPr/>
          </p:nvSpPr>
          <p:spPr>
            <a:xfrm>
              <a:off x="5326800" y="3524050"/>
              <a:ext cx="25" cy="25"/>
            </a:xfrm>
            <a:custGeom>
              <a:avLst/>
              <a:gdLst/>
              <a:ahLst/>
              <a:cxnLst/>
              <a:rect l="l" t="t" r="r" b="b"/>
              <a:pathLst>
                <a:path w="1" h="1" extrusionOk="0">
                  <a:moveTo>
                    <a:pt x="1" y="0"/>
                  </a:moveTo>
                  <a:lnTo>
                    <a:pt x="1" y="0"/>
                  </a:lnTo>
                  <a:lnTo>
                    <a:pt x="1" y="0"/>
                  </a:lnTo>
                  <a:lnTo>
                    <a:pt x="1" y="0"/>
                  </a:lnTo>
                  <a:close/>
                </a:path>
              </a:pathLst>
            </a:custGeom>
            <a:solidFill>
              <a:srgbClr val="74493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1565;p35">
              <a:extLst>
                <a:ext uri="{FF2B5EF4-FFF2-40B4-BE49-F238E27FC236}">
                  <a16:creationId xmlns:a16="http://schemas.microsoft.com/office/drawing/2014/main" id="{C9689764-AFE3-436B-9529-6B1F4FE5876F}"/>
                </a:ext>
              </a:extLst>
            </p:cNvPr>
            <p:cNvSpPr/>
            <p:nvPr/>
          </p:nvSpPr>
          <p:spPr>
            <a:xfrm>
              <a:off x="5326800" y="3524050"/>
              <a:ext cx="25" cy="25"/>
            </a:xfrm>
            <a:custGeom>
              <a:avLst/>
              <a:gdLst/>
              <a:ahLst/>
              <a:cxnLst/>
              <a:rect l="l" t="t" r="r" b="b"/>
              <a:pathLst>
                <a:path w="1" h="1" extrusionOk="0">
                  <a:moveTo>
                    <a:pt x="1" y="0"/>
                  </a:moveTo>
                  <a:lnTo>
                    <a:pt x="1" y="0"/>
                  </a:lnTo>
                  <a:lnTo>
                    <a:pt x="1" y="0"/>
                  </a:lnTo>
                  <a:close/>
                </a:path>
              </a:pathLst>
            </a:custGeom>
            <a:solidFill>
              <a:srgbClr val="552E2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1566;p35">
              <a:extLst>
                <a:ext uri="{FF2B5EF4-FFF2-40B4-BE49-F238E27FC236}">
                  <a16:creationId xmlns:a16="http://schemas.microsoft.com/office/drawing/2014/main" id="{0FAC13F5-D17B-462C-8118-FB420B170843}"/>
                </a:ext>
              </a:extLst>
            </p:cNvPr>
            <p:cNvSpPr/>
            <p:nvPr/>
          </p:nvSpPr>
          <p:spPr>
            <a:xfrm>
              <a:off x="5326800" y="3516425"/>
              <a:ext cx="5125" cy="9425"/>
            </a:xfrm>
            <a:custGeom>
              <a:avLst/>
              <a:gdLst/>
              <a:ahLst/>
              <a:cxnLst/>
              <a:rect l="l" t="t" r="r" b="b"/>
              <a:pathLst>
                <a:path w="205" h="377" extrusionOk="0">
                  <a:moveTo>
                    <a:pt x="62" y="0"/>
                  </a:moveTo>
                  <a:cubicBezTo>
                    <a:pt x="62" y="21"/>
                    <a:pt x="52" y="41"/>
                    <a:pt x="52" y="61"/>
                  </a:cubicBezTo>
                  <a:cubicBezTo>
                    <a:pt x="62" y="71"/>
                    <a:pt x="73" y="102"/>
                    <a:pt x="73" y="122"/>
                  </a:cubicBezTo>
                  <a:cubicBezTo>
                    <a:pt x="73" y="173"/>
                    <a:pt x="42" y="234"/>
                    <a:pt x="1" y="305"/>
                  </a:cubicBezTo>
                  <a:cubicBezTo>
                    <a:pt x="12" y="335"/>
                    <a:pt x="12" y="356"/>
                    <a:pt x="12" y="376"/>
                  </a:cubicBezTo>
                  <a:cubicBezTo>
                    <a:pt x="204" y="173"/>
                    <a:pt x="93" y="41"/>
                    <a:pt x="62" y="0"/>
                  </a:cubicBez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Google Shape;1567;p35">
              <a:extLst>
                <a:ext uri="{FF2B5EF4-FFF2-40B4-BE49-F238E27FC236}">
                  <a16:creationId xmlns:a16="http://schemas.microsoft.com/office/drawing/2014/main" id="{100EA6F3-BFA4-4EEA-AE3C-0EFF62101D28}"/>
                </a:ext>
              </a:extLst>
            </p:cNvPr>
            <p:cNvSpPr/>
            <p:nvPr/>
          </p:nvSpPr>
          <p:spPr>
            <a:xfrm>
              <a:off x="5329350" y="3502700"/>
              <a:ext cx="300" cy="5600"/>
            </a:xfrm>
            <a:custGeom>
              <a:avLst/>
              <a:gdLst/>
              <a:ahLst/>
              <a:cxnLst/>
              <a:rect l="l" t="t" r="r" b="b"/>
              <a:pathLst>
                <a:path w="12" h="224" extrusionOk="0">
                  <a:moveTo>
                    <a:pt x="1" y="0"/>
                  </a:moveTo>
                  <a:lnTo>
                    <a:pt x="1" y="0"/>
                  </a:lnTo>
                  <a:cubicBezTo>
                    <a:pt x="1" y="11"/>
                    <a:pt x="2" y="20"/>
                    <a:pt x="4" y="28"/>
                  </a:cubicBezTo>
                  <a:lnTo>
                    <a:pt x="4" y="28"/>
                  </a:lnTo>
                  <a:cubicBezTo>
                    <a:pt x="3" y="19"/>
                    <a:pt x="2" y="10"/>
                    <a:pt x="1" y="0"/>
                  </a:cubicBezTo>
                  <a:close/>
                  <a:moveTo>
                    <a:pt x="4" y="28"/>
                  </a:moveTo>
                  <a:cubicBezTo>
                    <a:pt x="6" y="57"/>
                    <a:pt x="6" y="86"/>
                    <a:pt x="5" y="113"/>
                  </a:cubicBezTo>
                  <a:lnTo>
                    <a:pt x="5" y="113"/>
                  </a:lnTo>
                  <a:cubicBezTo>
                    <a:pt x="6" y="99"/>
                    <a:pt x="8" y="85"/>
                    <a:pt x="11" y="71"/>
                  </a:cubicBezTo>
                  <a:cubicBezTo>
                    <a:pt x="11" y="58"/>
                    <a:pt x="7" y="44"/>
                    <a:pt x="4" y="28"/>
                  </a:cubicBezTo>
                  <a:close/>
                  <a:moveTo>
                    <a:pt x="5" y="113"/>
                  </a:moveTo>
                  <a:lnTo>
                    <a:pt x="5" y="113"/>
                  </a:lnTo>
                  <a:cubicBezTo>
                    <a:pt x="1" y="150"/>
                    <a:pt x="1" y="187"/>
                    <a:pt x="1" y="224"/>
                  </a:cubicBezTo>
                  <a:cubicBezTo>
                    <a:pt x="1" y="187"/>
                    <a:pt x="3" y="151"/>
                    <a:pt x="5" y="113"/>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 name="Google Shape;1568;p35">
              <a:extLst>
                <a:ext uri="{FF2B5EF4-FFF2-40B4-BE49-F238E27FC236}">
                  <a16:creationId xmlns:a16="http://schemas.microsoft.com/office/drawing/2014/main" id="{9F8743B7-8584-4AB2-AEF2-28F08590C9DE}"/>
                </a:ext>
              </a:extLst>
            </p:cNvPr>
            <p:cNvSpPr/>
            <p:nvPr/>
          </p:nvSpPr>
          <p:spPr>
            <a:xfrm>
              <a:off x="5329350" y="3502700"/>
              <a:ext cx="1550" cy="5600"/>
            </a:xfrm>
            <a:custGeom>
              <a:avLst/>
              <a:gdLst/>
              <a:ahLst/>
              <a:cxnLst/>
              <a:rect l="l" t="t" r="r" b="b"/>
              <a:pathLst>
                <a:path w="62" h="224" extrusionOk="0">
                  <a:moveTo>
                    <a:pt x="1" y="0"/>
                  </a:moveTo>
                  <a:cubicBezTo>
                    <a:pt x="1" y="30"/>
                    <a:pt x="11" y="51"/>
                    <a:pt x="11" y="71"/>
                  </a:cubicBezTo>
                  <a:cubicBezTo>
                    <a:pt x="1" y="122"/>
                    <a:pt x="1" y="173"/>
                    <a:pt x="1" y="224"/>
                  </a:cubicBezTo>
                  <a:cubicBezTo>
                    <a:pt x="32" y="193"/>
                    <a:pt x="62" y="132"/>
                    <a:pt x="41" y="61"/>
                  </a:cubicBezTo>
                  <a:cubicBezTo>
                    <a:pt x="32" y="30"/>
                    <a:pt x="21" y="21"/>
                    <a:pt x="1" y="0"/>
                  </a:cubicBez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 name="Google Shape;1569;p35">
              <a:extLst>
                <a:ext uri="{FF2B5EF4-FFF2-40B4-BE49-F238E27FC236}">
                  <a16:creationId xmlns:a16="http://schemas.microsoft.com/office/drawing/2014/main" id="{0685AE9E-21CD-4D20-84FA-6EA4340A860F}"/>
                </a:ext>
              </a:extLst>
            </p:cNvPr>
            <p:cNvSpPr/>
            <p:nvPr/>
          </p:nvSpPr>
          <p:spPr>
            <a:xfrm>
              <a:off x="5195150" y="3524050"/>
              <a:ext cx="110600" cy="50050"/>
            </a:xfrm>
            <a:custGeom>
              <a:avLst/>
              <a:gdLst/>
              <a:ahLst/>
              <a:cxnLst/>
              <a:rect l="l" t="t" r="r" b="b"/>
              <a:pathLst>
                <a:path w="4424" h="2002" extrusionOk="0">
                  <a:moveTo>
                    <a:pt x="1135" y="0"/>
                  </a:moveTo>
                  <a:cubicBezTo>
                    <a:pt x="1028" y="0"/>
                    <a:pt x="952" y="16"/>
                    <a:pt x="936" y="61"/>
                  </a:cubicBezTo>
                  <a:cubicBezTo>
                    <a:pt x="875" y="193"/>
                    <a:pt x="1037" y="366"/>
                    <a:pt x="1210" y="437"/>
                  </a:cubicBezTo>
                  <a:cubicBezTo>
                    <a:pt x="1353" y="478"/>
                    <a:pt x="1536" y="539"/>
                    <a:pt x="1536" y="539"/>
                  </a:cubicBezTo>
                  <a:cubicBezTo>
                    <a:pt x="1536" y="539"/>
                    <a:pt x="1129" y="671"/>
                    <a:pt x="865" y="702"/>
                  </a:cubicBezTo>
                  <a:cubicBezTo>
                    <a:pt x="600" y="742"/>
                    <a:pt x="234" y="681"/>
                    <a:pt x="153" y="814"/>
                  </a:cubicBezTo>
                  <a:cubicBezTo>
                    <a:pt x="112" y="875"/>
                    <a:pt x="142" y="956"/>
                    <a:pt x="264" y="1027"/>
                  </a:cubicBezTo>
                  <a:cubicBezTo>
                    <a:pt x="163" y="1027"/>
                    <a:pt x="81" y="1047"/>
                    <a:pt x="41" y="1108"/>
                  </a:cubicBezTo>
                  <a:cubicBezTo>
                    <a:pt x="0" y="1180"/>
                    <a:pt x="51" y="1291"/>
                    <a:pt x="244" y="1363"/>
                  </a:cubicBezTo>
                  <a:cubicBezTo>
                    <a:pt x="224" y="1373"/>
                    <a:pt x="203" y="1383"/>
                    <a:pt x="183" y="1404"/>
                  </a:cubicBezTo>
                  <a:cubicBezTo>
                    <a:pt x="133" y="1495"/>
                    <a:pt x="224" y="1637"/>
                    <a:pt x="519" y="1688"/>
                  </a:cubicBezTo>
                  <a:cubicBezTo>
                    <a:pt x="458" y="1709"/>
                    <a:pt x="417" y="1739"/>
                    <a:pt x="397" y="1779"/>
                  </a:cubicBezTo>
                  <a:cubicBezTo>
                    <a:pt x="352" y="1875"/>
                    <a:pt x="467" y="2002"/>
                    <a:pt x="795" y="2002"/>
                  </a:cubicBezTo>
                  <a:cubicBezTo>
                    <a:pt x="991" y="2002"/>
                    <a:pt x="1265" y="1956"/>
                    <a:pt x="1627" y="1831"/>
                  </a:cubicBezTo>
                  <a:cubicBezTo>
                    <a:pt x="1627" y="1831"/>
                    <a:pt x="2176" y="1831"/>
                    <a:pt x="2654" y="1576"/>
                  </a:cubicBezTo>
                  <a:cubicBezTo>
                    <a:pt x="3193" y="1718"/>
                    <a:pt x="3752" y="1790"/>
                    <a:pt x="4281" y="1810"/>
                  </a:cubicBezTo>
                  <a:cubicBezTo>
                    <a:pt x="4413" y="1180"/>
                    <a:pt x="4423" y="590"/>
                    <a:pt x="4413" y="244"/>
                  </a:cubicBezTo>
                  <a:lnTo>
                    <a:pt x="4413" y="244"/>
                  </a:lnTo>
                  <a:cubicBezTo>
                    <a:pt x="3569" y="326"/>
                    <a:pt x="2654" y="356"/>
                    <a:pt x="2654" y="356"/>
                  </a:cubicBezTo>
                  <a:cubicBezTo>
                    <a:pt x="2654" y="356"/>
                    <a:pt x="2420" y="234"/>
                    <a:pt x="2115" y="132"/>
                  </a:cubicBezTo>
                  <a:cubicBezTo>
                    <a:pt x="1993" y="91"/>
                    <a:pt x="1861" y="61"/>
                    <a:pt x="1729" y="51"/>
                  </a:cubicBezTo>
                  <a:cubicBezTo>
                    <a:pt x="1518" y="33"/>
                    <a:pt x="1292" y="0"/>
                    <a:pt x="1135" y="0"/>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1570;p35">
              <a:extLst>
                <a:ext uri="{FF2B5EF4-FFF2-40B4-BE49-F238E27FC236}">
                  <a16:creationId xmlns:a16="http://schemas.microsoft.com/office/drawing/2014/main" id="{1F5B98C0-D40A-48AB-95CF-396C5DB4D1BF}"/>
                </a:ext>
              </a:extLst>
            </p:cNvPr>
            <p:cNvSpPr/>
            <p:nvPr/>
          </p:nvSpPr>
          <p:spPr>
            <a:xfrm>
              <a:off x="5297325" y="3526325"/>
              <a:ext cx="12500" cy="46550"/>
            </a:xfrm>
            <a:custGeom>
              <a:avLst/>
              <a:gdLst/>
              <a:ahLst/>
              <a:cxnLst/>
              <a:rect l="l" t="t" r="r" b="b"/>
              <a:pathLst>
                <a:path w="500" h="1862" extrusionOk="0">
                  <a:moveTo>
                    <a:pt x="468" y="0"/>
                  </a:moveTo>
                  <a:lnTo>
                    <a:pt x="468" y="0"/>
                  </a:lnTo>
                  <a:cubicBezTo>
                    <a:pt x="367" y="11"/>
                    <a:pt x="265" y="21"/>
                    <a:pt x="174" y="21"/>
                  </a:cubicBezTo>
                  <a:cubicBezTo>
                    <a:pt x="184" y="326"/>
                    <a:pt x="204" y="1089"/>
                    <a:pt x="1" y="1851"/>
                  </a:cubicBezTo>
                  <a:cubicBezTo>
                    <a:pt x="102" y="1862"/>
                    <a:pt x="204" y="1862"/>
                    <a:pt x="306" y="1862"/>
                  </a:cubicBezTo>
                  <a:cubicBezTo>
                    <a:pt x="499" y="1068"/>
                    <a:pt x="479" y="306"/>
                    <a:pt x="468"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 name="Google Shape;1571;p35">
              <a:extLst>
                <a:ext uri="{FF2B5EF4-FFF2-40B4-BE49-F238E27FC236}">
                  <a16:creationId xmlns:a16="http://schemas.microsoft.com/office/drawing/2014/main" id="{01D652EC-6C2B-4EBA-AD9F-8F4693B91CE3}"/>
                </a:ext>
              </a:extLst>
            </p:cNvPr>
            <p:cNvSpPr/>
            <p:nvPr/>
          </p:nvSpPr>
          <p:spPr>
            <a:xfrm>
              <a:off x="5205075" y="3564950"/>
              <a:ext cx="26950" cy="3850"/>
            </a:xfrm>
            <a:custGeom>
              <a:avLst/>
              <a:gdLst/>
              <a:ahLst/>
              <a:cxnLst/>
              <a:rect l="l" t="t" r="r" b="b"/>
              <a:pathLst>
                <a:path w="1078" h="154" extrusionOk="0">
                  <a:moveTo>
                    <a:pt x="1078" y="1"/>
                  </a:moveTo>
                  <a:lnTo>
                    <a:pt x="1078" y="1"/>
                  </a:lnTo>
                  <a:cubicBezTo>
                    <a:pt x="803" y="52"/>
                    <a:pt x="579" y="82"/>
                    <a:pt x="396" y="82"/>
                  </a:cubicBezTo>
                  <a:cubicBezTo>
                    <a:pt x="295" y="82"/>
                    <a:pt x="203" y="73"/>
                    <a:pt x="122" y="52"/>
                  </a:cubicBezTo>
                  <a:cubicBezTo>
                    <a:pt x="61" y="73"/>
                    <a:pt x="20" y="103"/>
                    <a:pt x="0" y="143"/>
                  </a:cubicBezTo>
                  <a:cubicBezTo>
                    <a:pt x="81" y="154"/>
                    <a:pt x="173" y="154"/>
                    <a:pt x="295" y="154"/>
                  </a:cubicBezTo>
                  <a:cubicBezTo>
                    <a:pt x="539" y="154"/>
                    <a:pt x="844" y="123"/>
                    <a:pt x="1078" y="1"/>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1572;p35">
              <a:extLst>
                <a:ext uri="{FF2B5EF4-FFF2-40B4-BE49-F238E27FC236}">
                  <a16:creationId xmlns:a16="http://schemas.microsoft.com/office/drawing/2014/main" id="{F690B3C1-D894-42B8-B69B-27640C9D274C}"/>
                </a:ext>
              </a:extLst>
            </p:cNvPr>
            <p:cNvSpPr/>
            <p:nvPr/>
          </p:nvSpPr>
          <p:spPr>
            <a:xfrm>
              <a:off x="5199725" y="3558100"/>
              <a:ext cx="1550" cy="1050"/>
            </a:xfrm>
            <a:custGeom>
              <a:avLst/>
              <a:gdLst/>
              <a:ahLst/>
              <a:cxnLst/>
              <a:rect l="l" t="t" r="r" b="b"/>
              <a:pathLst>
                <a:path w="62" h="42" extrusionOk="0">
                  <a:moveTo>
                    <a:pt x="61" y="1"/>
                  </a:moveTo>
                  <a:cubicBezTo>
                    <a:pt x="41" y="11"/>
                    <a:pt x="20" y="21"/>
                    <a:pt x="0" y="42"/>
                  </a:cubicBezTo>
                  <a:lnTo>
                    <a:pt x="0" y="42"/>
                  </a:lnTo>
                  <a:lnTo>
                    <a:pt x="0" y="42"/>
                  </a:lnTo>
                  <a:cubicBezTo>
                    <a:pt x="20" y="21"/>
                    <a:pt x="41" y="11"/>
                    <a:pt x="61" y="1"/>
                  </a:cubicBezTo>
                  <a:close/>
                </a:path>
              </a:pathLst>
            </a:custGeom>
            <a:solidFill>
              <a:srgbClr val="B5A09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Google Shape;1573;p35">
              <a:extLst>
                <a:ext uri="{FF2B5EF4-FFF2-40B4-BE49-F238E27FC236}">
                  <a16:creationId xmlns:a16="http://schemas.microsoft.com/office/drawing/2014/main" id="{352463CF-9B25-4B21-A0A9-328DFA8CCC9A}"/>
                </a:ext>
              </a:extLst>
            </p:cNvPr>
            <p:cNvSpPr/>
            <p:nvPr/>
          </p:nvSpPr>
          <p:spPr>
            <a:xfrm>
              <a:off x="5199475" y="3557325"/>
              <a:ext cx="28725" cy="3350"/>
            </a:xfrm>
            <a:custGeom>
              <a:avLst/>
              <a:gdLst/>
              <a:ahLst/>
              <a:cxnLst/>
              <a:rect l="l" t="t" r="r" b="b"/>
              <a:pathLst>
                <a:path w="1149" h="134" extrusionOk="0">
                  <a:moveTo>
                    <a:pt x="1149" y="1"/>
                  </a:moveTo>
                  <a:cubicBezTo>
                    <a:pt x="885" y="62"/>
                    <a:pt x="661" y="82"/>
                    <a:pt x="478" y="82"/>
                  </a:cubicBezTo>
                  <a:cubicBezTo>
                    <a:pt x="305" y="82"/>
                    <a:pt x="173" y="62"/>
                    <a:pt x="71" y="32"/>
                  </a:cubicBezTo>
                  <a:cubicBezTo>
                    <a:pt x="51" y="42"/>
                    <a:pt x="30" y="52"/>
                    <a:pt x="10" y="73"/>
                  </a:cubicBezTo>
                  <a:cubicBezTo>
                    <a:pt x="10" y="82"/>
                    <a:pt x="10" y="93"/>
                    <a:pt x="0" y="103"/>
                  </a:cubicBezTo>
                  <a:cubicBezTo>
                    <a:pt x="91" y="113"/>
                    <a:pt x="213" y="134"/>
                    <a:pt x="366" y="134"/>
                  </a:cubicBezTo>
                  <a:cubicBezTo>
                    <a:pt x="580" y="134"/>
                    <a:pt x="844" y="103"/>
                    <a:pt x="1149" y="1"/>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 name="Google Shape;1574;p35">
              <a:extLst>
                <a:ext uri="{FF2B5EF4-FFF2-40B4-BE49-F238E27FC236}">
                  <a16:creationId xmlns:a16="http://schemas.microsoft.com/office/drawing/2014/main" id="{5F9EDD8D-0241-4FFF-873F-E62D53438358}"/>
                </a:ext>
              </a:extLst>
            </p:cNvPr>
            <p:cNvSpPr/>
            <p:nvPr/>
          </p:nvSpPr>
          <p:spPr>
            <a:xfrm>
              <a:off x="5201500" y="3549700"/>
              <a:ext cx="275" cy="25"/>
            </a:xfrm>
            <a:custGeom>
              <a:avLst/>
              <a:gdLst/>
              <a:ahLst/>
              <a:cxnLst/>
              <a:rect l="l" t="t" r="r" b="b"/>
              <a:pathLst>
                <a:path w="11" h="1" extrusionOk="0">
                  <a:moveTo>
                    <a:pt x="1" y="1"/>
                  </a:moveTo>
                  <a:lnTo>
                    <a:pt x="1" y="1"/>
                  </a:lnTo>
                  <a:lnTo>
                    <a:pt x="1" y="1"/>
                  </a:lnTo>
                  <a:close/>
                  <a:moveTo>
                    <a:pt x="10" y="1"/>
                  </a:moveTo>
                  <a:lnTo>
                    <a:pt x="1" y="1"/>
                  </a:lnTo>
                  <a:lnTo>
                    <a:pt x="10" y="1"/>
                  </a:lnTo>
                  <a:close/>
                  <a:moveTo>
                    <a:pt x="10" y="1"/>
                  </a:moveTo>
                  <a:lnTo>
                    <a:pt x="10" y="1"/>
                  </a:lnTo>
                  <a:close/>
                </a:path>
              </a:pathLst>
            </a:custGeom>
            <a:solidFill>
              <a:srgbClr val="B5A09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 name="Google Shape;1575;p35">
              <a:extLst>
                <a:ext uri="{FF2B5EF4-FFF2-40B4-BE49-F238E27FC236}">
                  <a16:creationId xmlns:a16="http://schemas.microsoft.com/office/drawing/2014/main" id="{D8BEFE14-F9CA-4DFB-94E2-CB897ADC57BF}"/>
                </a:ext>
              </a:extLst>
            </p:cNvPr>
            <p:cNvSpPr/>
            <p:nvPr/>
          </p:nvSpPr>
          <p:spPr>
            <a:xfrm>
              <a:off x="5197450" y="3549700"/>
              <a:ext cx="30000" cy="3600"/>
            </a:xfrm>
            <a:custGeom>
              <a:avLst/>
              <a:gdLst/>
              <a:ahLst/>
              <a:cxnLst/>
              <a:rect l="l" t="t" r="r" b="b"/>
              <a:pathLst>
                <a:path w="1200" h="144" extrusionOk="0">
                  <a:moveTo>
                    <a:pt x="163" y="1"/>
                  </a:moveTo>
                  <a:cubicBezTo>
                    <a:pt x="102" y="1"/>
                    <a:pt x="41" y="11"/>
                    <a:pt x="0" y="32"/>
                  </a:cubicBezTo>
                  <a:cubicBezTo>
                    <a:pt x="61" y="82"/>
                    <a:pt x="203" y="143"/>
                    <a:pt x="478" y="143"/>
                  </a:cubicBezTo>
                  <a:cubicBezTo>
                    <a:pt x="651" y="143"/>
                    <a:pt x="895" y="123"/>
                    <a:pt x="1200" y="42"/>
                  </a:cubicBezTo>
                  <a:lnTo>
                    <a:pt x="1200" y="42"/>
                  </a:lnTo>
                  <a:cubicBezTo>
                    <a:pt x="996" y="72"/>
                    <a:pt x="813" y="93"/>
                    <a:pt x="671" y="93"/>
                  </a:cubicBezTo>
                  <a:cubicBezTo>
                    <a:pt x="437" y="93"/>
                    <a:pt x="274" y="52"/>
                    <a:pt x="172" y="1"/>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Google Shape;1576;p35">
              <a:extLst>
                <a:ext uri="{FF2B5EF4-FFF2-40B4-BE49-F238E27FC236}">
                  <a16:creationId xmlns:a16="http://schemas.microsoft.com/office/drawing/2014/main" id="{88BAD332-64D4-4C7D-8906-B6337A6A806B}"/>
                </a:ext>
              </a:extLst>
            </p:cNvPr>
            <p:cNvSpPr/>
            <p:nvPr/>
          </p:nvSpPr>
          <p:spPr>
            <a:xfrm>
              <a:off x="5241150" y="3424925"/>
              <a:ext cx="20375" cy="22125"/>
            </a:xfrm>
            <a:custGeom>
              <a:avLst/>
              <a:gdLst/>
              <a:ahLst/>
              <a:cxnLst/>
              <a:rect l="l" t="t" r="r" b="b"/>
              <a:pathLst>
                <a:path w="815" h="885" extrusionOk="0">
                  <a:moveTo>
                    <a:pt x="286" y="0"/>
                  </a:moveTo>
                  <a:lnTo>
                    <a:pt x="1" y="213"/>
                  </a:lnTo>
                  <a:cubicBezTo>
                    <a:pt x="62" y="579"/>
                    <a:pt x="245" y="884"/>
                    <a:pt x="245" y="884"/>
                  </a:cubicBezTo>
                  <a:cubicBezTo>
                    <a:pt x="469" y="538"/>
                    <a:pt x="814" y="325"/>
                    <a:pt x="814" y="325"/>
                  </a:cubicBezTo>
                  <a:cubicBezTo>
                    <a:pt x="550" y="172"/>
                    <a:pt x="286" y="0"/>
                    <a:pt x="2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 name="Google Shape;1577;p35">
              <a:extLst>
                <a:ext uri="{FF2B5EF4-FFF2-40B4-BE49-F238E27FC236}">
                  <a16:creationId xmlns:a16="http://schemas.microsoft.com/office/drawing/2014/main" id="{CAAA3431-DF28-40C4-A7DD-20111AE80FE3}"/>
                </a:ext>
              </a:extLst>
            </p:cNvPr>
            <p:cNvSpPr/>
            <p:nvPr/>
          </p:nvSpPr>
          <p:spPr>
            <a:xfrm>
              <a:off x="5276250" y="3424925"/>
              <a:ext cx="20075" cy="22125"/>
            </a:xfrm>
            <a:custGeom>
              <a:avLst/>
              <a:gdLst/>
              <a:ahLst/>
              <a:cxnLst/>
              <a:rect l="l" t="t" r="r" b="b"/>
              <a:pathLst>
                <a:path w="803" h="885" extrusionOk="0">
                  <a:moveTo>
                    <a:pt x="518" y="0"/>
                  </a:moveTo>
                  <a:cubicBezTo>
                    <a:pt x="518" y="0"/>
                    <a:pt x="264" y="172"/>
                    <a:pt x="0" y="325"/>
                  </a:cubicBezTo>
                  <a:cubicBezTo>
                    <a:pt x="0" y="325"/>
                    <a:pt x="346" y="538"/>
                    <a:pt x="559" y="884"/>
                  </a:cubicBezTo>
                  <a:cubicBezTo>
                    <a:pt x="559" y="884"/>
                    <a:pt x="742" y="579"/>
                    <a:pt x="803" y="213"/>
                  </a:cubicBezTo>
                  <a:lnTo>
                    <a:pt x="518" y="0"/>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10" name="Google Shape;4225;p65">
            <a:extLst>
              <a:ext uri="{FF2B5EF4-FFF2-40B4-BE49-F238E27FC236}">
                <a16:creationId xmlns:a16="http://schemas.microsoft.com/office/drawing/2014/main" id="{54E8417E-26D9-4A6D-B857-AC3370B4D936}"/>
              </a:ext>
            </a:extLst>
          </p:cNvPr>
          <p:cNvGrpSpPr/>
          <p:nvPr/>
        </p:nvGrpSpPr>
        <p:grpSpPr>
          <a:xfrm rot="19638900" flipH="1">
            <a:off x="18772745" y="13290680"/>
            <a:ext cx="6058552" cy="2696846"/>
            <a:chOff x="5802375" y="3298175"/>
            <a:chExt cx="1041800" cy="548625"/>
          </a:xfrm>
          <a:solidFill>
            <a:srgbClr val="FF7030"/>
          </a:solidFill>
        </p:grpSpPr>
        <p:sp>
          <p:nvSpPr>
            <p:cNvPr id="311" name="Google Shape;4226;p65">
              <a:extLst>
                <a:ext uri="{FF2B5EF4-FFF2-40B4-BE49-F238E27FC236}">
                  <a16:creationId xmlns:a16="http://schemas.microsoft.com/office/drawing/2014/main" id="{C4894491-9BB0-48EF-A1F3-5442ACD0C11A}"/>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4227;p65">
              <a:extLst>
                <a:ext uri="{FF2B5EF4-FFF2-40B4-BE49-F238E27FC236}">
                  <a16:creationId xmlns:a16="http://schemas.microsoft.com/office/drawing/2014/main" id="{F8E2FC55-D69C-42D8-A2B6-F7DB853AD64D}"/>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4228;p65">
              <a:extLst>
                <a:ext uri="{FF2B5EF4-FFF2-40B4-BE49-F238E27FC236}">
                  <a16:creationId xmlns:a16="http://schemas.microsoft.com/office/drawing/2014/main" id="{70F0F72E-5F1B-4038-9009-F1E608C65207}"/>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4720275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3" name="Google Shape;2144;p42">
            <a:extLst>
              <a:ext uri="{FF2B5EF4-FFF2-40B4-BE49-F238E27FC236}">
                <a16:creationId xmlns:a16="http://schemas.microsoft.com/office/drawing/2014/main" id="{F282F812-669A-40A4-9E46-EF28C5A9375D}"/>
              </a:ext>
            </a:extLst>
          </p:cNvPr>
          <p:cNvSpPr/>
          <p:nvPr/>
        </p:nvSpPr>
        <p:spPr>
          <a:xfrm>
            <a:off x="2465644" y="14575911"/>
            <a:ext cx="5877722" cy="875382"/>
          </a:xfrm>
          <a:custGeom>
            <a:avLst/>
            <a:gdLst/>
            <a:ahLst/>
            <a:cxnLst/>
            <a:rect l="l" t="t" r="r" b="b"/>
            <a:pathLst>
              <a:path w="9020" h="905" extrusionOk="0">
                <a:moveTo>
                  <a:pt x="4505" y="0"/>
                </a:moveTo>
                <a:cubicBezTo>
                  <a:pt x="2013" y="0"/>
                  <a:pt x="0" y="204"/>
                  <a:pt x="0" y="457"/>
                </a:cubicBezTo>
                <a:cubicBezTo>
                  <a:pt x="0" y="701"/>
                  <a:pt x="2013" y="905"/>
                  <a:pt x="4505" y="905"/>
                </a:cubicBezTo>
                <a:cubicBezTo>
                  <a:pt x="6995" y="905"/>
                  <a:pt x="9019" y="701"/>
                  <a:pt x="9019" y="457"/>
                </a:cubicBezTo>
                <a:cubicBezTo>
                  <a:pt x="9019" y="204"/>
                  <a:pt x="6995" y="0"/>
                  <a:pt x="4505" y="0"/>
                </a:cubicBezTo>
                <a:close/>
              </a:path>
            </a:pathLst>
          </a:custGeom>
          <a:solidFill>
            <a:schemeClr val="bg2">
              <a:lumMod val="40000"/>
              <a:lumOff val="60000"/>
              <a:alpha val="252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CuadroTexto 51">
            <a:extLst>
              <a:ext uri="{FF2B5EF4-FFF2-40B4-BE49-F238E27FC236}">
                <a16:creationId xmlns:a16="http://schemas.microsoft.com/office/drawing/2014/main" id="{A74CB35C-DBD2-4FE3-B7FA-B8D9BD5132B0}"/>
              </a:ext>
            </a:extLst>
          </p:cNvPr>
          <p:cNvSpPr txBox="1"/>
          <p:nvPr/>
        </p:nvSpPr>
        <p:spPr>
          <a:xfrm>
            <a:off x="10084235" y="4059530"/>
            <a:ext cx="13069495" cy="2914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l">
              <a:defRPr/>
            </a:pPr>
            <a:r>
              <a:rPr lang="es-ES" sz="6000" b="0" dirty="0">
                <a:solidFill>
                  <a:srgbClr val="000000">
                    <a:lumMod val="65000"/>
                    <a:lumOff val="35000"/>
                  </a:srgbClr>
                </a:solidFill>
                <a:latin typeface="Daytona Condensed" panose="020B0506030503040204" pitchFamily="34" charset="0"/>
                <a:cs typeface="Calibri" panose="020F0502020204030204" pitchFamily="34" charset="0"/>
              </a:rPr>
              <a:t>Las faltas académicas y disciplinarias deben calificarse como:</a:t>
            </a:r>
          </a:p>
          <a:p>
            <a:pPr algn="l">
              <a:defRPr/>
            </a:pPr>
            <a:endParaRPr lang="es-ES" sz="6000" b="0" dirty="0">
              <a:solidFill>
                <a:srgbClr val="000000">
                  <a:lumMod val="65000"/>
                  <a:lumOff val="35000"/>
                </a:srgbClr>
              </a:solidFill>
              <a:latin typeface="Daytona Condensed" panose="020B0506030503040204" pitchFamily="34" charset="0"/>
              <a:cs typeface="Calibri" panose="020F0502020204030204" pitchFamily="34" charset="0"/>
            </a:endParaRPr>
          </a:p>
        </p:txBody>
      </p:sp>
      <p:sp>
        <p:nvSpPr>
          <p:cNvPr id="5" name="Rectángulo 4">
            <a:extLst>
              <a:ext uri="{FF2B5EF4-FFF2-40B4-BE49-F238E27FC236}">
                <a16:creationId xmlns:a16="http://schemas.microsoft.com/office/drawing/2014/main" id="{AD115B5C-030B-45B0-99D6-CB2DEB43F35C}"/>
              </a:ext>
            </a:extLst>
          </p:cNvPr>
          <p:cNvSpPr/>
          <p:nvPr/>
        </p:nvSpPr>
        <p:spPr>
          <a:xfrm>
            <a:off x="1560604" y="2087357"/>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8C23A10A-5304-4728-A723-47CD42641F5F}"/>
              </a:ext>
            </a:extLst>
          </p:cNvPr>
          <p:cNvSpPr txBox="1"/>
          <p:nvPr/>
        </p:nvSpPr>
        <p:spPr>
          <a:xfrm>
            <a:off x="-1788860" y="787438"/>
            <a:ext cx="17769839"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lang="es-ES" sz="8800" dirty="0">
                <a:solidFill>
                  <a:srgbClr val="000000">
                    <a:lumMod val="65000"/>
                    <a:lumOff val="35000"/>
                  </a:srgbClr>
                </a:solidFill>
                <a:latin typeface="Calibri" panose="020F0502020204030204" pitchFamily="34" charset="0"/>
                <a:cs typeface="Calibri" panose="020F0502020204030204" pitchFamily="34" charset="0"/>
              </a:rPr>
              <a:t>Calificación de las Faltas</a:t>
            </a:r>
            <a:endPar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endParaRPr>
          </a:p>
        </p:txBody>
      </p:sp>
      <p:grpSp>
        <p:nvGrpSpPr>
          <p:cNvPr id="7" name="Google Shape;1818;p36">
            <a:extLst>
              <a:ext uri="{FF2B5EF4-FFF2-40B4-BE49-F238E27FC236}">
                <a16:creationId xmlns:a16="http://schemas.microsoft.com/office/drawing/2014/main" id="{3C607689-19FA-47BB-BC67-FCB77F3BF499}"/>
              </a:ext>
            </a:extLst>
          </p:cNvPr>
          <p:cNvGrpSpPr/>
          <p:nvPr/>
        </p:nvGrpSpPr>
        <p:grpSpPr>
          <a:xfrm flipH="1">
            <a:off x="2833970" y="2710460"/>
            <a:ext cx="6588111" cy="12432909"/>
            <a:chOff x="3679925" y="3206050"/>
            <a:chExt cx="406225" cy="797150"/>
          </a:xfrm>
        </p:grpSpPr>
        <p:sp>
          <p:nvSpPr>
            <p:cNvPr id="8" name="Google Shape;1819;p36">
              <a:extLst>
                <a:ext uri="{FF2B5EF4-FFF2-40B4-BE49-F238E27FC236}">
                  <a16:creationId xmlns:a16="http://schemas.microsoft.com/office/drawing/2014/main" id="{B0AB0D06-8D84-4E5E-BE5D-3A170699E35C}"/>
                </a:ext>
              </a:extLst>
            </p:cNvPr>
            <p:cNvSpPr/>
            <p:nvPr/>
          </p:nvSpPr>
          <p:spPr>
            <a:xfrm>
              <a:off x="3789475" y="3981825"/>
              <a:ext cx="267425" cy="21375"/>
            </a:xfrm>
            <a:custGeom>
              <a:avLst/>
              <a:gdLst/>
              <a:ahLst/>
              <a:cxnLst/>
              <a:rect l="l" t="t" r="r" b="b"/>
              <a:pathLst>
                <a:path w="10697" h="855" extrusionOk="0">
                  <a:moveTo>
                    <a:pt x="5348" y="1"/>
                  </a:moveTo>
                  <a:cubicBezTo>
                    <a:pt x="2390" y="1"/>
                    <a:pt x="0" y="194"/>
                    <a:pt x="0" y="428"/>
                  </a:cubicBezTo>
                  <a:cubicBezTo>
                    <a:pt x="0" y="662"/>
                    <a:pt x="2390" y="855"/>
                    <a:pt x="5348" y="855"/>
                  </a:cubicBezTo>
                  <a:cubicBezTo>
                    <a:pt x="8308" y="855"/>
                    <a:pt x="10697" y="662"/>
                    <a:pt x="10697" y="428"/>
                  </a:cubicBezTo>
                  <a:cubicBezTo>
                    <a:pt x="10697" y="194"/>
                    <a:pt x="8308" y="1"/>
                    <a:pt x="5348" y="1"/>
                  </a:cubicBezTo>
                  <a:close/>
                </a:path>
              </a:pathLst>
            </a:custGeom>
            <a:solidFill>
              <a:srgbClr val="FFFFFF">
                <a:alpha val="25220"/>
              </a:srgb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1820;p36">
              <a:extLst>
                <a:ext uri="{FF2B5EF4-FFF2-40B4-BE49-F238E27FC236}">
                  <a16:creationId xmlns:a16="http://schemas.microsoft.com/office/drawing/2014/main" id="{0D1BB672-EB6B-451C-BDF1-B121F009AB95}"/>
                </a:ext>
              </a:extLst>
            </p:cNvPr>
            <p:cNvSpPr/>
            <p:nvPr/>
          </p:nvSpPr>
          <p:spPr>
            <a:xfrm>
              <a:off x="3763800" y="3407125"/>
              <a:ext cx="57225" cy="58725"/>
            </a:xfrm>
            <a:custGeom>
              <a:avLst/>
              <a:gdLst/>
              <a:ahLst/>
              <a:cxnLst/>
              <a:rect l="l" t="t" r="r" b="b"/>
              <a:pathLst>
                <a:path w="2289" h="2349" extrusionOk="0">
                  <a:moveTo>
                    <a:pt x="1841" y="0"/>
                  </a:moveTo>
                  <a:lnTo>
                    <a:pt x="1" y="631"/>
                  </a:lnTo>
                  <a:cubicBezTo>
                    <a:pt x="1" y="631"/>
                    <a:pt x="51" y="1729"/>
                    <a:pt x="814" y="2054"/>
                  </a:cubicBezTo>
                  <a:cubicBezTo>
                    <a:pt x="814" y="2054"/>
                    <a:pt x="814" y="2166"/>
                    <a:pt x="835" y="2349"/>
                  </a:cubicBezTo>
                  <a:cubicBezTo>
                    <a:pt x="1495" y="2186"/>
                    <a:pt x="1902" y="2013"/>
                    <a:pt x="2136" y="1891"/>
                  </a:cubicBezTo>
                  <a:cubicBezTo>
                    <a:pt x="2064" y="1718"/>
                    <a:pt x="2024" y="1607"/>
                    <a:pt x="2024" y="1607"/>
                  </a:cubicBezTo>
                  <a:cubicBezTo>
                    <a:pt x="2024" y="1607"/>
                    <a:pt x="2288" y="875"/>
                    <a:pt x="1841"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1821;p36">
              <a:extLst>
                <a:ext uri="{FF2B5EF4-FFF2-40B4-BE49-F238E27FC236}">
                  <a16:creationId xmlns:a16="http://schemas.microsoft.com/office/drawing/2014/main" id="{9DCF4957-ADAB-4D5C-9424-579356EFDFC3}"/>
                </a:ext>
              </a:extLst>
            </p:cNvPr>
            <p:cNvSpPr/>
            <p:nvPr/>
          </p:nvSpPr>
          <p:spPr>
            <a:xfrm>
              <a:off x="3763800" y="3422875"/>
              <a:ext cx="52650" cy="12475"/>
            </a:xfrm>
            <a:custGeom>
              <a:avLst/>
              <a:gdLst/>
              <a:ahLst/>
              <a:cxnLst/>
              <a:rect l="l" t="t" r="r" b="b"/>
              <a:pathLst>
                <a:path w="2106" h="499" extrusionOk="0">
                  <a:moveTo>
                    <a:pt x="2105" y="428"/>
                  </a:moveTo>
                  <a:lnTo>
                    <a:pt x="2105" y="498"/>
                  </a:lnTo>
                  <a:lnTo>
                    <a:pt x="2105" y="428"/>
                  </a:lnTo>
                  <a:close/>
                  <a:moveTo>
                    <a:pt x="1" y="1"/>
                  </a:moveTo>
                  <a:lnTo>
                    <a:pt x="1" y="1"/>
                  </a:lnTo>
                  <a:close/>
                </a:path>
              </a:pathLst>
            </a:custGeom>
            <a:solidFill>
              <a:srgbClr val="E3C5B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1822;p36">
              <a:extLst>
                <a:ext uri="{FF2B5EF4-FFF2-40B4-BE49-F238E27FC236}">
                  <a16:creationId xmlns:a16="http://schemas.microsoft.com/office/drawing/2014/main" id="{60B71ED0-700E-4D4F-9B75-BA312BF77F5A}"/>
                </a:ext>
              </a:extLst>
            </p:cNvPr>
            <p:cNvSpPr/>
            <p:nvPr/>
          </p:nvSpPr>
          <p:spPr>
            <a:xfrm>
              <a:off x="3763800" y="3407125"/>
              <a:ext cx="52650" cy="51100"/>
            </a:xfrm>
            <a:custGeom>
              <a:avLst/>
              <a:gdLst/>
              <a:ahLst/>
              <a:cxnLst/>
              <a:rect l="l" t="t" r="r" b="b"/>
              <a:pathLst>
                <a:path w="2106" h="2044" extrusionOk="0">
                  <a:moveTo>
                    <a:pt x="1841" y="0"/>
                  </a:moveTo>
                  <a:lnTo>
                    <a:pt x="1" y="631"/>
                  </a:lnTo>
                  <a:cubicBezTo>
                    <a:pt x="11" y="651"/>
                    <a:pt x="62" y="1718"/>
                    <a:pt x="804" y="2044"/>
                  </a:cubicBezTo>
                  <a:lnTo>
                    <a:pt x="1262" y="1973"/>
                  </a:lnTo>
                  <a:cubicBezTo>
                    <a:pt x="1262" y="1973"/>
                    <a:pt x="1282" y="1698"/>
                    <a:pt x="1262" y="1525"/>
                  </a:cubicBezTo>
                  <a:lnTo>
                    <a:pt x="1262" y="1525"/>
                  </a:lnTo>
                  <a:cubicBezTo>
                    <a:pt x="1262" y="1525"/>
                    <a:pt x="1393" y="1627"/>
                    <a:pt x="1495" y="1698"/>
                  </a:cubicBezTo>
                  <a:lnTo>
                    <a:pt x="1759" y="1464"/>
                  </a:lnTo>
                  <a:lnTo>
                    <a:pt x="2024" y="1607"/>
                  </a:lnTo>
                  <a:cubicBezTo>
                    <a:pt x="2024" y="1607"/>
                    <a:pt x="2095" y="1424"/>
                    <a:pt x="2105" y="1128"/>
                  </a:cubicBezTo>
                  <a:lnTo>
                    <a:pt x="2105" y="1058"/>
                  </a:lnTo>
                  <a:cubicBezTo>
                    <a:pt x="2105" y="773"/>
                    <a:pt x="2044" y="396"/>
                    <a:pt x="1841" y="0"/>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1823;p36">
              <a:extLst>
                <a:ext uri="{FF2B5EF4-FFF2-40B4-BE49-F238E27FC236}">
                  <a16:creationId xmlns:a16="http://schemas.microsoft.com/office/drawing/2014/main" id="{78BADB8F-AFD6-4874-B78D-4ECDDD7FBB6B}"/>
                </a:ext>
              </a:extLst>
            </p:cNvPr>
            <p:cNvSpPr/>
            <p:nvPr/>
          </p:nvSpPr>
          <p:spPr>
            <a:xfrm>
              <a:off x="3815400" y="3450075"/>
              <a:ext cx="800" cy="2050"/>
            </a:xfrm>
            <a:custGeom>
              <a:avLst/>
              <a:gdLst/>
              <a:ahLst/>
              <a:cxnLst/>
              <a:rect l="l" t="t" r="r" b="b"/>
              <a:pathLst>
                <a:path w="32" h="82" extrusionOk="0">
                  <a:moveTo>
                    <a:pt x="0" y="0"/>
                  </a:moveTo>
                  <a:lnTo>
                    <a:pt x="0" y="0"/>
                  </a:lnTo>
                  <a:cubicBezTo>
                    <a:pt x="11" y="21"/>
                    <a:pt x="21" y="51"/>
                    <a:pt x="31" y="82"/>
                  </a:cubicBezTo>
                  <a:lnTo>
                    <a:pt x="31" y="82"/>
                  </a:lnTo>
                  <a:cubicBezTo>
                    <a:pt x="21" y="51"/>
                    <a:pt x="11" y="21"/>
                    <a:pt x="0" y="0"/>
                  </a:cubicBezTo>
                  <a:close/>
                </a:path>
              </a:pathLst>
            </a:custGeom>
            <a:solidFill>
              <a:srgbClr val="E3C5B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1824;p36">
              <a:extLst>
                <a:ext uri="{FF2B5EF4-FFF2-40B4-BE49-F238E27FC236}">
                  <a16:creationId xmlns:a16="http://schemas.microsoft.com/office/drawing/2014/main" id="{B1A1CD01-2609-4258-BAE8-51E178578030}"/>
                </a:ext>
              </a:extLst>
            </p:cNvPr>
            <p:cNvSpPr/>
            <p:nvPr/>
          </p:nvSpPr>
          <p:spPr>
            <a:xfrm>
              <a:off x="3784375" y="3450075"/>
              <a:ext cx="31825" cy="13750"/>
            </a:xfrm>
            <a:custGeom>
              <a:avLst/>
              <a:gdLst/>
              <a:ahLst/>
              <a:cxnLst/>
              <a:rect l="l" t="t" r="r" b="b"/>
              <a:pathLst>
                <a:path w="1273" h="550" extrusionOk="0">
                  <a:moveTo>
                    <a:pt x="1241" y="0"/>
                  </a:moveTo>
                  <a:cubicBezTo>
                    <a:pt x="977" y="133"/>
                    <a:pt x="489" y="377"/>
                    <a:pt x="1" y="519"/>
                  </a:cubicBezTo>
                  <a:lnTo>
                    <a:pt x="1" y="549"/>
                  </a:lnTo>
                  <a:cubicBezTo>
                    <a:pt x="500" y="427"/>
                    <a:pt x="1018" y="204"/>
                    <a:pt x="1272" y="82"/>
                  </a:cubicBezTo>
                  <a:cubicBezTo>
                    <a:pt x="1262" y="51"/>
                    <a:pt x="1252" y="21"/>
                    <a:pt x="1241" y="0"/>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1825;p36">
              <a:extLst>
                <a:ext uri="{FF2B5EF4-FFF2-40B4-BE49-F238E27FC236}">
                  <a16:creationId xmlns:a16="http://schemas.microsoft.com/office/drawing/2014/main" id="{7E1451CD-3B57-43AB-84DE-7151257C0B0E}"/>
                </a:ext>
              </a:extLst>
            </p:cNvPr>
            <p:cNvSpPr/>
            <p:nvPr/>
          </p:nvSpPr>
          <p:spPr>
            <a:xfrm>
              <a:off x="3679925" y="3333400"/>
              <a:ext cx="111600" cy="135775"/>
            </a:xfrm>
            <a:custGeom>
              <a:avLst/>
              <a:gdLst/>
              <a:ahLst/>
              <a:cxnLst/>
              <a:rect l="l" t="t" r="r" b="b"/>
              <a:pathLst>
                <a:path w="4464" h="5431" extrusionOk="0">
                  <a:moveTo>
                    <a:pt x="3691" y="1"/>
                  </a:moveTo>
                  <a:cubicBezTo>
                    <a:pt x="2461" y="214"/>
                    <a:pt x="1230" y="428"/>
                    <a:pt x="0" y="651"/>
                  </a:cubicBezTo>
                  <a:cubicBezTo>
                    <a:pt x="529" y="2217"/>
                    <a:pt x="834" y="3772"/>
                    <a:pt x="925" y="5430"/>
                  </a:cubicBezTo>
                  <a:cubicBezTo>
                    <a:pt x="2105" y="5227"/>
                    <a:pt x="3284" y="5013"/>
                    <a:pt x="4464" y="4810"/>
                  </a:cubicBezTo>
                  <a:cubicBezTo>
                    <a:pt x="4423" y="3153"/>
                    <a:pt x="4169" y="1587"/>
                    <a:pt x="369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1826;p36">
              <a:extLst>
                <a:ext uri="{FF2B5EF4-FFF2-40B4-BE49-F238E27FC236}">
                  <a16:creationId xmlns:a16="http://schemas.microsoft.com/office/drawing/2014/main" id="{CBA603DA-C517-42D8-9C07-E617E490ABC8}"/>
                </a:ext>
              </a:extLst>
            </p:cNvPr>
            <p:cNvSpPr/>
            <p:nvPr/>
          </p:nvSpPr>
          <p:spPr>
            <a:xfrm>
              <a:off x="3682700" y="3327800"/>
              <a:ext cx="111375" cy="135775"/>
            </a:xfrm>
            <a:custGeom>
              <a:avLst/>
              <a:gdLst/>
              <a:ahLst/>
              <a:cxnLst/>
              <a:rect l="l" t="t" r="r" b="b"/>
              <a:pathLst>
                <a:path w="4455" h="5431" extrusionOk="0">
                  <a:moveTo>
                    <a:pt x="3682" y="1"/>
                  </a:moveTo>
                  <a:cubicBezTo>
                    <a:pt x="2452" y="214"/>
                    <a:pt x="1221" y="428"/>
                    <a:pt x="1" y="652"/>
                  </a:cubicBezTo>
                  <a:cubicBezTo>
                    <a:pt x="520" y="2218"/>
                    <a:pt x="825" y="3773"/>
                    <a:pt x="916" y="5430"/>
                  </a:cubicBezTo>
                  <a:cubicBezTo>
                    <a:pt x="2095" y="5227"/>
                    <a:pt x="3275" y="5013"/>
                    <a:pt x="4454" y="4810"/>
                  </a:cubicBezTo>
                  <a:cubicBezTo>
                    <a:pt x="4414" y="3153"/>
                    <a:pt x="4160" y="1587"/>
                    <a:pt x="3682" y="1"/>
                  </a:cubicBezTo>
                  <a:close/>
                </a:path>
              </a:pathLst>
            </a:custGeom>
            <a:solidFill>
              <a:srgbClr val="F3F3F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1827;p36">
              <a:extLst>
                <a:ext uri="{FF2B5EF4-FFF2-40B4-BE49-F238E27FC236}">
                  <a16:creationId xmlns:a16="http://schemas.microsoft.com/office/drawing/2014/main" id="{DBCE2656-6043-4F32-8557-06E7DA47903A}"/>
                </a:ext>
              </a:extLst>
            </p:cNvPr>
            <p:cNvSpPr/>
            <p:nvPr/>
          </p:nvSpPr>
          <p:spPr>
            <a:xfrm>
              <a:off x="3685250" y="3322975"/>
              <a:ext cx="111625" cy="136025"/>
            </a:xfrm>
            <a:custGeom>
              <a:avLst/>
              <a:gdLst/>
              <a:ahLst/>
              <a:cxnLst/>
              <a:rect l="l" t="t" r="r" b="b"/>
              <a:pathLst>
                <a:path w="4465" h="5441" extrusionOk="0">
                  <a:moveTo>
                    <a:pt x="3692" y="0"/>
                  </a:moveTo>
                  <a:cubicBezTo>
                    <a:pt x="2461" y="224"/>
                    <a:pt x="1231" y="438"/>
                    <a:pt x="1" y="651"/>
                  </a:cubicBezTo>
                  <a:cubicBezTo>
                    <a:pt x="529" y="2227"/>
                    <a:pt x="834" y="3783"/>
                    <a:pt x="926" y="5440"/>
                  </a:cubicBezTo>
                  <a:cubicBezTo>
                    <a:pt x="2106" y="5227"/>
                    <a:pt x="3285" y="5023"/>
                    <a:pt x="4465" y="4810"/>
                  </a:cubicBezTo>
                  <a:cubicBezTo>
                    <a:pt x="4424" y="3152"/>
                    <a:pt x="4169" y="1587"/>
                    <a:pt x="3692" y="0"/>
                  </a:cubicBezTo>
                  <a:close/>
                </a:path>
              </a:pathLst>
            </a:custGeom>
            <a:solidFill>
              <a:schemeClr val="tx1">
                <a:lumMod val="8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chemeClr val="tx1">
                    <a:lumMod val="85000"/>
                  </a:schemeClr>
                </a:solidFill>
                <a:effectLst/>
                <a:uLnTx/>
                <a:uFillTx/>
                <a:latin typeface="Arial"/>
                <a:cs typeface="Arial"/>
                <a:sym typeface="Arial"/>
              </a:endParaRPr>
            </a:p>
          </p:txBody>
        </p:sp>
        <p:sp>
          <p:nvSpPr>
            <p:cNvPr id="17" name="Google Shape;1828;p36">
              <a:extLst>
                <a:ext uri="{FF2B5EF4-FFF2-40B4-BE49-F238E27FC236}">
                  <a16:creationId xmlns:a16="http://schemas.microsoft.com/office/drawing/2014/main" id="{25DA0EB2-5C7F-4529-85A5-F1A462C8E1E3}"/>
                </a:ext>
              </a:extLst>
            </p:cNvPr>
            <p:cNvSpPr/>
            <p:nvPr/>
          </p:nvSpPr>
          <p:spPr>
            <a:xfrm>
              <a:off x="3781600" y="3390375"/>
              <a:ext cx="42475" cy="59200"/>
            </a:xfrm>
            <a:custGeom>
              <a:avLst/>
              <a:gdLst/>
              <a:ahLst/>
              <a:cxnLst/>
              <a:rect l="l" t="t" r="r" b="b"/>
              <a:pathLst>
                <a:path w="1699" h="2368" extrusionOk="0">
                  <a:moveTo>
                    <a:pt x="185" y="0"/>
                  </a:moveTo>
                  <a:cubicBezTo>
                    <a:pt x="151" y="0"/>
                    <a:pt x="123" y="12"/>
                    <a:pt x="102" y="40"/>
                  </a:cubicBezTo>
                  <a:cubicBezTo>
                    <a:pt x="0" y="182"/>
                    <a:pt x="102" y="497"/>
                    <a:pt x="275" y="670"/>
                  </a:cubicBezTo>
                  <a:cubicBezTo>
                    <a:pt x="367" y="761"/>
                    <a:pt x="611" y="1026"/>
                    <a:pt x="611" y="1026"/>
                  </a:cubicBezTo>
                  <a:cubicBezTo>
                    <a:pt x="437" y="1859"/>
                    <a:pt x="783" y="2368"/>
                    <a:pt x="783" y="2368"/>
                  </a:cubicBezTo>
                  <a:lnTo>
                    <a:pt x="1312" y="2277"/>
                  </a:lnTo>
                  <a:cubicBezTo>
                    <a:pt x="1312" y="2277"/>
                    <a:pt x="1698" y="1667"/>
                    <a:pt x="1495" y="1026"/>
                  </a:cubicBezTo>
                  <a:cubicBezTo>
                    <a:pt x="1434" y="813"/>
                    <a:pt x="1099" y="386"/>
                    <a:pt x="803" y="264"/>
                  </a:cubicBezTo>
                  <a:cubicBezTo>
                    <a:pt x="505" y="138"/>
                    <a:pt x="304" y="0"/>
                    <a:pt x="185"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1829;p36">
              <a:extLst>
                <a:ext uri="{FF2B5EF4-FFF2-40B4-BE49-F238E27FC236}">
                  <a16:creationId xmlns:a16="http://schemas.microsoft.com/office/drawing/2014/main" id="{7E487C31-B440-453C-9C37-E71FD1339ACD}"/>
                </a:ext>
              </a:extLst>
            </p:cNvPr>
            <p:cNvSpPr/>
            <p:nvPr/>
          </p:nvSpPr>
          <p:spPr>
            <a:xfrm>
              <a:off x="3808025" y="3447025"/>
              <a:ext cx="71725" cy="116400"/>
            </a:xfrm>
            <a:custGeom>
              <a:avLst/>
              <a:gdLst/>
              <a:ahLst/>
              <a:cxnLst/>
              <a:rect l="l" t="t" r="r" b="b"/>
              <a:pathLst>
                <a:path w="2869" h="4656" extrusionOk="0">
                  <a:moveTo>
                    <a:pt x="2583" y="0"/>
                  </a:moveTo>
                  <a:cubicBezTo>
                    <a:pt x="2166" y="112"/>
                    <a:pt x="1709" y="387"/>
                    <a:pt x="814" y="1871"/>
                  </a:cubicBezTo>
                  <a:cubicBezTo>
                    <a:pt x="92" y="3071"/>
                    <a:pt x="1" y="4424"/>
                    <a:pt x="865" y="4637"/>
                  </a:cubicBezTo>
                  <a:cubicBezTo>
                    <a:pt x="920" y="4650"/>
                    <a:pt x="974" y="4656"/>
                    <a:pt x="1028" y="4656"/>
                  </a:cubicBezTo>
                  <a:cubicBezTo>
                    <a:pt x="1978" y="4656"/>
                    <a:pt x="2714" y="2717"/>
                    <a:pt x="2868" y="2217"/>
                  </a:cubicBezTo>
                  <a:lnTo>
                    <a:pt x="2868" y="0"/>
                  </a:ln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1830;p36">
              <a:extLst>
                <a:ext uri="{FF2B5EF4-FFF2-40B4-BE49-F238E27FC236}">
                  <a16:creationId xmlns:a16="http://schemas.microsoft.com/office/drawing/2014/main" id="{7FECEEA2-19EB-4A75-AFE0-8D9173634A60}"/>
                </a:ext>
              </a:extLst>
            </p:cNvPr>
            <p:cNvSpPr/>
            <p:nvPr/>
          </p:nvSpPr>
          <p:spPr>
            <a:xfrm>
              <a:off x="3838275" y="3478025"/>
              <a:ext cx="32825" cy="84925"/>
            </a:xfrm>
            <a:custGeom>
              <a:avLst/>
              <a:gdLst/>
              <a:ahLst/>
              <a:cxnLst/>
              <a:rect l="l" t="t" r="r" b="b"/>
              <a:pathLst>
                <a:path w="1313" h="3397" extrusionOk="0">
                  <a:moveTo>
                    <a:pt x="997" y="1"/>
                  </a:moveTo>
                  <a:cubicBezTo>
                    <a:pt x="997" y="1"/>
                    <a:pt x="702" y="611"/>
                    <a:pt x="387" y="1679"/>
                  </a:cubicBezTo>
                  <a:cubicBezTo>
                    <a:pt x="611" y="2228"/>
                    <a:pt x="702" y="2868"/>
                    <a:pt x="418" y="3153"/>
                  </a:cubicBezTo>
                  <a:lnTo>
                    <a:pt x="418" y="3163"/>
                  </a:lnTo>
                  <a:lnTo>
                    <a:pt x="407" y="3173"/>
                  </a:lnTo>
                  <a:cubicBezTo>
                    <a:pt x="397" y="3173"/>
                    <a:pt x="397" y="3184"/>
                    <a:pt x="397" y="3184"/>
                  </a:cubicBezTo>
                  <a:cubicBezTo>
                    <a:pt x="560" y="3051"/>
                    <a:pt x="712" y="2878"/>
                    <a:pt x="845" y="2685"/>
                  </a:cubicBezTo>
                  <a:cubicBezTo>
                    <a:pt x="1017" y="1496"/>
                    <a:pt x="1221" y="468"/>
                    <a:pt x="1312" y="1"/>
                  </a:cubicBezTo>
                  <a:close/>
                  <a:moveTo>
                    <a:pt x="326" y="3234"/>
                  </a:moveTo>
                  <a:lnTo>
                    <a:pt x="326" y="3234"/>
                  </a:lnTo>
                  <a:cubicBezTo>
                    <a:pt x="321" y="3238"/>
                    <a:pt x="317" y="3241"/>
                    <a:pt x="312" y="3245"/>
                  </a:cubicBezTo>
                  <a:lnTo>
                    <a:pt x="316" y="3245"/>
                  </a:lnTo>
                  <a:lnTo>
                    <a:pt x="326" y="3234"/>
                  </a:lnTo>
                  <a:close/>
                  <a:moveTo>
                    <a:pt x="305" y="3245"/>
                  </a:moveTo>
                  <a:cubicBezTo>
                    <a:pt x="204" y="3315"/>
                    <a:pt x="102" y="3356"/>
                    <a:pt x="0" y="3397"/>
                  </a:cubicBezTo>
                  <a:cubicBezTo>
                    <a:pt x="108" y="3368"/>
                    <a:pt x="214" y="3320"/>
                    <a:pt x="312" y="3245"/>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831;p36">
              <a:extLst>
                <a:ext uri="{FF2B5EF4-FFF2-40B4-BE49-F238E27FC236}">
                  <a16:creationId xmlns:a16="http://schemas.microsoft.com/office/drawing/2014/main" id="{9FBE3055-3900-42D3-A8A6-A2D241FD94B4}"/>
                </a:ext>
              </a:extLst>
            </p:cNvPr>
            <p:cNvSpPr/>
            <p:nvPr/>
          </p:nvSpPr>
          <p:spPr>
            <a:xfrm>
              <a:off x="3832175" y="3483100"/>
              <a:ext cx="13750" cy="32575"/>
            </a:xfrm>
            <a:custGeom>
              <a:avLst/>
              <a:gdLst/>
              <a:ahLst/>
              <a:cxnLst/>
              <a:rect l="l" t="t" r="r" b="b"/>
              <a:pathLst>
                <a:path w="550" h="1303" extrusionOk="0">
                  <a:moveTo>
                    <a:pt x="113" y="1"/>
                  </a:moveTo>
                  <a:cubicBezTo>
                    <a:pt x="72" y="62"/>
                    <a:pt x="41" y="123"/>
                    <a:pt x="0" y="195"/>
                  </a:cubicBezTo>
                  <a:cubicBezTo>
                    <a:pt x="133" y="540"/>
                    <a:pt x="275" y="845"/>
                    <a:pt x="387" y="1008"/>
                  </a:cubicBezTo>
                  <a:cubicBezTo>
                    <a:pt x="448" y="1099"/>
                    <a:pt x="499" y="1201"/>
                    <a:pt x="549" y="1302"/>
                  </a:cubicBezTo>
                  <a:cubicBezTo>
                    <a:pt x="540" y="1272"/>
                    <a:pt x="285" y="479"/>
                    <a:pt x="113"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1832;p36">
              <a:extLst>
                <a:ext uri="{FF2B5EF4-FFF2-40B4-BE49-F238E27FC236}">
                  <a16:creationId xmlns:a16="http://schemas.microsoft.com/office/drawing/2014/main" id="{A5BFE897-7118-426D-90E2-441C58E67BDB}"/>
                </a:ext>
              </a:extLst>
            </p:cNvPr>
            <p:cNvSpPr/>
            <p:nvPr/>
          </p:nvSpPr>
          <p:spPr>
            <a:xfrm>
              <a:off x="3782100" y="3451075"/>
              <a:ext cx="76800" cy="113125"/>
            </a:xfrm>
            <a:custGeom>
              <a:avLst/>
              <a:gdLst/>
              <a:ahLst/>
              <a:cxnLst/>
              <a:rect l="l" t="t" r="r" b="b"/>
              <a:pathLst>
                <a:path w="3072" h="4525" extrusionOk="0">
                  <a:moveTo>
                    <a:pt x="1445" y="1"/>
                  </a:moveTo>
                  <a:cubicBezTo>
                    <a:pt x="1210" y="123"/>
                    <a:pt x="570" y="408"/>
                    <a:pt x="1" y="530"/>
                  </a:cubicBezTo>
                  <a:cubicBezTo>
                    <a:pt x="51" y="1049"/>
                    <a:pt x="255" y="2238"/>
                    <a:pt x="458" y="2909"/>
                  </a:cubicBezTo>
                  <a:cubicBezTo>
                    <a:pt x="770" y="3927"/>
                    <a:pt x="1285" y="4525"/>
                    <a:pt x="1908" y="4525"/>
                  </a:cubicBezTo>
                  <a:cubicBezTo>
                    <a:pt x="2118" y="4525"/>
                    <a:pt x="2341" y="4456"/>
                    <a:pt x="2573" y="4312"/>
                  </a:cubicBezTo>
                  <a:cubicBezTo>
                    <a:pt x="3071" y="3997"/>
                    <a:pt x="2797" y="2909"/>
                    <a:pt x="2390" y="2289"/>
                  </a:cubicBezTo>
                  <a:cubicBezTo>
                    <a:pt x="2105" y="1872"/>
                    <a:pt x="1658" y="550"/>
                    <a:pt x="1445" y="1"/>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1833;p36">
              <a:extLst>
                <a:ext uri="{FF2B5EF4-FFF2-40B4-BE49-F238E27FC236}">
                  <a16:creationId xmlns:a16="http://schemas.microsoft.com/office/drawing/2014/main" id="{EDAD1C65-73A9-4A15-98F4-04D59E2A77A9}"/>
                </a:ext>
              </a:extLst>
            </p:cNvPr>
            <p:cNvSpPr/>
            <p:nvPr/>
          </p:nvSpPr>
          <p:spPr>
            <a:xfrm>
              <a:off x="3848200" y="3556825"/>
              <a:ext cx="525" cy="800"/>
            </a:xfrm>
            <a:custGeom>
              <a:avLst/>
              <a:gdLst/>
              <a:ahLst/>
              <a:cxnLst/>
              <a:rect l="l" t="t" r="r" b="b"/>
              <a:pathLst>
                <a:path w="21" h="32" extrusionOk="0">
                  <a:moveTo>
                    <a:pt x="0" y="32"/>
                  </a:moveTo>
                  <a:lnTo>
                    <a:pt x="0" y="32"/>
                  </a:lnTo>
                  <a:lnTo>
                    <a:pt x="0" y="32"/>
                  </a:lnTo>
                  <a:close/>
                  <a:moveTo>
                    <a:pt x="0" y="32"/>
                  </a:moveTo>
                  <a:lnTo>
                    <a:pt x="0" y="32"/>
                  </a:lnTo>
                  <a:lnTo>
                    <a:pt x="0" y="32"/>
                  </a:lnTo>
                  <a:close/>
                  <a:moveTo>
                    <a:pt x="10" y="21"/>
                  </a:moveTo>
                  <a:lnTo>
                    <a:pt x="10" y="21"/>
                  </a:lnTo>
                  <a:lnTo>
                    <a:pt x="10" y="21"/>
                  </a:lnTo>
                  <a:close/>
                  <a:moveTo>
                    <a:pt x="10" y="21"/>
                  </a:moveTo>
                  <a:lnTo>
                    <a:pt x="10" y="21"/>
                  </a:lnTo>
                  <a:lnTo>
                    <a:pt x="10" y="21"/>
                  </a:lnTo>
                  <a:close/>
                  <a:moveTo>
                    <a:pt x="10" y="21"/>
                  </a:moveTo>
                  <a:lnTo>
                    <a:pt x="10" y="21"/>
                  </a:lnTo>
                  <a:lnTo>
                    <a:pt x="10" y="21"/>
                  </a:lnTo>
                  <a:close/>
                  <a:moveTo>
                    <a:pt x="21" y="11"/>
                  </a:moveTo>
                  <a:lnTo>
                    <a:pt x="21" y="11"/>
                  </a:lnTo>
                  <a:lnTo>
                    <a:pt x="21" y="11"/>
                  </a:lnTo>
                  <a:close/>
                  <a:moveTo>
                    <a:pt x="21" y="11"/>
                  </a:moveTo>
                  <a:lnTo>
                    <a:pt x="21" y="11"/>
                  </a:lnTo>
                  <a:lnTo>
                    <a:pt x="21" y="11"/>
                  </a:lnTo>
                  <a:close/>
                  <a:moveTo>
                    <a:pt x="21" y="1"/>
                  </a:moveTo>
                  <a:lnTo>
                    <a:pt x="21" y="1"/>
                  </a:lnTo>
                  <a:close/>
                </a:path>
              </a:pathLst>
            </a:custGeom>
            <a:solidFill>
              <a:srgbClr val="4A70E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1834;p36">
              <a:extLst>
                <a:ext uri="{FF2B5EF4-FFF2-40B4-BE49-F238E27FC236}">
                  <a16:creationId xmlns:a16="http://schemas.microsoft.com/office/drawing/2014/main" id="{97C3353A-8D1C-496F-8A1E-4B0576B1761F}"/>
                </a:ext>
              </a:extLst>
            </p:cNvPr>
            <p:cNvSpPr/>
            <p:nvPr/>
          </p:nvSpPr>
          <p:spPr>
            <a:xfrm>
              <a:off x="3846400" y="3557600"/>
              <a:ext cx="1550" cy="1275"/>
            </a:xfrm>
            <a:custGeom>
              <a:avLst/>
              <a:gdLst/>
              <a:ahLst/>
              <a:cxnLst/>
              <a:rect l="l" t="t" r="r" b="b"/>
              <a:pathLst>
                <a:path w="62" h="51" extrusionOk="0">
                  <a:moveTo>
                    <a:pt x="1" y="51"/>
                  </a:moveTo>
                  <a:lnTo>
                    <a:pt x="1" y="51"/>
                  </a:lnTo>
                  <a:lnTo>
                    <a:pt x="1" y="51"/>
                  </a:lnTo>
                  <a:lnTo>
                    <a:pt x="1" y="51"/>
                  </a:lnTo>
                  <a:close/>
                  <a:moveTo>
                    <a:pt x="11" y="51"/>
                  </a:moveTo>
                  <a:lnTo>
                    <a:pt x="1" y="51"/>
                  </a:lnTo>
                  <a:lnTo>
                    <a:pt x="11" y="51"/>
                  </a:lnTo>
                  <a:close/>
                  <a:moveTo>
                    <a:pt x="11" y="51"/>
                  </a:moveTo>
                  <a:lnTo>
                    <a:pt x="11" y="51"/>
                  </a:lnTo>
                  <a:lnTo>
                    <a:pt x="11" y="51"/>
                  </a:lnTo>
                  <a:close/>
                  <a:moveTo>
                    <a:pt x="11" y="41"/>
                  </a:moveTo>
                  <a:lnTo>
                    <a:pt x="11" y="51"/>
                  </a:lnTo>
                  <a:lnTo>
                    <a:pt x="11" y="41"/>
                  </a:lnTo>
                  <a:close/>
                  <a:moveTo>
                    <a:pt x="11" y="41"/>
                  </a:moveTo>
                  <a:lnTo>
                    <a:pt x="11" y="41"/>
                  </a:lnTo>
                  <a:lnTo>
                    <a:pt x="11" y="41"/>
                  </a:lnTo>
                  <a:close/>
                  <a:moveTo>
                    <a:pt x="21" y="41"/>
                  </a:moveTo>
                  <a:lnTo>
                    <a:pt x="21" y="41"/>
                  </a:lnTo>
                  <a:lnTo>
                    <a:pt x="21" y="41"/>
                  </a:lnTo>
                  <a:close/>
                  <a:moveTo>
                    <a:pt x="21" y="41"/>
                  </a:moveTo>
                  <a:lnTo>
                    <a:pt x="21" y="41"/>
                  </a:lnTo>
                  <a:lnTo>
                    <a:pt x="21" y="41"/>
                  </a:lnTo>
                  <a:close/>
                  <a:moveTo>
                    <a:pt x="21" y="41"/>
                  </a:moveTo>
                  <a:lnTo>
                    <a:pt x="21" y="41"/>
                  </a:lnTo>
                  <a:lnTo>
                    <a:pt x="21" y="41"/>
                  </a:lnTo>
                  <a:close/>
                  <a:moveTo>
                    <a:pt x="32" y="41"/>
                  </a:moveTo>
                  <a:lnTo>
                    <a:pt x="21" y="41"/>
                  </a:lnTo>
                  <a:lnTo>
                    <a:pt x="32" y="41"/>
                  </a:lnTo>
                  <a:close/>
                  <a:moveTo>
                    <a:pt x="32" y="31"/>
                  </a:moveTo>
                  <a:lnTo>
                    <a:pt x="32" y="31"/>
                  </a:lnTo>
                  <a:lnTo>
                    <a:pt x="32" y="31"/>
                  </a:lnTo>
                  <a:close/>
                  <a:moveTo>
                    <a:pt x="32" y="31"/>
                  </a:moveTo>
                  <a:lnTo>
                    <a:pt x="32" y="31"/>
                  </a:lnTo>
                  <a:lnTo>
                    <a:pt x="32" y="31"/>
                  </a:lnTo>
                  <a:close/>
                  <a:moveTo>
                    <a:pt x="32" y="31"/>
                  </a:moveTo>
                  <a:lnTo>
                    <a:pt x="32" y="31"/>
                  </a:lnTo>
                  <a:lnTo>
                    <a:pt x="32" y="31"/>
                  </a:lnTo>
                  <a:close/>
                  <a:moveTo>
                    <a:pt x="41" y="31"/>
                  </a:moveTo>
                  <a:lnTo>
                    <a:pt x="32" y="31"/>
                  </a:lnTo>
                  <a:lnTo>
                    <a:pt x="41" y="31"/>
                  </a:lnTo>
                  <a:close/>
                  <a:moveTo>
                    <a:pt x="41" y="31"/>
                  </a:moveTo>
                  <a:lnTo>
                    <a:pt x="41" y="31"/>
                  </a:lnTo>
                  <a:lnTo>
                    <a:pt x="41" y="31"/>
                  </a:lnTo>
                  <a:close/>
                  <a:moveTo>
                    <a:pt x="41" y="21"/>
                  </a:moveTo>
                  <a:lnTo>
                    <a:pt x="41" y="21"/>
                  </a:lnTo>
                  <a:lnTo>
                    <a:pt x="41" y="21"/>
                  </a:lnTo>
                  <a:close/>
                  <a:moveTo>
                    <a:pt x="41" y="21"/>
                  </a:moveTo>
                  <a:lnTo>
                    <a:pt x="41" y="21"/>
                  </a:lnTo>
                  <a:lnTo>
                    <a:pt x="41" y="21"/>
                  </a:lnTo>
                  <a:close/>
                  <a:moveTo>
                    <a:pt x="52" y="21"/>
                  </a:moveTo>
                  <a:lnTo>
                    <a:pt x="41" y="21"/>
                  </a:lnTo>
                  <a:lnTo>
                    <a:pt x="52" y="21"/>
                  </a:lnTo>
                  <a:close/>
                  <a:moveTo>
                    <a:pt x="52" y="21"/>
                  </a:moveTo>
                  <a:lnTo>
                    <a:pt x="52" y="21"/>
                  </a:lnTo>
                  <a:lnTo>
                    <a:pt x="52" y="21"/>
                  </a:lnTo>
                  <a:close/>
                  <a:moveTo>
                    <a:pt x="52" y="10"/>
                  </a:moveTo>
                  <a:lnTo>
                    <a:pt x="52" y="21"/>
                  </a:lnTo>
                  <a:lnTo>
                    <a:pt x="52" y="10"/>
                  </a:lnTo>
                  <a:close/>
                  <a:moveTo>
                    <a:pt x="52" y="10"/>
                  </a:moveTo>
                  <a:lnTo>
                    <a:pt x="52" y="10"/>
                  </a:lnTo>
                  <a:lnTo>
                    <a:pt x="52" y="10"/>
                  </a:lnTo>
                  <a:close/>
                  <a:moveTo>
                    <a:pt x="62" y="10"/>
                  </a:moveTo>
                  <a:lnTo>
                    <a:pt x="62" y="10"/>
                  </a:lnTo>
                  <a:lnTo>
                    <a:pt x="62" y="10"/>
                  </a:lnTo>
                  <a:close/>
                  <a:moveTo>
                    <a:pt x="62" y="10"/>
                  </a:moveTo>
                  <a:lnTo>
                    <a:pt x="62" y="10"/>
                  </a:lnTo>
                  <a:lnTo>
                    <a:pt x="62" y="10"/>
                  </a:lnTo>
                  <a:close/>
                  <a:moveTo>
                    <a:pt x="62" y="10"/>
                  </a:moveTo>
                  <a:lnTo>
                    <a:pt x="62" y="10"/>
                  </a:lnTo>
                  <a:lnTo>
                    <a:pt x="62" y="10"/>
                  </a:lnTo>
                  <a:close/>
                  <a:moveTo>
                    <a:pt x="62" y="1"/>
                  </a:moveTo>
                  <a:lnTo>
                    <a:pt x="62" y="10"/>
                  </a:lnTo>
                  <a:close/>
                </a:path>
              </a:pathLst>
            </a:custGeom>
            <a:solidFill>
              <a:srgbClr val="C0D2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1835;p36">
              <a:extLst>
                <a:ext uri="{FF2B5EF4-FFF2-40B4-BE49-F238E27FC236}">
                  <a16:creationId xmlns:a16="http://schemas.microsoft.com/office/drawing/2014/main" id="{61FE580C-9F0D-49E0-97E3-187BFB0C594B}"/>
                </a:ext>
              </a:extLst>
            </p:cNvPr>
            <p:cNvSpPr/>
            <p:nvPr/>
          </p:nvSpPr>
          <p:spPr>
            <a:xfrm>
              <a:off x="3846400" y="3558850"/>
              <a:ext cx="25" cy="25"/>
            </a:xfrm>
            <a:custGeom>
              <a:avLst/>
              <a:gdLst/>
              <a:ahLst/>
              <a:cxnLst/>
              <a:rect l="l" t="t" r="r" b="b"/>
              <a:pathLst>
                <a:path w="1" h="1" extrusionOk="0">
                  <a:moveTo>
                    <a:pt x="1" y="1"/>
                  </a:moveTo>
                  <a:lnTo>
                    <a:pt x="1" y="1"/>
                  </a:lnTo>
                  <a:lnTo>
                    <a:pt x="1" y="1"/>
                  </a:lnTo>
                  <a:lnTo>
                    <a:pt x="1" y="1"/>
                  </a:lnTo>
                  <a:close/>
                  <a:moveTo>
                    <a:pt x="1" y="1"/>
                  </a:moveTo>
                  <a:lnTo>
                    <a:pt x="1" y="1"/>
                  </a:lnTo>
                  <a:lnTo>
                    <a:pt x="1" y="1"/>
                  </a:lnTo>
                  <a:close/>
                </a:path>
              </a:pathLst>
            </a:custGeom>
            <a:solidFill>
              <a:srgbClr val="6288E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1836;p36">
              <a:extLst>
                <a:ext uri="{FF2B5EF4-FFF2-40B4-BE49-F238E27FC236}">
                  <a16:creationId xmlns:a16="http://schemas.microsoft.com/office/drawing/2014/main" id="{A1680AC8-572B-4BD8-8C3E-EB8F4292BE15}"/>
                </a:ext>
              </a:extLst>
            </p:cNvPr>
            <p:cNvSpPr/>
            <p:nvPr/>
          </p:nvSpPr>
          <p:spPr>
            <a:xfrm>
              <a:off x="3845900" y="3558850"/>
              <a:ext cx="525" cy="300"/>
            </a:xfrm>
            <a:custGeom>
              <a:avLst/>
              <a:gdLst/>
              <a:ahLst/>
              <a:cxnLst/>
              <a:rect l="l" t="t" r="r" b="b"/>
              <a:pathLst>
                <a:path w="21" h="12" extrusionOk="0">
                  <a:moveTo>
                    <a:pt x="0" y="12"/>
                  </a:moveTo>
                  <a:lnTo>
                    <a:pt x="0" y="12"/>
                  </a:lnTo>
                  <a:lnTo>
                    <a:pt x="0" y="12"/>
                  </a:lnTo>
                  <a:close/>
                  <a:moveTo>
                    <a:pt x="11" y="12"/>
                  </a:moveTo>
                  <a:lnTo>
                    <a:pt x="11" y="12"/>
                  </a:lnTo>
                  <a:lnTo>
                    <a:pt x="11" y="12"/>
                  </a:lnTo>
                  <a:close/>
                  <a:moveTo>
                    <a:pt x="21" y="1"/>
                  </a:moveTo>
                  <a:lnTo>
                    <a:pt x="11" y="12"/>
                  </a:lnTo>
                  <a:lnTo>
                    <a:pt x="21" y="1"/>
                  </a:lnTo>
                  <a:close/>
                </a:path>
              </a:pathLst>
            </a:custGeom>
            <a:solidFill>
              <a:srgbClr val="4A70E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1837;p36">
              <a:extLst>
                <a:ext uri="{FF2B5EF4-FFF2-40B4-BE49-F238E27FC236}">
                  <a16:creationId xmlns:a16="http://schemas.microsoft.com/office/drawing/2014/main" id="{74932D07-B148-4800-8112-9CA171FCA78E}"/>
                </a:ext>
              </a:extLst>
            </p:cNvPr>
            <p:cNvSpPr/>
            <p:nvPr/>
          </p:nvSpPr>
          <p:spPr>
            <a:xfrm>
              <a:off x="3837775" y="3519975"/>
              <a:ext cx="18075" cy="42975"/>
            </a:xfrm>
            <a:custGeom>
              <a:avLst/>
              <a:gdLst/>
              <a:ahLst/>
              <a:cxnLst/>
              <a:rect l="l" t="t" r="r" b="b"/>
              <a:pathLst>
                <a:path w="723" h="1719" extrusionOk="0">
                  <a:moveTo>
                    <a:pt x="407" y="1"/>
                  </a:moveTo>
                  <a:cubicBezTo>
                    <a:pt x="264" y="489"/>
                    <a:pt x="122" y="1068"/>
                    <a:pt x="0" y="1719"/>
                  </a:cubicBezTo>
                  <a:cubicBezTo>
                    <a:pt x="102" y="1689"/>
                    <a:pt x="214" y="1637"/>
                    <a:pt x="325" y="1567"/>
                  </a:cubicBezTo>
                  <a:lnTo>
                    <a:pt x="336" y="1567"/>
                  </a:lnTo>
                  <a:lnTo>
                    <a:pt x="346" y="1556"/>
                  </a:lnTo>
                  <a:lnTo>
                    <a:pt x="356" y="1556"/>
                  </a:lnTo>
                  <a:lnTo>
                    <a:pt x="356" y="1546"/>
                  </a:lnTo>
                  <a:lnTo>
                    <a:pt x="377" y="1546"/>
                  </a:lnTo>
                  <a:lnTo>
                    <a:pt x="377" y="1536"/>
                  </a:lnTo>
                  <a:lnTo>
                    <a:pt x="386" y="1536"/>
                  </a:lnTo>
                  <a:lnTo>
                    <a:pt x="386" y="1526"/>
                  </a:lnTo>
                  <a:lnTo>
                    <a:pt x="397" y="1526"/>
                  </a:lnTo>
                  <a:lnTo>
                    <a:pt x="397" y="1515"/>
                  </a:lnTo>
                  <a:lnTo>
                    <a:pt x="407" y="1515"/>
                  </a:lnTo>
                  <a:lnTo>
                    <a:pt x="407" y="1506"/>
                  </a:lnTo>
                  <a:lnTo>
                    <a:pt x="417" y="1506"/>
                  </a:lnTo>
                  <a:cubicBezTo>
                    <a:pt x="417" y="1506"/>
                    <a:pt x="417" y="1495"/>
                    <a:pt x="427" y="1495"/>
                  </a:cubicBezTo>
                  <a:lnTo>
                    <a:pt x="438" y="1485"/>
                  </a:lnTo>
                  <a:lnTo>
                    <a:pt x="438" y="1475"/>
                  </a:lnTo>
                  <a:cubicBezTo>
                    <a:pt x="722" y="1190"/>
                    <a:pt x="631" y="550"/>
                    <a:pt x="407"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1838;p36">
              <a:extLst>
                <a:ext uri="{FF2B5EF4-FFF2-40B4-BE49-F238E27FC236}">
                  <a16:creationId xmlns:a16="http://schemas.microsoft.com/office/drawing/2014/main" id="{77BBA1CD-F992-4437-BEB3-0EEDA99D7455}"/>
                </a:ext>
              </a:extLst>
            </p:cNvPr>
            <p:cNvSpPr/>
            <p:nvPr/>
          </p:nvSpPr>
          <p:spPr>
            <a:xfrm>
              <a:off x="3828625" y="3970400"/>
              <a:ext cx="62300" cy="22125"/>
            </a:xfrm>
            <a:custGeom>
              <a:avLst/>
              <a:gdLst/>
              <a:ahLst/>
              <a:cxnLst/>
              <a:rect l="l" t="t" r="r" b="b"/>
              <a:pathLst>
                <a:path w="2492" h="885" extrusionOk="0">
                  <a:moveTo>
                    <a:pt x="1556" y="1"/>
                  </a:moveTo>
                  <a:cubicBezTo>
                    <a:pt x="1566" y="92"/>
                    <a:pt x="1566" y="133"/>
                    <a:pt x="1566" y="133"/>
                  </a:cubicBezTo>
                  <a:cubicBezTo>
                    <a:pt x="813" y="265"/>
                    <a:pt x="346" y="438"/>
                    <a:pt x="112" y="621"/>
                  </a:cubicBezTo>
                  <a:cubicBezTo>
                    <a:pt x="0" y="702"/>
                    <a:pt x="61" y="885"/>
                    <a:pt x="203" y="885"/>
                  </a:cubicBezTo>
                  <a:lnTo>
                    <a:pt x="2339" y="885"/>
                  </a:lnTo>
                  <a:cubicBezTo>
                    <a:pt x="2420" y="885"/>
                    <a:pt x="2492" y="814"/>
                    <a:pt x="2492" y="733"/>
                  </a:cubicBezTo>
                  <a:lnTo>
                    <a:pt x="2492" y="133"/>
                  </a:lnTo>
                  <a:lnTo>
                    <a:pt x="2492" y="51"/>
                  </a:lnTo>
                  <a:cubicBezTo>
                    <a:pt x="2439" y="53"/>
                    <a:pt x="2387" y="53"/>
                    <a:pt x="2336" y="53"/>
                  </a:cubicBezTo>
                  <a:cubicBezTo>
                    <a:pt x="2015" y="53"/>
                    <a:pt x="1740" y="27"/>
                    <a:pt x="1556" y="1"/>
                  </a:cubicBez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1839;p36">
              <a:extLst>
                <a:ext uri="{FF2B5EF4-FFF2-40B4-BE49-F238E27FC236}">
                  <a16:creationId xmlns:a16="http://schemas.microsoft.com/office/drawing/2014/main" id="{F0738865-F535-4EBF-8F07-2644C106C426}"/>
                </a:ext>
              </a:extLst>
            </p:cNvPr>
            <p:cNvSpPr/>
            <p:nvPr/>
          </p:nvSpPr>
          <p:spPr>
            <a:xfrm>
              <a:off x="3955475" y="3970400"/>
              <a:ext cx="62275" cy="22125"/>
            </a:xfrm>
            <a:custGeom>
              <a:avLst/>
              <a:gdLst/>
              <a:ahLst/>
              <a:cxnLst/>
              <a:rect l="l" t="t" r="r" b="b"/>
              <a:pathLst>
                <a:path w="2491" h="885" extrusionOk="0">
                  <a:moveTo>
                    <a:pt x="925" y="1"/>
                  </a:moveTo>
                  <a:cubicBezTo>
                    <a:pt x="749" y="27"/>
                    <a:pt x="476" y="53"/>
                    <a:pt x="156" y="53"/>
                  </a:cubicBezTo>
                  <a:cubicBezTo>
                    <a:pt x="105" y="53"/>
                    <a:pt x="53" y="53"/>
                    <a:pt x="0" y="51"/>
                  </a:cubicBezTo>
                  <a:lnTo>
                    <a:pt x="0" y="133"/>
                  </a:lnTo>
                  <a:lnTo>
                    <a:pt x="0" y="733"/>
                  </a:lnTo>
                  <a:cubicBezTo>
                    <a:pt x="0" y="814"/>
                    <a:pt x="71" y="885"/>
                    <a:pt x="152" y="885"/>
                  </a:cubicBezTo>
                  <a:lnTo>
                    <a:pt x="2287" y="885"/>
                  </a:lnTo>
                  <a:cubicBezTo>
                    <a:pt x="2430" y="885"/>
                    <a:pt x="2491" y="702"/>
                    <a:pt x="2379" y="621"/>
                  </a:cubicBezTo>
                  <a:cubicBezTo>
                    <a:pt x="2145" y="438"/>
                    <a:pt x="1668" y="265"/>
                    <a:pt x="925" y="133"/>
                  </a:cubicBezTo>
                  <a:lnTo>
                    <a:pt x="925" y="1"/>
                  </a:lnTo>
                  <a:close/>
                </a:path>
              </a:pathLst>
            </a:custGeom>
            <a:solidFill>
              <a:srgbClr val="32191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1840;p36">
              <a:extLst>
                <a:ext uri="{FF2B5EF4-FFF2-40B4-BE49-F238E27FC236}">
                  <a16:creationId xmlns:a16="http://schemas.microsoft.com/office/drawing/2014/main" id="{A850BCDB-7874-4CD5-ABD2-ADA11886FE59}"/>
                </a:ext>
              </a:extLst>
            </p:cNvPr>
            <p:cNvSpPr/>
            <p:nvPr/>
          </p:nvSpPr>
          <p:spPr>
            <a:xfrm>
              <a:off x="3852000" y="3605900"/>
              <a:ext cx="142375" cy="369150"/>
            </a:xfrm>
            <a:custGeom>
              <a:avLst/>
              <a:gdLst/>
              <a:ahLst/>
              <a:cxnLst/>
              <a:rect l="l" t="t" r="r" b="b"/>
              <a:pathLst>
                <a:path w="5695" h="14766" extrusionOk="0">
                  <a:moveTo>
                    <a:pt x="306" y="0"/>
                  </a:moveTo>
                  <a:cubicBezTo>
                    <a:pt x="285" y="213"/>
                    <a:pt x="265" y="376"/>
                    <a:pt x="255" y="488"/>
                  </a:cubicBezTo>
                  <a:cubicBezTo>
                    <a:pt x="1" y="3356"/>
                    <a:pt x="489" y="13431"/>
                    <a:pt x="560" y="14703"/>
                  </a:cubicBezTo>
                  <a:cubicBezTo>
                    <a:pt x="895" y="14764"/>
                    <a:pt x="1261" y="14764"/>
                    <a:pt x="1618" y="14764"/>
                  </a:cubicBezTo>
                  <a:lnTo>
                    <a:pt x="2624" y="1779"/>
                  </a:lnTo>
                  <a:lnTo>
                    <a:pt x="3071" y="1779"/>
                  </a:lnTo>
                  <a:lnTo>
                    <a:pt x="4068" y="14764"/>
                  </a:lnTo>
                  <a:cubicBezTo>
                    <a:pt x="4109" y="14765"/>
                    <a:pt x="4150" y="14765"/>
                    <a:pt x="4192" y="14765"/>
                  </a:cubicBezTo>
                  <a:cubicBezTo>
                    <a:pt x="4558" y="14765"/>
                    <a:pt x="4953" y="14730"/>
                    <a:pt x="5136" y="14703"/>
                  </a:cubicBezTo>
                  <a:cubicBezTo>
                    <a:pt x="5206" y="13431"/>
                    <a:pt x="5694" y="3356"/>
                    <a:pt x="5441" y="488"/>
                  </a:cubicBezTo>
                  <a:cubicBezTo>
                    <a:pt x="5420" y="366"/>
                    <a:pt x="5410" y="193"/>
                    <a:pt x="5389" y="0"/>
                  </a:cubicBezTo>
                  <a:cubicBezTo>
                    <a:pt x="4922" y="102"/>
                    <a:pt x="3875" y="285"/>
                    <a:pt x="2847" y="285"/>
                  </a:cubicBezTo>
                  <a:cubicBezTo>
                    <a:pt x="1821" y="285"/>
                    <a:pt x="773" y="102"/>
                    <a:pt x="30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841;p36">
              <a:extLst>
                <a:ext uri="{FF2B5EF4-FFF2-40B4-BE49-F238E27FC236}">
                  <a16:creationId xmlns:a16="http://schemas.microsoft.com/office/drawing/2014/main" id="{71F9790F-D124-47E6-9648-52AA911DEFC5}"/>
                </a:ext>
              </a:extLst>
            </p:cNvPr>
            <p:cNvSpPr/>
            <p:nvPr/>
          </p:nvSpPr>
          <p:spPr>
            <a:xfrm>
              <a:off x="3857350" y="3629525"/>
              <a:ext cx="275" cy="6625"/>
            </a:xfrm>
            <a:custGeom>
              <a:avLst/>
              <a:gdLst/>
              <a:ahLst/>
              <a:cxnLst/>
              <a:rect l="l" t="t" r="r" b="b"/>
              <a:pathLst>
                <a:path w="11" h="265" extrusionOk="0">
                  <a:moveTo>
                    <a:pt x="0" y="265"/>
                  </a:moveTo>
                  <a:lnTo>
                    <a:pt x="0" y="265"/>
                  </a:lnTo>
                  <a:lnTo>
                    <a:pt x="0" y="265"/>
                  </a:lnTo>
                  <a:close/>
                  <a:moveTo>
                    <a:pt x="10" y="1"/>
                  </a:moveTo>
                  <a:cubicBezTo>
                    <a:pt x="10" y="82"/>
                    <a:pt x="0" y="174"/>
                    <a:pt x="0" y="265"/>
                  </a:cubicBezTo>
                  <a:cubicBezTo>
                    <a:pt x="0" y="174"/>
                    <a:pt x="10" y="82"/>
                    <a:pt x="10" y="1"/>
                  </a:cubicBezTo>
                  <a:close/>
                </a:path>
              </a:pathLst>
            </a:custGeom>
            <a:solidFill>
              <a:srgbClr val="CAACE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842;p36">
              <a:extLst>
                <a:ext uri="{FF2B5EF4-FFF2-40B4-BE49-F238E27FC236}">
                  <a16:creationId xmlns:a16="http://schemas.microsoft.com/office/drawing/2014/main" id="{85EC6165-CC94-4F4A-9C6A-9251FB3EFE7E}"/>
                </a:ext>
              </a:extLst>
            </p:cNvPr>
            <p:cNvSpPr/>
            <p:nvPr/>
          </p:nvSpPr>
          <p:spPr>
            <a:xfrm>
              <a:off x="3856850" y="3629525"/>
              <a:ext cx="132950" cy="56450"/>
            </a:xfrm>
            <a:custGeom>
              <a:avLst/>
              <a:gdLst/>
              <a:ahLst/>
              <a:cxnLst/>
              <a:rect l="l" t="t" r="r" b="b"/>
              <a:pathLst>
                <a:path w="5318" h="2258" extrusionOk="0">
                  <a:moveTo>
                    <a:pt x="30" y="1"/>
                  </a:moveTo>
                  <a:cubicBezTo>
                    <a:pt x="30" y="82"/>
                    <a:pt x="20" y="174"/>
                    <a:pt x="20" y="265"/>
                  </a:cubicBezTo>
                  <a:cubicBezTo>
                    <a:pt x="10" y="479"/>
                    <a:pt x="0" y="723"/>
                    <a:pt x="0" y="977"/>
                  </a:cubicBezTo>
                  <a:cubicBezTo>
                    <a:pt x="864" y="1191"/>
                    <a:pt x="1698" y="1200"/>
                    <a:pt x="1860" y="1200"/>
                  </a:cubicBezTo>
                  <a:lnTo>
                    <a:pt x="1881" y="1200"/>
                  </a:lnTo>
                  <a:cubicBezTo>
                    <a:pt x="1881" y="1200"/>
                    <a:pt x="1942" y="936"/>
                    <a:pt x="2003" y="489"/>
                  </a:cubicBezTo>
                  <a:cubicBezTo>
                    <a:pt x="2217" y="499"/>
                    <a:pt x="2430" y="509"/>
                    <a:pt x="2653" y="509"/>
                  </a:cubicBezTo>
                  <a:cubicBezTo>
                    <a:pt x="2857" y="509"/>
                    <a:pt x="3050" y="509"/>
                    <a:pt x="3243" y="489"/>
                  </a:cubicBezTo>
                  <a:lnTo>
                    <a:pt x="3243" y="489"/>
                  </a:lnTo>
                  <a:lnTo>
                    <a:pt x="3010" y="1008"/>
                  </a:lnTo>
                  <a:lnTo>
                    <a:pt x="3416" y="1180"/>
                  </a:lnTo>
                  <a:cubicBezTo>
                    <a:pt x="3416" y="1200"/>
                    <a:pt x="3426" y="1200"/>
                    <a:pt x="3426" y="1200"/>
                  </a:cubicBezTo>
                  <a:lnTo>
                    <a:pt x="3467" y="1200"/>
                  </a:lnTo>
                  <a:lnTo>
                    <a:pt x="4677" y="1729"/>
                  </a:lnTo>
                  <a:cubicBezTo>
                    <a:pt x="4687" y="1912"/>
                    <a:pt x="4799" y="2187"/>
                    <a:pt x="5317" y="2258"/>
                  </a:cubicBezTo>
                  <a:lnTo>
                    <a:pt x="5317" y="2065"/>
                  </a:lnTo>
                  <a:cubicBezTo>
                    <a:pt x="5195" y="2045"/>
                    <a:pt x="5023" y="1993"/>
                    <a:pt x="4911" y="1862"/>
                  </a:cubicBezTo>
                  <a:cubicBezTo>
                    <a:pt x="4840" y="1770"/>
                    <a:pt x="4820" y="1688"/>
                    <a:pt x="4820" y="1618"/>
                  </a:cubicBezTo>
                  <a:lnTo>
                    <a:pt x="4820" y="1566"/>
                  </a:lnTo>
                  <a:lnTo>
                    <a:pt x="3243" y="906"/>
                  </a:lnTo>
                  <a:lnTo>
                    <a:pt x="3508" y="285"/>
                  </a:lnTo>
                  <a:lnTo>
                    <a:pt x="3508" y="214"/>
                  </a:lnTo>
                  <a:cubicBezTo>
                    <a:pt x="3213" y="235"/>
                    <a:pt x="2918" y="245"/>
                    <a:pt x="2653" y="245"/>
                  </a:cubicBezTo>
                  <a:cubicBezTo>
                    <a:pt x="2043" y="245"/>
                    <a:pt x="1322" y="174"/>
                    <a:pt x="732" y="102"/>
                  </a:cubicBezTo>
                  <a:lnTo>
                    <a:pt x="712" y="102"/>
                  </a:lnTo>
                  <a:cubicBezTo>
                    <a:pt x="447" y="62"/>
                    <a:pt x="213" y="31"/>
                    <a:pt x="30" y="1"/>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843;p36">
              <a:extLst>
                <a:ext uri="{FF2B5EF4-FFF2-40B4-BE49-F238E27FC236}">
                  <a16:creationId xmlns:a16="http://schemas.microsoft.com/office/drawing/2014/main" id="{FEF73D6D-B0E4-4793-87A7-4B08A9F6A25F}"/>
                </a:ext>
              </a:extLst>
            </p:cNvPr>
            <p:cNvSpPr/>
            <p:nvPr/>
          </p:nvSpPr>
          <p:spPr>
            <a:xfrm>
              <a:off x="3818700" y="3329025"/>
              <a:ext cx="30275" cy="35475"/>
            </a:xfrm>
            <a:custGeom>
              <a:avLst/>
              <a:gdLst/>
              <a:ahLst/>
              <a:cxnLst/>
              <a:rect l="l" t="t" r="r" b="b"/>
              <a:pathLst>
                <a:path w="1211" h="1419" extrusionOk="0">
                  <a:moveTo>
                    <a:pt x="619" y="0"/>
                  </a:moveTo>
                  <a:cubicBezTo>
                    <a:pt x="566" y="0"/>
                    <a:pt x="509" y="7"/>
                    <a:pt x="448" y="23"/>
                  </a:cubicBezTo>
                  <a:cubicBezTo>
                    <a:pt x="82" y="124"/>
                    <a:pt x="1" y="603"/>
                    <a:pt x="143" y="908"/>
                  </a:cubicBezTo>
                  <a:cubicBezTo>
                    <a:pt x="310" y="1260"/>
                    <a:pt x="610" y="1419"/>
                    <a:pt x="860" y="1419"/>
                  </a:cubicBezTo>
                  <a:cubicBezTo>
                    <a:pt x="1006" y="1419"/>
                    <a:pt x="1135" y="1365"/>
                    <a:pt x="1210" y="1263"/>
                  </a:cubicBezTo>
                  <a:lnTo>
                    <a:pt x="1210" y="460"/>
                  </a:lnTo>
                  <a:cubicBezTo>
                    <a:pt x="1210" y="460"/>
                    <a:pt x="1049" y="0"/>
                    <a:pt x="619"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844;p36">
              <a:extLst>
                <a:ext uri="{FF2B5EF4-FFF2-40B4-BE49-F238E27FC236}">
                  <a16:creationId xmlns:a16="http://schemas.microsoft.com/office/drawing/2014/main" id="{16EF0635-BFF1-474B-9E62-77410AFFF5B0}"/>
                </a:ext>
              </a:extLst>
            </p:cNvPr>
            <p:cNvSpPr/>
            <p:nvPr/>
          </p:nvSpPr>
          <p:spPr>
            <a:xfrm>
              <a:off x="3826850" y="3334925"/>
              <a:ext cx="19075" cy="22900"/>
            </a:xfrm>
            <a:custGeom>
              <a:avLst/>
              <a:gdLst/>
              <a:ahLst/>
              <a:cxnLst/>
              <a:rect l="l" t="t" r="r" b="b"/>
              <a:pathLst>
                <a:path w="763" h="916" extrusionOk="0">
                  <a:moveTo>
                    <a:pt x="234" y="1"/>
                  </a:moveTo>
                  <a:cubicBezTo>
                    <a:pt x="193" y="1"/>
                    <a:pt x="152" y="10"/>
                    <a:pt x="102" y="31"/>
                  </a:cubicBezTo>
                  <a:cubicBezTo>
                    <a:pt x="61" y="51"/>
                    <a:pt x="30" y="82"/>
                    <a:pt x="10" y="123"/>
                  </a:cubicBezTo>
                  <a:cubicBezTo>
                    <a:pt x="0" y="132"/>
                    <a:pt x="0" y="143"/>
                    <a:pt x="10" y="143"/>
                  </a:cubicBezTo>
                  <a:cubicBezTo>
                    <a:pt x="15" y="148"/>
                    <a:pt x="20" y="150"/>
                    <a:pt x="24" y="150"/>
                  </a:cubicBezTo>
                  <a:cubicBezTo>
                    <a:pt x="28" y="150"/>
                    <a:pt x="30" y="148"/>
                    <a:pt x="30" y="143"/>
                  </a:cubicBezTo>
                  <a:cubicBezTo>
                    <a:pt x="74" y="92"/>
                    <a:pt x="138" y="69"/>
                    <a:pt x="200" y="69"/>
                  </a:cubicBezTo>
                  <a:cubicBezTo>
                    <a:pt x="211" y="69"/>
                    <a:pt x="223" y="70"/>
                    <a:pt x="234" y="71"/>
                  </a:cubicBezTo>
                  <a:cubicBezTo>
                    <a:pt x="315" y="71"/>
                    <a:pt x="387" y="102"/>
                    <a:pt x="448" y="143"/>
                  </a:cubicBezTo>
                  <a:cubicBezTo>
                    <a:pt x="518" y="184"/>
                    <a:pt x="570" y="245"/>
                    <a:pt x="610" y="306"/>
                  </a:cubicBezTo>
                  <a:cubicBezTo>
                    <a:pt x="647" y="349"/>
                    <a:pt x="673" y="404"/>
                    <a:pt x="696" y="457"/>
                  </a:cubicBezTo>
                  <a:lnTo>
                    <a:pt x="696" y="457"/>
                  </a:lnTo>
                  <a:cubicBezTo>
                    <a:pt x="619" y="405"/>
                    <a:pt x="534" y="363"/>
                    <a:pt x="437" y="346"/>
                  </a:cubicBezTo>
                  <a:cubicBezTo>
                    <a:pt x="427" y="345"/>
                    <a:pt x="417" y="344"/>
                    <a:pt x="406" y="344"/>
                  </a:cubicBezTo>
                  <a:cubicBezTo>
                    <a:pt x="353" y="344"/>
                    <a:pt x="297" y="366"/>
                    <a:pt x="254" y="417"/>
                  </a:cubicBezTo>
                  <a:cubicBezTo>
                    <a:pt x="213" y="468"/>
                    <a:pt x="193" y="519"/>
                    <a:pt x="183" y="590"/>
                  </a:cubicBezTo>
                  <a:cubicBezTo>
                    <a:pt x="173" y="651"/>
                    <a:pt x="204" y="722"/>
                    <a:pt x="254" y="763"/>
                  </a:cubicBezTo>
                  <a:cubicBezTo>
                    <a:pt x="315" y="814"/>
                    <a:pt x="376" y="824"/>
                    <a:pt x="437" y="824"/>
                  </a:cubicBezTo>
                  <a:cubicBezTo>
                    <a:pt x="488" y="824"/>
                    <a:pt x="539" y="824"/>
                    <a:pt x="600" y="834"/>
                  </a:cubicBezTo>
                  <a:cubicBezTo>
                    <a:pt x="640" y="855"/>
                    <a:pt x="701" y="865"/>
                    <a:pt x="722" y="905"/>
                  </a:cubicBezTo>
                  <a:cubicBezTo>
                    <a:pt x="732" y="905"/>
                    <a:pt x="732" y="916"/>
                    <a:pt x="742" y="916"/>
                  </a:cubicBezTo>
                  <a:cubicBezTo>
                    <a:pt x="753" y="905"/>
                    <a:pt x="762" y="895"/>
                    <a:pt x="753" y="885"/>
                  </a:cubicBezTo>
                  <a:cubicBezTo>
                    <a:pt x="742" y="855"/>
                    <a:pt x="722" y="834"/>
                    <a:pt x="692" y="814"/>
                  </a:cubicBezTo>
                  <a:cubicBezTo>
                    <a:pt x="661" y="804"/>
                    <a:pt x="640" y="794"/>
                    <a:pt x="610" y="783"/>
                  </a:cubicBezTo>
                  <a:cubicBezTo>
                    <a:pt x="549" y="763"/>
                    <a:pt x="498" y="753"/>
                    <a:pt x="437" y="753"/>
                  </a:cubicBezTo>
                  <a:cubicBezTo>
                    <a:pt x="387" y="742"/>
                    <a:pt x="335" y="733"/>
                    <a:pt x="305" y="712"/>
                  </a:cubicBezTo>
                  <a:cubicBezTo>
                    <a:pt x="274" y="681"/>
                    <a:pt x="254" y="641"/>
                    <a:pt x="265" y="590"/>
                  </a:cubicBezTo>
                  <a:cubicBezTo>
                    <a:pt x="265" y="550"/>
                    <a:pt x="285" y="498"/>
                    <a:pt x="315" y="458"/>
                  </a:cubicBezTo>
                  <a:cubicBezTo>
                    <a:pt x="346" y="428"/>
                    <a:pt x="387" y="417"/>
                    <a:pt x="437" y="417"/>
                  </a:cubicBezTo>
                  <a:cubicBezTo>
                    <a:pt x="539" y="417"/>
                    <a:pt x="640" y="468"/>
                    <a:pt x="732" y="529"/>
                  </a:cubicBezTo>
                  <a:lnTo>
                    <a:pt x="742" y="529"/>
                  </a:lnTo>
                  <a:cubicBezTo>
                    <a:pt x="753" y="529"/>
                    <a:pt x="762" y="519"/>
                    <a:pt x="753" y="509"/>
                  </a:cubicBezTo>
                  <a:cubicBezTo>
                    <a:pt x="752" y="506"/>
                    <a:pt x="752" y="503"/>
                    <a:pt x="751" y="499"/>
                  </a:cubicBezTo>
                  <a:lnTo>
                    <a:pt x="751" y="499"/>
                  </a:lnTo>
                  <a:lnTo>
                    <a:pt x="753" y="498"/>
                  </a:lnTo>
                  <a:cubicBezTo>
                    <a:pt x="752" y="498"/>
                    <a:pt x="752" y="498"/>
                    <a:pt x="751" y="497"/>
                  </a:cubicBezTo>
                  <a:lnTo>
                    <a:pt x="751" y="497"/>
                  </a:lnTo>
                  <a:cubicBezTo>
                    <a:pt x="739" y="420"/>
                    <a:pt x="710" y="342"/>
                    <a:pt x="671" y="265"/>
                  </a:cubicBezTo>
                  <a:cubicBezTo>
                    <a:pt x="620" y="193"/>
                    <a:pt x="559" y="132"/>
                    <a:pt x="488" y="82"/>
                  </a:cubicBezTo>
                  <a:cubicBezTo>
                    <a:pt x="417" y="31"/>
                    <a:pt x="326" y="1"/>
                    <a:pt x="234"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845;p36">
              <a:extLst>
                <a:ext uri="{FF2B5EF4-FFF2-40B4-BE49-F238E27FC236}">
                  <a16:creationId xmlns:a16="http://schemas.microsoft.com/office/drawing/2014/main" id="{BABF8C92-48B5-497B-A5F0-11C1FC376BA6}"/>
                </a:ext>
              </a:extLst>
            </p:cNvPr>
            <p:cNvSpPr/>
            <p:nvPr/>
          </p:nvSpPr>
          <p:spPr>
            <a:xfrm>
              <a:off x="3828625" y="3329075"/>
              <a:ext cx="14250" cy="35375"/>
            </a:xfrm>
            <a:custGeom>
              <a:avLst/>
              <a:gdLst/>
              <a:ahLst/>
              <a:cxnLst/>
              <a:rect l="l" t="t" r="r" b="b"/>
              <a:pathLst>
                <a:path w="570" h="1415" extrusionOk="0">
                  <a:moveTo>
                    <a:pt x="224" y="0"/>
                  </a:moveTo>
                  <a:cubicBezTo>
                    <a:pt x="194" y="0"/>
                    <a:pt x="163" y="0"/>
                    <a:pt x="133" y="11"/>
                  </a:cubicBezTo>
                  <a:lnTo>
                    <a:pt x="92" y="11"/>
                  </a:lnTo>
                  <a:lnTo>
                    <a:pt x="92" y="21"/>
                  </a:lnTo>
                  <a:lnTo>
                    <a:pt x="51" y="21"/>
                  </a:lnTo>
                  <a:cubicBezTo>
                    <a:pt x="31" y="31"/>
                    <a:pt x="11" y="41"/>
                    <a:pt x="0" y="41"/>
                  </a:cubicBezTo>
                  <a:cubicBezTo>
                    <a:pt x="41" y="92"/>
                    <a:pt x="102" y="153"/>
                    <a:pt x="153" y="235"/>
                  </a:cubicBezTo>
                  <a:lnTo>
                    <a:pt x="173" y="235"/>
                  </a:lnTo>
                  <a:cubicBezTo>
                    <a:pt x="264" y="235"/>
                    <a:pt x="346" y="265"/>
                    <a:pt x="417" y="316"/>
                  </a:cubicBezTo>
                  <a:cubicBezTo>
                    <a:pt x="407" y="224"/>
                    <a:pt x="386" y="163"/>
                    <a:pt x="386" y="122"/>
                  </a:cubicBezTo>
                  <a:cubicBezTo>
                    <a:pt x="377" y="82"/>
                    <a:pt x="366" y="52"/>
                    <a:pt x="356" y="21"/>
                  </a:cubicBezTo>
                  <a:cubicBezTo>
                    <a:pt x="316" y="11"/>
                    <a:pt x="275" y="0"/>
                    <a:pt x="224" y="0"/>
                  </a:cubicBezTo>
                  <a:close/>
                  <a:moveTo>
                    <a:pt x="203" y="305"/>
                  </a:moveTo>
                  <a:lnTo>
                    <a:pt x="203" y="305"/>
                  </a:lnTo>
                  <a:cubicBezTo>
                    <a:pt x="255" y="387"/>
                    <a:pt x="305" y="479"/>
                    <a:pt x="346" y="580"/>
                  </a:cubicBezTo>
                  <a:lnTo>
                    <a:pt x="366" y="580"/>
                  </a:lnTo>
                  <a:cubicBezTo>
                    <a:pt x="407" y="590"/>
                    <a:pt x="438" y="601"/>
                    <a:pt x="468" y="610"/>
                  </a:cubicBezTo>
                  <a:cubicBezTo>
                    <a:pt x="458" y="540"/>
                    <a:pt x="447" y="479"/>
                    <a:pt x="438" y="418"/>
                  </a:cubicBezTo>
                  <a:cubicBezTo>
                    <a:pt x="417" y="407"/>
                    <a:pt x="397" y="387"/>
                    <a:pt x="377" y="377"/>
                  </a:cubicBezTo>
                  <a:cubicBezTo>
                    <a:pt x="325" y="336"/>
                    <a:pt x="264" y="316"/>
                    <a:pt x="203" y="305"/>
                  </a:cubicBezTo>
                  <a:close/>
                  <a:moveTo>
                    <a:pt x="377" y="651"/>
                  </a:moveTo>
                  <a:cubicBezTo>
                    <a:pt x="417" y="753"/>
                    <a:pt x="458" y="875"/>
                    <a:pt x="488" y="1007"/>
                  </a:cubicBezTo>
                  <a:cubicBezTo>
                    <a:pt x="499" y="1007"/>
                    <a:pt x="519" y="1007"/>
                    <a:pt x="529" y="1017"/>
                  </a:cubicBezTo>
                  <a:cubicBezTo>
                    <a:pt x="519" y="906"/>
                    <a:pt x="499" y="784"/>
                    <a:pt x="478" y="671"/>
                  </a:cubicBezTo>
                  <a:cubicBezTo>
                    <a:pt x="447" y="662"/>
                    <a:pt x="417" y="651"/>
                    <a:pt x="377" y="651"/>
                  </a:cubicBezTo>
                  <a:close/>
                  <a:moveTo>
                    <a:pt x="499" y="1068"/>
                  </a:moveTo>
                  <a:cubicBezTo>
                    <a:pt x="519" y="1190"/>
                    <a:pt x="519" y="1302"/>
                    <a:pt x="499" y="1414"/>
                  </a:cubicBezTo>
                  <a:cubicBezTo>
                    <a:pt x="529" y="1414"/>
                    <a:pt x="549" y="1414"/>
                    <a:pt x="569" y="1404"/>
                  </a:cubicBezTo>
                  <a:cubicBezTo>
                    <a:pt x="569" y="1312"/>
                    <a:pt x="560" y="1200"/>
                    <a:pt x="539" y="1078"/>
                  </a:cubicBezTo>
                  <a:cubicBezTo>
                    <a:pt x="539" y="1078"/>
                    <a:pt x="529" y="1078"/>
                    <a:pt x="529" y="1068"/>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846;p36">
              <a:extLst>
                <a:ext uri="{FF2B5EF4-FFF2-40B4-BE49-F238E27FC236}">
                  <a16:creationId xmlns:a16="http://schemas.microsoft.com/office/drawing/2014/main" id="{54D34330-2402-488C-B4F7-BF519D553B22}"/>
                </a:ext>
              </a:extLst>
            </p:cNvPr>
            <p:cNvSpPr/>
            <p:nvPr/>
          </p:nvSpPr>
          <p:spPr>
            <a:xfrm>
              <a:off x="3832450" y="3334925"/>
              <a:ext cx="9675" cy="21125"/>
            </a:xfrm>
            <a:custGeom>
              <a:avLst/>
              <a:gdLst/>
              <a:ahLst/>
              <a:cxnLst/>
              <a:rect l="l" t="t" r="r" b="b"/>
              <a:pathLst>
                <a:path w="387" h="845" extrusionOk="0">
                  <a:moveTo>
                    <a:pt x="0" y="1"/>
                  </a:moveTo>
                  <a:cubicBezTo>
                    <a:pt x="20" y="21"/>
                    <a:pt x="30" y="51"/>
                    <a:pt x="50" y="71"/>
                  </a:cubicBezTo>
                  <a:cubicBezTo>
                    <a:pt x="111" y="82"/>
                    <a:pt x="172" y="102"/>
                    <a:pt x="224" y="143"/>
                  </a:cubicBezTo>
                  <a:cubicBezTo>
                    <a:pt x="244" y="153"/>
                    <a:pt x="264" y="173"/>
                    <a:pt x="285" y="184"/>
                  </a:cubicBezTo>
                  <a:cubicBezTo>
                    <a:pt x="274" y="143"/>
                    <a:pt x="274" y="112"/>
                    <a:pt x="264" y="82"/>
                  </a:cubicBezTo>
                  <a:cubicBezTo>
                    <a:pt x="193" y="31"/>
                    <a:pt x="111" y="1"/>
                    <a:pt x="20" y="1"/>
                  </a:cubicBezTo>
                  <a:close/>
                  <a:moveTo>
                    <a:pt x="193" y="346"/>
                  </a:moveTo>
                  <a:cubicBezTo>
                    <a:pt x="203" y="367"/>
                    <a:pt x="213" y="397"/>
                    <a:pt x="224" y="417"/>
                  </a:cubicBezTo>
                  <a:cubicBezTo>
                    <a:pt x="264" y="417"/>
                    <a:pt x="294" y="428"/>
                    <a:pt x="325" y="437"/>
                  </a:cubicBezTo>
                  <a:cubicBezTo>
                    <a:pt x="325" y="417"/>
                    <a:pt x="325" y="397"/>
                    <a:pt x="315" y="376"/>
                  </a:cubicBezTo>
                  <a:cubicBezTo>
                    <a:pt x="285" y="367"/>
                    <a:pt x="254" y="356"/>
                    <a:pt x="213" y="346"/>
                  </a:cubicBezTo>
                  <a:close/>
                  <a:moveTo>
                    <a:pt x="335" y="773"/>
                  </a:moveTo>
                  <a:cubicBezTo>
                    <a:pt x="335" y="783"/>
                    <a:pt x="335" y="794"/>
                    <a:pt x="346" y="804"/>
                  </a:cubicBezTo>
                  <a:lnTo>
                    <a:pt x="346" y="834"/>
                  </a:lnTo>
                  <a:lnTo>
                    <a:pt x="376" y="834"/>
                  </a:lnTo>
                  <a:cubicBezTo>
                    <a:pt x="376" y="844"/>
                    <a:pt x="386" y="844"/>
                    <a:pt x="386" y="844"/>
                  </a:cubicBezTo>
                  <a:cubicBezTo>
                    <a:pt x="386" y="824"/>
                    <a:pt x="386" y="804"/>
                    <a:pt x="376" y="783"/>
                  </a:cubicBezTo>
                  <a:cubicBezTo>
                    <a:pt x="366" y="773"/>
                    <a:pt x="346" y="773"/>
                    <a:pt x="335" y="773"/>
                  </a:cubicBezTo>
                  <a:close/>
                </a:path>
              </a:pathLst>
            </a:custGeom>
            <a:solidFill>
              <a:srgbClr val="8E554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847;p36">
              <a:extLst>
                <a:ext uri="{FF2B5EF4-FFF2-40B4-BE49-F238E27FC236}">
                  <a16:creationId xmlns:a16="http://schemas.microsoft.com/office/drawing/2014/main" id="{F15AB66A-286B-427E-A2AD-E575934EC182}"/>
                </a:ext>
              </a:extLst>
            </p:cNvPr>
            <p:cNvSpPr/>
            <p:nvPr/>
          </p:nvSpPr>
          <p:spPr>
            <a:xfrm>
              <a:off x="3997400" y="3329025"/>
              <a:ext cx="30275" cy="35475"/>
            </a:xfrm>
            <a:custGeom>
              <a:avLst/>
              <a:gdLst/>
              <a:ahLst/>
              <a:cxnLst/>
              <a:rect l="l" t="t" r="r" b="b"/>
              <a:pathLst>
                <a:path w="1211" h="1419" extrusionOk="0">
                  <a:moveTo>
                    <a:pt x="592" y="0"/>
                  </a:moveTo>
                  <a:cubicBezTo>
                    <a:pt x="162" y="0"/>
                    <a:pt x="0" y="460"/>
                    <a:pt x="0" y="460"/>
                  </a:cubicBezTo>
                  <a:lnTo>
                    <a:pt x="0" y="1263"/>
                  </a:lnTo>
                  <a:cubicBezTo>
                    <a:pt x="75" y="1365"/>
                    <a:pt x="205" y="1419"/>
                    <a:pt x="351" y="1419"/>
                  </a:cubicBezTo>
                  <a:cubicBezTo>
                    <a:pt x="601" y="1419"/>
                    <a:pt x="902" y="1260"/>
                    <a:pt x="1068" y="908"/>
                  </a:cubicBezTo>
                  <a:cubicBezTo>
                    <a:pt x="1211" y="603"/>
                    <a:pt x="1129" y="124"/>
                    <a:pt x="763" y="23"/>
                  </a:cubicBezTo>
                  <a:cubicBezTo>
                    <a:pt x="702" y="7"/>
                    <a:pt x="645" y="0"/>
                    <a:pt x="592"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848;p36">
              <a:extLst>
                <a:ext uri="{FF2B5EF4-FFF2-40B4-BE49-F238E27FC236}">
                  <a16:creationId xmlns:a16="http://schemas.microsoft.com/office/drawing/2014/main" id="{31FAF5A2-F43B-4F97-80DA-4B1360F3F6EE}"/>
                </a:ext>
              </a:extLst>
            </p:cNvPr>
            <p:cNvSpPr/>
            <p:nvPr/>
          </p:nvSpPr>
          <p:spPr>
            <a:xfrm>
              <a:off x="4000450" y="3334925"/>
              <a:ext cx="19100" cy="22850"/>
            </a:xfrm>
            <a:custGeom>
              <a:avLst/>
              <a:gdLst/>
              <a:ahLst/>
              <a:cxnLst/>
              <a:rect l="l" t="t" r="r" b="b"/>
              <a:pathLst>
                <a:path w="764" h="914" extrusionOk="0">
                  <a:moveTo>
                    <a:pt x="519" y="1"/>
                  </a:moveTo>
                  <a:cubicBezTo>
                    <a:pt x="438" y="1"/>
                    <a:pt x="346" y="31"/>
                    <a:pt x="275" y="82"/>
                  </a:cubicBezTo>
                  <a:cubicBezTo>
                    <a:pt x="204" y="132"/>
                    <a:pt x="143" y="193"/>
                    <a:pt x="92" y="265"/>
                  </a:cubicBezTo>
                  <a:cubicBezTo>
                    <a:pt x="52" y="346"/>
                    <a:pt x="21" y="428"/>
                    <a:pt x="0" y="509"/>
                  </a:cubicBezTo>
                  <a:cubicBezTo>
                    <a:pt x="0" y="519"/>
                    <a:pt x="0" y="519"/>
                    <a:pt x="11" y="529"/>
                  </a:cubicBezTo>
                  <a:lnTo>
                    <a:pt x="31" y="529"/>
                  </a:lnTo>
                  <a:cubicBezTo>
                    <a:pt x="122" y="468"/>
                    <a:pt x="224" y="417"/>
                    <a:pt x="326" y="417"/>
                  </a:cubicBezTo>
                  <a:cubicBezTo>
                    <a:pt x="377" y="417"/>
                    <a:pt x="418" y="428"/>
                    <a:pt x="448" y="458"/>
                  </a:cubicBezTo>
                  <a:cubicBezTo>
                    <a:pt x="468" y="498"/>
                    <a:pt x="499" y="550"/>
                    <a:pt x="499" y="590"/>
                  </a:cubicBezTo>
                  <a:cubicBezTo>
                    <a:pt x="499" y="641"/>
                    <a:pt x="488" y="681"/>
                    <a:pt x="458" y="712"/>
                  </a:cubicBezTo>
                  <a:cubicBezTo>
                    <a:pt x="418" y="733"/>
                    <a:pt x="377" y="742"/>
                    <a:pt x="326" y="753"/>
                  </a:cubicBezTo>
                  <a:cubicBezTo>
                    <a:pt x="265" y="753"/>
                    <a:pt x="204" y="763"/>
                    <a:pt x="153" y="783"/>
                  </a:cubicBezTo>
                  <a:cubicBezTo>
                    <a:pt x="122" y="794"/>
                    <a:pt x="92" y="804"/>
                    <a:pt x="72" y="814"/>
                  </a:cubicBezTo>
                  <a:cubicBezTo>
                    <a:pt x="41" y="834"/>
                    <a:pt x="21" y="855"/>
                    <a:pt x="0" y="885"/>
                  </a:cubicBezTo>
                  <a:cubicBezTo>
                    <a:pt x="0" y="895"/>
                    <a:pt x="11" y="905"/>
                    <a:pt x="11" y="905"/>
                  </a:cubicBezTo>
                  <a:cubicBezTo>
                    <a:pt x="16" y="910"/>
                    <a:pt x="21" y="913"/>
                    <a:pt x="26" y="913"/>
                  </a:cubicBezTo>
                  <a:cubicBezTo>
                    <a:pt x="31" y="913"/>
                    <a:pt x="36" y="910"/>
                    <a:pt x="41" y="905"/>
                  </a:cubicBezTo>
                  <a:cubicBezTo>
                    <a:pt x="61" y="865"/>
                    <a:pt x="113" y="855"/>
                    <a:pt x="163" y="834"/>
                  </a:cubicBezTo>
                  <a:cubicBezTo>
                    <a:pt x="214" y="824"/>
                    <a:pt x="275" y="824"/>
                    <a:pt x="326" y="824"/>
                  </a:cubicBezTo>
                  <a:cubicBezTo>
                    <a:pt x="377" y="824"/>
                    <a:pt x="448" y="814"/>
                    <a:pt x="509" y="763"/>
                  </a:cubicBezTo>
                  <a:cubicBezTo>
                    <a:pt x="560" y="722"/>
                    <a:pt x="590" y="651"/>
                    <a:pt x="570" y="590"/>
                  </a:cubicBezTo>
                  <a:cubicBezTo>
                    <a:pt x="570" y="519"/>
                    <a:pt x="540" y="468"/>
                    <a:pt x="499" y="417"/>
                  </a:cubicBezTo>
                  <a:cubicBezTo>
                    <a:pt x="465" y="366"/>
                    <a:pt x="410" y="344"/>
                    <a:pt x="357" y="344"/>
                  </a:cubicBezTo>
                  <a:cubicBezTo>
                    <a:pt x="346" y="344"/>
                    <a:pt x="336" y="345"/>
                    <a:pt x="326" y="346"/>
                  </a:cubicBezTo>
                  <a:cubicBezTo>
                    <a:pt x="221" y="362"/>
                    <a:pt x="142" y="404"/>
                    <a:pt x="68" y="456"/>
                  </a:cubicBezTo>
                  <a:lnTo>
                    <a:pt x="68" y="456"/>
                  </a:lnTo>
                  <a:cubicBezTo>
                    <a:pt x="91" y="403"/>
                    <a:pt x="117" y="349"/>
                    <a:pt x="153" y="306"/>
                  </a:cubicBezTo>
                  <a:cubicBezTo>
                    <a:pt x="194" y="245"/>
                    <a:pt x="244" y="184"/>
                    <a:pt x="316" y="143"/>
                  </a:cubicBezTo>
                  <a:cubicBezTo>
                    <a:pt x="377" y="102"/>
                    <a:pt x="448" y="71"/>
                    <a:pt x="529" y="71"/>
                  </a:cubicBezTo>
                  <a:cubicBezTo>
                    <a:pt x="540" y="70"/>
                    <a:pt x="552" y="69"/>
                    <a:pt x="563" y="69"/>
                  </a:cubicBezTo>
                  <a:cubicBezTo>
                    <a:pt x="623" y="69"/>
                    <a:pt x="680" y="92"/>
                    <a:pt x="723" y="143"/>
                  </a:cubicBezTo>
                  <a:cubicBezTo>
                    <a:pt x="728" y="148"/>
                    <a:pt x="733" y="150"/>
                    <a:pt x="738" y="150"/>
                  </a:cubicBezTo>
                  <a:cubicBezTo>
                    <a:pt x="743" y="150"/>
                    <a:pt x="748" y="148"/>
                    <a:pt x="753" y="143"/>
                  </a:cubicBezTo>
                  <a:cubicBezTo>
                    <a:pt x="753" y="143"/>
                    <a:pt x="763" y="132"/>
                    <a:pt x="753" y="123"/>
                  </a:cubicBezTo>
                  <a:cubicBezTo>
                    <a:pt x="732" y="82"/>
                    <a:pt x="692" y="51"/>
                    <a:pt x="651" y="31"/>
                  </a:cubicBezTo>
                  <a:cubicBezTo>
                    <a:pt x="610" y="10"/>
                    <a:pt x="570" y="1"/>
                    <a:pt x="519"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849;p36">
              <a:extLst>
                <a:ext uri="{FF2B5EF4-FFF2-40B4-BE49-F238E27FC236}">
                  <a16:creationId xmlns:a16="http://schemas.microsoft.com/office/drawing/2014/main" id="{58EF7BF6-CBF3-4E0F-B40E-3941FFD1CA4A}"/>
                </a:ext>
              </a:extLst>
            </p:cNvPr>
            <p:cNvSpPr/>
            <p:nvPr/>
          </p:nvSpPr>
          <p:spPr>
            <a:xfrm>
              <a:off x="4012650" y="3329075"/>
              <a:ext cx="3850" cy="800"/>
            </a:xfrm>
            <a:custGeom>
              <a:avLst/>
              <a:gdLst/>
              <a:ahLst/>
              <a:cxnLst/>
              <a:rect l="l" t="t" r="r" b="b"/>
              <a:pathLst>
                <a:path w="154" h="32" extrusionOk="0">
                  <a:moveTo>
                    <a:pt x="0" y="0"/>
                  </a:moveTo>
                  <a:cubicBezTo>
                    <a:pt x="52" y="0"/>
                    <a:pt x="102" y="11"/>
                    <a:pt x="153" y="21"/>
                  </a:cubicBezTo>
                  <a:lnTo>
                    <a:pt x="153" y="31"/>
                  </a:lnTo>
                  <a:lnTo>
                    <a:pt x="153" y="21"/>
                  </a:lnTo>
                  <a:cubicBezTo>
                    <a:pt x="102" y="11"/>
                    <a:pt x="52" y="0"/>
                    <a:pt x="0" y="0"/>
                  </a:cubicBezTo>
                  <a:close/>
                </a:path>
              </a:pathLst>
            </a:custGeom>
            <a:solidFill>
              <a:srgbClr val="E3C5B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850;p36">
              <a:extLst>
                <a:ext uri="{FF2B5EF4-FFF2-40B4-BE49-F238E27FC236}">
                  <a16:creationId xmlns:a16="http://schemas.microsoft.com/office/drawing/2014/main" id="{2699754E-E4C9-4538-B096-2A6D5FDB0708}"/>
                </a:ext>
              </a:extLst>
            </p:cNvPr>
            <p:cNvSpPr/>
            <p:nvPr/>
          </p:nvSpPr>
          <p:spPr>
            <a:xfrm>
              <a:off x="4003500" y="3329075"/>
              <a:ext cx="14250" cy="35375"/>
            </a:xfrm>
            <a:custGeom>
              <a:avLst/>
              <a:gdLst/>
              <a:ahLst/>
              <a:cxnLst/>
              <a:rect l="l" t="t" r="r" b="b"/>
              <a:pathLst>
                <a:path w="570" h="1415" extrusionOk="0">
                  <a:moveTo>
                    <a:pt x="346" y="0"/>
                  </a:moveTo>
                  <a:cubicBezTo>
                    <a:pt x="296" y="0"/>
                    <a:pt x="255" y="11"/>
                    <a:pt x="214" y="21"/>
                  </a:cubicBezTo>
                  <a:cubicBezTo>
                    <a:pt x="194" y="52"/>
                    <a:pt x="183" y="82"/>
                    <a:pt x="183" y="122"/>
                  </a:cubicBezTo>
                  <a:cubicBezTo>
                    <a:pt x="174" y="163"/>
                    <a:pt x="163" y="224"/>
                    <a:pt x="153" y="316"/>
                  </a:cubicBezTo>
                  <a:cubicBezTo>
                    <a:pt x="224" y="265"/>
                    <a:pt x="305" y="235"/>
                    <a:pt x="397" y="235"/>
                  </a:cubicBezTo>
                  <a:lnTo>
                    <a:pt x="418" y="235"/>
                  </a:lnTo>
                  <a:cubicBezTo>
                    <a:pt x="468" y="153"/>
                    <a:pt x="519" y="92"/>
                    <a:pt x="570" y="41"/>
                  </a:cubicBezTo>
                  <a:cubicBezTo>
                    <a:pt x="560" y="41"/>
                    <a:pt x="540" y="31"/>
                    <a:pt x="519" y="31"/>
                  </a:cubicBezTo>
                  <a:lnTo>
                    <a:pt x="519" y="21"/>
                  </a:lnTo>
                  <a:cubicBezTo>
                    <a:pt x="468" y="11"/>
                    <a:pt x="418" y="0"/>
                    <a:pt x="366" y="0"/>
                  </a:cubicBezTo>
                  <a:close/>
                  <a:moveTo>
                    <a:pt x="366" y="305"/>
                  </a:moveTo>
                  <a:lnTo>
                    <a:pt x="366" y="305"/>
                  </a:lnTo>
                  <a:cubicBezTo>
                    <a:pt x="305" y="316"/>
                    <a:pt x="244" y="336"/>
                    <a:pt x="194" y="377"/>
                  </a:cubicBezTo>
                  <a:cubicBezTo>
                    <a:pt x="174" y="387"/>
                    <a:pt x="153" y="407"/>
                    <a:pt x="133" y="418"/>
                  </a:cubicBezTo>
                  <a:cubicBezTo>
                    <a:pt x="122" y="479"/>
                    <a:pt x="113" y="540"/>
                    <a:pt x="102" y="610"/>
                  </a:cubicBezTo>
                  <a:cubicBezTo>
                    <a:pt x="133" y="601"/>
                    <a:pt x="163" y="590"/>
                    <a:pt x="204" y="580"/>
                  </a:cubicBezTo>
                  <a:lnTo>
                    <a:pt x="214" y="580"/>
                  </a:lnTo>
                  <a:cubicBezTo>
                    <a:pt x="265" y="479"/>
                    <a:pt x="316" y="387"/>
                    <a:pt x="366" y="305"/>
                  </a:cubicBezTo>
                  <a:close/>
                  <a:moveTo>
                    <a:pt x="194" y="651"/>
                  </a:moveTo>
                  <a:cubicBezTo>
                    <a:pt x="153" y="651"/>
                    <a:pt x="122" y="662"/>
                    <a:pt x="92" y="671"/>
                  </a:cubicBezTo>
                  <a:cubicBezTo>
                    <a:pt x="72" y="784"/>
                    <a:pt x="52" y="906"/>
                    <a:pt x="31" y="1017"/>
                  </a:cubicBezTo>
                  <a:cubicBezTo>
                    <a:pt x="52" y="1007"/>
                    <a:pt x="61" y="1007"/>
                    <a:pt x="82" y="1007"/>
                  </a:cubicBezTo>
                  <a:cubicBezTo>
                    <a:pt x="113" y="875"/>
                    <a:pt x="143" y="753"/>
                    <a:pt x="194" y="651"/>
                  </a:cubicBezTo>
                  <a:close/>
                  <a:moveTo>
                    <a:pt x="41" y="1068"/>
                  </a:moveTo>
                  <a:cubicBezTo>
                    <a:pt x="41" y="1078"/>
                    <a:pt x="31" y="1078"/>
                    <a:pt x="31" y="1078"/>
                  </a:cubicBezTo>
                  <a:cubicBezTo>
                    <a:pt x="11" y="1200"/>
                    <a:pt x="0" y="1312"/>
                    <a:pt x="0" y="1404"/>
                  </a:cubicBezTo>
                  <a:cubicBezTo>
                    <a:pt x="21" y="1414"/>
                    <a:pt x="41" y="1414"/>
                    <a:pt x="61" y="1414"/>
                  </a:cubicBezTo>
                  <a:cubicBezTo>
                    <a:pt x="52" y="1302"/>
                    <a:pt x="41" y="1190"/>
                    <a:pt x="72" y="1068"/>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851;p36">
              <a:extLst>
                <a:ext uri="{FF2B5EF4-FFF2-40B4-BE49-F238E27FC236}">
                  <a16:creationId xmlns:a16="http://schemas.microsoft.com/office/drawing/2014/main" id="{09B385FC-E9B6-4C1B-818F-29AFEC06F0B4}"/>
                </a:ext>
              </a:extLst>
            </p:cNvPr>
            <p:cNvSpPr/>
            <p:nvPr/>
          </p:nvSpPr>
          <p:spPr>
            <a:xfrm>
              <a:off x="4004275" y="3334925"/>
              <a:ext cx="9675" cy="21125"/>
            </a:xfrm>
            <a:custGeom>
              <a:avLst/>
              <a:gdLst/>
              <a:ahLst/>
              <a:cxnLst/>
              <a:rect l="l" t="t" r="r" b="b"/>
              <a:pathLst>
                <a:path w="387" h="845" extrusionOk="0">
                  <a:moveTo>
                    <a:pt x="366" y="1"/>
                  </a:moveTo>
                  <a:cubicBezTo>
                    <a:pt x="274" y="1"/>
                    <a:pt x="193" y="31"/>
                    <a:pt x="122" y="82"/>
                  </a:cubicBezTo>
                  <a:cubicBezTo>
                    <a:pt x="112" y="112"/>
                    <a:pt x="112" y="143"/>
                    <a:pt x="102" y="184"/>
                  </a:cubicBezTo>
                  <a:cubicBezTo>
                    <a:pt x="122" y="173"/>
                    <a:pt x="143" y="153"/>
                    <a:pt x="163" y="143"/>
                  </a:cubicBezTo>
                  <a:cubicBezTo>
                    <a:pt x="213" y="102"/>
                    <a:pt x="274" y="82"/>
                    <a:pt x="335" y="71"/>
                  </a:cubicBezTo>
                  <a:cubicBezTo>
                    <a:pt x="356" y="51"/>
                    <a:pt x="366" y="21"/>
                    <a:pt x="387" y="1"/>
                  </a:cubicBezTo>
                  <a:close/>
                  <a:moveTo>
                    <a:pt x="173" y="346"/>
                  </a:moveTo>
                  <a:cubicBezTo>
                    <a:pt x="132" y="356"/>
                    <a:pt x="102" y="367"/>
                    <a:pt x="71" y="376"/>
                  </a:cubicBezTo>
                  <a:cubicBezTo>
                    <a:pt x="61" y="397"/>
                    <a:pt x="61" y="417"/>
                    <a:pt x="61" y="437"/>
                  </a:cubicBezTo>
                  <a:cubicBezTo>
                    <a:pt x="91" y="428"/>
                    <a:pt x="122" y="417"/>
                    <a:pt x="163" y="417"/>
                  </a:cubicBezTo>
                  <a:cubicBezTo>
                    <a:pt x="163" y="397"/>
                    <a:pt x="173" y="367"/>
                    <a:pt x="183" y="346"/>
                  </a:cubicBezTo>
                  <a:close/>
                  <a:moveTo>
                    <a:pt x="51" y="773"/>
                  </a:moveTo>
                  <a:cubicBezTo>
                    <a:pt x="30" y="773"/>
                    <a:pt x="21" y="773"/>
                    <a:pt x="0" y="783"/>
                  </a:cubicBezTo>
                  <a:lnTo>
                    <a:pt x="0" y="844"/>
                  </a:lnTo>
                  <a:cubicBezTo>
                    <a:pt x="0" y="844"/>
                    <a:pt x="10" y="844"/>
                    <a:pt x="10" y="834"/>
                  </a:cubicBezTo>
                  <a:lnTo>
                    <a:pt x="41" y="834"/>
                  </a:lnTo>
                  <a:lnTo>
                    <a:pt x="41" y="804"/>
                  </a:lnTo>
                  <a:cubicBezTo>
                    <a:pt x="41" y="794"/>
                    <a:pt x="51" y="783"/>
                    <a:pt x="51" y="773"/>
                  </a:cubicBezTo>
                  <a:close/>
                </a:path>
              </a:pathLst>
            </a:custGeom>
            <a:solidFill>
              <a:srgbClr val="8E554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1852;p36">
              <a:extLst>
                <a:ext uri="{FF2B5EF4-FFF2-40B4-BE49-F238E27FC236}">
                  <a16:creationId xmlns:a16="http://schemas.microsoft.com/office/drawing/2014/main" id="{D4AE68F7-4BB7-46C0-99DB-81E62FC490EC}"/>
                </a:ext>
              </a:extLst>
            </p:cNvPr>
            <p:cNvSpPr/>
            <p:nvPr/>
          </p:nvSpPr>
          <p:spPr>
            <a:xfrm>
              <a:off x="3841075" y="3235525"/>
              <a:ext cx="164225" cy="187375"/>
            </a:xfrm>
            <a:custGeom>
              <a:avLst/>
              <a:gdLst/>
              <a:ahLst/>
              <a:cxnLst/>
              <a:rect l="l" t="t" r="r" b="b"/>
              <a:pathLst>
                <a:path w="6569" h="7495" extrusionOk="0">
                  <a:moveTo>
                    <a:pt x="3284" y="1"/>
                  </a:moveTo>
                  <a:cubicBezTo>
                    <a:pt x="1261" y="1"/>
                    <a:pt x="193" y="1302"/>
                    <a:pt x="112" y="3193"/>
                  </a:cubicBezTo>
                  <a:cubicBezTo>
                    <a:pt x="1" y="5796"/>
                    <a:pt x="946" y="7495"/>
                    <a:pt x="3284" y="7495"/>
                  </a:cubicBezTo>
                  <a:cubicBezTo>
                    <a:pt x="5623" y="7495"/>
                    <a:pt x="6569" y="5796"/>
                    <a:pt x="6457" y="3193"/>
                  </a:cubicBezTo>
                  <a:cubicBezTo>
                    <a:pt x="6375" y="1302"/>
                    <a:pt x="5308" y="1"/>
                    <a:pt x="3284" y="1"/>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1853;p36">
              <a:extLst>
                <a:ext uri="{FF2B5EF4-FFF2-40B4-BE49-F238E27FC236}">
                  <a16:creationId xmlns:a16="http://schemas.microsoft.com/office/drawing/2014/main" id="{A2D162EC-ED9A-41A2-A7CE-62FA9274AD14}"/>
                </a:ext>
              </a:extLst>
            </p:cNvPr>
            <p:cNvSpPr/>
            <p:nvPr/>
          </p:nvSpPr>
          <p:spPr>
            <a:xfrm>
              <a:off x="3852000" y="3441425"/>
              <a:ext cx="142375" cy="194225"/>
            </a:xfrm>
            <a:custGeom>
              <a:avLst/>
              <a:gdLst/>
              <a:ahLst/>
              <a:cxnLst/>
              <a:rect l="l" t="t" r="r" b="b"/>
              <a:pathLst>
                <a:path w="5695" h="7769" extrusionOk="0">
                  <a:moveTo>
                    <a:pt x="1932" y="0"/>
                  </a:moveTo>
                  <a:cubicBezTo>
                    <a:pt x="1566" y="153"/>
                    <a:pt x="1078" y="275"/>
                    <a:pt x="824" y="336"/>
                  </a:cubicBezTo>
                  <a:lnTo>
                    <a:pt x="824" y="1200"/>
                  </a:lnTo>
                  <a:cubicBezTo>
                    <a:pt x="824" y="1200"/>
                    <a:pt x="1" y="4973"/>
                    <a:pt x="1" y="7484"/>
                  </a:cubicBezTo>
                  <a:cubicBezTo>
                    <a:pt x="468" y="7576"/>
                    <a:pt x="1821" y="7769"/>
                    <a:pt x="2847" y="7769"/>
                  </a:cubicBezTo>
                  <a:cubicBezTo>
                    <a:pt x="3875" y="7769"/>
                    <a:pt x="5217" y="7576"/>
                    <a:pt x="5694" y="7484"/>
                  </a:cubicBezTo>
                  <a:cubicBezTo>
                    <a:pt x="5694" y="4973"/>
                    <a:pt x="4871" y="1200"/>
                    <a:pt x="4871" y="1200"/>
                  </a:cubicBezTo>
                  <a:lnTo>
                    <a:pt x="4871" y="336"/>
                  </a:lnTo>
                  <a:cubicBezTo>
                    <a:pt x="4607" y="275"/>
                    <a:pt x="4129" y="153"/>
                    <a:pt x="3763" y="0"/>
                  </a:cubicBezTo>
                  <a:cubicBezTo>
                    <a:pt x="3763" y="0"/>
                    <a:pt x="3468" y="367"/>
                    <a:pt x="2847" y="367"/>
                  </a:cubicBezTo>
                  <a:cubicBezTo>
                    <a:pt x="2228" y="367"/>
                    <a:pt x="1932" y="0"/>
                    <a:pt x="193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1854;p36">
              <a:extLst>
                <a:ext uri="{FF2B5EF4-FFF2-40B4-BE49-F238E27FC236}">
                  <a16:creationId xmlns:a16="http://schemas.microsoft.com/office/drawing/2014/main" id="{E2420B33-B80B-475C-B81E-4B492F6905A5}"/>
                </a:ext>
              </a:extLst>
            </p:cNvPr>
            <p:cNvSpPr/>
            <p:nvPr/>
          </p:nvSpPr>
          <p:spPr>
            <a:xfrm>
              <a:off x="3871075" y="3449825"/>
              <a:ext cx="2050" cy="28225"/>
            </a:xfrm>
            <a:custGeom>
              <a:avLst/>
              <a:gdLst/>
              <a:ahLst/>
              <a:cxnLst/>
              <a:rect l="l" t="t" r="r" b="b"/>
              <a:pathLst>
                <a:path w="82" h="1129" extrusionOk="0">
                  <a:moveTo>
                    <a:pt x="82" y="0"/>
                  </a:moveTo>
                  <a:lnTo>
                    <a:pt x="61" y="0"/>
                  </a:lnTo>
                  <a:lnTo>
                    <a:pt x="61" y="864"/>
                  </a:lnTo>
                  <a:cubicBezTo>
                    <a:pt x="61" y="864"/>
                    <a:pt x="41" y="956"/>
                    <a:pt x="0" y="1129"/>
                  </a:cubicBezTo>
                  <a:lnTo>
                    <a:pt x="0" y="1129"/>
                  </a:lnTo>
                  <a:cubicBezTo>
                    <a:pt x="41" y="956"/>
                    <a:pt x="61" y="864"/>
                    <a:pt x="61" y="864"/>
                  </a:cubicBezTo>
                  <a:lnTo>
                    <a:pt x="61" y="0"/>
                  </a:lnTo>
                  <a:lnTo>
                    <a:pt x="82" y="0"/>
                  </a:lnTo>
                  <a:close/>
                </a:path>
              </a:pathLst>
            </a:custGeom>
            <a:solidFill>
              <a:srgbClr val="7EA0E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1855;p36">
              <a:extLst>
                <a:ext uri="{FF2B5EF4-FFF2-40B4-BE49-F238E27FC236}">
                  <a16:creationId xmlns:a16="http://schemas.microsoft.com/office/drawing/2014/main" id="{DE333270-4BAB-4F04-B32A-0F5A0B913EC4}"/>
                </a:ext>
              </a:extLst>
            </p:cNvPr>
            <p:cNvSpPr/>
            <p:nvPr/>
          </p:nvSpPr>
          <p:spPr>
            <a:xfrm>
              <a:off x="3852000" y="3628500"/>
              <a:ext cx="5625" cy="1050"/>
            </a:xfrm>
            <a:custGeom>
              <a:avLst/>
              <a:gdLst/>
              <a:ahLst/>
              <a:cxnLst/>
              <a:rect l="l" t="t" r="r" b="b"/>
              <a:pathLst>
                <a:path w="225" h="42" extrusionOk="0">
                  <a:moveTo>
                    <a:pt x="11" y="1"/>
                  </a:moveTo>
                  <a:cubicBezTo>
                    <a:pt x="62" y="11"/>
                    <a:pt x="143" y="21"/>
                    <a:pt x="224" y="42"/>
                  </a:cubicBezTo>
                  <a:lnTo>
                    <a:pt x="224" y="42"/>
                  </a:lnTo>
                  <a:cubicBezTo>
                    <a:pt x="143" y="21"/>
                    <a:pt x="62" y="11"/>
                    <a:pt x="11" y="1"/>
                  </a:cubicBezTo>
                  <a:close/>
                  <a:moveTo>
                    <a:pt x="1" y="1"/>
                  </a:moveTo>
                  <a:lnTo>
                    <a:pt x="11" y="1"/>
                  </a:ln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1856;p36">
              <a:extLst>
                <a:ext uri="{FF2B5EF4-FFF2-40B4-BE49-F238E27FC236}">
                  <a16:creationId xmlns:a16="http://schemas.microsoft.com/office/drawing/2014/main" id="{F4D80AAB-5407-43CC-80FF-0248A4F61A1F}"/>
                </a:ext>
              </a:extLst>
            </p:cNvPr>
            <p:cNvSpPr/>
            <p:nvPr/>
          </p:nvSpPr>
          <p:spPr>
            <a:xfrm>
              <a:off x="3857600" y="3629525"/>
              <a:ext cx="25" cy="25"/>
            </a:xfrm>
            <a:custGeom>
              <a:avLst/>
              <a:gdLst/>
              <a:ahLst/>
              <a:cxnLst/>
              <a:rect l="l" t="t" r="r" b="b"/>
              <a:pathLst>
                <a:path w="1" h="1" extrusionOk="0">
                  <a:moveTo>
                    <a:pt x="0" y="1"/>
                  </a:moveTo>
                  <a:lnTo>
                    <a:pt x="0" y="1"/>
                  </a:lnTo>
                  <a:lnTo>
                    <a:pt x="0" y="1"/>
                  </a:lnTo>
                  <a:close/>
                </a:path>
              </a:pathLst>
            </a:custGeom>
            <a:solidFill>
              <a:srgbClr val="C4A7E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1857;p36">
              <a:extLst>
                <a:ext uri="{FF2B5EF4-FFF2-40B4-BE49-F238E27FC236}">
                  <a16:creationId xmlns:a16="http://schemas.microsoft.com/office/drawing/2014/main" id="{EAF17465-ADF6-4D60-A895-5197A100F5A3}"/>
                </a:ext>
              </a:extLst>
            </p:cNvPr>
            <p:cNvSpPr/>
            <p:nvPr/>
          </p:nvSpPr>
          <p:spPr>
            <a:xfrm>
              <a:off x="3857600" y="3629525"/>
              <a:ext cx="17575" cy="2575"/>
            </a:xfrm>
            <a:custGeom>
              <a:avLst/>
              <a:gdLst/>
              <a:ahLst/>
              <a:cxnLst/>
              <a:rect l="l" t="t" r="r" b="b"/>
              <a:pathLst>
                <a:path w="703" h="103" extrusionOk="0">
                  <a:moveTo>
                    <a:pt x="702" y="102"/>
                  </a:moveTo>
                  <a:lnTo>
                    <a:pt x="702" y="102"/>
                  </a:lnTo>
                  <a:lnTo>
                    <a:pt x="702" y="102"/>
                  </a:lnTo>
                  <a:close/>
                  <a:moveTo>
                    <a:pt x="692" y="102"/>
                  </a:moveTo>
                  <a:lnTo>
                    <a:pt x="692" y="102"/>
                  </a:lnTo>
                  <a:lnTo>
                    <a:pt x="692" y="102"/>
                  </a:lnTo>
                  <a:close/>
                  <a:moveTo>
                    <a:pt x="682" y="102"/>
                  </a:moveTo>
                  <a:lnTo>
                    <a:pt x="692" y="102"/>
                  </a:lnTo>
                  <a:lnTo>
                    <a:pt x="682" y="102"/>
                  </a:lnTo>
                  <a:close/>
                  <a:moveTo>
                    <a:pt x="0" y="1"/>
                  </a:moveTo>
                  <a:lnTo>
                    <a:pt x="0" y="1"/>
                  </a:lnTo>
                  <a:cubicBezTo>
                    <a:pt x="183" y="31"/>
                    <a:pt x="417" y="62"/>
                    <a:pt x="682" y="102"/>
                  </a:cubicBezTo>
                  <a:cubicBezTo>
                    <a:pt x="417" y="62"/>
                    <a:pt x="183" y="31"/>
                    <a:pt x="0" y="1"/>
                  </a:cubicBezTo>
                  <a:close/>
                </a:path>
              </a:pathLst>
            </a:custGeom>
            <a:solidFill>
              <a:srgbClr val="733BB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1858;p36">
              <a:extLst>
                <a:ext uri="{FF2B5EF4-FFF2-40B4-BE49-F238E27FC236}">
                  <a16:creationId xmlns:a16="http://schemas.microsoft.com/office/drawing/2014/main" id="{5BAF1CFB-F49A-4089-93CB-1172EC7E4F5A}"/>
                </a:ext>
              </a:extLst>
            </p:cNvPr>
            <p:cNvSpPr/>
            <p:nvPr/>
          </p:nvSpPr>
          <p:spPr>
            <a:xfrm>
              <a:off x="3852000" y="3441425"/>
              <a:ext cx="63075" cy="193725"/>
            </a:xfrm>
            <a:custGeom>
              <a:avLst/>
              <a:gdLst/>
              <a:ahLst/>
              <a:cxnLst/>
              <a:rect l="l" t="t" r="r" b="b"/>
              <a:pathLst>
                <a:path w="2523" h="7749" extrusionOk="0">
                  <a:moveTo>
                    <a:pt x="1932" y="0"/>
                  </a:moveTo>
                  <a:cubicBezTo>
                    <a:pt x="2420" y="1546"/>
                    <a:pt x="2319" y="2838"/>
                    <a:pt x="2319" y="2838"/>
                  </a:cubicBezTo>
                  <a:cubicBezTo>
                    <a:pt x="2319" y="2838"/>
                    <a:pt x="1566" y="1882"/>
                    <a:pt x="1383" y="1252"/>
                  </a:cubicBezTo>
                  <a:cubicBezTo>
                    <a:pt x="1261" y="794"/>
                    <a:pt x="987" y="479"/>
                    <a:pt x="845" y="336"/>
                  </a:cubicBezTo>
                  <a:lnTo>
                    <a:pt x="824" y="336"/>
                  </a:lnTo>
                  <a:lnTo>
                    <a:pt x="824" y="1200"/>
                  </a:lnTo>
                  <a:cubicBezTo>
                    <a:pt x="824" y="1200"/>
                    <a:pt x="804" y="1292"/>
                    <a:pt x="763" y="1465"/>
                  </a:cubicBezTo>
                  <a:cubicBezTo>
                    <a:pt x="580" y="2359"/>
                    <a:pt x="1" y="5369"/>
                    <a:pt x="1" y="7484"/>
                  </a:cubicBezTo>
                  <a:lnTo>
                    <a:pt x="11" y="7484"/>
                  </a:lnTo>
                  <a:cubicBezTo>
                    <a:pt x="62" y="7494"/>
                    <a:pt x="143" y="7504"/>
                    <a:pt x="224" y="7525"/>
                  </a:cubicBezTo>
                  <a:cubicBezTo>
                    <a:pt x="407" y="7555"/>
                    <a:pt x="641" y="7586"/>
                    <a:pt x="906" y="7626"/>
                  </a:cubicBezTo>
                  <a:lnTo>
                    <a:pt x="926" y="7626"/>
                  </a:lnTo>
                  <a:cubicBezTo>
                    <a:pt x="1322" y="7677"/>
                    <a:pt x="1790" y="7728"/>
                    <a:pt x="2237" y="7748"/>
                  </a:cubicBezTo>
                  <a:cubicBezTo>
                    <a:pt x="2370" y="6833"/>
                    <a:pt x="2522" y="5359"/>
                    <a:pt x="2492" y="3753"/>
                  </a:cubicBezTo>
                  <a:cubicBezTo>
                    <a:pt x="2431" y="1109"/>
                    <a:pt x="1943" y="31"/>
                    <a:pt x="1932" y="0"/>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859;p36">
              <a:extLst>
                <a:ext uri="{FF2B5EF4-FFF2-40B4-BE49-F238E27FC236}">
                  <a16:creationId xmlns:a16="http://schemas.microsoft.com/office/drawing/2014/main" id="{195C6D1F-0970-4045-8546-73915DEAA170}"/>
                </a:ext>
              </a:extLst>
            </p:cNvPr>
            <p:cNvSpPr/>
            <p:nvPr/>
          </p:nvSpPr>
          <p:spPr>
            <a:xfrm>
              <a:off x="3931300" y="3441425"/>
              <a:ext cx="14775" cy="193725"/>
            </a:xfrm>
            <a:custGeom>
              <a:avLst/>
              <a:gdLst/>
              <a:ahLst/>
              <a:cxnLst/>
              <a:rect l="l" t="t" r="r" b="b"/>
              <a:pathLst>
                <a:path w="591" h="7749" extrusionOk="0">
                  <a:moveTo>
                    <a:pt x="591" y="0"/>
                  </a:moveTo>
                  <a:cubicBezTo>
                    <a:pt x="590" y="1"/>
                    <a:pt x="590" y="2"/>
                    <a:pt x="590" y="3"/>
                  </a:cubicBezTo>
                  <a:lnTo>
                    <a:pt x="590" y="3"/>
                  </a:lnTo>
                  <a:cubicBezTo>
                    <a:pt x="590" y="1"/>
                    <a:pt x="591" y="1"/>
                    <a:pt x="591" y="0"/>
                  </a:cubicBezTo>
                  <a:close/>
                  <a:moveTo>
                    <a:pt x="590" y="3"/>
                  </a:moveTo>
                  <a:lnTo>
                    <a:pt x="590" y="3"/>
                  </a:lnTo>
                  <a:cubicBezTo>
                    <a:pt x="569" y="57"/>
                    <a:pt x="91" y="1135"/>
                    <a:pt x="32" y="3753"/>
                  </a:cubicBezTo>
                  <a:cubicBezTo>
                    <a:pt x="1" y="5359"/>
                    <a:pt x="154" y="6833"/>
                    <a:pt x="285" y="7748"/>
                  </a:cubicBezTo>
                  <a:cubicBezTo>
                    <a:pt x="367" y="7748"/>
                    <a:pt x="448" y="7738"/>
                    <a:pt x="530" y="7728"/>
                  </a:cubicBezTo>
                  <a:cubicBezTo>
                    <a:pt x="347" y="5918"/>
                    <a:pt x="245" y="3661"/>
                    <a:pt x="204" y="2827"/>
                  </a:cubicBezTo>
                  <a:lnTo>
                    <a:pt x="204" y="2838"/>
                  </a:lnTo>
                  <a:cubicBezTo>
                    <a:pt x="204" y="2838"/>
                    <a:pt x="103" y="1547"/>
                    <a:pt x="590" y="3"/>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1860;p36">
              <a:extLst>
                <a:ext uri="{FF2B5EF4-FFF2-40B4-BE49-F238E27FC236}">
                  <a16:creationId xmlns:a16="http://schemas.microsoft.com/office/drawing/2014/main" id="{669BB7FA-914F-4778-AAE3-6EC150AEF7A4}"/>
                </a:ext>
              </a:extLst>
            </p:cNvPr>
            <p:cNvSpPr/>
            <p:nvPr/>
          </p:nvSpPr>
          <p:spPr>
            <a:xfrm>
              <a:off x="3900300" y="3411425"/>
              <a:ext cx="45775" cy="39175"/>
            </a:xfrm>
            <a:custGeom>
              <a:avLst/>
              <a:gdLst/>
              <a:ahLst/>
              <a:cxnLst/>
              <a:rect l="l" t="t" r="r" b="b"/>
              <a:pathLst>
                <a:path w="1831" h="1567" extrusionOk="0">
                  <a:moveTo>
                    <a:pt x="316" y="1"/>
                  </a:moveTo>
                  <a:cubicBezTo>
                    <a:pt x="316" y="1"/>
                    <a:pt x="357" y="845"/>
                    <a:pt x="0" y="1200"/>
                  </a:cubicBezTo>
                  <a:cubicBezTo>
                    <a:pt x="0" y="1200"/>
                    <a:pt x="296" y="1567"/>
                    <a:pt x="915" y="1567"/>
                  </a:cubicBezTo>
                  <a:cubicBezTo>
                    <a:pt x="1536" y="1567"/>
                    <a:pt x="1831" y="1200"/>
                    <a:pt x="1831" y="1200"/>
                  </a:cubicBezTo>
                  <a:cubicBezTo>
                    <a:pt x="1475" y="845"/>
                    <a:pt x="1516" y="1"/>
                    <a:pt x="1516" y="1"/>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861;p36">
              <a:extLst>
                <a:ext uri="{FF2B5EF4-FFF2-40B4-BE49-F238E27FC236}">
                  <a16:creationId xmlns:a16="http://schemas.microsoft.com/office/drawing/2014/main" id="{DDD51216-ED27-4339-8921-30DF3BFA3A90}"/>
                </a:ext>
              </a:extLst>
            </p:cNvPr>
            <p:cNvSpPr/>
            <p:nvPr/>
          </p:nvSpPr>
          <p:spPr>
            <a:xfrm>
              <a:off x="3904625" y="3428725"/>
              <a:ext cx="37900" cy="7900"/>
            </a:xfrm>
            <a:custGeom>
              <a:avLst/>
              <a:gdLst/>
              <a:ahLst/>
              <a:cxnLst/>
              <a:rect l="l" t="t" r="r" b="b"/>
              <a:pathLst>
                <a:path w="1516" h="316" extrusionOk="0">
                  <a:moveTo>
                    <a:pt x="1" y="234"/>
                  </a:moveTo>
                  <a:lnTo>
                    <a:pt x="1" y="244"/>
                  </a:lnTo>
                  <a:lnTo>
                    <a:pt x="1" y="244"/>
                  </a:lnTo>
                  <a:lnTo>
                    <a:pt x="1" y="234"/>
                  </a:lnTo>
                  <a:close/>
                  <a:moveTo>
                    <a:pt x="10" y="234"/>
                  </a:moveTo>
                  <a:lnTo>
                    <a:pt x="1" y="234"/>
                  </a:lnTo>
                  <a:lnTo>
                    <a:pt x="10" y="234"/>
                  </a:lnTo>
                  <a:close/>
                  <a:moveTo>
                    <a:pt x="10" y="224"/>
                  </a:moveTo>
                  <a:lnTo>
                    <a:pt x="10" y="234"/>
                  </a:lnTo>
                  <a:lnTo>
                    <a:pt x="10" y="224"/>
                  </a:lnTo>
                  <a:close/>
                  <a:moveTo>
                    <a:pt x="10" y="224"/>
                  </a:moveTo>
                  <a:lnTo>
                    <a:pt x="10" y="224"/>
                  </a:lnTo>
                  <a:lnTo>
                    <a:pt x="10" y="224"/>
                  </a:lnTo>
                  <a:close/>
                  <a:moveTo>
                    <a:pt x="10" y="214"/>
                  </a:moveTo>
                  <a:lnTo>
                    <a:pt x="10" y="224"/>
                  </a:lnTo>
                  <a:lnTo>
                    <a:pt x="10" y="214"/>
                  </a:lnTo>
                  <a:close/>
                  <a:moveTo>
                    <a:pt x="10" y="214"/>
                  </a:moveTo>
                  <a:lnTo>
                    <a:pt x="10" y="214"/>
                  </a:lnTo>
                  <a:lnTo>
                    <a:pt x="10" y="214"/>
                  </a:lnTo>
                  <a:close/>
                  <a:moveTo>
                    <a:pt x="10" y="214"/>
                  </a:moveTo>
                  <a:lnTo>
                    <a:pt x="10" y="214"/>
                  </a:lnTo>
                  <a:lnTo>
                    <a:pt x="10" y="214"/>
                  </a:lnTo>
                  <a:close/>
                  <a:moveTo>
                    <a:pt x="21" y="203"/>
                  </a:moveTo>
                  <a:lnTo>
                    <a:pt x="21" y="203"/>
                  </a:lnTo>
                  <a:lnTo>
                    <a:pt x="21" y="203"/>
                  </a:lnTo>
                  <a:close/>
                  <a:moveTo>
                    <a:pt x="21" y="203"/>
                  </a:moveTo>
                  <a:lnTo>
                    <a:pt x="21" y="203"/>
                  </a:lnTo>
                  <a:lnTo>
                    <a:pt x="21" y="203"/>
                  </a:lnTo>
                  <a:close/>
                  <a:moveTo>
                    <a:pt x="1404" y="0"/>
                  </a:moveTo>
                  <a:lnTo>
                    <a:pt x="1404" y="0"/>
                  </a:lnTo>
                  <a:cubicBezTo>
                    <a:pt x="1434" y="112"/>
                    <a:pt x="1465" y="214"/>
                    <a:pt x="1515" y="316"/>
                  </a:cubicBezTo>
                  <a:lnTo>
                    <a:pt x="1515" y="316"/>
                  </a:lnTo>
                  <a:cubicBezTo>
                    <a:pt x="1465" y="214"/>
                    <a:pt x="1434" y="112"/>
                    <a:pt x="1404" y="0"/>
                  </a:cubicBezTo>
                  <a:close/>
                </a:path>
              </a:pathLst>
            </a:custGeom>
            <a:solidFill>
              <a:srgbClr val="E3C5B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862;p36">
              <a:extLst>
                <a:ext uri="{FF2B5EF4-FFF2-40B4-BE49-F238E27FC236}">
                  <a16:creationId xmlns:a16="http://schemas.microsoft.com/office/drawing/2014/main" id="{3E088689-C06F-42A6-978F-03B124F339EE}"/>
                </a:ext>
              </a:extLst>
            </p:cNvPr>
            <p:cNvSpPr/>
            <p:nvPr/>
          </p:nvSpPr>
          <p:spPr>
            <a:xfrm>
              <a:off x="3904625" y="3428725"/>
              <a:ext cx="37900" cy="11200"/>
            </a:xfrm>
            <a:custGeom>
              <a:avLst/>
              <a:gdLst/>
              <a:ahLst/>
              <a:cxnLst/>
              <a:rect l="l" t="t" r="r" b="b"/>
              <a:pathLst>
                <a:path w="1516" h="448" extrusionOk="0">
                  <a:moveTo>
                    <a:pt x="82" y="0"/>
                  </a:moveTo>
                  <a:cubicBezTo>
                    <a:pt x="62" y="72"/>
                    <a:pt x="41" y="133"/>
                    <a:pt x="21" y="203"/>
                  </a:cubicBezTo>
                  <a:cubicBezTo>
                    <a:pt x="21" y="203"/>
                    <a:pt x="10" y="203"/>
                    <a:pt x="10" y="214"/>
                  </a:cubicBezTo>
                  <a:lnTo>
                    <a:pt x="10" y="224"/>
                  </a:lnTo>
                  <a:lnTo>
                    <a:pt x="10" y="234"/>
                  </a:lnTo>
                  <a:lnTo>
                    <a:pt x="1" y="234"/>
                  </a:lnTo>
                  <a:lnTo>
                    <a:pt x="1" y="244"/>
                  </a:lnTo>
                  <a:cubicBezTo>
                    <a:pt x="214" y="295"/>
                    <a:pt x="458" y="447"/>
                    <a:pt x="794" y="447"/>
                  </a:cubicBezTo>
                  <a:cubicBezTo>
                    <a:pt x="895" y="447"/>
                    <a:pt x="997" y="438"/>
                    <a:pt x="1119" y="407"/>
                  </a:cubicBezTo>
                  <a:cubicBezTo>
                    <a:pt x="1261" y="366"/>
                    <a:pt x="1393" y="336"/>
                    <a:pt x="1515" y="316"/>
                  </a:cubicBezTo>
                  <a:cubicBezTo>
                    <a:pt x="1465" y="214"/>
                    <a:pt x="1434" y="112"/>
                    <a:pt x="1404" y="0"/>
                  </a:cubicBezTo>
                  <a:cubicBezTo>
                    <a:pt x="1352" y="0"/>
                    <a:pt x="1312" y="20"/>
                    <a:pt x="1282" y="31"/>
                  </a:cubicBezTo>
                  <a:cubicBezTo>
                    <a:pt x="1108" y="142"/>
                    <a:pt x="855" y="173"/>
                    <a:pt x="742" y="173"/>
                  </a:cubicBezTo>
                  <a:cubicBezTo>
                    <a:pt x="631" y="173"/>
                    <a:pt x="376" y="142"/>
                    <a:pt x="204" y="31"/>
                  </a:cubicBezTo>
                  <a:cubicBezTo>
                    <a:pt x="173" y="20"/>
                    <a:pt x="132" y="0"/>
                    <a:pt x="82" y="0"/>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863;p36">
              <a:extLst>
                <a:ext uri="{FF2B5EF4-FFF2-40B4-BE49-F238E27FC236}">
                  <a16:creationId xmlns:a16="http://schemas.microsoft.com/office/drawing/2014/main" id="{BD7BAF9C-A0AB-409A-9D36-B27FC43F5414}"/>
                </a:ext>
              </a:extLst>
            </p:cNvPr>
            <p:cNvSpPr/>
            <p:nvPr/>
          </p:nvSpPr>
          <p:spPr>
            <a:xfrm>
              <a:off x="3837775" y="3441425"/>
              <a:ext cx="72975" cy="207950"/>
            </a:xfrm>
            <a:custGeom>
              <a:avLst/>
              <a:gdLst/>
              <a:ahLst/>
              <a:cxnLst/>
              <a:rect l="l" t="t" r="r" b="b"/>
              <a:pathLst>
                <a:path w="2919" h="8318" extrusionOk="0">
                  <a:moveTo>
                    <a:pt x="2501" y="0"/>
                  </a:moveTo>
                  <a:cubicBezTo>
                    <a:pt x="1963" y="194"/>
                    <a:pt x="1322" y="245"/>
                    <a:pt x="1322" y="245"/>
                  </a:cubicBezTo>
                  <a:cubicBezTo>
                    <a:pt x="814" y="1749"/>
                    <a:pt x="275" y="6579"/>
                    <a:pt x="275" y="6579"/>
                  </a:cubicBezTo>
                  <a:cubicBezTo>
                    <a:pt x="72" y="7016"/>
                    <a:pt x="0" y="7769"/>
                    <a:pt x="0" y="7769"/>
                  </a:cubicBezTo>
                  <a:cubicBezTo>
                    <a:pt x="1109" y="8318"/>
                    <a:pt x="2501" y="8318"/>
                    <a:pt x="2501" y="8318"/>
                  </a:cubicBezTo>
                  <a:cubicBezTo>
                    <a:pt x="2725" y="6386"/>
                    <a:pt x="2847" y="3631"/>
                    <a:pt x="2888" y="2766"/>
                  </a:cubicBezTo>
                  <a:cubicBezTo>
                    <a:pt x="2919" y="1902"/>
                    <a:pt x="2501" y="0"/>
                    <a:pt x="2501" y="0"/>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1864;p36">
              <a:extLst>
                <a:ext uri="{FF2B5EF4-FFF2-40B4-BE49-F238E27FC236}">
                  <a16:creationId xmlns:a16="http://schemas.microsoft.com/office/drawing/2014/main" id="{390B441C-F523-4234-A2C0-5C0EA154FCBB}"/>
                </a:ext>
              </a:extLst>
            </p:cNvPr>
            <p:cNvSpPr/>
            <p:nvPr/>
          </p:nvSpPr>
          <p:spPr>
            <a:xfrm>
              <a:off x="3935375" y="3441425"/>
              <a:ext cx="73225" cy="207950"/>
            </a:xfrm>
            <a:custGeom>
              <a:avLst/>
              <a:gdLst/>
              <a:ahLst/>
              <a:cxnLst/>
              <a:rect l="l" t="t" r="r" b="b"/>
              <a:pathLst>
                <a:path w="2929" h="8318" extrusionOk="0">
                  <a:moveTo>
                    <a:pt x="428" y="0"/>
                  </a:moveTo>
                  <a:cubicBezTo>
                    <a:pt x="428" y="0"/>
                    <a:pt x="0" y="1902"/>
                    <a:pt x="41" y="2766"/>
                  </a:cubicBezTo>
                  <a:cubicBezTo>
                    <a:pt x="72" y="3631"/>
                    <a:pt x="204" y="6386"/>
                    <a:pt x="428" y="8318"/>
                  </a:cubicBezTo>
                  <a:cubicBezTo>
                    <a:pt x="428" y="8318"/>
                    <a:pt x="1821" y="8318"/>
                    <a:pt x="2929" y="7769"/>
                  </a:cubicBezTo>
                  <a:cubicBezTo>
                    <a:pt x="2929" y="7769"/>
                    <a:pt x="2858" y="7016"/>
                    <a:pt x="2644" y="6579"/>
                  </a:cubicBezTo>
                  <a:cubicBezTo>
                    <a:pt x="2644" y="6579"/>
                    <a:pt x="2115" y="1749"/>
                    <a:pt x="1607" y="245"/>
                  </a:cubicBezTo>
                  <a:cubicBezTo>
                    <a:pt x="1607" y="245"/>
                    <a:pt x="967" y="194"/>
                    <a:pt x="428" y="0"/>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1865;p36">
              <a:extLst>
                <a:ext uri="{FF2B5EF4-FFF2-40B4-BE49-F238E27FC236}">
                  <a16:creationId xmlns:a16="http://schemas.microsoft.com/office/drawing/2014/main" id="{82ABF650-DB30-425D-94BE-5DAC52AB8EBC}"/>
                </a:ext>
              </a:extLst>
            </p:cNvPr>
            <p:cNvSpPr/>
            <p:nvPr/>
          </p:nvSpPr>
          <p:spPr>
            <a:xfrm>
              <a:off x="3995875" y="3559625"/>
              <a:ext cx="525" cy="4350"/>
            </a:xfrm>
            <a:custGeom>
              <a:avLst/>
              <a:gdLst/>
              <a:ahLst/>
              <a:cxnLst/>
              <a:rect l="l" t="t" r="r" b="b"/>
              <a:pathLst>
                <a:path w="21" h="174" extrusionOk="0">
                  <a:moveTo>
                    <a:pt x="0" y="1"/>
                  </a:moveTo>
                  <a:cubicBezTo>
                    <a:pt x="11" y="62"/>
                    <a:pt x="11" y="112"/>
                    <a:pt x="21" y="173"/>
                  </a:cubicBezTo>
                  <a:lnTo>
                    <a:pt x="21" y="173"/>
                  </a:lnTo>
                  <a:cubicBezTo>
                    <a:pt x="11" y="112"/>
                    <a:pt x="11" y="62"/>
                    <a:pt x="0" y="1"/>
                  </a:cubicBezTo>
                  <a:close/>
                </a:path>
              </a:pathLst>
            </a:custGeom>
            <a:solidFill>
              <a:srgbClr val="C0D2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866;p36">
              <a:extLst>
                <a:ext uri="{FF2B5EF4-FFF2-40B4-BE49-F238E27FC236}">
                  <a16:creationId xmlns:a16="http://schemas.microsoft.com/office/drawing/2014/main" id="{02BEE6D9-8323-4E1E-BFF4-45CC2FFD3823}"/>
                </a:ext>
              </a:extLst>
            </p:cNvPr>
            <p:cNvSpPr/>
            <p:nvPr/>
          </p:nvSpPr>
          <p:spPr>
            <a:xfrm>
              <a:off x="3943775" y="3552250"/>
              <a:ext cx="52625" cy="84425"/>
            </a:xfrm>
            <a:custGeom>
              <a:avLst/>
              <a:gdLst/>
              <a:ahLst/>
              <a:cxnLst/>
              <a:rect l="l" t="t" r="r" b="b"/>
              <a:pathLst>
                <a:path w="2105" h="3377" extrusionOk="0">
                  <a:moveTo>
                    <a:pt x="1393" y="1"/>
                  </a:moveTo>
                  <a:lnTo>
                    <a:pt x="0" y="3051"/>
                  </a:lnTo>
                  <a:cubicBezTo>
                    <a:pt x="10" y="3163"/>
                    <a:pt x="21" y="3275"/>
                    <a:pt x="31" y="3376"/>
                  </a:cubicBezTo>
                  <a:lnTo>
                    <a:pt x="1434" y="154"/>
                  </a:lnTo>
                  <a:lnTo>
                    <a:pt x="2105" y="468"/>
                  </a:lnTo>
                  <a:cubicBezTo>
                    <a:pt x="2095" y="407"/>
                    <a:pt x="2095" y="357"/>
                    <a:pt x="2084" y="296"/>
                  </a:cubicBezTo>
                  <a:lnTo>
                    <a:pt x="1393" y="1"/>
                  </a:ln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867;p36">
              <a:extLst>
                <a:ext uri="{FF2B5EF4-FFF2-40B4-BE49-F238E27FC236}">
                  <a16:creationId xmlns:a16="http://schemas.microsoft.com/office/drawing/2014/main" id="{DF47A15B-3A84-44BF-93A8-F8F80A65087A}"/>
                </a:ext>
              </a:extLst>
            </p:cNvPr>
            <p:cNvSpPr/>
            <p:nvPr/>
          </p:nvSpPr>
          <p:spPr>
            <a:xfrm>
              <a:off x="3937925" y="3556075"/>
              <a:ext cx="148225" cy="143125"/>
            </a:xfrm>
            <a:custGeom>
              <a:avLst/>
              <a:gdLst/>
              <a:ahLst/>
              <a:cxnLst/>
              <a:rect l="l" t="t" r="r" b="b"/>
              <a:pathLst>
                <a:path w="5929" h="5725" extrusionOk="0">
                  <a:moveTo>
                    <a:pt x="1668" y="1"/>
                  </a:moveTo>
                  <a:lnTo>
                    <a:pt x="0" y="3844"/>
                  </a:lnTo>
                  <a:lnTo>
                    <a:pt x="4494" y="5724"/>
                  </a:lnTo>
                  <a:lnTo>
                    <a:pt x="5928" y="2420"/>
                  </a:lnTo>
                  <a:lnTo>
                    <a:pt x="3712" y="1413"/>
                  </a:lnTo>
                  <a:lnTo>
                    <a:pt x="3874" y="1038"/>
                  </a:lnTo>
                  <a:lnTo>
                    <a:pt x="1668" y="1"/>
                  </a:ln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1868;p36">
              <a:extLst>
                <a:ext uri="{FF2B5EF4-FFF2-40B4-BE49-F238E27FC236}">
                  <a16:creationId xmlns:a16="http://schemas.microsoft.com/office/drawing/2014/main" id="{17826F4B-65A0-4639-BAB5-057BF483BB4E}"/>
                </a:ext>
              </a:extLst>
            </p:cNvPr>
            <p:cNvSpPr/>
            <p:nvPr/>
          </p:nvSpPr>
          <p:spPr>
            <a:xfrm>
              <a:off x="3937925" y="3556075"/>
              <a:ext cx="69675" cy="96100"/>
            </a:xfrm>
            <a:custGeom>
              <a:avLst/>
              <a:gdLst/>
              <a:ahLst/>
              <a:cxnLst/>
              <a:rect l="l" t="t" r="r" b="b"/>
              <a:pathLst>
                <a:path w="2787" h="3844" extrusionOk="0">
                  <a:moveTo>
                    <a:pt x="1668" y="1"/>
                  </a:moveTo>
                  <a:lnTo>
                    <a:pt x="0" y="3844"/>
                  </a:lnTo>
                  <a:lnTo>
                    <a:pt x="1495" y="407"/>
                  </a:lnTo>
                  <a:lnTo>
                    <a:pt x="2583" y="905"/>
                  </a:lnTo>
                  <a:cubicBezTo>
                    <a:pt x="2613" y="724"/>
                    <a:pt x="2633" y="574"/>
                    <a:pt x="2643" y="462"/>
                  </a:cubicBezTo>
                  <a:lnTo>
                    <a:pt x="2643" y="462"/>
                  </a:lnTo>
                  <a:lnTo>
                    <a:pt x="2786" y="529"/>
                  </a:lnTo>
                  <a:lnTo>
                    <a:pt x="2644" y="458"/>
                  </a:lnTo>
                  <a:cubicBezTo>
                    <a:pt x="2644" y="459"/>
                    <a:pt x="2643" y="460"/>
                    <a:pt x="2643" y="462"/>
                  </a:cubicBezTo>
                  <a:lnTo>
                    <a:pt x="2643" y="462"/>
                  </a:lnTo>
                  <a:lnTo>
                    <a:pt x="1668" y="1"/>
                  </a:lnTo>
                  <a:close/>
                </a:path>
              </a:pathLst>
            </a:custGeom>
            <a:solidFill>
              <a:srgbClr val="EBA03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869;p36">
              <a:extLst>
                <a:ext uri="{FF2B5EF4-FFF2-40B4-BE49-F238E27FC236}">
                  <a16:creationId xmlns:a16="http://schemas.microsoft.com/office/drawing/2014/main" id="{2A055319-18B1-4812-987F-67B7E842B4D6}"/>
                </a:ext>
              </a:extLst>
            </p:cNvPr>
            <p:cNvSpPr/>
            <p:nvPr/>
          </p:nvSpPr>
          <p:spPr>
            <a:xfrm>
              <a:off x="4002475" y="3567500"/>
              <a:ext cx="5125" cy="13000"/>
            </a:xfrm>
            <a:custGeom>
              <a:avLst/>
              <a:gdLst/>
              <a:ahLst/>
              <a:cxnLst/>
              <a:rect l="l" t="t" r="r" b="b"/>
              <a:pathLst>
                <a:path w="205" h="520" extrusionOk="0">
                  <a:moveTo>
                    <a:pt x="62" y="1"/>
                  </a:moveTo>
                  <a:cubicBezTo>
                    <a:pt x="52" y="113"/>
                    <a:pt x="32" y="265"/>
                    <a:pt x="1" y="448"/>
                  </a:cubicBezTo>
                  <a:lnTo>
                    <a:pt x="154" y="520"/>
                  </a:lnTo>
                  <a:cubicBezTo>
                    <a:pt x="174" y="357"/>
                    <a:pt x="194" y="204"/>
                    <a:pt x="204" y="72"/>
                  </a:cubicBezTo>
                  <a:lnTo>
                    <a:pt x="62" y="1"/>
                  </a:lnTo>
                  <a:close/>
                </a:path>
              </a:pathLst>
            </a:custGeom>
            <a:solidFill>
              <a:srgbClr val="E27C1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870;p36">
              <a:extLst>
                <a:ext uri="{FF2B5EF4-FFF2-40B4-BE49-F238E27FC236}">
                  <a16:creationId xmlns:a16="http://schemas.microsoft.com/office/drawing/2014/main" id="{31CCBA56-09E6-4514-BF51-68355787BD3C}"/>
                </a:ext>
              </a:extLst>
            </p:cNvPr>
            <p:cNvSpPr/>
            <p:nvPr/>
          </p:nvSpPr>
          <p:spPr>
            <a:xfrm>
              <a:off x="4010100" y="3682400"/>
              <a:ext cx="4350" cy="1800"/>
            </a:xfrm>
            <a:custGeom>
              <a:avLst/>
              <a:gdLst/>
              <a:ahLst/>
              <a:cxnLst/>
              <a:rect l="l" t="t" r="r" b="b"/>
              <a:pathLst>
                <a:path w="174" h="72" extrusionOk="0">
                  <a:moveTo>
                    <a:pt x="1" y="0"/>
                  </a:moveTo>
                  <a:lnTo>
                    <a:pt x="1" y="0"/>
                  </a:lnTo>
                  <a:lnTo>
                    <a:pt x="174" y="72"/>
                  </a:lnTo>
                  <a:lnTo>
                    <a:pt x="174" y="72"/>
                  </a:lnTo>
                  <a:close/>
                </a:path>
              </a:pathLst>
            </a:custGeom>
            <a:solidFill>
              <a:srgbClr val="F7D7A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871;p36">
              <a:extLst>
                <a:ext uri="{FF2B5EF4-FFF2-40B4-BE49-F238E27FC236}">
                  <a16:creationId xmlns:a16="http://schemas.microsoft.com/office/drawing/2014/main" id="{19783322-5A07-4A9C-9EC7-25AA936CDC5C}"/>
                </a:ext>
              </a:extLst>
            </p:cNvPr>
            <p:cNvSpPr/>
            <p:nvPr/>
          </p:nvSpPr>
          <p:spPr>
            <a:xfrm>
              <a:off x="4010100" y="3682400"/>
              <a:ext cx="4350" cy="1800"/>
            </a:xfrm>
            <a:custGeom>
              <a:avLst/>
              <a:gdLst/>
              <a:ahLst/>
              <a:cxnLst/>
              <a:rect l="l" t="t" r="r" b="b"/>
              <a:pathLst>
                <a:path w="174" h="72" extrusionOk="0">
                  <a:moveTo>
                    <a:pt x="1" y="0"/>
                  </a:moveTo>
                  <a:lnTo>
                    <a:pt x="1" y="0"/>
                  </a:lnTo>
                  <a:lnTo>
                    <a:pt x="174" y="72"/>
                  </a:lnTo>
                  <a:lnTo>
                    <a:pt x="174" y="72"/>
                  </a:lnTo>
                  <a:close/>
                </a:path>
              </a:pathLst>
            </a:custGeom>
            <a:solidFill>
              <a:srgbClr val="E27C1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872;p36">
              <a:extLst>
                <a:ext uri="{FF2B5EF4-FFF2-40B4-BE49-F238E27FC236}">
                  <a16:creationId xmlns:a16="http://schemas.microsoft.com/office/drawing/2014/main" id="{BFA6D756-2E86-4D46-A9EF-A6C134120E20}"/>
                </a:ext>
              </a:extLst>
            </p:cNvPr>
            <p:cNvSpPr/>
            <p:nvPr/>
          </p:nvSpPr>
          <p:spPr>
            <a:xfrm>
              <a:off x="3937925" y="3566250"/>
              <a:ext cx="148225" cy="132950"/>
            </a:xfrm>
            <a:custGeom>
              <a:avLst/>
              <a:gdLst/>
              <a:ahLst/>
              <a:cxnLst/>
              <a:rect l="l" t="t" r="r" b="b"/>
              <a:pathLst>
                <a:path w="5929" h="5318" extrusionOk="0">
                  <a:moveTo>
                    <a:pt x="1495" y="0"/>
                  </a:moveTo>
                  <a:lnTo>
                    <a:pt x="0" y="3437"/>
                  </a:lnTo>
                  <a:lnTo>
                    <a:pt x="4494" y="5317"/>
                  </a:lnTo>
                  <a:lnTo>
                    <a:pt x="5928" y="2013"/>
                  </a:lnTo>
                  <a:lnTo>
                    <a:pt x="1495" y="0"/>
                  </a:ln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873;p36">
              <a:extLst>
                <a:ext uri="{FF2B5EF4-FFF2-40B4-BE49-F238E27FC236}">
                  <a16:creationId xmlns:a16="http://schemas.microsoft.com/office/drawing/2014/main" id="{68C82B11-C3C5-4700-9987-1CDBE8EA8ED3}"/>
                </a:ext>
              </a:extLst>
            </p:cNvPr>
            <p:cNvSpPr/>
            <p:nvPr/>
          </p:nvSpPr>
          <p:spPr>
            <a:xfrm>
              <a:off x="3963850" y="3578700"/>
              <a:ext cx="86450" cy="105500"/>
            </a:xfrm>
            <a:custGeom>
              <a:avLst/>
              <a:gdLst/>
              <a:ahLst/>
              <a:cxnLst/>
              <a:rect l="l" t="t" r="r" b="b"/>
              <a:pathLst>
                <a:path w="3458" h="4220" extrusionOk="0">
                  <a:moveTo>
                    <a:pt x="1546" y="0"/>
                  </a:moveTo>
                  <a:cubicBezTo>
                    <a:pt x="1444" y="661"/>
                    <a:pt x="1281" y="1647"/>
                    <a:pt x="1098" y="2034"/>
                  </a:cubicBezTo>
                  <a:cubicBezTo>
                    <a:pt x="1098" y="2034"/>
                    <a:pt x="1220" y="2074"/>
                    <a:pt x="1414" y="2135"/>
                  </a:cubicBezTo>
                  <a:lnTo>
                    <a:pt x="1363" y="2288"/>
                  </a:lnTo>
                  <a:cubicBezTo>
                    <a:pt x="1363" y="2288"/>
                    <a:pt x="936" y="2359"/>
                    <a:pt x="743" y="2501"/>
                  </a:cubicBezTo>
                  <a:cubicBezTo>
                    <a:pt x="540" y="2634"/>
                    <a:pt x="31" y="3081"/>
                    <a:pt x="11" y="3233"/>
                  </a:cubicBezTo>
                  <a:cubicBezTo>
                    <a:pt x="0" y="3285"/>
                    <a:pt x="0" y="3335"/>
                    <a:pt x="21" y="3386"/>
                  </a:cubicBezTo>
                  <a:lnTo>
                    <a:pt x="479" y="3579"/>
                  </a:lnTo>
                  <a:lnTo>
                    <a:pt x="540" y="3599"/>
                  </a:lnTo>
                  <a:cubicBezTo>
                    <a:pt x="549" y="3529"/>
                    <a:pt x="580" y="3468"/>
                    <a:pt x="580" y="3468"/>
                  </a:cubicBezTo>
                  <a:lnTo>
                    <a:pt x="580" y="3468"/>
                  </a:lnTo>
                  <a:cubicBezTo>
                    <a:pt x="580" y="3468"/>
                    <a:pt x="499" y="3498"/>
                    <a:pt x="407" y="3498"/>
                  </a:cubicBezTo>
                  <a:cubicBezTo>
                    <a:pt x="326" y="3498"/>
                    <a:pt x="244" y="3477"/>
                    <a:pt x="194" y="3407"/>
                  </a:cubicBezTo>
                  <a:cubicBezTo>
                    <a:pt x="92" y="3254"/>
                    <a:pt x="377" y="3061"/>
                    <a:pt x="662" y="2766"/>
                  </a:cubicBezTo>
                  <a:cubicBezTo>
                    <a:pt x="936" y="2481"/>
                    <a:pt x="1434" y="2379"/>
                    <a:pt x="1434" y="2379"/>
                  </a:cubicBezTo>
                  <a:cubicBezTo>
                    <a:pt x="1464" y="2278"/>
                    <a:pt x="1495" y="2186"/>
                    <a:pt x="1516" y="2085"/>
                  </a:cubicBezTo>
                  <a:lnTo>
                    <a:pt x="1516" y="2044"/>
                  </a:lnTo>
                  <a:cubicBezTo>
                    <a:pt x="1475" y="2034"/>
                    <a:pt x="1444" y="2013"/>
                    <a:pt x="1414" y="1993"/>
                  </a:cubicBezTo>
                  <a:cubicBezTo>
                    <a:pt x="1536" y="1414"/>
                    <a:pt x="1638" y="682"/>
                    <a:pt x="1699" y="72"/>
                  </a:cubicBezTo>
                  <a:lnTo>
                    <a:pt x="1546" y="0"/>
                  </a:lnTo>
                  <a:close/>
                  <a:moveTo>
                    <a:pt x="3376" y="824"/>
                  </a:moveTo>
                  <a:cubicBezTo>
                    <a:pt x="3254" y="1454"/>
                    <a:pt x="3102" y="2064"/>
                    <a:pt x="3020" y="2349"/>
                  </a:cubicBezTo>
                  <a:lnTo>
                    <a:pt x="2939" y="2349"/>
                  </a:lnTo>
                  <a:cubicBezTo>
                    <a:pt x="2929" y="2369"/>
                    <a:pt x="2929" y="2390"/>
                    <a:pt x="2919" y="2410"/>
                  </a:cubicBezTo>
                  <a:cubicBezTo>
                    <a:pt x="2898" y="2481"/>
                    <a:pt x="2888" y="2522"/>
                    <a:pt x="2888" y="2522"/>
                  </a:cubicBezTo>
                  <a:cubicBezTo>
                    <a:pt x="2888" y="2522"/>
                    <a:pt x="2817" y="3407"/>
                    <a:pt x="2248" y="3904"/>
                  </a:cubicBezTo>
                  <a:cubicBezTo>
                    <a:pt x="2115" y="4026"/>
                    <a:pt x="1973" y="4108"/>
                    <a:pt x="1851" y="4148"/>
                  </a:cubicBezTo>
                  <a:lnTo>
                    <a:pt x="2024" y="4220"/>
                  </a:lnTo>
                  <a:cubicBezTo>
                    <a:pt x="2085" y="4200"/>
                    <a:pt x="2146" y="4169"/>
                    <a:pt x="2207" y="4139"/>
                  </a:cubicBezTo>
                  <a:cubicBezTo>
                    <a:pt x="2614" y="3904"/>
                    <a:pt x="2969" y="3315"/>
                    <a:pt x="2969" y="2512"/>
                  </a:cubicBezTo>
                  <a:lnTo>
                    <a:pt x="3142" y="2512"/>
                  </a:lnTo>
                  <a:cubicBezTo>
                    <a:pt x="3142" y="2512"/>
                    <a:pt x="3346" y="1607"/>
                    <a:pt x="3457" y="865"/>
                  </a:cubicBezTo>
                  <a:lnTo>
                    <a:pt x="3376" y="824"/>
                  </a:lnTo>
                  <a:close/>
                </a:path>
              </a:pathLst>
            </a:custGeom>
            <a:solidFill>
              <a:srgbClr val="EBA03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1874;p36">
              <a:extLst>
                <a:ext uri="{FF2B5EF4-FFF2-40B4-BE49-F238E27FC236}">
                  <a16:creationId xmlns:a16="http://schemas.microsoft.com/office/drawing/2014/main" id="{A5954670-2EB9-4A32-A621-F30F1F61FD4F}"/>
                </a:ext>
              </a:extLst>
            </p:cNvPr>
            <p:cNvSpPr/>
            <p:nvPr/>
          </p:nvSpPr>
          <p:spPr>
            <a:xfrm>
              <a:off x="3870800" y="3428200"/>
              <a:ext cx="41725" cy="84175"/>
            </a:xfrm>
            <a:custGeom>
              <a:avLst/>
              <a:gdLst/>
              <a:ahLst/>
              <a:cxnLst/>
              <a:rect l="l" t="t" r="r" b="b"/>
              <a:pathLst>
                <a:path w="1669" h="3367" extrusionOk="0">
                  <a:moveTo>
                    <a:pt x="1435" y="1"/>
                  </a:moveTo>
                  <a:cubicBezTo>
                    <a:pt x="1435" y="1"/>
                    <a:pt x="825" y="11"/>
                    <a:pt x="550" y="113"/>
                  </a:cubicBezTo>
                  <a:cubicBezTo>
                    <a:pt x="286" y="224"/>
                    <a:pt x="1" y="774"/>
                    <a:pt x="1" y="774"/>
                  </a:cubicBezTo>
                  <a:cubicBezTo>
                    <a:pt x="1" y="774"/>
                    <a:pt x="459" y="1140"/>
                    <a:pt x="631" y="1781"/>
                  </a:cubicBezTo>
                  <a:cubicBezTo>
                    <a:pt x="814" y="2411"/>
                    <a:pt x="1567" y="3367"/>
                    <a:pt x="1567" y="3367"/>
                  </a:cubicBezTo>
                  <a:cubicBezTo>
                    <a:pt x="1567" y="3367"/>
                    <a:pt x="1668" y="2075"/>
                    <a:pt x="1180" y="529"/>
                  </a:cubicBezTo>
                  <a:cubicBezTo>
                    <a:pt x="1313" y="398"/>
                    <a:pt x="1394" y="194"/>
                    <a:pt x="143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1875;p36">
              <a:extLst>
                <a:ext uri="{FF2B5EF4-FFF2-40B4-BE49-F238E27FC236}">
                  <a16:creationId xmlns:a16="http://schemas.microsoft.com/office/drawing/2014/main" id="{D80A2662-D94C-484D-A0EB-0F25DD0A8E96}"/>
                </a:ext>
              </a:extLst>
            </p:cNvPr>
            <p:cNvSpPr/>
            <p:nvPr/>
          </p:nvSpPr>
          <p:spPr>
            <a:xfrm>
              <a:off x="3883275" y="3428475"/>
              <a:ext cx="23400" cy="6625"/>
            </a:xfrm>
            <a:custGeom>
              <a:avLst/>
              <a:gdLst/>
              <a:ahLst/>
              <a:cxnLst/>
              <a:rect l="l" t="t" r="r" b="b"/>
              <a:pathLst>
                <a:path w="936" h="265" extrusionOk="0">
                  <a:moveTo>
                    <a:pt x="824" y="0"/>
                  </a:moveTo>
                  <a:cubicBezTo>
                    <a:pt x="733" y="0"/>
                    <a:pt x="620" y="10"/>
                    <a:pt x="509" y="30"/>
                  </a:cubicBezTo>
                  <a:cubicBezTo>
                    <a:pt x="428" y="30"/>
                    <a:pt x="336" y="41"/>
                    <a:pt x="275" y="51"/>
                  </a:cubicBezTo>
                  <a:cubicBezTo>
                    <a:pt x="193" y="61"/>
                    <a:pt x="112" y="82"/>
                    <a:pt x="51" y="102"/>
                  </a:cubicBezTo>
                  <a:cubicBezTo>
                    <a:pt x="41" y="112"/>
                    <a:pt x="21" y="122"/>
                    <a:pt x="1" y="132"/>
                  </a:cubicBezTo>
                  <a:cubicBezTo>
                    <a:pt x="153" y="213"/>
                    <a:pt x="315" y="265"/>
                    <a:pt x="489" y="265"/>
                  </a:cubicBezTo>
                  <a:cubicBezTo>
                    <a:pt x="539" y="265"/>
                    <a:pt x="600" y="254"/>
                    <a:pt x="651" y="244"/>
                  </a:cubicBezTo>
                  <a:lnTo>
                    <a:pt x="722" y="244"/>
                  </a:lnTo>
                  <a:cubicBezTo>
                    <a:pt x="763" y="244"/>
                    <a:pt x="814" y="244"/>
                    <a:pt x="855" y="254"/>
                  </a:cubicBezTo>
                  <a:cubicBezTo>
                    <a:pt x="885" y="173"/>
                    <a:pt x="916" y="91"/>
                    <a:pt x="936" y="10"/>
                  </a:cubicBezTo>
                  <a:cubicBezTo>
                    <a:pt x="905" y="0"/>
                    <a:pt x="864" y="0"/>
                    <a:pt x="82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1876;p36">
              <a:extLst>
                <a:ext uri="{FF2B5EF4-FFF2-40B4-BE49-F238E27FC236}">
                  <a16:creationId xmlns:a16="http://schemas.microsoft.com/office/drawing/2014/main" id="{D89164FD-980E-4F4B-9D69-08E196534242}"/>
                </a:ext>
              </a:extLst>
            </p:cNvPr>
            <p:cNvSpPr/>
            <p:nvPr/>
          </p:nvSpPr>
          <p:spPr>
            <a:xfrm>
              <a:off x="3933850" y="3428200"/>
              <a:ext cx="41700" cy="84175"/>
            </a:xfrm>
            <a:custGeom>
              <a:avLst/>
              <a:gdLst/>
              <a:ahLst/>
              <a:cxnLst/>
              <a:rect l="l" t="t" r="r" b="b"/>
              <a:pathLst>
                <a:path w="1668" h="3367" extrusionOk="0">
                  <a:moveTo>
                    <a:pt x="235" y="1"/>
                  </a:moveTo>
                  <a:lnTo>
                    <a:pt x="235" y="1"/>
                  </a:lnTo>
                  <a:cubicBezTo>
                    <a:pt x="275" y="194"/>
                    <a:pt x="357" y="398"/>
                    <a:pt x="489" y="529"/>
                  </a:cubicBezTo>
                  <a:cubicBezTo>
                    <a:pt x="0" y="2075"/>
                    <a:pt x="102" y="3367"/>
                    <a:pt x="102" y="3367"/>
                  </a:cubicBezTo>
                  <a:cubicBezTo>
                    <a:pt x="102" y="3367"/>
                    <a:pt x="855" y="2411"/>
                    <a:pt x="1028" y="1781"/>
                  </a:cubicBezTo>
                  <a:cubicBezTo>
                    <a:pt x="1211" y="1140"/>
                    <a:pt x="1668" y="774"/>
                    <a:pt x="1668" y="774"/>
                  </a:cubicBezTo>
                  <a:cubicBezTo>
                    <a:pt x="1668" y="774"/>
                    <a:pt x="1383" y="224"/>
                    <a:pt x="1109" y="113"/>
                  </a:cubicBezTo>
                  <a:cubicBezTo>
                    <a:pt x="845" y="11"/>
                    <a:pt x="235" y="1"/>
                    <a:pt x="23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1877;p36">
              <a:extLst>
                <a:ext uri="{FF2B5EF4-FFF2-40B4-BE49-F238E27FC236}">
                  <a16:creationId xmlns:a16="http://schemas.microsoft.com/office/drawing/2014/main" id="{D4FCE2D8-76EA-4406-ADCA-A8FBD7C9298E}"/>
                </a:ext>
              </a:extLst>
            </p:cNvPr>
            <p:cNvSpPr/>
            <p:nvPr/>
          </p:nvSpPr>
          <p:spPr>
            <a:xfrm>
              <a:off x="3956225" y="3429725"/>
              <a:ext cx="6125" cy="1550"/>
            </a:xfrm>
            <a:custGeom>
              <a:avLst/>
              <a:gdLst/>
              <a:ahLst/>
              <a:cxnLst/>
              <a:rect l="l" t="t" r="r" b="b"/>
              <a:pathLst>
                <a:path w="245" h="62" extrusionOk="0">
                  <a:moveTo>
                    <a:pt x="244" y="62"/>
                  </a:moveTo>
                  <a:lnTo>
                    <a:pt x="244" y="62"/>
                  </a:lnTo>
                  <a:lnTo>
                    <a:pt x="244" y="62"/>
                  </a:lnTo>
                  <a:close/>
                  <a:moveTo>
                    <a:pt x="234" y="62"/>
                  </a:moveTo>
                  <a:lnTo>
                    <a:pt x="244" y="62"/>
                  </a:lnTo>
                  <a:lnTo>
                    <a:pt x="234" y="62"/>
                  </a:lnTo>
                  <a:close/>
                  <a:moveTo>
                    <a:pt x="234" y="62"/>
                  </a:moveTo>
                  <a:lnTo>
                    <a:pt x="234" y="62"/>
                  </a:lnTo>
                  <a:lnTo>
                    <a:pt x="234" y="62"/>
                  </a:lnTo>
                  <a:close/>
                  <a:moveTo>
                    <a:pt x="234" y="62"/>
                  </a:moveTo>
                  <a:lnTo>
                    <a:pt x="234" y="62"/>
                  </a:lnTo>
                  <a:lnTo>
                    <a:pt x="234" y="62"/>
                  </a:lnTo>
                  <a:close/>
                  <a:moveTo>
                    <a:pt x="234" y="62"/>
                  </a:moveTo>
                  <a:lnTo>
                    <a:pt x="234" y="62"/>
                  </a:lnTo>
                  <a:lnTo>
                    <a:pt x="234" y="62"/>
                  </a:lnTo>
                  <a:close/>
                  <a:moveTo>
                    <a:pt x="234" y="62"/>
                  </a:moveTo>
                  <a:lnTo>
                    <a:pt x="234" y="62"/>
                  </a:lnTo>
                  <a:lnTo>
                    <a:pt x="234" y="62"/>
                  </a:lnTo>
                  <a:close/>
                  <a:moveTo>
                    <a:pt x="234" y="62"/>
                  </a:moveTo>
                  <a:lnTo>
                    <a:pt x="234" y="62"/>
                  </a:lnTo>
                  <a:lnTo>
                    <a:pt x="234" y="62"/>
                  </a:lnTo>
                  <a:close/>
                  <a:moveTo>
                    <a:pt x="234" y="62"/>
                  </a:moveTo>
                  <a:lnTo>
                    <a:pt x="234" y="62"/>
                  </a:lnTo>
                  <a:lnTo>
                    <a:pt x="234" y="62"/>
                  </a:lnTo>
                  <a:close/>
                  <a:moveTo>
                    <a:pt x="224" y="62"/>
                  </a:moveTo>
                  <a:lnTo>
                    <a:pt x="224" y="62"/>
                  </a:lnTo>
                  <a:lnTo>
                    <a:pt x="224" y="62"/>
                  </a:lnTo>
                  <a:close/>
                  <a:moveTo>
                    <a:pt x="224" y="62"/>
                  </a:moveTo>
                  <a:lnTo>
                    <a:pt x="224" y="62"/>
                  </a:lnTo>
                  <a:lnTo>
                    <a:pt x="224" y="62"/>
                  </a:lnTo>
                  <a:close/>
                  <a:moveTo>
                    <a:pt x="224" y="62"/>
                  </a:moveTo>
                  <a:lnTo>
                    <a:pt x="224" y="62"/>
                  </a:lnTo>
                  <a:lnTo>
                    <a:pt x="224" y="62"/>
                  </a:lnTo>
                  <a:close/>
                  <a:moveTo>
                    <a:pt x="224" y="62"/>
                  </a:moveTo>
                  <a:lnTo>
                    <a:pt x="224" y="62"/>
                  </a:lnTo>
                  <a:lnTo>
                    <a:pt x="224" y="62"/>
                  </a:lnTo>
                  <a:close/>
                  <a:moveTo>
                    <a:pt x="224" y="52"/>
                  </a:moveTo>
                  <a:lnTo>
                    <a:pt x="224" y="52"/>
                  </a:lnTo>
                  <a:lnTo>
                    <a:pt x="224" y="52"/>
                  </a:lnTo>
                  <a:close/>
                  <a:moveTo>
                    <a:pt x="224" y="52"/>
                  </a:moveTo>
                  <a:lnTo>
                    <a:pt x="224" y="52"/>
                  </a:lnTo>
                  <a:lnTo>
                    <a:pt x="224" y="52"/>
                  </a:lnTo>
                  <a:close/>
                  <a:moveTo>
                    <a:pt x="0" y="1"/>
                  </a:moveTo>
                  <a:cubicBezTo>
                    <a:pt x="82" y="11"/>
                    <a:pt x="163" y="32"/>
                    <a:pt x="214" y="52"/>
                  </a:cubicBezTo>
                  <a:lnTo>
                    <a:pt x="224" y="52"/>
                  </a:lnTo>
                  <a:lnTo>
                    <a:pt x="214" y="52"/>
                  </a:lnTo>
                  <a:cubicBezTo>
                    <a:pt x="163" y="32"/>
                    <a:pt x="82" y="11"/>
                    <a:pt x="0" y="1"/>
                  </a:cubicBezTo>
                  <a:close/>
                </a:path>
              </a:pathLst>
            </a:custGeom>
            <a:solidFill>
              <a:srgbClr val="D4E1F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8" name="Google Shape;1878;p36">
              <a:extLst>
                <a:ext uri="{FF2B5EF4-FFF2-40B4-BE49-F238E27FC236}">
                  <a16:creationId xmlns:a16="http://schemas.microsoft.com/office/drawing/2014/main" id="{6C4F4D78-D070-47EC-99C0-06A34AB065CD}"/>
                </a:ext>
              </a:extLst>
            </p:cNvPr>
            <p:cNvSpPr/>
            <p:nvPr/>
          </p:nvSpPr>
          <p:spPr>
            <a:xfrm>
              <a:off x="3939700" y="3428475"/>
              <a:ext cx="30275" cy="9925"/>
            </a:xfrm>
            <a:custGeom>
              <a:avLst/>
              <a:gdLst/>
              <a:ahLst/>
              <a:cxnLst/>
              <a:rect l="l" t="t" r="r" b="b"/>
              <a:pathLst>
                <a:path w="1211" h="397" extrusionOk="0">
                  <a:moveTo>
                    <a:pt x="102" y="0"/>
                  </a:moveTo>
                  <a:cubicBezTo>
                    <a:pt x="72" y="0"/>
                    <a:pt x="31" y="0"/>
                    <a:pt x="1" y="10"/>
                  </a:cubicBezTo>
                  <a:cubicBezTo>
                    <a:pt x="31" y="122"/>
                    <a:pt x="62" y="224"/>
                    <a:pt x="112" y="326"/>
                  </a:cubicBezTo>
                  <a:cubicBezTo>
                    <a:pt x="265" y="295"/>
                    <a:pt x="407" y="285"/>
                    <a:pt x="539" y="285"/>
                  </a:cubicBezTo>
                  <a:cubicBezTo>
                    <a:pt x="773" y="285"/>
                    <a:pt x="977" y="326"/>
                    <a:pt x="1210" y="396"/>
                  </a:cubicBezTo>
                  <a:cubicBezTo>
                    <a:pt x="1119" y="285"/>
                    <a:pt x="1007" y="163"/>
                    <a:pt x="905" y="112"/>
                  </a:cubicBezTo>
                  <a:lnTo>
                    <a:pt x="885" y="112"/>
                  </a:lnTo>
                  <a:lnTo>
                    <a:pt x="885" y="102"/>
                  </a:lnTo>
                  <a:lnTo>
                    <a:pt x="875" y="102"/>
                  </a:lnTo>
                  <a:cubicBezTo>
                    <a:pt x="824" y="82"/>
                    <a:pt x="743" y="61"/>
                    <a:pt x="661" y="51"/>
                  </a:cubicBezTo>
                  <a:cubicBezTo>
                    <a:pt x="590" y="41"/>
                    <a:pt x="509" y="30"/>
                    <a:pt x="428" y="30"/>
                  </a:cubicBezTo>
                  <a:cubicBezTo>
                    <a:pt x="316" y="10"/>
                    <a:pt x="204" y="0"/>
                    <a:pt x="10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1879;p36">
              <a:extLst>
                <a:ext uri="{FF2B5EF4-FFF2-40B4-BE49-F238E27FC236}">
                  <a16:creationId xmlns:a16="http://schemas.microsoft.com/office/drawing/2014/main" id="{FBBEDC12-E0B9-46C0-8C87-7AD9AC498527}"/>
                </a:ext>
              </a:extLst>
            </p:cNvPr>
            <p:cNvSpPr/>
            <p:nvPr/>
          </p:nvSpPr>
          <p:spPr>
            <a:xfrm>
              <a:off x="3825325" y="3206050"/>
              <a:ext cx="195750" cy="227025"/>
            </a:xfrm>
            <a:custGeom>
              <a:avLst/>
              <a:gdLst/>
              <a:ahLst/>
              <a:cxnLst/>
              <a:rect l="l" t="t" r="r" b="b"/>
              <a:pathLst>
                <a:path w="7830" h="9081" extrusionOk="0">
                  <a:moveTo>
                    <a:pt x="5311" y="2937"/>
                  </a:moveTo>
                  <a:cubicBezTo>
                    <a:pt x="5596" y="2937"/>
                    <a:pt x="5900" y="3016"/>
                    <a:pt x="6243" y="3264"/>
                  </a:cubicBezTo>
                  <a:cubicBezTo>
                    <a:pt x="6243" y="3264"/>
                    <a:pt x="6487" y="4698"/>
                    <a:pt x="6741" y="5034"/>
                  </a:cubicBezTo>
                  <a:cubicBezTo>
                    <a:pt x="6741" y="5034"/>
                    <a:pt x="6619" y="6437"/>
                    <a:pt x="6233" y="6874"/>
                  </a:cubicBezTo>
                  <a:cubicBezTo>
                    <a:pt x="6233" y="6874"/>
                    <a:pt x="5977" y="6771"/>
                    <a:pt x="5565" y="6771"/>
                  </a:cubicBezTo>
                  <a:cubicBezTo>
                    <a:pt x="5491" y="6771"/>
                    <a:pt x="5412" y="6775"/>
                    <a:pt x="5328" y="6782"/>
                  </a:cubicBezTo>
                  <a:cubicBezTo>
                    <a:pt x="4779" y="6843"/>
                    <a:pt x="4352" y="6874"/>
                    <a:pt x="3914" y="6874"/>
                  </a:cubicBezTo>
                  <a:cubicBezTo>
                    <a:pt x="3467" y="6874"/>
                    <a:pt x="3051" y="6843"/>
                    <a:pt x="2502" y="6782"/>
                  </a:cubicBezTo>
                  <a:cubicBezTo>
                    <a:pt x="2418" y="6775"/>
                    <a:pt x="2339" y="6771"/>
                    <a:pt x="2264" y="6771"/>
                  </a:cubicBezTo>
                  <a:cubicBezTo>
                    <a:pt x="1852" y="6771"/>
                    <a:pt x="1596" y="6874"/>
                    <a:pt x="1596" y="6874"/>
                  </a:cubicBezTo>
                  <a:cubicBezTo>
                    <a:pt x="1210" y="6437"/>
                    <a:pt x="1078" y="5034"/>
                    <a:pt x="1078" y="5034"/>
                  </a:cubicBezTo>
                  <a:cubicBezTo>
                    <a:pt x="1342" y="4698"/>
                    <a:pt x="1586" y="3264"/>
                    <a:pt x="1586" y="3264"/>
                  </a:cubicBezTo>
                  <a:cubicBezTo>
                    <a:pt x="1929" y="3016"/>
                    <a:pt x="2233" y="2937"/>
                    <a:pt x="2519" y="2937"/>
                  </a:cubicBezTo>
                  <a:cubicBezTo>
                    <a:pt x="3003" y="2937"/>
                    <a:pt x="3435" y="3163"/>
                    <a:pt x="3914" y="3163"/>
                  </a:cubicBezTo>
                  <a:cubicBezTo>
                    <a:pt x="4395" y="3163"/>
                    <a:pt x="4826" y="2937"/>
                    <a:pt x="5311" y="2937"/>
                  </a:cubicBezTo>
                  <a:close/>
                  <a:moveTo>
                    <a:pt x="3914" y="0"/>
                  </a:moveTo>
                  <a:cubicBezTo>
                    <a:pt x="3386" y="0"/>
                    <a:pt x="2633" y="316"/>
                    <a:pt x="2410" y="458"/>
                  </a:cubicBezTo>
                  <a:cubicBezTo>
                    <a:pt x="2197" y="601"/>
                    <a:pt x="1820" y="662"/>
                    <a:pt x="1495" y="671"/>
                  </a:cubicBezTo>
                  <a:cubicBezTo>
                    <a:pt x="1180" y="682"/>
                    <a:pt x="631" y="956"/>
                    <a:pt x="437" y="1322"/>
                  </a:cubicBezTo>
                  <a:cubicBezTo>
                    <a:pt x="254" y="1678"/>
                    <a:pt x="122" y="1627"/>
                    <a:pt x="285" y="2085"/>
                  </a:cubicBezTo>
                  <a:cubicBezTo>
                    <a:pt x="437" y="2542"/>
                    <a:pt x="326" y="2980"/>
                    <a:pt x="244" y="3102"/>
                  </a:cubicBezTo>
                  <a:cubicBezTo>
                    <a:pt x="163" y="3224"/>
                    <a:pt x="0" y="3742"/>
                    <a:pt x="82" y="4200"/>
                  </a:cubicBezTo>
                  <a:cubicBezTo>
                    <a:pt x="163" y="4657"/>
                    <a:pt x="488" y="4799"/>
                    <a:pt x="518" y="5043"/>
                  </a:cubicBezTo>
                  <a:cubicBezTo>
                    <a:pt x="549" y="5278"/>
                    <a:pt x="773" y="6294"/>
                    <a:pt x="671" y="6559"/>
                  </a:cubicBezTo>
                  <a:cubicBezTo>
                    <a:pt x="579" y="6823"/>
                    <a:pt x="640" y="7382"/>
                    <a:pt x="844" y="7596"/>
                  </a:cubicBezTo>
                  <a:cubicBezTo>
                    <a:pt x="1043" y="7816"/>
                    <a:pt x="1214" y="8094"/>
                    <a:pt x="1403" y="8094"/>
                  </a:cubicBezTo>
                  <a:cubicBezTo>
                    <a:pt x="1406" y="8094"/>
                    <a:pt x="1410" y="8094"/>
                    <a:pt x="1413" y="8094"/>
                  </a:cubicBezTo>
                  <a:cubicBezTo>
                    <a:pt x="1417" y="8094"/>
                    <a:pt x="1420" y="8093"/>
                    <a:pt x="1423" y="8093"/>
                  </a:cubicBezTo>
                  <a:cubicBezTo>
                    <a:pt x="1611" y="8093"/>
                    <a:pt x="1730" y="8361"/>
                    <a:pt x="1800" y="8511"/>
                  </a:cubicBezTo>
                  <a:cubicBezTo>
                    <a:pt x="1871" y="8674"/>
                    <a:pt x="2328" y="8918"/>
                    <a:pt x="2502" y="8938"/>
                  </a:cubicBezTo>
                  <a:cubicBezTo>
                    <a:pt x="2519" y="8941"/>
                    <a:pt x="2543" y="8942"/>
                    <a:pt x="2571" y="8942"/>
                  </a:cubicBezTo>
                  <a:cubicBezTo>
                    <a:pt x="2639" y="8942"/>
                    <a:pt x="2733" y="8935"/>
                    <a:pt x="2827" y="8927"/>
                  </a:cubicBezTo>
                  <a:cubicBezTo>
                    <a:pt x="2939" y="8912"/>
                    <a:pt x="3057" y="8898"/>
                    <a:pt x="3159" y="8898"/>
                  </a:cubicBezTo>
                  <a:cubicBezTo>
                    <a:pt x="3250" y="8898"/>
                    <a:pt x="3328" y="8909"/>
                    <a:pt x="3376" y="8938"/>
                  </a:cubicBezTo>
                  <a:cubicBezTo>
                    <a:pt x="3548" y="9049"/>
                    <a:pt x="3803" y="9080"/>
                    <a:pt x="3914" y="9080"/>
                  </a:cubicBezTo>
                  <a:cubicBezTo>
                    <a:pt x="4027" y="9080"/>
                    <a:pt x="4280" y="9049"/>
                    <a:pt x="4454" y="8938"/>
                  </a:cubicBezTo>
                  <a:cubicBezTo>
                    <a:pt x="4502" y="8909"/>
                    <a:pt x="4580" y="8898"/>
                    <a:pt x="4671" y="8898"/>
                  </a:cubicBezTo>
                  <a:cubicBezTo>
                    <a:pt x="4772" y="8898"/>
                    <a:pt x="4890" y="8912"/>
                    <a:pt x="5003" y="8927"/>
                  </a:cubicBezTo>
                  <a:cubicBezTo>
                    <a:pt x="5096" y="8935"/>
                    <a:pt x="5190" y="8942"/>
                    <a:pt x="5259" y="8942"/>
                  </a:cubicBezTo>
                  <a:cubicBezTo>
                    <a:pt x="5287" y="8942"/>
                    <a:pt x="5310" y="8941"/>
                    <a:pt x="5328" y="8938"/>
                  </a:cubicBezTo>
                  <a:cubicBezTo>
                    <a:pt x="5501" y="8918"/>
                    <a:pt x="5959" y="8674"/>
                    <a:pt x="6029" y="8511"/>
                  </a:cubicBezTo>
                  <a:cubicBezTo>
                    <a:pt x="6089" y="8361"/>
                    <a:pt x="6218" y="8093"/>
                    <a:pt x="6406" y="8093"/>
                  </a:cubicBezTo>
                  <a:cubicBezTo>
                    <a:pt x="6409" y="8093"/>
                    <a:pt x="6412" y="8094"/>
                    <a:pt x="6416" y="8094"/>
                  </a:cubicBezTo>
                  <a:cubicBezTo>
                    <a:pt x="6419" y="8094"/>
                    <a:pt x="6423" y="8094"/>
                    <a:pt x="6426" y="8094"/>
                  </a:cubicBezTo>
                  <a:cubicBezTo>
                    <a:pt x="6616" y="8094"/>
                    <a:pt x="6785" y="7816"/>
                    <a:pt x="6985" y="7596"/>
                  </a:cubicBezTo>
                  <a:cubicBezTo>
                    <a:pt x="7188" y="7382"/>
                    <a:pt x="7249" y="6823"/>
                    <a:pt x="7148" y="6559"/>
                  </a:cubicBezTo>
                  <a:cubicBezTo>
                    <a:pt x="7057" y="6294"/>
                    <a:pt x="7280" y="5278"/>
                    <a:pt x="7310" y="5043"/>
                  </a:cubicBezTo>
                  <a:cubicBezTo>
                    <a:pt x="7341" y="4799"/>
                    <a:pt x="7656" y="4657"/>
                    <a:pt x="7748" y="4200"/>
                  </a:cubicBezTo>
                  <a:cubicBezTo>
                    <a:pt x="7829" y="3742"/>
                    <a:pt x="7656" y="3224"/>
                    <a:pt x="7585" y="3102"/>
                  </a:cubicBezTo>
                  <a:cubicBezTo>
                    <a:pt x="7504" y="2980"/>
                    <a:pt x="7392" y="2542"/>
                    <a:pt x="7545" y="2085"/>
                  </a:cubicBezTo>
                  <a:cubicBezTo>
                    <a:pt x="7707" y="1627"/>
                    <a:pt x="7575" y="1678"/>
                    <a:pt x="7382" y="1322"/>
                  </a:cubicBezTo>
                  <a:cubicBezTo>
                    <a:pt x="7199" y="956"/>
                    <a:pt x="6650" y="682"/>
                    <a:pt x="6325" y="671"/>
                  </a:cubicBezTo>
                  <a:cubicBezTo>
                    <a:pt x="5999" y="662"/>
                    <a:pt x="5633" y="601"/>
                    <a:pt x="5419" y="458"/>
                  </a:cubicBezTo>
                  <a:cubicBezTo>
                    <a:pt x="5196" y="316"/>
                    <a:pt x="4443" y="0"/>
                    <a:pt x="3914" y="0"/>
                  </a:cubicBezTo>
                  <a:close/>
                </a:path>
              </a:pathLst>
            </a:custGeom>
            <a:solidFill>
              <a:srgbClr val="784B4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Google Shape;1880;p36">
              <a:extLst>
                <a:ext uri="{FF2B5EF4-FFF2-40B4-BE49-F238E27FC236}">
                  <a16:creationId xmlns:a16="http://schemas.microsoft.com/office/drawing/2014/main" id="{33F66280-A07F-4B82-8E53-DE29E485D8B8}"/>
                </a:ext>
              </a:extLst>
            </p:cNvPr>
            <p:cNvSpPr/>
            <p:nvPr/>
          </p:nvSpPr>
          <p:spPr>
            <a:xfrm>
              <a:off x="3966150" y="3629525"/>
              <a:ext cx="71200" cy="54050"/>
            </a:xfrm>
            <a:custGeom>
              <a:avLst/>
              <a:gdLst/>
              <a:ahLst/>
              <a:cxnLst/>
              <a:rect l="l" t="t" r="r" b="b"/>
              <a:pathLst>
                <a:path w="2848" h="2162" extrusionOk="0">
                  <a:moveTo>
                    <a:pt x="1433" y="1"/>
                  </a:moveTo>
                  <a:cubicBezTo>
                    <a:pt x="1403" y="123"/>
                    <a:pt x="1372" y="235"/>
                    <a:pt x="1342" y="346"/>
                  </a:cubicBezTo>
                  <a:cubicBezTo>
                    <a:pt x="1342" y="346"/>
                    <a:pt x="844" y="448"/>
                    <a:pt x="570" y="733"/>
                  </a:cubicBezTo>
                  <a:cubicBezTo>
                    <a:pt x="285" y="1028"/>
                    <a:pt x="0" y="1221"/>
                    <a:pt x="102" y="1374"/>
                  </a:cubicBezTo>
                  <a:cubicBezTo>
                    <a:pt x="148" y="1443"/>
                    <a:pt x="232" y="1462"/>
                    <a:pt x="310" y="1462"/>
                  </a:cubicBezTo>
                  <a:cubicBezTo>
                    <a:pt x="404" y="1462"/>
                    <a:pt x="488" y="1435"/>
                    <a:pt x="488" y="1435"/>
                  </a:cubicBezTo>
                  <a:lnTo>
                    <a:pt x="488" y="1435"/>
                  </a:lnTo>
                  <a:cubicBezTo>
                    <a:pt x="488" y="1435"/>
                    <a:pt x="376" y="1658"/>
                    <a:pt x="539" y="1862"/>
                  </a:cubicBezTo>
                  <a:cubicBezTo>
                    <a:pt x="722" y="2075"/>
                    <a:pt x="1067" y="2075"/>
                    <a:pt x="1067" y="2075"/>
                  </a:cubicBezTo>
                  <a:cubicBezTo>
                    <a:pt x="1067" y="2075"/>
                    <a:pt x="1220" y="2162"/>
                    <a:pt x="1450" y="2162"/>
                  </a:cubicBezTo>
                  <a:cubicBezTo>
                    <a:pt x="1645" y="2162"/>
                    <a:pt x="1895" y="2100"/>
                    <a:pt x="2156" y="1871"/>
                  </a:cubicBezTo>
                  <a:cubicBezTo>
                    <a:pt x="2725" y="1374"/>
                    <a:pt x="2796" y="489"/>
                    <a:pt x="2796" y="489"/>
                  </a:cubicBezTo>
                  <a:cubicBezTo>
                    <a:pt x="2796" y="489"/>
                    <a:pt x="2816" y="428"/>
                    <a:pt x="2847" y="306"/>
                  </a:cubicBezTo>
                  <a:cubicBezTo>
                    <a:pt x="2206" y="214"/>
                    <a:pt x="1708" y="82"/>
                    <a:pt x="1433" y="1"/>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1881;p36">
              <a:extLst>
                <a:ext uri="{FF2B5EF4-FFF2-40B4-BE49-F238E27FC236}">
                  <a16:creationId xmlns:a16="http://schemas.microsoft.com/office/drawing/2014/main" id="{308FD3BB-2EFB-43F6-ACA4-0B91A0F5930A}"/>
                </a:ext>
              </a:extLst>
            </p:cNvPr>
            <p:cNvSpPr/>
            <p:nvPr/>
          </p:nvSpPr>
          <p:spPr>
            <a:xfrm>
              <a:off x="4001725" y="3629800"/>
              <a:ext cx="35625" cy="9175"/>
            </a:xfrm>
            <a:custGeom>
              <a:avLst/>
              <a:gdLst/>
              <a:ahLst/>
              <a:cxnLst/>
              <a:rect l="l" t="t" r="r" b="b"/>
              <a:pathLst>
                <a:path w="1425" h="367" extrusionOk="0">
                  <a:moveTo>
                    <a:pt x="1424" y="305"/>
                  </a:moveTo>
                  <a:cubicBezTo>
                    <a:pt x="1414" y="325"/>
                    <a:pt x="1414" y="346"/>
                    <a:pt x="1404" y="366"/>
                  </a:cubicBezTo>
                  <a:lnTo>
                    <a:pt x="1404" y="366"/>
                  </a:lnTo>
                  <a:cubicBezTo>
                    <a:pt x="1414" y="346"/>
                    <a:pt x="1414" y="325"/>
                    <a:pt x="1424" y="305"/>
                  </a:cubicBezTo>
                  <a:lnTo>
                    <a:pt x="1424" y="305"/>
                  </a:lnTo>
                  <a:close/>
                  <a:moveTo>
                    <a:pt x="1" y="0"/>
                  </a:moveTo>
                  <a:lnTo>
                    <a:pt x="1" y="41"/>
                  </a:lnTo>
                  <a:lnTo>
                    <a:pt x="1" y="41"/>
                  </a:lnTo>
                  <a:lnTo>
                    <a:pt x="1" y="0"/>
                  </a:lnTo>
                  <a:close/>
                </a:path>
              </a:pathLst>
            </a:custGeom>
            <a:solidFill>
              <a:srgbClr val="D0722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1882;p36">
              <a:extLst>
                <a:ext uri="{FF2B5EF4-FFF2-40B4-BE49-F238E27FC236}">
                  <a16:creationId xmlns:a16="http://schemas.microsoft.com/office/drawing/2014/main" id="{6730132A-E9C9-48B8-B086-E7F377C44B71}"/>
                </a:ext>
              </a:extLst>
            </p:cNvPr>
            <p:cNvSpPr/>
            <p:nvPr/>
          </p:nvSpPr>
          <p:spPr>
            <a:xfrm>
              <a:off x="4001725" y="3629800"/>
              <a:ext cx="35625" cy="9175"/>
            </a:xfrm>
            <a:custGeom>
              <a:avLst/>
              <a:gdLst/>
              <a:ahLst/>
              <a:cxnLst/>
              <a:rect l="l" t="t" r="r" b="b"/>
              <a:pathLst>
                <a:path w="1425" h="367" extrusionOk="0">
                  <a:moveTo>
                    <a:pt x="1" y="0"/>
                  </a:moveTo>
                  <a:lnTo>
                    <a:pt x="1" y="41"/>
                  </a:lnTo>
                  <a:cubicBezTo>
                    <a:pt x="224" y="122"/>
                    <a:pt x="783" y="315"/>
                    <a:pt x="1404" y="366"/>
                  </a:cubicBezTo>
                  <a:cubicBezTo>
                    <a:pt x="1414" y="346"/>
                    <a:pt x="1414" y="325"/>
                    <a:pt x="1424" y="305"/>
                  </a:cubicBezTo>
                  <a:cubicBezTo>
                    <a:pt x="1007" y="305"/>
                    <a:pt x="346" y="152"/>
                    <a:pt x="1" y="0"/>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1883;p36">
              <a:extLst>
                <a:ext uri="{FF2B5EF4-FFF2-40B4-BE49-F238E27FC236}">
                  <a16:creationId xmlns:a16="http://schemas.microsoft.com/office/drawing/2014/main" id="{87226B77-95AC-4108-AF64-05C33927C9D9}"/>
                </a:ext>
              </a:extLst>
            </p:cNvPr>
            <p:cNvSpPr/>
            <p:nvPr/>
          </p:nvSpPr>
          <p:spPr>
            <a:xfrm>
              <a:off x="3988250" y="3657475"/>
              <a:ext cx="25" cy="25"/>
            </a:xfrm>
            <a:custGeom>
              <a:avLst/>
              <a:gdLst/>
              <a:ahLst/>
              <a:cxnLst/>
              <a:rect l="l" t="t" r="r" b="b"/>
              <a:pathLst>
                <a:path w="1" h="1" extrusionOk="0">
                  <a:moveTo>
                    <a:pt x="0" y="1"/>
                  </a:moveTo>
                  <a:lnTo>
                    <a:pt x="0" y="1"/>
                  </a:ln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1884;p36">
              <a:extLst>
                <a:ext uri="{FF2B5EF4-FFF2-40B4-BE49-F238E27FC236}">
                  <a16:creationId xmlns:a16="http://schemas.microsoft.com/office/drawing/2014/main" id="{06894FE1-3DE2-431F-83F2-30CAA2CECCEC}"/>
                </a:ext>
              </a:extLst>
            </p:cNvPr>
            <p:cNvSpPr/>
            <p:nvPr/>
          </p:nvSpPr>
          <p:spPr>
            <a:xfrm>
              <a:off x="3977325" y="3657475"/>
              <a:ext cx="10950" cy="18600"/>
            </a:xfrm>
            <a:custGeom>
              <a:avLst/>
              <a:gdLst/>
              <a:ahLst/>
              <a:cxnLst/>
              <a:rect l="l" t="t" r="r" b="b"/>
              <a:pathLst>
                <a:path w="438" h="744" extrusionOk="0">
                  <a:moveTo>
                    <a:pt x="437" y="1"/>
                  </a:moveTo>
                  <a:cubicBezTo>
                    <a:pt x="436" y="1"/>
                    <a:pt x="427" y="10"/>
                    <a:pt x="412" y="27"/>
                  </a:cubicBezTo>
                  <a:lnTo>
                    <a:pt x="412" y="27"/>
                  </a:lnTo>
                  <a:cubicBezTo>
                    <a:pt x="421" y="18"/>
                    <a:pt x="429" y="10"/>
                    <a:pt x="437" y="1"/>
                  </a:cubicBezTo>
                  <a:close/>
                  <a:moveTo>
                    <a:pt x="412" y="27"/>
                  </a:moveTo>
                  <a:cubicBezTo>
                    <a:pt x="201" y="241"/>
                    <a:pt x="41" y="317"/>
                    <a:pt x="41" y="317"/>
                  </a:cubicBezTo>
                  <a:cubicBezTo>
                    <a:pt x="41" y="317"/>
                    <a:pt x="1" y="398"/>
                    <a:pt x="1" y="500"/>
                  </a:cubicBezTo>
                  <a:cubicBezTo>
                    <a:pt x="1" y="570"/>
                    <a:pt x="21" y="652"/>
                    <a:pt x="92" y="744"/>
                  </a:cubicBezTo>
                  <a:cubicBezTo>
                    <a:pt x="101" y="434"/>
                    <a:pt x="334" y="118"/>
                    <a:pt x="412" y="27"/>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1885;p36">
              <a:extLst>
                <a:ext uri="{FF2B5EF4-FFF2-40B4-BE49-F238E27FC236}">
                  <a16:creationId xmlns:a16="http://schemas.microsoft.com/office/drawing/2014/main" id="{A98BA16B-190E-47E4-B80B-FABEEC768380}"/>
                </a:ext>
              </a:extLst>
            </p:cNvPr>
            <p:cNvSpPr/>
            <p:nvPr/>
          </p:nvSpPr>
          <p:spPr>
            <a:xfrm>
              <a:off x="3843125" y="3231975"/>
              <a:ext cx="24925" cy="65600"/>
            </a:xfrm>
            <a:custGeom>
              <a:avLst/>
              <a:gdLst/>
              <a:ahLst/>
              <a:cxnLst/>
              <a:rect l="l" t="t" r="r" b="b"/>
              <a:pathLst>
                <a:path w="997" h="2624" extrusionOk="0">
                  <a:moveTo>
                    <a:pt x="976" y="0"/>
                  </a:moveTo>
                  <a:cubicBezTo>
                    <a:pt x="844" y="21"/>
                    <a:pt x="712" y="52"/>
                    <a:pt x="590" y="113"/>
                  </a:cubicBezTo>
                  <a:cubicBezTo>
                    <a:pt x="498" y="143"/>
                    <a:pt x="183" y="296"/>
                    <a:pt x="193" y="560"/>
                  </a:cubicBezTo>
                  <a:cubicBezTo>
                    <a:pt x="193" y="682"/>
                    <a:pt x="264" y="793"/>
                    <a:pt x="325" y="895"/>
                  </a:cubicBezTo>
                  <a:cubicBezTo>
                    <a:pt x="396" y="997"/>
                    <a:pt x="468" y="1098"/>
                    <a:pt x="457" y="1211"/>
                  </a:cubicBezTo>
                  <a:cubicBezTo>
                    <a:pt x="457" y="1353"/>
                    <a:pt x="346" y="1465"/>
                    <a:pt x="233" y="1577"/>
                  </a:cubicBezTo>
                  <a:cubicBezTo>
                    <a:pt x="183" y="1627"/>
                    <a:pt x="132" y="1678"/>
                    <a:pt x="91" y="1729"/>
                  </a:cubicBezTo>
                  <a:cubicBezTo>
                    <a:pt x="41" y="1800"/>
                    <a:pt x="10" y="1861"/>
                    <a:pt x="10" y="1922"/>
                  </a:cubicBezTo>
                  <a:cubicBezTo>
                    <a:pt x="0" y="2044"/>
                    <a:pt x="71" y="2146"/>
                    <a:pt x="142" y="2237"/>
                  </a:cubicBezTo>
                  <a:lnTo>
                    <a:pt x="163" y="2268"/>
                  </a:lnTo>
                  <a:cubicBezTo>
                    <a:pt x="224" y="2349"/>
                    <a:pt x="305" y="2492"/>
                    <a:pt x="244" y="2594"/>
                  </a:cubicBezTo>
                  <a:cubicBezTo>
                    <a:pt x="233" y="2603"/>
                    <a:pt x="244" y="2614"/>
                    <a:pt x="244" y="2624"/>
                  </a:cubicBezTo>
                  <a:lnTo>
                    <a:pt x="254" y="2624"/>
                  </a:lnTo>
                  <a:cubicBezTo>
                    <a:pt x="264" y="2624"/>
                    <a:pt x="274" y="2624"/>
                    <a:pt x="274" y="2614"/>
                  </a:cubicBezTo>
                  <a:cubicBezTo>
                    <a:pt x="346" y="2492"/>
                    <a:pt x="274" y="2349"/>
                    <a:pt x="193" y="2248"/>
                  </a:cubicBezTo>
                  <a:lnTo>
                    <a:pt x="172" y="2217"/>
                  </a:lnTo>
                  <a:cubicBezTo>
                    <a:pt x="111" y="2126"/>
                    <a:pt x="41" y="2034"/>
                    <a:pt x="41" y="1932"/>
                  </a:cubicBezTo>
                  <a:cubicBezTo>
                    <a:pt x="50" y="1871"/>
                    <a:pt x="71" y="1821"/>
                    <a:pt x="122" y="1760"/>
                  </a:cubicBezTo>
                  <a:cubicBezTo>
                    <a:pt x="163" y="1699"/>
                    <a:pt x="213" y="1648"/>
                    <a:pt x="264" y="1597"/>
                  </a:cubicBezTo>
                  <a:cubicBezTo>
                    <a:pt x="376" y="1485"/>
                    <a:pt x="498" y="1373"/>
                    <a:pt x="498" y="1211"/>
                  </a:cubicBezTo>
                  <a:cubicBezTo>
                    <a:pt x="498" y="1089"/>
                    <a:pt x="427" y="976"/>
                    <a:pt x="366" y="875"/>
                  </a:cubicBezTo>
                  <a:cubicBezTo>
                    <a:pt x="295" y="773"/>
                    <a:pt x="233" y="671"/>
                    <a:pt x="233" y="560"/>
                  </a:cubicBezTo>
                  <a:cubicBezTo>
                    <a:pt x="224" y="316"/>
                    <a:pt x="518" y="183"/>
                    <a:pt x="600" y="143"/>
                  </a:cubicBezTo>
                  <a:cubicBezTo>
                    <a:pt x="722" y="92"/>
                    <a:pt x="854" y="52"/>
                    <a:pt x="976" y="31"/>
                  </a:cubicBezTo>
                  <a:cubicBezTo>
                    <a:pt x="986" y="31"/>
                    <a:pt x="996" y="21"/>
                    <a:pt x="996" y="11"/>
                  </a:cubicBezTo>
                  <a:cubicBezTo>
                    <a:pt x="996" y="0"/>
                    <a:pt x="986" y="0"/>
                    <a:pt x="976" y="0"/>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1886;p36">
              <a:extLst>
                <a:ext uri="{FF2B5EF4-FFF2-40B4-BE49-F238E27FC236}">
                  <a16:creationId xmlns:a16="http://schemas.microsoft.com/office/drawing/2014/main" id="{22289E35-8972-4553-9310-C1FC189DBDD5}"/>
                </a:ext>
              </a:extLst>
            </p:cNvPr>
            <p:cNvSpPr/>
            <p:nvPr/>
          </p:nvSpPr>
          <p:spPr>
            <a:xfrm>
              <a:off x="3875650" y="3225375"/>
              <a:ext cx="15525" cy="47550"/>
            </a:xfrm>
            <a:custGeom>
              <a:avLst/>
              <a:gdLst/>
              <a:ahLst/>
              <a:cxnLst/>
              <a:rect l="l" t="t" r="r" b="b"/>
              <a:pathLst>
                <a:path w="621" h="1902" extrusionOk="0">
                  <a:moveTo>
                    <a:pt x="437" y="0"/>
                  </a:moveTo>
                  <a:cubicBezTo>
                    <a:pt x="428" y="0"/>
                    <a:pt x="428" y="11"/>
                    <a:pt x="417" y="11"/>
                  </a:cubicBezTo>
                  <a:lnTo>
                    <a:pt x="102" y="417"/>
                  </a:lnTo>
                  <a:cubicBezTo>
                    <a:pt x="71" y="458"/>
                    <a:pt x="41" y="499"/>
                    <a:pt x="21" y="549"/>
                  </a:cubicBezTo>
                  <a:cubicBezTo>
                    <a:pt x="1" y="610"/>
                    <a:pt x="1" y="671"/>
                    <a:pt x="31" y="722"/>
                  </a:cubicBezTo>
                  <a:cubicBezTo>
                    <a:pt x="51" y="763"/>
                    <a:pt x="102" y="783"/>
                    <a:pt x="132" y="804"/>
                  </a:cubicBezTo>
                  <a:lnTo>
                    <a:pt x="356" y="926"/>
                  </a:lnTo>
                  <a:cubicBezTo>
                    <a:pt x="417" y="956"/>
                    <a:pt x="468" y="987"/>
                    <a:pt x="519" y="1027"/>
                  </a:cubicBezTo>
                  <a:cubicBezTo>
                    <a:pt x="559" y="1078"/>
                    <a:pt x="590" y="1139"/>
                    <a:pt x="580" y="1190"/>
                  </a:cubicBezTo>
                  <a:cubicBezTo>
                    <a:pt x="570" y="1240"/>
                    <a:pt x="529" y="1292"/>
                    <a:pt x="458" y="1353"/>
                  </a:cubicBezTo>
                  <a:cubicBezTo>
                    <a:pt x="448" y="1362"/>
                    <a:pt x="437" y="1362"/>
                    <a:pt x="428" y="1373"/>
                  </a:cubicBezTo>
                  <a:cubicBezTo>
                    <a:pt x="376" y="1414"/>
                    <a:pt x="326" y="1444"/>
                    <a:pt x="295" y="1495"/>
                  </a:cubicBezTo>
                  <a:cubicBezTo>
                    <a:pt x="245" y="1576"/>
                    <a:pt x="234" y="1688"/>
                    <a:pt x="285" y="1769"/>
                  </a:cubicBezTo>
                  <a:cubicBezTo>
                    <a:pt x="336" y="1851"/>
                    <a:pt x="428" y="1902"/>
                    <a:pt x="509" y="1902"/>
                  </a:cubicBezTo>
                  <a:cubicBezTo>
                    <a:pt x="519" y="1902"/>
                    <a:pt x="529" y="1902"/>
                    <a:pt x="539" y="1891"/>
                  </a:cubicBezTo>
                  <a:cubicBezTo>
                    <a:pt x="550" y="1891"/>
                    <a:pt x="559" y="1881"/>
                    <a:pt x="550" y="1871"/>
                  </a:cubicBezTo>
                  <a:cubicBezTo>
                    <a:pt x="550" y="1861"/>
                    <a:pt x="539" y="1861"/>
                    <a:pt x="529" y="1861"/>
                  </a:cubicBezTo>
                  <a:lnTo>
                    <a:pt x="509" y="1861"/>
                  </a:lnTo>
                  <a:cubicBezTo>
                    <a:pt x="437" y="1861"/>
                    <a:pt x="356" y="1820"/>
                    <a:pt x="326" y="1749"/>
                  </a:cubicBezTo>
                  <a:cubicBezTo>
                    <a:pt x="275" y="1688"/>
                    <a:pt x="285" y="1586"/>
                    <a:pt x="326" y="1515"/>
                  </a:cubicBezTo>
                  <a:cubicBezTo>
                    <a:pt x="356" y="1475"/>
                    <a:pt x="397" y="1444"/>
                    <a:pt x="448" y="1403"/>
                  </a:cubicBezTo>
                  <a:cubicBezTo>
                    <a:pt x="458" y="1393"/>
                    <a:pt x="468" y="1393"/>
                    <a:pt x="489" y="1383"/>
                  </a:cubicBezTo>
                  <a:cubicBezTo>
                    <a:pt x="539" y="1342"/>
                    <a:pt x="600" y="1281"/>
                    <a:pt x="620" y="1200"/>
                  </a:cubicBezTo>
                  <a:cubicBezTo>
                    <a:pt x="620" y="1129"/>
                    <a:pt x="600" y="1057"/>
                    <a:pt x="539" y="1007"/>
                  </a:cubicBezTo>
                  <a:cubicBezTo>
                    <a:pt x="498" y="956"/>
                    <a:pt x="437" y="926"/>
                    <a:pt x="376" y="895"/>
                  </a:cubicBezTo>
                  <a:lnTo>
                    <a:pt x="153" y="773"/>
                  </a:lnTo>
                  <a:cubicBezTo>
                    <a:pt x="123" y="752"/>
                    <a:pt x="82" y="732"/>
                    <a:pt x="62" y="702"/>
                  </a:cubicBezTo>
                  <a:cubicBezTo>
                    <a:pt x="41" y="661"/>
                    <a:pt x="31" y="610"/>
                    <a:pt x="51" y="569"/>
                  </a:cubicBezTo>
                  <a:cubicBezTo>
                    <a:pt x="71" y="519"/>
                    <a:pt x="102" y="478"/>
                    <a:pt x="132" y="447"/>
                  </a:cubicBezTo>
                  <a:lnTo>
                    <a:pt x="448" y="31"/>
                  </a:lnTo>
                  <a:cubicBezTo>
                    <a:pt x="458" y="20"/>
                    <a:pt x="458" y="11"/>
                    <a:pt x="448" y="11"/>
                  </a:cubicBezTo>
                  <a:cubicBezTo>
                    <a:pt x="448" y="0"/>
                    <a:pt x="437" y="0"/>
                    <a:pt x="437" y="0"/>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1887;p36">
              <a:extLst>
                <a:ext uri="{FF2B5EF4-FFF2-40B4-BE49-F238E27FC236}">
                  <a16:creationId xmlns:a16="http://schemas.microsoft.com/office/drawing/2014/main" id="{6D01E1AF-A8D0-44B5-B573-A2ACBD4224E9}"/>
                </a:ext>
              </a:extLst>
            </p:cNvPr>
            <p:cNvSpPr/>
            <p:nvPr/>
          </p:nvSpPr>
          <p:spPr>
            <a:xfrm>
              <a:off x="3901825" y="3223850"/>
              <a:ext cx="22150" cy="40450"/>
            </a:xfrm>
            <a:custGeom>
              <a:avLst/>
              <a:gdLst/>
              <a:ahLst/>
              <a:cxnLst/>
              <a:rect l="l" t="t" r="r" b="b"/>
              <a:pathLst>
                <a:path w="886" h="1618" extrusionOk="0">
                  <a:moveTo>
                    <a:pt x="671" y="0"/>
                  </a:moveTo>
                  <a:cubicBezTo>
                    <a:pt x="610" y="0"/>
                    <a:pt x="540" y="31"/>
                    <a:pt x="479" y="81"/>
                  </a:cubicBezTo>
                  <a:cubicBezTo>
                    <a:pt x="418" y="133"/>
                    <a:pt x="366" y="203"/>
                    <a:pt x="326" y="305"/>
                  </a:cubicBezTo>
                  <a:cubicBezTo>
                    <a:pt x="255" y="508"/>
                    <a:pt x="255" y="712"/>
                    <a:pt x="326" y="865"/>
                  </a:cubicBezTo>
                  <a:lnTo>
                    <a:pt x="357" y="926"/>
                  </a:lnTo>
                  <a:cubicBezTo>
                    <a:pt x="366" y="956"/>
                    <a:pt x="387" y="987"/>
                    <a:pt x="397" y="1027"/>
                  </a:cubicBezTo>
                  <a:cubicBezTo>
                    <a:pt x="418" y="1078"/>
                    <a:pt x="407" y="1139"/>
                    <a:pt x="387" y="1170"/>
                  </a:cubicBezTo>
                  <a:cubicBezTo>
                    <a:pt x="357" y="1210"/>
                    <a:pt x="316" y="1220"/>
                    <a:pt x="275" y="1240"/>
                  </a:cubicBezTo>
                  <a:cubicBezTo>
                    <a:pt x="255" y="1240"/>
                    <a:pt x="235" y="1251"/>
                    <a:pt x="214" y="1261"/>
                  </a:cubicBezTo>
                  <a:cubicBezTo>
                    <a:pt x="82" y="1312"/>
                    <a:pt x="0" y="1464"/>
                    <a:pt x="11" y="1606"/>
                  </a:cubicBezTo>
                  <a:cubicBezTo>
                    <a:pt x="11" y="1617"/>
                    <a:pt x="21" y="1617"/>
                    <a:pt x="31" y="1617"/>
                  </a:cubicBezTo>
                  <a:cubicBezTo>
                    <a:pt x="41" y="1617"/>
                    <a:pt x="52" y="1606"/>
                    <a:pt x="52" y="1597"/>
                  </a:cubicBezTo>
                  <a:cubicBezTo>
                    <a:pt x="41" y="1475"/>
                    <a:pt x="113" y="1342"/>
                    <a:pt x="235" y="1292"/>
                  </a:cubicBezTo>
                  <a:cubicBezTo>
                    <a:pt x="244" y="1281"/>
                    <a:pt x="265" y="1281"/>
                    <a:pt x="285" y="1271"/>
                  </a:cubicBezTo>
                  <a:cubicBezTo>
                    <a:pt x="326" y="1261"/>
                    <a:pt x="377" y="1240"/>
                    <a:pt x="407" y="1200"/>
                  </a:cubicBezTo>
                  <a:cubicBezTo>
                    <a:pt x="448" y="1149"/>
                    <a:pt x="458" y="1078"/>
                    <a:pt x="438" y="1017"/>
                  </a:cubicBezTo>
                  <a:cubicBezTo>
                    <a:pt x="418" y="976"/>
                    <a:pt x="407" y="946"/>
                    <a:pt x="387" y="905"/>
                  </a:cubicBezTo>
                  <a:cubicBezTo>
                    <a:pt x="377" y="885"/>
                    <a:pt x="366" y="874"/>
                    <a:pt x="357" y="854"/>
                  </a:cubicBezTo>
                  <a:cubicBezTo>
                    <a:pt x="285" y="702"/>
                    <a:pt x="296" y="508"/>
                    <a:pt x="357" y="325"/>
                  </a:cubicBezTo>
                  <a:cubicBezTo>
                    <a:pt x="397" y="224"/>
                    <a:pt x="448" y="153"/>
                    <a:pt x="499" y="112"/>
                  </a:cubicBezTo>
                  <a:cubicBezTo>
                    <a:pt x="549" y="61"/>
                    <a:pt x="621" y="41"/>
                    <a:pt x="671" y="41"/>
                  </a:cubicBezTo>
                  <a:cubicBezTo>
                    <a:pt x="692" y="41"/>
                    <a:pt x="712" y="41"/>
                    <a:pt x="732" y="51"/>
                  </a:cubicBezTo>
                  <a:cubicBezTo>
                    <a:pt x="784" y="61"/>
                    <a:pt x="814" y="92"/>
                    <a:pt x="845" y="133"/>
                  </a:cubicBezTo>
                  <a:cubicBezTo>
                    <a:pt x="845" y="142"/>
                    <a:pt x="854" y="142"/>
                    <a:pt x="865" y="142"/>
                  </a:cubicBezTo>
                  <a:lnTo>
                    <a:pt x="875" y="142"/>
                  </a:lnTo>
                  <a:cubicBezTo>
                    <a:pt x="875" y="133"/>
                    <a:pt x="885" y="122"/>
                    <a:pt x="875" y="112"/>
                  </a:cubicBezTo>
                  <a:cubicBezTo>
                    <a:pt x="845" y="61"/>
                    <a:pt x="793" y="31"/>
                    <a:pt x="743" y="11"/>
                  </a:cubicBezTo>
                  <a:cubicBezTo>
                    <a:pt x="723" y="11"/>
                    <a:pt x="702" y="0"/>
                    <a:pt x="671" y="0"/>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1888;p36">
              <a:extLst>
                <a:ext uri="{FF2B5EF4-FFF2-40B4-BE49-F238E27FC236}">
                  <a16:creationId xmlns:a16="http://schemas.microsoft.com/office/drawing/2014/main" id="{B9FDC189-E6F4-41EE-8A78-A3C915FA3DE9}"/>
                </a:ext>
              </a:extLst>
            </p:cNvPr>
            <p:cNvSpPr/>
            <p:nvPr/>
          </p:nvSpPr>
          <p:spPr>
            <a:xfrm>
              <a:off x="3932825" y="3216200"/>
              <a:ext cx="11725" cy="58775"/>
            </a:xfrm>
            <a:custGeom>
              <a:avLst/>
              <a:gdLst/>
              <a:ahLst/>
              <a:cxnLst/>
              <a:rect l="l" t="t" r="r" b="b"/>
              <a:pathLst>
                <a:path w="469" h="2351" extrusionOk="0">
                  <a:moveTo>
                    <a:pt x="32" y="1"/>
                  </a:moveTo>
                  <a:cubicBezTo>
                    <a:pt x="21" y="1"/>
                    <a:pt x="11" y="1"/>
                    <a:pt x="11" y="12"/>
                  </a:cubicBezTo>
                  <a:cubicBezTo>
                    <a:pt x="1" y="21"/>
                    <a:pt x="11" y="32"/>
                    <a:pt x="21" y="32"/>
                  </a:cubicBezTo>
                  <a:cubicBezTo>
                    <a:pt x="163" y="52"/>
                    <a:pt x="286" y="134"/>
                    <a:pt x="357" y="235"/>
                  </a:cubicBezTo>
                  <a:cubicBezTo>
                    <a:pt x="418" y="357"/>
                    <a:pt x="428" y="509"/>
                    <a:pt x="357" y="611"/>
                  </a:cubicBezTo>
                  <a:lnTo>
                    <a:pt x="326" y="642"/>
                  </a:lnTo>
                  <a:cubicBezTo>
                    <a:pt x="316" y="672"/>
                    <a:pt x="296" y="692"/>
                    <a:pt x="286" y="713"/>
                  </a:cubicBezTo>
                  <a:cubicBezTo>
                    <a:pt x="235" y="814"/>
                    <a:pt x="286" y="927"/>
                    <a:pt x="326" y="1018"/>
                  </a:cubicBezTo>
                  <a:cubicBezTo>
                    <a:pt x="357" y="1110"/>
                    <a:pt x="387" y="1191"/>
                    <a:pt x="387" y="1262"/>
                  </a:cubicBezTo>
                  <a:cubicBezTo>
                    <a:pt x="398" y="1354"/>
                    <a:pt x="377" y="1435"/>
                    <a:pt x="326" y="1496"/>
                  </a:cubicBezTo>
                  <a:cubicBezTo>
                    <a:pt x="306" y="1526"/>
                    <a:pt x="276" y="1546"/>
                    <a:pt x="245" y="1577"/>
                  </a:cubicBezTo>
                  <a:cubicBezTo>
                    <a:pt x="204" y="1607"/>
                    <a:pt x="163" y="1648"/>
                    <a:pt x="133" y="1699"/>
                  </a:cubicBezTo>
                  <a:cubicBezTo>
                    <a:pt x="113" y="1740"/>
                    <a:pt x="113" y="1781"/>
                    <a:pt x="102" y="1821"/>
                  </a:cubicBezTo>
                  <a:cubicBezTo>
                    <a:pt x="93" y="1994"/>
                    <a:pt x="133" y="2187"/>
                    <a:pt x="215" y="2340"/>
                  </a:cubicBezTo>
                  <a:cubicBezTo>
                    <a:pt x="215" y="2350"/>
                    <a:pt x="224" y="2350"/>
                    <a:pt x="235" y="2350"/>
                  </a:cubicBezTo>
                  <a:lnTo>
                    <a:pt x="245" y="2350"/>
                  </a:lnTo>
                  <a:cubicBezTo>
                    <a:pt x="255" y="2350"/>
                    <a:pt x="255" y="2330"/>
                    <a:pt x="245" y="2330"/>
                  </a:cubicBezTo>
                  <a:cubicBezTo>
                    <a:pt x="163" y="2177"/>
                    <a:pt x="133" y="1994"/>
                    <a:pt x="143" y="1821"/>
                  </a:cubicBezTo>
                  <a:cubicBezTo>
                    <a:pt x="143" y="1790"/>
                    <a:pt x="154" y="1750"/>
                    <a:pt x="163" y="1709"/>
                  </a:cubicBezTo>
                  <a:cubicBezTo>
                    <a:pt x="194" y="1668"/>
                    <a:pt x="224" y="1638"/>
                    <a:pt x="276" y="1598"/>
                  </a:cubicBezTo>
                  <a:cubicBezTo>
                    <a:pt x="306" y="1577"/>
                    <a:pt x="337" y="1546"/>
                    <a:pt x="357" y="1516"/>
                  </a:cubicBezTo>
                  <a:cubicBezTo>
                    <a:pt x="418" y="1455"/>
                    <a:pt x="438" y="1363"/>
                    <a:pt x="428" y="1262"/>
                  </a:cubicBezTo>
                  <a:cubicBezTo>
                    <a:pt x="418" y="1180"/>
                    <a:pt x="398" y="1099"/>
                    <a:pt x="357" y="1008"/>
                  </a:cubicBezTo>
                  <a:cubicBezTo>
                    <a:pt x="316" y="916"/>
                    <a:pt x="276" y="814"/>
                    <a:pt x="316" y="733"/>
                  </a:cubicBezTo>
                  <a:cubicBezTo>
                    <a:pt x="326" y="713"/>
                    <a:pt x="347" y="692"/>
                    <a:pt x="357" y="672"/>
                  </a:cubicBezTo>
                  <a:cubicBezTo>
                    <a:pt x="367" y="652"/>
                    <a:pt x="377" y="642"/>
                    <a:pt x="387" y="631"/>
                  </a:cubicBezTo>
                  <a:cubicBezTo>
                    <a:pt x="469" y="509"/>
                    <a:pt x="469" y="347"/>
                    <a:pt x="387" y="215"/>
                  </a:cubicBezTo>
                  <a:cubicBezTo>
                    <a:pt x="316" y="103"/>
                    <a:pt x="174" y="21"/>
                    <a:pt x="32" y="1"/>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1889;p36">
              <a:extLst>
                <a:ext uri="{FF2B5EF4-FFF2-40B4-BE49-F238E27FC236}">
                  <a16:creationId xmlns:a16="http://schemas.microsoft.com/office/drawing/2014/main" id="{BFBC46E0-04A8-4F9B-A899-8C54429703EC}"/>
                </a:ext>
              </a:extLst>
            </p:cNvPr>
            <p:cNvSpPr/>
            <p:nvPr/>
          </p:nvSpPr>
          <p:spPr>
            <a:xfrm>
              <a:off x="3958525" y="3229175"/>
              <a:ext cx="22625" cy="38675"/>
            </a:xfrm>
            <a:custGeom>
              <a:avLst/>
              <a:gdLst/>
              <a:ahLst/>
              <a:cxnLst/>
              <a:rect l="l" t="t" r="r" b="b"/>
              <a:pathLst>
                <a:path w="905" h="1547" extrusionOk="0">
                  <a:moveTo>
                    <a:pt x="732" y="1"/>
                  </a:moveTo>
                  <a:cubicBezTo>
                    <a:pt x="671" y="1"/>
                    <a:pt x="620" y="21"/>
                    <a:pt x="570" y="42"/>
                  </a:cubicBezTo>
                  <a:cubicBezTo>
                    <a:pt x="498" y="72"/>
                    <a:pt x="387" y="112"/>
                    <a:pt x="356" y="214"/>
                  </a:cubicBezTo>
                  <a:cubicBezTo>
                    <a:pt x="315" y="316"/>
                    <a:pt x="356" y="417"/>
                    <a:pt x="407" y="509"/>
                  </a:cubicBezTo>
                  <a:cubicBezTo>
                    <a:pt x="417" y="539"/>
                    <a:pt x="427" y="560"/>
                    <a:pt x="437" y="580"/>
                  </a:cubicBezTo>
                  <a:cubicBezTo>
                    <a:pt x="468" y="661"/>
                    <a:pt x="488" y="753"/>
                    <a:pt x="478" y="824"/>
                  </a:cubicBezTo>
                  <a:cubicBezTo>
                    <a:pt x="457" y="916"/>
                    <a:pt x="417" y="987"/>
                    <a:pt x="346" y="1027"/>
                  </a:cubicBezTo>
                  <a:cubicBezTo>
                    <a:pt x="315" y="1058"/>
                    <a:pt x="265" y="1068"/>
                    <a:pt x="224" y="1088"/>
                  </a:cubicBezTo>
                  <a:cubicBezTo>
                    <a:pt x="142" y="1109"/>
                    <a:pt x="61" y="1140"/>
                    <a:pt x="30" y="1210"/>
                  </a:cubicBezTo>
                  <a:cubicBezTo>
                    <a:pt x="0" y="1271"/>
                    <a:pt x="0" y="1332"/>
                    <a:pt x="10" y="1393"/>
                  </a:cubicBezTo>
                  <a:cubicBezTo>
                    <a:pt x="10" y="1434"/>
                    <a:pt x="20" y="1475"/>
                    <a:pt x="10" y="1515"/>
                  </a:cubicBezTo>
                  <a:cubicBezTo>
                    <a:pt x="10" y="1526"/>
                    <a:pt x="10" y="1536"/>
                    <a:pt x="20" y="1546"/>
                  </a:cubicBezTo>
                  <a:lnTo>
                    <a:pt x="30" y="1546"/>
                  </a:lnTo>
                  <a:cubicBezTo>
                    <a:pt x="30" y="1546"/>
                    <a:pt x="41" y="1536"/>
                    <a:pt x="41" y="1526"/>
                  </a:cubicBezTo>
                  <a:cubicBezTo>
                    <a:pt x="51" y="1485"/>
                    <a:pt x="51" y="1434"/>
                    <a:pt x="51" y="1393"/>
                  </a:cubicBezTo>
                  <a:cubicBezTo>
                    <a:pt x="41" y="1332"/>
                    <a:pt x="41" y="1282"/>
                    <a:pt x="61" y="1231"/>
                  </a:cubicBezTo>
                  <a:cubicBezTo>
                    <a:pt x="91" y="1170"/>
                    <a:pt x="163" y="1149"/>
                    <a:pt x="234" y="1119"/>
                  </a:cubicBezTo>
                  <a:cubicBezTo>
                    <a:pt x="285" y="1109"/>
                    <a:pt x="326" y="1088"/>
                    <a:pt x="366" y="1068"/>
                  </a:cubicBezTo>
                  <a:cubicBezTo>
                    <a:pt x="448" y="1018"/>
                    <a:pt x="498" y="926"/>
                    <a:pt x="509" y="835"/>
                  </a:cubicBezTo>
                  <a:cubicBezTo>
                    <a:pt x="518" y="743"/>
                    <a:pt x="509" y="661"/>
                    <a:pt x="468" y="560"/>
                  </a:cubicBezTo>
                  <a:lnTo>
                    <a:pt x="437" y="499"/>
                  </a:lnTo>
                  <a:cubicBezTo>
                    <a:pt x="396" y="408"/>
                    <a:pt x="356" y="316"/>
                    <a:pt x="387" y="225"/>
                  </a:cubicBezTo>
                  <a:cubicBezTo>
                    <a:pt x="417" y="143"/>
                    <a:pt x="518" y="103"/>
                    <a:pt x="579" y="72"/>
                  </a:cubicBezTo>
                  <a:cubicBezTo>
                    <a:pt x="631" y="62"/>
                    <a:pt x="681" y="42"/>
                    <a:pt x="732" y="42"/>
                  </a:cubicBezTo>
                  <a:lnTo>
                    <a:pt x="742" y="42"/>
                  </a:lnTo>
                  <a:cubicBezTo>
                    <a:pt x="793" y="42"/>
                    <a:pt x="844" y="72"/>
                    <a:pt x="864" y="103"/>
                  </a:cubicBezTo>
                  <a:cubicBezTo>
                    <a:pt x="864" y="112"/>
                    <a:pt x="875" y="112"/>
                    <a:pt x="884" y="112"/>
                  </a:cubicBezTo>
                  <a:lnTo>
                    <a:pt x="895" y="112"/>
                  </a:lnTo>
                  <a:cubicBezTo>
                    <a:pt x="895" y="112"/>
                    <a:pt x="905" y="92"/>
                    <a:pt x="895" y="92"/>
                  </a:cubicBezTo>
                  <a:cubicBezTo>
                    <a:pt x="864" y="42"/>
                    <a:pt x="803" y="11"/>
                    <a:pt x="742" y="1"/>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1890;p36">
              <a:extLst>
                <a:ext uri="{FF2B5EF4-FFF2-40B4-BE49-F238E27FC236}">
                  <a16:creationId xmlns:a16="http://schemas.microsoft.com/office/drawing/2014/main" id="{AF5345F1-82BE-4BE8-8A48-1B6D751DC6C3}"/>
                </a:ext>
              </a:extLst>
            </p:cNvPr>
            <p:cNvSpPr/>
            <p:nvPr/>
          </p:nvSpPr>
          <p:spPr>
            <a:xfrm>
              <a:off x="3994850" y="3238575"/>
              <a:ext cx="10200" cy="65600"/>
            </a:xfrm>
            <a:custGeom>
              <a:avLst/>
              <a:gdLst/>
              <a:ahLst/>
              <a:cxnLst/>
              <a:rect l="l" t="t" r="r" b="b"/>
              <a:pathLst>
                <a:path w="408" h="2624" extrusionOk="0">
                  <a:moveTo>
                    <a:pt x="62" y="1"/>
                  </a:moveTo>
                  <a:cubicBezTo>
                    <a:pt x="62" y="1"/>
                    <a:pt x="52" y="1"/>
                    <a:pt x="52" y="11"/>
                  </a:cubicBezTo>
                  <a:cubicBezTo>
                    <a:pt x="41" y="11"/>
                    <a:pt x="41" y="32"/>
                    <a:pt x="52" y="32"/>
                  </a:cubicBezTo>
                  <a:cubicBezTo>
                    <a:pt x="163" y="143"/>
                    <a:pt x="265" y="255"/>
                    <a:pt x="265" y="398"/>
                  </a:cubicBezTo>
                  <a:cubicBezTo>
                    <a:pt x="255" y="520"/>
                    <a:pt x="163" y="621"/>
                    <a:pt x="93" y="682"/>
                  </a:cubicBezTo>
                  <a:cubicBezTo>
                    <a:pt x="52" y="712"/>
                    <a:pt x="1" y="753"/>
                    <a:pt x="11" y="804"/>
                  </a:cubicBezTo>
                  <a:cubicBezTo>
                    <a:pt x="11" y="834"/>
                    <a:pt x="21" y="855"/>
                    <a:pt x="32" y="875"/>
                  </a:cubicBezTo>
                  <a:cubicBezTo>
                    <a:pt x="72" y="936"/>
                    <a:pt x="123" y="987"/>
                    <a:pt x="174" y="1038"/>
                  </a:cubicBezTo>
                  <a:cubicBezTo>
                    <a:pt x="224" y="1089"/>
                    <a:pt x="285" y="1139"/>
                    <a:pt x="316" y="1201"/>
                  </a:cubicBezTo>
                  <a:cubicBezTo>
                    <a:pt x="367" y="1292"/>
                    <a:pt x="377" y="1414"/>
                    <a:pt x="337" y="1506"/>
                  </a:cubicBezTo>
                  <a:cubicBezTo>
                    <a:pt x="306" y="1577"/>
                    <a:pt x="255" y="1638"/>
                    <a:pt x="204" y="1699"/>
                  </a:cubicBezTo>
                  <a:cubicBezTo>
                    <a:pt x="163" y="1750"/>
                    <a:pt x="113" y="1811"/>
                    <a:pt x="82" y="1872"/>
                  </a:cubicBezTo>
                  <a:cubicBezTo>
                    <a:pt x="32" y="1994"/>
                    <a:pt x="32" y="2136"/>
                    <a:pt x="82" y="2278"/>
                  </a:cubicBezTo>
                  <a:cubicBezTo>
                    <a:pt x="113" y="2391"/>
                    <a:pt x="184" y="2492"/>
                    <a:pt x="296" y="2614"/>
                  </a:cubicBezTo>
                  <a:lnTo>
                    <a:pt x="306" y="2624"/>
                  </a:lnTo>
                  <a:cubicBezTo>
                    <a:pt x="316" y="2624"/>
                    <a:pt x="316" y="2614"/>
                    <a:pt x="316" y="2614"/>
                  </a:cubicBezTo>
                  <a:cubicBezTo>
                    <a:pt x="326" y="2604"/>
                    <a:pt x="326" y="2594"/>
                    <a:pt x="326" y="2583"/>
                  </a:cubicBezTo>
                  <a:cubicBezTo>
                    <a:pt x="215" y="2472"/>
                    <a:pt x="154" y="2370"/>
                    <a:pt x="113" y="2258"/>
                  </a:cubicBezTo>
                  <a:cubicBezTo>
                    <a:pt x="72" y="2136"/>
                    <a:pt x="72" y="1994"/>
                    <a:pt x="123" y="1892"/>
                  </a:cubicBezTo>
                  <a:cubicBezTo>
                    <a:pt x="143" y="1831"/>
                    <a:pt x="194" y="1770"/>
                    <a:pt x="235" y="1719"/>
                  </a:cubicBezTo>
                  <a:cubicBezTo>
                    <a:pt x="285" y="1658"/>
                    <a:pt x="337" y="1597"/>
                    <a:pt x="367" y="1516"/>
                  </a:cubicBezTo>
                  <a:cubicBezTo>
                    <a:pt x="407" y="1414"/>
                    <a:pt x="407" y="1292"/>
                    <a:pt x="346" y="1191"/>
                  </a:cubicBezTo>
                  <a:cubicBezTo>
                    <a:pt x="316" y="1119"/>
                    <a:pt x="255" y="1058"/>
                    <a:pt x="194" y="1008"/>
                  </a:cubicBezTo>
                  <a:cubicBezTo>
                    <a:pt x="154" y="956"/>
                    <a:pt x="102" y="906"/>
                    <a:pt x="62" y="855"/>
                  </a:cubicBezTo>
                  <a:cubicBezTo>
                    <a:pt x="52" y="834"/>
                    <a:pt x="41" y="825"/>
                    <a:pt x="41" y="804"/>
                  </a:cubicBezTo>
                  <a:cubicBezTo>
                    <a:pt x="41" y="773"/>
                    <a:pt x="82" y="743"/>
                    <a:pt x="113" y="712"/>
                  </a:cubicBezTo>
                  <a:cubicBezTo>
                    <a:pt x="194" y="651"/>
                    <a:pt x="296" y="540"/>
                    <a:pt x="296" y="398"/>
                  </a:cubicBezTo>
                  <a:cubicBezTo>
                    <a:pt x="306" y="245"/>
                    <a:pt x="184" y="113"/>
                    <a:pt x="82" y="11"/>
                  </a:cubicBezTo>
                  <a:cubicBezTo>
                    <a:pt x="72" y="1"/>
                    <a:pt x="72" y="1"/>
                    <a:pt x="62" y="1"/>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1891;p36">
              <a:extLst>
                <a:ext uri="{FF2B5EF4-FFF2-40B4-BE49-F238E27FC236}">
                  <a16:creationId xmlns:a16="http://schemas.microsoft.com/office/drawing/2014/main" id="{37138C70-612C-4EB8-9B3F-09E637FA1255}"/>
                </a:ext>
              </a:extLst>
            </p:cNvPr>
            <p:cNvSpPr/>
            <p:nvPr/>
          </p:nvSpPr>
          <p:spPr>
            <a:xfrm>
              <a:off x="3850750" y="3379150"/>
              <a:ext cx="40925" cy="38675"/>
            </a:xfrm>
            <a:custGeom>
              <a:avLst/>
              <a:gdLst/>
              <a:ahLst/>
              <a:cxnLst/>
              <a:rect l="l" t="t" r="r" b="b"/>
              <a:pathLst>
                <a:path w="1637" h="1547" extrusionOk="0">
                  <a:moveTo>
                    <a:pt x="71" y="1"/>
                  </a:moveTo>
                  <a:cubicBezTo>
                    <a:pt x="71" y="1"/>
                    <a:pt x="61" y="1"/>
                    <a:pt x="61" y="11"/>
                  </a:cubicBezTo>
                  <a:cubicBezTo>
                    <a:pt x="0" y="112"/>
                    <a:pt x="71" y="245"/>
                    <a:pt x="163" y="306"/>
                  </a:cubicBezTo>
                  <a:cubicBezTo>
                    <a:pt x="254" y="367"/>
                    <a:pt x="376" y="377"/>
                    <a:pt x="478" y="377"/>
                  </a:cubicBezTo>
                  <a:lnTo>
                    <a:pt x="508" y="387"/>
                  </a:lnTo>
                  <a:cubicBezTo>
                    <a:pt x="600" y="387"/>
                    <a:pt x="701" y="387"/>
                    <a:pt x="793" y="428"/>
                  </a:cubicBezTo>
                  <a:cubicBezTo>
                    <a:pt x="874" y="469"/>
                    <a:pt x="956" y="560"/>
                    <a:pt x="945" y="661"/>
                  </a:cubicBezTo>
                  <a:cubicBezTo>
                    <a:pt x="935" y="692"/>
                    <a:pt x="925" y="722"/>
                    <a:pt x="905" y="753"/>
                  </a:cubicBezTo>
                  <a:cubicBezTo>
                    <a:pt x="895" y="774"/>
                    <a:pt x="884" y="804"/>
                    <a:pt x="874" y="824"/>
                  </a:cubicBezTo>
                  <a:cubicBezTo>
                    <a:pt x="854" y="926"/>
                    <a:pt x="884" y="1027"/>
                    <a:pt x="925" y="1099"/>
                  </a:cubicBezTo>
                  <a:lnTo>
                    <a:pt x="925" y="1109"/>
                  </a:lnTo>
                  <a:cubicBezTo>
                    <a:pt x="945" y="1129"/>
                    <a:pt x="956" y="1149"/>
                    <a:pt x="976" y="1170"/>
                  </a:cubicBezTo>
                  <a:lnTo>
                    <a:pt x="1027" y="1221"/>
                  </a:lnTo>
                  <a:cubicBezTo>
                    <a:pt x="997" y="1170"/>
                    <a:pt x="976" y="1129"/>
                    <a:pt x="956" y="1088"/>
                  </a:cubicBezTo>
                  <a:cubicBezTo>
                    <a:pt x="925" y="1007"/>
                    <a:pt x="895" y="916"/>
                    <a:pt x="915" y="835"/>
                  </a:cubicBezTo>
                  <a:cubicBezTo>
                    <a:pt x="925" y="814"/>
                    <a:pt x="935" y="794"/>
                    <a:pt x="945" y="763"/>
                  </a:cubicBezTo>
                  <a:cubicBezTo>
                    <a:pt x="956" y="733"/>
                    <a:pt x="976" y="702"/>
                    <a:pt x="976" y="661"/>
                  </a:cubicBezTo>
                  <a:cubicBezTo>
                    <a:pt x="997" y="550"/>
                    <a:pt x="905" y="438"/>
                    <a:pt x="803" y="397"/>
                  </a:cubicBezTo>
                  <a:cubicBezTo>
                    <a:pt x="712" y="356"/>
                    <a:pt x="610" y="347"/>
                    <a:pt x="508" y="347"/>
                  </a:cubicBezTo>
                  <a:lnTo>
                    <a:pt x="488" y="347"/>
                  </a:lnTo>
                  <a:cubicBezTo>
                    <a:pt x="386" y="336"/>
                    <a:pt x="274" y="326"/>
                    <a:pt x="183" y="275"/>
                  </a:cubicBezTo>
                  <a:cubicBezTo>
                    <a:pt x="102" y="225"/>
                    <a:pt x="51" y="112"/>
                    <a:pt x="91" y="21"/>
                  </a:cubicBezTo>
                  <a:cubicBezTo>
                    <a:pt x="91" y="11"/>
                    <a:pt x="91" y="1"/>
                    <a:pt x="81" y="1"/>
                  </a:cubicBezTo>
                  <a:close/>
                  <a:moveTo>
                    <a:pt x="1464" y="1485"/>
                  </a:moveTo>
                  <a:lnTo>
                    <a:pt x="1464" y="1485"/>
                  </a:lnTo>
                  <a:cubicBezTo>
                    <a:pt x="1505" y="1506"/>
                    <a:pt x="1546" y="1526"/>
                    <a:pt x="1586" y="1536"/>
                  </a:cubicBezTo>
                  <a:cubicBezTo>
                    <a:pt x="1596" y="1536"/>
                    <a:pt x="1607" y="1546"/>
                    <a:pt x="1607" y="1546"/>
                  </a:cubicBezTo>
                  <a:lnTo>
                    <a:pt x="1616" y="1546"/>
                  </a:lnTo>
                  <a:cubicBezTo>
                    <a:pt x="1627" y="1546"/>
                    <a:pt x="1627" y="1536"/>
                    <a:pt x="1627" y="1526"/>
                  </a:cubicBezTo>
                  <a:cubicBezTo>
                    <a:pt x="1637" y="1515"/>
                    <a:pt x="1627" y="1506"/>
                    <a:pt x="1616" y="1506"/>
                  </a:cubicBezTo>
                  <a:cubicBezTo>
                    <a:pt x="1566" y="1495"/>
                    <a:pt x="1515" y="1495"/>
                    <a:pt x="1464" y="1485"/>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1892;p36">
              <a:extLst>
                <a:ext uri="{FF2B5EF4-FFF2-40B4-BE49-F238E27FC236}">
                  <a16:creationId xmlns:a16="http://schemas.microsoft.com/office/drawing/2014/main" id="{41A40856-F959-426E-9BC3-013397AC875B}"/>
                </a:ext>
              </a:extLst>
            </p:cNvPr>
            <p:cNvSpPr/>
            <p:nvPr/>
          </p:nvSpPr>
          <p:spPr>
            <a:xfrm>
              <a:off x="3878425" y="3393900"/>
              <a:ext cx="26475" cy="24175"/>
            </a:xfrm>
            <a:custGeom>
              <a:avLst/>
              <a:gdLst/>
              <a:ahLst/>
              <a:cxnLst/>
              <a:rect l="l" t="t" r="r" b="b"/>
              <a:pathLst>
                <a:path w="1059" h="967" extrusionOk="0">
                  <a:moveTo>
                    <a:pt x="12" y="1"/>
                  </a:moveTo>
                  <a:cubicBezTo>
                    <a:pt x="1" y="10"/>
                    <a:pt x="1" y="21"/>
                    <a:pt x="1" y="31"/>
                  </a:cubicBezTo>
                  <a:cubicBezTo>
                    <a:pt x="82" y="173"/>
                    <a:pt x="174" y="265"/>
                    <a:pt x="286" y="295"/>
                  </a:cubicBezTo>
                  <a:lnTo>
                    <a:pt x="500" y="295"/>
                  </a:lnTo>
                  <a:cubicBezTo>
                    <a:pt x="530" y="295"/>
                    <a:pt x="570" y="295"/>
                    <a:pt x="601" y="315"/>
                  </a:cubicBezTo>
                  <a:cubicBezTo>
                    <a:pt x="662" y="336"/>
                    <a:pt x="713" y="387"/>
                    <a:pt x="723" y="448"/>
                  </a:cubicBezTo>
                  <a:cubicBezTo>
                    <a:pt x="733" y="498"/>
                    <a:pt x="733" y="550"/>
                    <a:pt x="723" y="600"/>
                  </a:cubicBezTo>
                  <a:lnTo>
                    <a:pt x="723" y="742"/>
                  </a:lnTo>
                  <a:cubicBezTo>
                    <a:pt x="744" y="864"/>
                    <a:pt x="875" y="966"/>
                    <a:pt x="1008" y="966"/>
                  </a:cubicBezTo>
                  <a:lnTo>
                    <a:pt x="1038" y="966"/>
                  </a:lnTo>
                  <a:cubicBezTo>
                    <a:pt x="1049" y="966"/>
                    <a:pt x="1058" y="956"/>
                    <a:pt x="1058" y="946"/>
                  </a:cubicBezTo>
                  <a:cubicBezTo>
                    <a:pt x="1058" y="936"/>
                    <a:pt x="1049" y="925"/>
                    <a:pt x="1038" y="925"/>
                  </a:cubicBezTo>
                  <a:cubicBezTo>
                    <a:pt x="1028" y="936"/>
                    <a:pt x="1018" y="936"/>
                    <a:pt x="997" y="936"/>
                  </a:cubicBezTo>
                  <a:cubicBezTo>
                    <a:pt x="896" y="936"/>
                    <a:pt x="784" y="844"/>
                    <a:pt x="764" y="733"/>
                  </a:cubicBezTo>
                  <a:cubicBezTo>
                    <a:pt x="753" y="692"/>
                    <a:pt x="764" y="651"/>
                    <a:pt x="764" y="600"/>
                  </a:cubicBezTo>
                  <a:cubicBezTo>
                    <a:pt x="774" y="550"/>
                    <a:pt x="774" y="489"/>
                    <a:pt x="764" y="437"/>
                  </a:cubicBezTo>
                  <a:cubicBezTo>
                    <a:pt x="744" y="367"/>
                    <a:pt x="683" y="306"/>
                    <a:pt x="611" y="275"/>
                  </a:cubicBezTo>
                  <a:cubicBezTo>
                    <a:pt x="581" y="265"/>
                    <a:pt x="540" y="254"/>
                    <a:pt x="500" y="254"/>
                  </a:cubicBezTo>
                  <a:cubicBezTo>
                    <a:pt x="479" y="254"/>
                    <a:pt x="459" y="254"/>
                    <a:pt x="439" y="265"/>
                  </a:cubicBezTo>
                  <a:lnTo>
                    <a:pt x="378" y="265"/>
                  </a:lnTo>
                  <a:cubicBezTo>
                    <a:pt x="347" y="265"/>
                    <a:pt x="317" y="265"/>
                    <a:pt x="296" y="254"/>
                  </a:cubicBezTo>
                  <a:cubicBezTo>
                    <a:pt x="195" y="234"/>
                    <a:pt x="113" y="153"/>
                    <a:pt x="42" y="10"/>
                  </a:cubicBezTo>
                  <a:cubicBezTo>
                    <a:pt x="32" y="10"/>
                    <a:pt x="32" y="1"/>
                    <a:pt x="21" y="1"/>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1893;p36">
              <a:extLst>
                <a:ext uri="{FF2B5EF4-FFF2-40B4-BE49-F238E27FC236}">
                  <a16:creationId xmlns:a16="http://schemas.microsoft.com/office/drawing/2014/main" id="{8550C6AA-446C-4E2C-BD2F-CC09463F90F1}"/>
                </a:ext>
              </a:extLst>
            </p:cNvPr>
            <p:cNvSpPr/>
            <p:nvPr/>
          </p:nvSpPr>
          <p:spPr>
            <a:xfrm>
              <a:off x="3936650" y="3378900"/>
              <a:ext cx="57475" cy="36125"/>
            </a:xfrm>
            <a:custGeom>
              <a:avLst/>
              <a:gdLst/>
              <a:ahLst/>
              <a:cxnLst/>
              <a:rect l="l" t="t" r="r" b="b"/>
              <a:pathLst>
                <a:path w="2299" h="1445" extrusionOk="0">
                  <a:moveTo>
                    <a:pt x="2278" y="0"/>
                  </a:moveTo>
                  <a:cubicBezTo>
                    <a:pt x="2268" y="0"/>
                    <a:pt x="2258" y="0"/>
                    <a:pt x="2258" y="11"/>
                  </a:cubicBezTo>
                  <a:cubicBezTo>
                    <a:pt x="2217" y="174"/>
                    <a:pt x="2116" y="397"/>
                    <a:pt x="1922" y="488"/>
                  </a:cubicBezTo>
                  <a:cubicBezTo>
                    <a:pt x="1851" y="529"/>
                    <a:pt x="1759" y="540"/>
                    <a:pt x="1668" y="549"/>
                  </a:cubicBezTo>
                  <a:cubicBezTo>
                    <a:pt x="1648" y="560"/>
                    <a:pt x="1628" y="560"/>
                    <a:pt x="1607" y="570"/>
                  </a:cubicBezTo>
                  <a:cubicBezTo>
                    <a:pt x="1506" y="580"/>
                    <a:pt x="1373" y="621"/>
                    <a:pt x="1292" y="712"/>
                  </a:cubicBezTo>
                  <a:cubicBezTo>
                    <a:pt x="1241" y="763"/>
                    <a:pt x="1210" y="834"/>
                    <a:pt x="1180" y="906"/>
                  </a:cubicBezTo>
                  <a:cubicBezTo>
                    <a:pt x="1170" y="946"/>
                    <a:pt x="1149" y="987"/>
                    <a:pt x="1129" y="1028"/>
                  </a:cubicBezTo>
                  <a:cubicBezTo>
                    <a:pt x="1149" y="1007"/>
                    <a:pt x="1170" y="997"/>
                    <a:pt x="1190" y="987"/>
                  </a:cubicBezTo>
                  <a:cubicBezTo>
                    <a:pt x="1201" y="967"/>
                    <a:pt x="1210" y="946"/>
                    <a:pt x="1221" y="915"/>
                  </a:cubicBezTo>
                  <a:cubicBezTo>
                    <a:pt x="1251" y="854"/>
                    <a:pt x="1271" y="784"/>
                    <a:pt x="1323" y="732"/>
                  </a:cubicBezTo>
                  <a:cubicBezTo>
                    <a:pt x="1393" y="651"/>
                    <a:pt x="1515" y="621"/>
                    <a:pt x="1607" y="601"/>
                  </a:cubicBezTo>
                  <a:cubicBezTo>
                    <a:pt x="1637" y="601"/>
                    <a:pt x="1658" y="590"/>
                    <a:pt x="1678" y="590"/>
                  </a:cubicBezTo>
                  <a:cubicBezTo>
                    <a:pt x="1770" y="580"/>
                    <a:pt x="1861" y="560"/>
                    <a:pt x="1942" y="519"/>
                  </a:cubicBezTo>
                  <a:cubicBezTo>
                    <a:pt x="2146" y="427"/>
                    <a:pt x="2247" y="194"/>
                    <a:pt x="2299" y="21"/>
                  </a:cubicBezTo>
                  <a:cubicBezTo>
                    <a:pt x="2299" y="11"/>
                    <a:pt x="2288" y="0"/>
                    <a:pt x="2278" y="0"/>
                  </a:cubicBezTo>
                  <a:close/>
                  <a:moveTo>
                    <a:pt x="367" y="1159"/>
                  </a:moveTo>
                  <a:cubicBezTo>
                    <a:pt x="275" y="1159"/>
                    <a:pt x="204" y="1170"/>
                    <a:pt x="143" y="1211"/>
                  </a:cubicBezTo>
                  <a:cubicBezTo>
                    <a:pt x="102" y="1231"/>
                    <a:pt x="62" y="1281"/>
                    <a:pt x="31" y="1322"/>
                  </a:cubicBezTo>
                  <a:cubicBezTo>
                    <a:pt x="41" y="1333"/>
                    <a:pt x="41" y="1342"/>
                    <a:pt x="51" y="1353"/>
                  </a:cubicBezTo>
                  <a:lnTo>
                    <a:pt x="62" y="1353"/>
                  </a:lnTo>
                  <a:cubicBezTo>
                    <a:pt x="82" y="1312"/>
                    <a:pt x="123" y="1261"/>
                    <a:pt x="163" y="1241"/>
                  </a:cubicBezTo>
                  <a:cubicBezTo>
                    <a:pt x="224" y="1211"/>
                    <a:pt x="285" y="1200"/>
                    <a:pt x="377" y="1200"/>
                  </a:cubicBezTo>
                  <a:cubicBezTo>
                    <a:pt x="478" y="1200"/>
                    <a:pt x="570" y="1211"/>
                    <a:pt x="672" y="1241"/>
                  </a:cubicBezTo>
                  <a:lnTo>
                    <a:pt x="692" y="1251"/>
                  </a:lnTo>
                  <a:cubicBezTo>
                    <a:pt x="733" y="1261"/>
                    <a:pt x="773" y="1272"/>
                    <a:pt x="824" y="1272"/>
                  </a:cubicBezTo>
                  <a:lnTo>
                    <a:pt x="865" y="1272"/>
                  </a:lnTo>
                  <a:cubicBezTo>
                    <a:pt x="875" y="1251"/>
                    <a:pt x="885" y="1241"/>
                    <a:pt x="895" y="1220"/>
                  </a:cubicBezTo>
                  <a:lnTo>
                    <a:pt x="895" y="1220"/>
                  </a:lnTo>
                  <a:cubicBezTo>
                    <a:pt x="875" y="1231"/>
                    <a:pt x="844" y="1241"/>
                    <a:pt x="824" y="1241"/>
                  </a:cubicBezTo>
                  <a:cubicBezTo>
                    <a:pt x="783" y="1241"/>
                    <a:pt x="743" y="1220"/>
                    <a:pt x="702" y="1211"/>
                  </a:cubicBezTo>
                  <a:lnTo>
                    <a:pt x="682" y="1200"/>
                  </a:lnTo>
                  <a:cubicBezTo>
                    <a:pt x="580" y="1170"/>
                    <a:pt x="478" y="1159"/>
                    <a:pt x="377" y="1159"/>
                  </a:cubicBezTo>
                  <a:close/>
                  <a:moveTo>
                    <a:pt x="10" y="1363"/>
                  </a:moveTo>
                  <a:cubicBezTo>
                    <a:pt x="10" y="1383"/>
                    <a:pt x="1" y="1403"/>
                    <a:pt x="1" y="1424"/>
                  </a:cubicBezTo>
                  <a:cubicBezTo>
                    <a:pt x="1" y="1434"/>
                    <a:pt x="1" y="1444"/>
                    <a:pt x="10" y="1444"/>
                  </a:cubicBezTo>
                  <a:lnTo>
                    <a:pt x="21" y="1444"/>
                  </a:lnTo>
                  <a:lnTo>
                    <a:pt x="31" y="1434"/>
                  </a:lnTo>
                  <a:cubicBezTo>
                    <a:pt x="41" y="1414"/>
                    <a:pt x="41" y="1403"/>
                    <a:pt x="41" y="1383"/>
                  </a:cubicBezTo>
                  <a:lnTo>
                    <a:pt x="31" y="1383"/>
                  </a:lnTo>
                  <a:lnTo>
                    <a:pt x="10" y="1363"/>
                  </a:ln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1894;p36">
              <a:extLst>
                <a:ext uri="{FF2B5EF4-FFF2-40B4-BE49-F238E27FC236}">
                  <a16:creationId xmlns:a16="http://schemas.microsoft.com/office/drawing/2014/main" id="{465EFC78-CF95-4345-9C88-95FF7D601746}"/>
                </a:ext>
              </a:extLst>
            </p:cNvPr>
            <p:cNvSpPr/>
            <p:nvPr/>
          </p:nvSpPr>
          <p:spPr>
            <a:xfrm>
              <a:off x="3935125" y="3390075"/>
              <a:ext cx="34850" cy="23425"/>
            </a:xfrm>
            <a:custGeom>
              <a:avLst/>
              <a:gdLst/>
              <a:ahLst/>
              <a:cxnLst/>
              <a:rect l="l" t="t" r="r" b="b"/>
              <a:pathLst>
                <a:path w="1394" h="937" extrusionOk="0">
                  <a:moveTo>
                    <a:pt x="1160" y="1"/>
                  </a:moveTo>
                  <a:cubicBezTo>
                    <a:pt x="1139" y="1"/>
                    <a:pt x="1119" y="1"/>
                    <a:pt x="1099" y="11"/>
                  </a:cubicBezTo>
                  <a:cubicBezTo>
                    <a:pt x="1027" y="21"/>
                    <a:pt x="956" y="62"/>
                    <a:pt x="926" y="113"/>
                  </a:cubicBezTo>
                  <a:lnTo>
                    <a:pt x="895" y="235"/>
                  </a:lnTo>
                  <a:cubicBezTo>
                    <a:pt x="895" y="285"/>
                    <a:pt x="885" y="326"/>
                    <a:pt x="844" y="357"/>
                  </a:cubicBezTo>
                  <a:cubicBezTo>
                    <a:pt x="824" y="377"/>
                    <a:pt x="804" y="377"/>
                    <a:pt x="783" y="377"/>
                  </a:cubicBezTo>
                  <a:cubicBezTo>
                    <a:pt x="763" y="377"/>
                    <a:pt x="733" y="367"/>
                    <a:pt x="722" y="367"/>
                  </a:cubicBezTo>
                  <a:lnTo>
                    <a:pt x="661" y="337"/>
                  </a:lnTo>
                  <a:cubicBezTo>
                    <a:pt x="631" y="326"/>
                    <a:pt x="611" y="316"/>
                    <a:pt x="590" y="306"/>
                  </a:cubicBezTo>
                  <a:cubicBezTo>
                    <a:pt x="539" y="296"/>
                    <a:pt x="489" y="285"/>
                    <a:pt x="428" y="285"/>
                  </a:cubicBezTo>
                  <a:cubicBezTo>
                    <a:pt x="336" y="285"/>
                    <a:pt x="173" y="306"/>
                    <a:pt x="92" y="428"/>
                  </a:cubicBezTo>
                  <a:cubicBezTo>
                    <a:pt x="51" y="489"/>
                    <a:pt x="41" y="560"/>
                    <a:pt x="31" y="621"/>
                  </a:cubicBezTo>
                  <a:cubicBezTo>
                    <a:pt x="10" y="723"/>
                    <a:pt x="1" y="845"/>
                    <a:pt x="71" y="916"/>
                  </a:cubicBezTo>
                  <a:lnTo>
                    <a:pt x="92" y="936"/>
                  </a:lnTo>
                  <a:lnTo>
                    <a:pt x="112" y="936"/>
                  </a:lnTo>
                  <a:cubicBezTo>
                    <a:pt x="123" y="926"/>
                    <a:pt x="123" y="916"/>
                    <a:pt x="123" y="906"/>
                  </a:cubicBezTo>
                  <a:lnTo>
                    <a:pt x="112" y="906"/>
                  </a:lnTo>
                  <a:cubicBezTo>
                    <a:pt x="102" y="895"/>
                    <a:pt x="102" y="886"/>
                    <a:pt x="92" y="875"/>
                  </a:cubicBezTo>
                  <a:cubicBezTo>
                    <a:pt x="41" y="814"/>
                    <a:pt x="51" y="712"/>
                    <a:pt x="62" y="621"/>
                  </a:cubicBezTo>
                  <a:cubicBezTo>
                    <a:pt x="71" y="570"/>
                    <a:pt x="82" y="499"/>
                    <a:pt x="123" y="448"/>
                  </a:cubicBezTo>
                  <a:cubicBezTo>
                    <a:pt x="194" y="337"/>
                    <a:pt x="336" y="326"/>
                    <a:pt x="428" y="326"/>
                  </a:cubicBezTo>
                  <a:cubicBezTo>
                    <a:pt x="489" y="326"/>
                    <a:pt x="539" y="326"/>
                    <a:pt x="580" y="346"/>
                  </a:cubicBezTo>
                  <a:lnTo>
                    <a:pt x="641" y="377"/>
                  </a:lnTo>
                  <a:cubicBezTo>
                    <a:pt x="661" y="387"/>
                    <a:pt x="692" y="398"/>
                    <a:pt x="712" y="407"/>
                  </a:cubicBezTo>
                  <a:cubicBezTo>
                    <a:pt x="733" y="407"/>
                    <a:pt x="763" y="418"/>
                    <a:pt x="783" y="418"/>
                  </a:cubicBezTo>
                  <a:cubicBezTo>
                    <a:pt x="814" y="418"/>
                    <a:pt x="844" y="407"/>
                    <a:pt x="875" y="387"/>
                  </a:cubicBezTo>
                  <a:cubicBezTo>
                    <a:pt x="916" y="346"/>
                    <a:pt x="926" y="296"/>
                    <a:pt x="936" y="235"/>
                  </a:cubicBezTo>
                  <a:cubicBezTo>
                    <a:pt x="946" y="204"/>
                    <a:pt x="946" y="163"/>
                    <a:pt x="966" y="133"/>
                  </a:cubicBezTo>
                  <a:cubicBezTo>
                    <a:pt x="987" y="93"/>
                    <a:pt x="1038" y="52"/>
                    <a:pt x="1109" y="41"/>
                  </a:cubicBezTo>
                  <a:lnTo>
                    <a:pt x="1160" y="41"/>
                  </a:lnTo>
                  <a:cubicBezTo>
                    <a:pt x="1201" y="41"/>
                    <a:pt x="1241" y="52"/>
                    <a:pt x="1292" y="52"/>
                  </a:cubicBezTo>
                  <a:cubicBezTo>
                    <a:pt x="1312" y="62"/>
                    <a:pt x="1343" y="62"/>
                    <a:pt x="1353" y="82"/>
                  </a:cubicBezTo>
                  <a:cubicBezTo>
                    <a:pt x="1363" y="82"/>
                    <a:pt x="1363" y="93"/>
                    <a:pt x="1373" y="93"/>
                  </a:cubicBezTo>
                  <a:cubicBezTo>
                    <a:pt x="1373" y="93"/>
                    <a:pt x="1384" y="93"/>
                    <a:pt x="1384" y="82"/>
                  </a:cubicBezTo>
                  <a:cubicBezTo>
                    <a:pt x="1393" y="82"/>
                    <a:pt x="1393" y="62"/>
                    <a:pt x="1384" y="62"/>
                  </a:cubicBezTo>
                  <a:cubicBezTo>
                    <a:pt x="1363" y="21"/>
                    <a:pt x="1323" y="21"/>
                    <a:pt x="1292" y="11"/>
                  </a:cubicBezTo>
                  <a:cubicBezTo>
                    <a:pt x="1251" y="11"/>
                    <a:pt x="1210" y="1"/>
                    <a:pt x="1160" y="1"/>
                  </a:cubicBezTo>
                  <a:close/>
                </a:path>
              </a:pathLst>
            </a:custGeom>
            <a:solidFill>
              <a:srgbClr val="683E3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1895;p36">
              <a:extLst>
                <a:ext uri="{FF2B5EF4-FFF2-40B4-BE49-F238E27FC236}">
                  <a16:creationId xmlns:a16="http://schemas.microsoft.com/office/drawing/2014/main" id="{E97C2DA6-016D-4B79-A0E8-EFAC728CE3B8}"/>
                </a:ext>
              </a:extLst>
            </p:cNvPr>
            <p:cNvSpPr/>
            <p:nvPr/>
          </p:nvSpPr>
          <p:spPr>
            <a:xfrm>
              <a:off x="3841075" y="3370000"/>
              <a:ext cx="164225" cy="63075"/>
            </a:xfrm>
            <a:custGeom>
              <a:avLst/>
              <a:gdLst/>
              <a:ahLst/>
              <a:cxnLst/>
              <a:rect l="l" t="t" r="r" b="b"/>
              <a:pathLst>
                <a:path w="6569" h="2523" extrusionOk="0">
                  <a:moveTo>
                    <a:pt x="4952" y="1384"/>
                  </a:moveTo>
                  <a:lnTo>
                    <a:pt x="4952" y="1384"/>
                  </a:lnTo>
                  <a:cubicBezTo>
                    <a:pt x="4871" y="1434"/>
                    <a:pt x="4789" y="1495"/>
                    <a:pt x="4718" y="1576"/>
                  </a:cubicBezTo>
                  <a:cubicBezTo>
                    <a:pt x="4728" y="1576"/>
                    <a:pt x="4749" y="1567"/>
                    <a:pt x="4759" y="1567"/>
                  </a:cubicBezTo>
                  <a:cubicBezTo>
                    <a:pt x="4840" y="1526"/>
                    <a:pt x="4901" y="1465"/>
                    <a:pt x="4952" y="1384"/>
                  </a:cubicBezTo>
                  <a:close/>
                  <a:moveTo>
                    <a:pt x="1414" y="1587"/>
                  </a:moveTo>
                  <a:cubicBezTo>
                    <a:pt x="1445" y="1637"/>
                    <a:pt x="1475" y="1689"/>
                    <a:pt x="1526" y="1729"/>
                  </a:cubicBezTo>
                  <a:cubicBezTo>
                    <a:pt x="1617" y="1800"/>
                    <a:pt x="1739" y="1831"/>
                    <a:pt x="1851" y="1851"/>
                  </a:cubicBezTo>
                  <a:cubicBezTo>
                    <a:pt x="1668" y="1759"/>
                    <a:pt x="1495" y="1668"/>
                    <a:pt x="1414" y="1587"/>
                  </a:cubicBezTo>
                  <a:close/>
                  <a:moveTo>
                    <a:pt x="41" y="1"/>
                  </a:moveTo>
                  <a:cubicBezTo>
                    <a:pt x="10" y="82"/>
                    <a:pt x="1" y="194"/>
                    <a:pt x="1" y="306"/>
                  </a:cubicBezTo>
                  <a:cubicBezTo>
                    <a:pt x="1" y="580"/>
                    <a:pt x="71" y="896"/>
                    <a:pt x="214" y="1038"/>
                  </a:cubicBezTo>
                  <a:cubicBezTo>
                    <a:pt x="407" y="1262"/>
                    <a:pt x="580" y="1536"/>
                    <a:pt x="773" y="1536"/>
                  </a:cubicBezTo>
                  <a:lnTo>
                    <a:pt x="794" y="1536"/>
                  </a:lnTo>
                  <a:cubicBezTo>
                    <a:pt x="977" y="1536"/>
                    <a:pt x="1109" y="1800"/>
                    <a:pt x="1170" y="1953"/>
                  </a:cubicBezTo>
                  <a:cubicBezTo>
                    <a:pt x="1241" y="2116"/>
                    <a:pt x="1698" y="2360"/>
                    <a:pt x="1872" y="2380"/>
                  </a:cubicBezTo>
                  <a:cubicBezTo>
                    <a:pt x="1881" y="2390"/>
                    <a:pt x="1902" y="2390"/>
                    <a:pt x="1922" y="2390"/>
                  </a:cubicBezTo>
                  <a:cubicBezTo>
                    <a:pt x="1994" y="2390"/>
                    <a:pt x="2095" y="2380"/>
                    <a:pt x="2197" y="2369"/>
                  </a:cubicBezTo>
                  <a:cubicBezTo>
                    <a:pt x="2308" y="2349"/>
                    <a:pt x="2421" y="2339"/>
                    <a:pt x="2512" y="2339"/>
                  </a:cubicBezTo>
                  <a:cubicBezTo>
                    <a:pt x="2613" y="2339"/>
                    <a:pt x="2695" y="2349"/>
                    <a:pt x="2746" y="2380"/>
                  </a:cubicBezTo>
                  <a:cubicBezTo>
                    <a:pt x="2918" y="2491"/>
                    <a:pt x="3173" y="2522"/>
                    <a:pt x="3284" y="2522"/>
                  </a:cubicBezTo>
                  <a:cubicBezTo>
                    <a:pt x="3397" y="2522"/>
                    <a:pt x="3650" y="2491"/>
                    <a:pt x="3824" y="2380"/>
                  </a:cubicBezTo>
                  <a:cubicBezTo>
                    <a:pt x="3874" y="2349"/>
                    <a:pt x="3956" y="2339"/>
                    <a:pt x="4047" y="2339"/>
                  </a:cubicBezTo>
                  <a:cubicBezTo>
                    <a:pt x="4149" y="2339"/>
                    <a:pt x="4261" y="2349"/>
                    <a:pt x="4373" y="2369"/>
                  </a:cubicBezTo>
                  <a:cubicBezTo>
                    <a:pt x="4474" y="2380"/>
                    <a:pt x="4576" y="2390"/>
                    <a:pt x="4647" y="2390"/>
                  </a:cubicBezTo>
                  <a:cubicBezTo>
                    <a:pt x="4667" y="2390"/>
                    <a:pt x="4688" y="2390"/>
                    <a:pt x="4698" y="2380"/>
                  </a:cubicBezTo>
                  <a:cubicBezTo>
                    <a:pt x="4871" y="2360"/>
                    <a:pt x="5329" y="2116"/>
                    <a:pt x="5399" y="1953"/>
                  </a:cubicBezTo>
                  <a:cubicBezTo>
                    <a:pt x="5460" y="1800"/>
                    <a:pt x="5593" y="1536"/>
                    <a:pt x="5776" y="1536"/>
                  </a:cubicBezTo>
                  <a:lnTo>
                    <a:pt x="5796" y="1536"/>
                  </a:lnTo>
                  <a:cubicBezTo>
                    <a:pt x="5979" y="1536"/>
                    <a:pt x="6162" y="1262"/>
                    <a:pt x="6355" y="1038"/>
                  </a:cubicBezTo>
                  <a:cubicBezTo>
                    <a:pt x="6497" y="896"/>
                    <a:pt x="6569" y="580"/>
                    <a:pt x="6569" y="306"/>
                  </a:cubicBezTo>
                  <a:cubicBezTo>
                    <a:pt x="6569" y="194"/>
                    <a:pt x="6549" y="82"/>
                    <a:pt x="6518" y="1"/>
                  </a:cubicBezTo>
                  <a:lnTo>
                    <a:pt x="6518" y="1"/>
                  </a:lnTo>
                  <a:cubicBezTo>
                    <a:pt x="6549" y="285"/>
                    <a:pt x="6122" y="306"/>
                    <a:pt x="6101" y="550"/>
                  </a:cubicBezTo>
                  <a:cubicBezTo>
                    <a:pt x="6070" y="794"/>
                    <a:pt x="5654" y="1119"/>
                    <a:pt x="5349" y="1221"/>
                  </a:cubicBezTo>
                  <a:cubicBezTo>
                    <a:pt x="5227" y="1251"/>
                    <a:pt x="5115" y="1292"/>
                    <a:pt x="5013" y="1343"/>
                  </a:cubicBezTo>
                  <a:lnTo>
                    <a:pt x="4983" y="1404"/>
                  </a:lnTo>
                  <a:cubicBezTo>
                    <a:pt x="4932" y="1485"/>
                    <a:pt x="4861" y="1556"/>
                    <a:pt x="4779" y="1597"/>
                  </a:cubicBezTo>
                  <a:cubicBezTo>
                    <a:pt x="4739" y="1617"/>
                    <a:pt x="4718" y="1628"/>
                    <a:pt x="4688" y="1628"/>
                  </a:cubicBezTo>
                  <a:cubicBezTo>
                    <a:pt x="4647" y="1678"/>
                    <a:pt x="4617" y="1739"/>
                    <a:pt x="4586" y="1811"/>
                  </a:cubicBezTo>
                  <a:cubicBezTo>
                    <a:pt x="4434" y="2186"/>
                    <a:pt x="4007" y="2003"/>
                    <a:pt x="3803" y="2095"/>
                  </a:cubicBezTo>
                  <a:cubicBezTo>
                    <a:pt x="3763" y="2116"/>
                    <a:pt x="3702" y="2125"/>
                    <a:pt x="3650" y="2125"/>
                  </a:cubicBezTo>
                  <a:cubicBezTo>
                    <a:pt x="3559" y="2125"/>
                    <a:pt x="3467" y="2116"/>
                    <a:pt x="3366" y="2095"/>
                  </a:cubicBezTo>
                  <a:cubicBezTo>
                    <a:pt x="3264" y="2085"/>
                    <a:pt x="3153" y="2064"/>
                    <a:pt x="3040" y="2064"/>
                  </a:cubicBezTo>
                  <a:cubicBezTo>
                    <a:pt x="2970" y="2064"/>
                    <a:pt x="2898" y="2075"/>
                    <a:pt x="2827" y="2085"/>
                  </a:cubicBezTo>
                  <a:cubicBezTo>
                    <a:pt x="2787" y="2095"/>
                    <a:pt x="2756" y="2095"/>
                    <a:pt x="2715" y="2095"/>
                  </a:cubicBezTo>
                  <a:cubicBezTo>
                    <a:pt x="2512" y="2095"/>
                    <a:pt x="2227" y="2014"/>
                    <a:pt x="1973" y="1902"/>
                  </a:cubicBezTo>
                  <a:cubicBezTo>
                    <a:pt x="1820" y="1892"/>
                    <a:pt x="1637" y="1861"/>
                    <a:pt x="1506" y="1759"/>
                  </a:cubicBezTo>
                  <a:cubicBezTo>
                    <a:pt x="1404" y="1678"/>
                    <a:pt x="1343" y="1556"/>
                    <a:pt x="1312" y="1475"/>
                  </a:cubicBezTo>
                  <a:cubicBezTo>
                    <a:pt x="1139" y="1271"/>
                    <a:pt x="814" y="1027"/>
                    <a:pt x="448" y="896"/>
                  </a:cubicBezTo>
                  <a:cubicBezTo>
                    <a:pt x="41" y="753"/>
                    <a:pt x="41" y="1"/>
                    <a:pt x="41" y="1"/>
                  </a:cubicBezTo>
                  <a:close/>
                </a:path>
              </a:pathLst>
            </a:custGeom>
            <a:solidFill>
              <a:srgbClr val="58302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1896;p36">
              <a:extLst>
                <a:ext uri="{FF2B5EF4-FFF2-40B4-BE49-F238E27FC236}">
                  <a16:creationId xmlns:a16="http://schemas.microsoft.com/office/drawing/2014/main" id="{2276FCD1-2393-4688-94D7-83ADDD28AF64}"/>
                </a:ext>
              </a:extLst>
            </p:cNvPr>
            <p:cNvSpPr/>
            <p:nvPr/>
          </p:nvSpPr>
          <p:spPr>
            <a:xfrm>
              <a:off x="3873850" y="3406850"/>
              <a:ext cx="16575" cy="10700"/>
            </a:xfrm>
            <a:custGeom>
              <a:avLst/>
              <a:gdLst/>
              <a:ahLst/>
              <a:cxnLst/>
              <a:rect l="l" t="t" r="r" b="b"/>
              <a:pathLst>
                <a:path w="663" h="428" extrusionOk="0">
                  <a:moveTo>
                    <a:pt x="1" y="1"/>
                  </a:moveTo>
                  <a:lnTo>
                    <a:pt x="1" y="1"/>
                  </a:lnTo>
                  <a:cubicBezTo>
                    <a:pt x="32" y="82"/>
                    <a:pt x="93" y="204"/>
                    <a:pt x="195" y="285"/>
                  </a:cubicBezTo>
                  <a:cubicBezTo>
                    <a:pt x="326" y="387"/>
                    <a:pt x="509" y="418"/>
                    <a:pt x="662" y="428"/>
                  </a:cubicBezTo>
                  <a:cubicBezTo>
                    <a:pt x="622" y="418"/>
                    <a:pt x="581" y="398"/>
                    <a:pt x="540" y="377"/>
                  </a:cubicBezTo>
                  <a:cubicBezTo>
                    <a:pt x="428" y="357"/>
                    <a:pt x="306" y="326"/>
                    <a:pt x="215" y="255"/>
                  </a:cubicBezTo>
                  <a:cubicBezTo>
                    <a:pt x="164" y="215"/>
                    <a:pt x="134" y="163"/>
                    <a:pt x="103" y="113"/>
                  </a:cubicBezTo>
                  <a:lnTo>
                    <a:pt x="52" y="62"/>
                  </a:lnTo>
                  <a:cubicBezTo>
                    <a:pt x="32" y="41"/>
                    <a:pt x="21" y="21"/>
                    <a:pt x="1" y="1"/>
                  </a:cubicBezTo>
                  <a:close/>
                </a:path>
              </a:pathLst>
            </a:custGeom>
            <a:solidFill>
              <a:srgbClr val="4C282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1897;p36">
              <a:extLst>
                <a:ext uri="{FF2B5EF4-FFF2-40B4-BE49-F238E27FC236}">
                  <a16:creationId xmlns:a16="http://schemas.microsoft.com/office/drawing/2014/main" id="{794043BD-583E-4790-8F29-BAEAA825F656}"/>
                </a:ext>
              </a:extLst>
            </p:cNvPr>
            <p:cNvSpPr/>
            <p:nvPr/>
          </p:nvSpPr>
          <p:spPr>
            <a:xfrm>
              <a:off x="3958250" y="3403550"/>
              <a:ext cx="8150" cy="7150"/>
            </a:xfrm>
            <a:custGeom>
              <a:avLst/>
              <a:gdLst/>
              <a:ahLst/>
              <a:cxnLst/>
              <a:rect l="l" t="t" r="r" b="b"/>
              <a:pathLst>
                <a:path w="326" h="286" extrusionOk="0">
                  <a:moveTo>
                    <a:pt x="326" y="1"/>
                  </a:moveTo>
                  <a:lnTo>
                    <a:pt x="326" y="1"/>
                  </a:lnTo>
                  <a:cubicBezTo>
                    <a:pt x="306" y="11"/>
                    <a:pt x="285" y="21"/>
                    <a:pt x="265" y="42"/>
                  </a:cubicBezTo>
                  <a:cubicBezTo>
                    <a:pt x="214" y="123"/>
                    <a:pt x="153" y="184"/>
                    <a:pt x="72" y="225"/>
                  </a:cubicBezTo>
                  <a:cubicBezTo>
                    <a:pt x="62" y="225"/>
                    <a:pt x="41" y="234"/>
                    <a:pt x="31" y="234"/>
                  </a:cubicBezTo>
                  <a:cubicBezTo>
                    <a:pt x="21" y="255"/>
                    <a:pt x="11" y="265"/>
                    <a:pt x="1" y="286"/>
                  </a:cubicBezTo>
                  <a:cubicBezTo>
                    <a:pt x="31" y="286"/>
                    <a:pt x="52" y="275"/>
                    <a:pt x="92" y="255"/>
                  </a:cubicBezTo>
                  <a:cubicBezTo>
                    <a:pt x="174" y="214"/>
                    <a:pt x="245" y="143"/>
                    <a:pt x="296" y="62"/>
                  </a:cubicBezTo>
                  <a:lnTo>
                    <a:pt x="326" y="1"/>
                  </a:lnTo>
                  <a:close/>
                </a:path>
              </a:pathLst>
            </a:custGeom>
            <a:solidFill>
              <a:srgbClr val="4C282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1898;p36">
              <a:extLst>
                <a:ext uri="{FF2B5EF4-FFF2-40B4-BE49-F238E27FC236}">
                  <a16:creationId xmlns:a16="http://schemas.microsoft.com/office/drawing/2014/main" id="{0A7BF3F5-C400-45B2-9A55-0E4183DF34D7}"/>
                </a:ext>
              </a:extLst>
            </p:cNvPr>
            <p:cNvSpPr/>
            <p:nvPr/>
          </p:nvSpPr>
          <p:spPr>
            <a:xfrm>
              <a:off x="3955200" y="3329075"/>
              <a:ext cx="15025" cy="20350"/>
            </a:xfrm>
            <a:custGeom>
              <a:avLst/>
              <a:gdLst/>
              <a:ahLst/>
              <a:cxnLst/>
              <a:rect l="l" t="t" r="r" b="b"/>
              <a:pathLst>
                <a:path w="601" h="814" extrusionOk="0">
                  <a:moveTo>
                    <a:pt x="306" y="0"/>
                  </a:moveTo>
                  <a:cubicBezTo>
                    <a:pt x="143" y="0"/>
                    <a:pt x="1" y="183"/>
                    <a:pt x="1" y="407"/>
                  </a:cubicBezTo>
                  <a:cubicBezTo>
                    <a:pt x="1" y="631"/>
                    <a:pt x="143" y="814"/>
                    <a:pt x="306" y="814"/>
                  </a:cubicBezTo>
                  <a:cubicBezTo>
                    <a:pt x="468" y="814"/>
                    <a:pt x="601" y="631"/>
                    <a:pt x="601" y="407"/>
                  </a:cubicBezTo>
                  <a:cubicBezTo>
                    <a:pt x="601" y="183"/>
                    <a:pt x="468" y="0"/>
                    <a:pt x="306"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Google Shape;1899;p36">
              <a:extLst>
                <a:ext uri="{FF2B5EF4-FFF2-40B4-BE49-F238E27FC236}">
                  <a16:creationId xmlns:a16="http://schemas.microsoft.com/office/drawing/2014/main" id="{1242BE81-0505-4281-91AA-44B162BC6C4C}"/>
                </a:ext>
              </a:extLst>
            </p:cNvPr>
            <p:cNvSpPr/>
            <p:nvPr/>
          </p:nvSpPr>
          <p:spPr>
            <a:xfrm>
              <a:off x="3949100" y="3327550"/>
              <a:ext cx="27475" cy="10200"/>
            </a:xfrm>
            <a:custGeom>
              <a:avLst/>
              <a:gdLst/>
              <a:ahLst/>
              <a:cxnLst/>
              <a:rect l="l" t="t" r="r" b="b"/>
              <a:pathLst>
                <a:path w="1099" h="408" extrusionOk="0">
                  <a:moveTo>
                    <a:pt x="550" y="0"/>
                  </a:moveTo>
                  <a:cubicBezTo>
                    <a:pt x="428" y="0"/>
                    <a:pt x="306" y="41"/>
                    <a:pt x="204" y="102"/>
                  </a:cubicBezTo>
                  <a:cubicBezTo>
                    <a:pt x="113" y="174"/>
                    <a:pt x="41" y="275"/>
                    <a:pt x="1" y="377"/>
                  </a:cubicBezTo>
                  <a:cubicBezTo>
                    <a:pt x="1" y="387"/>
                    <a:pt x="1" y="397"/>
                    <a:pt x="11" y="407"/>
                  </a:cubicBezTo>
                  <a:cubicBezTo>
                    <a:pt x="21" y="407"/>
                    <a:pt x="31" y="407"/>
                    <a:pt x="41" y="397"/>
                  </a:cubicBezTo>
                  <a:cubicBezTo>
                    <a:pt x="163" y="235"/>
                    <a:pt x="357" y="133"/>
                    <a:pt x="550" y="133"/>
                  </a:cubicBezTo>
                  <a:cubicBezTo>
                    <a:pt x="558" y="133"/>
                    <a:pt x="566" y="132"/>
                    <a:pt x="575" y="132"/>
                  </a:cubicBezTo>
                  <a:cubicBezTo>
                    <a:pt x="759" y="132"/>
                    <a:pt x="932" y="242"/>
                    <a:pt x="1058" y="397"/>
                  </a:cubicBezTo>
                  <a:cubicBezTo>
                    <a:pt x="1058" y="407"/>
                    <a:pt x="1069" y="407"/>
                    <a:pt x="1078" y="407"/>
                  </a:cubicBezTo>
                  <a:cubicBezTo>
                    <a:pt x="1089" y="397"/>
                    <a:pt x="1099" y="387"/>
                    <a:pt x="1099" y="377"/>
                  </a:cubicBezTo>
                  <a:cubicBezTo>
                    <a:pt x="1058" y="275"/>
                    <a:pt x="987" y="174"/>
                    <a:pt x="886" y="102"/>
                  </a:cubicBezTo>
                  <a:cubicBezTo>
                    <a:pt x="794" y="31"/>
                    <a:pt x="672" y="0"/>
                    <a:pt x="550"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Google Shape;1900;p36">
              <a:extLst>
                <a:ext uri="{FF2B5EF4-FFF2-40B4-BE49-F238E27FC236}">
                  <a16:creationId xmlns:a16="http://schemas.microsoft.com/office/drawing/2014/main" id="{87BF4BC1-80DC-43C5-A4A0-8763D4564B1A}"/>
                </a:ext>
              </a:extLst>
            </p:cNvPr>
            <p:cNvSpPr/>
            <p:nvPr/>
          </p:nvSpPr>
          <p:spPr>
            <a:xfrm>
              <a:off x="3946050" y="3308225"/>
              <a:ext cx="33575" cy="11225"/>
            </a:xfrm>
            <a:custGeom>
              <a:avLst/>
              <a:gdLst/>
              <a:ahLst/>
              <a:cxnLst/>
              <a:rect l="l" t="t" r="r" b="b"/>
              <a:pathLst>
                <a:path w="1343" h="449" extrusionOk="0">
                  <a:moveTo>
                    <a:pt x="672" y="1"/>
                  </a:moveTo>
                  <a:cubicBezTo>
                    <a:pt x="529" y="1"/>
                    <a:pt x="397" y="32"/>
                    <a:pt x="265" y="102"/>
                  </a:cubicBezTo>
                  <a:cubicBezTo>
                    <a:pt x="153" y="163"/>
                    <a:pt x="41" y="276"/>
                    <a:pt x="1" y="418"/>
                  </a:cubicBezTo>
                  <a:lnTo>
                    <a:pt x="1" y="428"/>
                  </a:lnTo>
                  <a:cubicBezTo>
                    <a:pt x="11" y="438"/>
                    <a:pt x="21" y="448"/>
                    <a:pt x="31" y="448"/>
                  </a:cubicBezTo>
                  <a:lnTo>
                    <a:pt x="41" y="448"/>
                  </a:lnTo>
                  <a:cubicBezTo>
                    <a:pt x="163" y="407"/>
                    <a:pt x="265" y="398"/>
                    <a:pt x="367" y="387"/>
                  </a:cubicBezTo>
                  <a:cubicBezTo>
                    <a:pt x="468" y="377"/>
                    <a:pt x="570" y="367"/>
                    <a:pt x="672" y="367"/>
                  </a:cubicBezTo>
                  <a:cubicBezTo>
                    <a:pt x="773" y="367"/>
                    <a:pt x="865" y="377"/>
                    <a:pt x="967" y="387"/>
                  </a:cubicBezTo>
                  <a:cubicBezTo>
                    <a:pt x="1078" y="398"/>
                    <a:pt x="1180" y="407"/>
                    <a:pt x="1302" y="448"/>
                  </a:cubicBezTo>
                  <a:lnTo>
                    <a:pt x="1322" y="448"/>
                  </a:lnTo>
                  <a:cubicBezTo>
                    <a:pt x="1333" y="438"/>
                    <a:pt x="1343" y="428"/>
                    <a:pt x="1333" y="418"/>
                  </a:cubicBezTo>
                  <a:cubicBezTo>
                    <a:pt x="1302" y="276"/>
                    <a:pt x="1191" y="163"/>
                    <a:pt x="1069" y="102"/>
                  </a:cubicBezTo>
                  <a:cubicBezTo>
                    <a:pt x="947" y="32"/>
                    <a:pt x="804" y="1"/>
                    <a:pt x="672" y="1"/>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1901;p36">
              <a:extLst>
                <a:ext uri="{FF2B5EF4-FFF2-40B4-BE49-F238E27FC236}">
                  <a16:creationId xmlns:a16="http://schemas.microsoft.com/office/drawing/2014/main" id="{A563B051-C37F-4179-B769-B14FF03CB4BC}"/>
                </a:ext>
              </a:extLst>
            </p:cNvPr>
            <p:cNvSpPr/>
            <p:nvPr/>
          </p:nvSpPr>
          <p:spPr>
            <a:xfrm>
              <a:off x="3876150" y="3329075"/>
              <a:ext cx="14775" cy="20350"/>
            </a:xfrm>
            <a:custGeom>
              <a:avLst/>
              <a:gdLst/>
              <a:ahLst/>
              <a:cxnLst/>
              <a:rect l="l" t="t" r="r" b="b"/>
              <a:pathLst>
                <a:path w="591" h="814" extrusionOk="0">
                  <a:moveTo>
                    <a:pt x="295" y="0"/>
                  </a:moveTo>
                  <a:cubicBezTo>
                    <a:pt x="133" y="0"/>
                    <a:pt x="1" y="183"/>
                    <a:pt x="1" y="407"/>
                  </a:cubicBezTo>
                  <a:cubicBezTo>
                    <a:pt x="1" y="631"/>
                    <a:pt x="133" y="814"/>
                    <a:pt x="295" y="814"/>
                  </a:cubicBezTo>
                  <a:cubicBezTo>
                    <a:pt x="458" y="814"/>
                    <a:pt x="591" y="631"/>
                    <a:pt x="591" y="407"/>
                  </a:cubicBezTo>
                  <a:cubicBezTo>
                    <a:pt x="591" y="183"/>
                    <a:pt x="458" y="0"/>
                    <a:pt x="295"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1902;p36">
              <a:extLst>
                <a:ext uri="{FF2B5EF4-FFF2-40B4-BE49-F238E27FC236}">
                  <a16:creationId xmlns:a16="http://schemas.microsoft.com/office/drawing/2014/main" id="{D5CE8F75-6538-4D09-8E46-4FF24FBB90B6}"/>
                </a:ext>
              </a:extLst>
            </p:cNvPr>
            <p:cNvSpPr/>
            <p:nvPr/>
          </p:nvSpPr>
          <p:spPr>
            <a:xfrm>
              <a:off x="3869800" y="3327550"/>
              <a:ext cx="27475" cy="10200"/>
            </a:xfrm>
            <a:custGeom>
              <a:avLst/>
              <a:gdLst/>
              <a:ahLst/>
              <a:cxnLst/>
              <a:rect l="l" t="t" r="r" b="b"/>
              <a:pathLst>
                <a:path w="1099" h="408" extrusionOk="0">
                  <a:moveTo>
                    <a:pt x="549" y="0"/>
                  </a:moveTo>
                  <a:cubicBezTo>
                    <a:pt x="427" y="0"/>
                    <a:pt x="305" y="31"/>
                    <a:pt x="214" y="102"/>
                  </a:cubicBezTo>
                  <a:cubicBezTo>
                    <a:pt x="112" y="174"/>
                    <a:pt x="41" y="275"/>
                    <a:pt x="0" y="377"/>
                  </a:cubicBezTo>
                  <a:cubicBezTo>
                    <a:pt x="0" y="387"/>
                    <a:pt x="0" y="397"/>
                    <a:pt x="11" y="407"/>
                  </a:cubicBezTo>
                  <a:cubicBezTo>
                    <a:pt x="21" y="407"/>
                    <a:pt x="31" y="407"/>
                    <a:pt x="41" y="397"/>
                  </a:cubicBezTo>
                  <a:cubicBezTo>
                    <a:pt x="168" y="242"/>
                    <a:pt x="341" y="132"/>
                    <a:pt x="524" y="132"/>
                  </a:cubicBezTo>
                  <a:cubicBezTo>
                    <a:pt x="532" y="132"/>
                    <a:pt x="541" y="133"/>
                    <a:pt x="549" y="133"/>
                  </a:cubicBezTo>
                  <a:cubicBezTo>
                    <a:pt x="743" y="133"/>
                    <a:pt x="926" y="235"/>
                    <a:pt x="1058" y="397"/>
                  </a:cubicBezTo>
                  <a:cubicBezTo>
                    <a:pt x="1068" y="407"/>
                    <a:pt x="1078" y="407"/>
                    <a:pt x="1089" y="407"/>
                  </a:cubicBezTo>
                  <a:cubicBezTo>
                    <a:pt x="1098" y="407"/>
                    <a:pt x="1098" y="387"/>
                    <a:pt x="1098" y="377"/>
                  </a:cubicBezTo>
                  <a:cubicBezTo>
                    <a:pt x="1058" y="275"/>
                    <a:pt x="987" y="174"/>
                    <a:pt x="885" y="102"/>
                  </a:cubicBezTo>
                  <a:cubicBezTo>
                    <a:pt x="793" y="41"/>
                    <a:pt x="671" y="0"/>
                    <a:pt x="549"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1903;p36">
              <a:extLst>
                <a:ext uri="{FF2B5EF4-FFF2-40B4-BE49-F238E27FC236}">
                  <a16:creationId xmlns:a16="http://schemas.microsoft.com/office/drawing/2014/main" id="{6A6C26EB-4F69-47D2-9C38-4574B435906B}"/>
                </a:ext>
              </a:extLst>
            </p:cNvPr>
            <p:cNvSpPr/>
            <p:nvPr/>
          </p:nvSpPr>
          <p:spPr>
            <a:xfrm>
              <a:off x="3905375" y="3386775"/>
              <a:ext cx="35375" cy="9425"/>
            </a:xfrm>
            <a:custGeom>
              <a:avLst/>
              <a:gdLst/>
              <a:ahLst/>
              <a:cxnLst/>
              <a:rect l="l" t="t" r="r" b="b"/>
              <a:pathLst>
                <a:path w="1415" h="377" extrusionOk="0">
                  <a:moveTo>
                    <a:pt x="1" y="1"/>
                  </a:moveTo>
                  <a:cubicBezTo>
                    <a:pt x="1" y="1"/>
                    <a:pt x="62" y="377"/>
                    <a:pt x="712" y="377"/>
                  </a:cubicBezTo>
                  <a:cubicBezTo>
                    <a:pt x="1363" y="377"/>
                    <a:pt x="1414" y="1"/>
                    <a:pt x="1414" y="1"/>
                  </a:cubicBezTo>
                  <a:lnTo>
                    <a:pt x="1414" y="1"/>
                  </a:lnTo>
                  <a:cubicBezTo>
                    <a:pt x="1414" y="1"/>
                    <a:pt x="1160" y="112"/>
                    <a:pt x="712" y="112"/>
                  </a:cubicBezTo>
                  <a:cubicBezTo>
                    <a:pt x="255" y="112"/>
                    <a:pt x="1" y="1"/>
                    <a:pt x="1" y="1"/>
                  </a:cubicBezTo>
                  <a:close/>
                </a:path>
              </a:pathLst>
            </a:custGeom>
            <a:solidFill>
              <a:srgbClr val="D7464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1904;p36">
              <a:extLst>
                <a:ext uri="{FF2B5EF4-FFF2-40B4-BE49-F238E27FC236}">
                  <a16:creationId xmlns:a16="http://schemas.microsoft.com/office/drawing/2014/main" id="{6F55A15D-204F-4DA2-9C87-C976ABB623D2}"/>
                </a:ext>
              </a:extLst>
            </p:cNvPr>
            <p:cNvSpPr/>
            <p:nvPr/>
          </p:nvSpPr>
          <p:spPr>
            <a:xfrm>
              <a:off x="3922675" y="3336700"/>
              <a:ext cx="9950" cy="36475"/>
            </a:xfrm>
            <a:custGeom>
              <a:avLst/>
              <a:gdLst/>
              <a:ahLst/>
              <a:cxnLst/>
              <a:rect l="l" t="t" r="r" b="b"/>
              <a:pathLst>
                <a:path w="398" h="1459" extrusionOk="0">
                  <a:moveTo>
                    <a:pt x="20" y="0"/>
                  </a:moveTo>
                  <a:cubicBezTo>
                    <a:pt x="11" y="0"/>
                    <a:pt x="0" y="11"/>
                    <a:pt x="0" y="21"/>
                  </a:cubicBezTo>
                  <a:cubicBezTo>
                    <a:pt x="0" y="163"/>
                    <a:pt x="20" y="296"/>
                    <a:pt x="61" y="427"/>
                  </a:cubicBezTo>
                  <a:cubicBezTo>
                    <a:pt x="92" y="570"/>
                    <a:pt x="142" y="692"/>
                    <a:pt x="203" y="814"/>
                  </a:cubicBezTo>
                  <a:cubicBezTo>
                    <a:pt x="224" y="845"/>
                    <a:pt x="244" y="875"/>
                    <a:pt x="255" y="906"/>
                  </a:cubicBezTo>
                  <a:cubicBezTo>
                    <a:pt x="275" y="936"/>
                    <a:pt x="285" y="956"/>
                    <a:pt x="295" y="987"/>
                  </a:cubicBezTo>
                  <a:cubicBezTo>
                    <a:pt x="316" y="1048"/>
                    <a:pt x="305" y="1109"/>
                    <a:pt x="285" y="1160"/>
                  </a:cubicBezTo>
                  <a:cubicBezTo>
                    <a:pt x="224" y="1272"/>
                    <a:pt x="133" y="1363"/>
                    <a:pt x="11" y="1414"/>
                  </a:cubicBezTo>
                  <a:cubicBezTo>
                    <a:pt x="0" y="1424"/>
                    <a:pt x="0" y="1434"/>
                    <a:pt x="0" y="1444"/>
                  </a:cubicBezTo>
                  <a:cubicBezTo>
                    <a:pt x="0" y="1452"/>
                    <a:pt x="5" y="1459"/>
                    <a:pt x="16" y="1459"/>
                  </a:cubicBezTo>
                  <a:cubicBezTo>
                    <a:pt x="20" y="1459"/>
                    <a:pt x="25" y="1458"/>
                    <a:pt x="31" y="1455"/>
                  </a:cubicBezTo>
                  <a:cubicBezTo>
                    <a:pt x="163" y="1424"/>
                    <a:pt x="285" y="1322"/>
                    <a:pt x="346" y="1190"/>
                  </a:cubicBezTo>
                  <a:cubicBezTo>
                    <a:pt x="386" y="1129"/>
                    <a:pt x="397" y="1038"/>
                    <a:pt x="377" y="967"/>
                  </a:cubicBezTo>
                  <a:cubicBezTo>
                    <a:pt x="366" y="936"/>
                    <a:pt x="346" y="895"/>
                    <a:pt x="325" y="865"/>
                  </a:cubicBezTo>
                  <a:cubicBezTo>
                    <a:pt x="305" y="834"/>
                    <a:pt x="295" y="814"/>
                    <a:pt x="275" y="784"/>
                  </a:cubicBezTo>
                  <a:cubicBezTo>
                    <a:pt x="214" y="662"/>
                    <a:pt x="163" y="540"/>
                    <a:pt x="122" y="418"/>
                  </a:cubicBezTo>
                  <a:cubicBezTo>
                    <a:pt x="81" y="285"/>
                    <a:pt x="51" y="153"/>
                    <a:pt x="41" y="21"/>
                  </a:cubicBezTo>
                  <a:cubicBezTo>
                    <a:pt x="41" y="11"/>
                    <a:pt x="31" y="0"/>
                    <a:pt x="20" y="0"/>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1905;p36">
              <a:extLst>
                <a:ext uri="{FF2B5EF4-FFF2-40B4-BE49-F238E27FC236}">
                  <a16:creationId xmlns:a16="http://schemas.microsoft.com/office/drawing/2014/main" id="{12409176-8D8C-4238-AE8E-B1C0A5DDBBC7}"/>
                </a:ext>
              </a:extLst>
            </p:cNvPr>
            <p:cNvSpPr/>
            <p:nvPr/>
          </p:nvSpPr>
          <p:spPr>
            <a:xfrm>
              <a:off x="3866750" y="3308225"/>
              <a:ext cx="33575" cy="11225"/>
            </a:xfrm>
            <a:custGeom>
              <a:avLst/>
              <a:gdLst/>
              <a:ahLst/>
              <a:cxnLst/>
              <a:rect l="l" t="t" r="r" b="b"/>
              <a:pathLst>
                <a:path w="1343" h="449" extrusionOk="0">
                  <a:moveTo>
                    <a:pt x="671" y="1"/>
                  </a:moveTo>
                  <a:cubicBezTo>
                    <a:pt x="529" y="1"/>
                    <a:pt x="397" y="32"/>
                    <a:pt x="275" y="102"/>
                  </a:cubicBezTo>
                  <a:cubicBezTo>
                    <a:pt x="153" y="163"/>
                    <a:pt x="41" y="276"/>
                    <a:pt x="0" y="418"/>
                  </a:cubicBezTo>
                  <a:lnTo>
                    <a:pt x="0" y="428"/>
                  </a:lnTo>
                  <a:cubicBezTo>
                    <a:pt x="11" y="438"/>
                    <a:pt x="21" y="448"/>
                    <a:pt x="41" y="448"/>
                  </a:cubicBezTo>
                  <a:cubicBezTo>
                    <a:pt x="163" y="407"/>
                    <a:pt x="265" y="398"/>
                    <a:pt x="366" y="387"/>
                  </a:cubicBezTo>
                  <a:cubicBezTo>
                    <a:pt x="468" y="377"/>
                    <a:pt x="570" y="367"/>
                    <a:pt x="671" y="367"/>
                  </a:cubicBezTo>
                  <a:cubicBezTo>
                    <a:pt x="773" y="367"/>
                    <a:pt x="875" y="377"/>
                    <a:pt x="976" y="387"/>
                  </a:cubicBezTo>
                  <a:cubicBezTo>
                    <a:pt x="1078" y="398"/>
                    <a:pt x="1180" y="407"/>
                    <a:pt x="1302" y="448"/>
                  </a:cubicBezTo>
                  <a:lnTo>
                    <a:pt x="1322" y="448"/>
                  </a:lnTo>
                  <a:cubicBezTo>
                    <a:pt x="1333" y="438"/>
                    <a:pt x="1342" y="428"/>
                    <a:pt x="1342" y="418"/>
                  </a:cubicBezTo>
                  <a:cubicBezTo>
                    <a:pt x="1302" y="276"/>
                    <a:pt x="1190" y="163"/>
                    <a:pt x="1068" y="102"/>
                  </a:cubicBezTo>
                  <a:cubicBezTo>
                    <a:pt x="946" y="32"/>
                    <a:pt x="814" y="1"/>
                    <a:pt x="671" y="1"/>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 name="Google Shape;1906;p36">
              <a:extLst>
                <a:ext uri="{FF2B5EF4-FFF2-40B4-BE49-F238E27FC236}">
                  <a16:creationId xmlns:a16="http://schemas.microsoft.com/office/drawing/2014/main" id="{C8CCEDEB-F046-40C0-A826-67E6CC60AB55}"/>
                </a:ext>
              </a:extLst>
            </p:cNvPr>
            <p:cNvSpPr/>
            <p:nvPr/>
          </p:nvSpPr>
          <p:spPr>
            <a:xfrm>
              <a:off x="3975525" y="3447525"/>
              <a:ext cx="78825" cy="189950"/>
            </a:xfrm>
            <a:custGeom>
              <a:avLst/>
              <a:gdLst/>
              <a:ahLst/>
              <a:cxnLst/>
              <a:rect l="l" t="t" r="r" b="b"/>
              <a:pathLst>
                <a:path w="3153" h="7598" extrusionOk="0">
                  <a:moveTo>
                    <a:pt x="1" y="1"/>
                  </a:moveTo>
                  <a:lnTo>
                    <a:pt x="1" y="1"/>
                  </a:lnTo>
                  <a:cubicBezTo>
                    <a:pt x="235" y="692"/>
                    <a:pt x="469" y="2085"/>
                    <a:pt x="662" y="3387"/>
                  </a:cubicBezTo>
                  <a:cubicBezTo>
                    <a:pt x="936" y="3702"/>
                    <a:pt x="1201" y="3986"/>
                    <a:pt x="1343" y="4139"/>
                  </a:cubicBezTo>
                  <a:cubicBezTo>
                    <a:pt x="1343" y="4139"/>
                    <a:pt x="1211" y="6010"/>
                    <a:pt x="947" y="7240"/>
                  </a:cubicBezTo>
                  <a:cubicBezTo>
                    <a:pt x="1228" y="7405"/>
                    <a:pt x="2008" y="7598"/>
                    <a:pt x="2486" y="7598"/>
                  </a:cubicBezTo>
                  <a:cubicBezTo>
                    <a:pt x="2509" y="7598"/>
                    <a:pt x="2532" y="7597"/>
                    <a:pt x="2553" y="7596"/>
                  </a:cubicBezTo>
                  <a:cubicBezTo>
                    <a:pt x="2706" y="7077"/>
                    <a:pt x="3072" y="5461"/>
                    <a:pt x="3102" y="4637"/>
                  </a:cubicBezTo>
                  <a:cubicBezTo>
                    <a:pt x="3153" y="3722"/>
                    <a:pt x="2990" y="3112"/>
                    <a:pt x="2360" y="2197"/>
                  </a:cubicBezTo>
                  <a:cubicBezTo>
                    <a:pt x="1262" y="601"/>
                    <a:pt x="439" y="143"/>
                    <a:pt x="1" y="1"/>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 name="Google Shape;1907;p36">
              <a:extLst>
                <a:ext uri="{FF2B5EF4-FFF2-40B4-BE49-F238E27FC236}">
                  <a16:creationId xmlns:a16="http://schemas.microsoft.com/office/drawing/2014/main" id="{5B73DF34-AF48-4A07-8BF4-ECDCEA3EA275}"/>
                </a:ext>
              </a:extLst>
            </p:cNvPr>
            <p:cNvSpPr/>
            <p:nvPr/>
          </p:nvSpPr>
          <p:spPr>
            <a:xfrm>
              <a:off x="4008325" y="3551000"/>
              <a:ext cx="800" cy="10425"/>
            </a:xfrm>
            <a:custGeom>
              <a:avLst/>
              <a:gdLst/>
              <a:ahLst/>
              <a:cxnLst/>
              <a:rect l="l" t="t" r="r" b="b"/>
              <a:pathLst>
                <a:path w="32" h="417" extrusionOk="0">
                  <a:moveTo>
                    <a:pt x="31" y="0"/>
                  </a:moveTo>
                  <a:cubicBezTo>
                    <a:pt x="31" y="20"/>
                    <a:pt x="21" y="173"/>
                    <a:pt x="1" y="417"/>
                  </a:cubicBezTo>
                  <a:lnTo>
                    <a:pt x="1" y="417"/>
                  </a:lnTo>
                  <a:lnTo>
                    <a:pt x="1" y="417"/>
                  </a:lnTo>
                  <a:cubicBezTo>
                    <a:pt x="21" y="173"/>
                    <a:pt x="31" y="20"/>
                    <a:pt x="31" y="0"/>
                  </a:cubicBezTo>
                  <a:close/>
                  <a:moveTo>
                    <a:pt x="31" y="0"/>
                  </a:moveTo>
                  <a:lnTo>
                    <a:pt x="31" y="0"/>
                  </a:lnTo>
                  <a:lnTo>
                    <a:pt x="31" y="0"/>
                  </a:lnTo>
                  <a:close/>
                  <a:moveTo>
                    <a:pt x="31" y="0"/>
                  </a:moveTo>
                  <a:lnTo>
                    <a:pt x="31" y="0"/>
                  </a:lnTo>
                  <a:lnTo>
                    <a:pt x="31" y="0"/>
                  </a:lnTo>
                  <a:close/>
                  <a:moveTo>
                    <a:pt x="31" y="0"/>
                  </a:moveTo>
                  <a:lnTo>
                    <a:pt x="31" y="0"/>
                  </a:lnTo>
                  <a:lnTo>
                    <a:pt x="31" y="0"/>
                  </a:lnTo>
                  <a:close/>
                  <a:moveTo>
                    <a:pt x="31" y="0"/>
                  </a:moveTo>
                  <a:lnTo>
                    <a:pt x="31" y="0"/>
                  </a:lnTo>
                  <a:lnTo>
                    <a:pt x="31" y="0"/>
                  </a:lnTo>
                  <a:close/>
                  <a:moveTo>
                    <a:pt x="31" y="0"/>
                  </a:moveTo>
                  <a:lnTo>
                    <a:pt x="31" y="0"/>
                  </a:lnTo>
                  <a:lnTo>
                    <a:pt x="31" y="0"/>
                  </a:lnTo>
                  <a:close/>
                  <a:moveTo>
                    <a:pt x="31" y="0"/>
                  </a:moveTo>
                  <a:lnTo>
                    <a:pt x="31" y="0"/>
                  </a:lnTo>
                  <a:lnTo>
                    <a:pt x="31" y="0"/>
                  </a:lnTo>
                  <a:close/>
                  <a:moveTo>
                    <a:pt x="31" y="0"/>
                  </a:moveTo>
                  <a:lnTo>
                    <a:pt x="31" y="0"/>
                  </a:lnTo>
                  <a:lnTo>
                    <a:pt x="31" y="0"/>
                  </a:lnTo>
                  <a:close/>
                  <a:moveTo>
                    <a:pt x="31" y="0"/>
                  </a:moveTo>
                  <a:lnTo>
                    <a:pt x="31" y="0"/>
                  </a:lnTo>
                  <a:close/>
                </a:path>
              </a:pathLst>
            </a:custGeom>
            <a:solidFill>
              <a:srgbClr val="C0D2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 name="Google Shape;1908;p36">
              <a:extLst>
                <a:ext uri="{FF2B5EF4-FFF2-40B4-BE49-F238E27FC236}">
                  <a16:creationId xmlns:a16="http://schemas.microsoft.com/office/drawing/2014/main" id="{CD1513E8-C518-4D65-8EBF-452306355C22}"/>
                </a:ext>
              </a:extLst>
            </p:cNvPr>
            <p:cNvSpPr/>
            <p:nvPr/>
          </p:nvSpPr>
          <p:spPr>
            <a:xfrm>
              <a:off x="4008325" y="3537000"/>
              <a:ext cx="26975" cy="24425"/>
            </a:xfrm>
            <a:custGeom>
              <a:avLst/>
              <a:gdLst/>
              <a:ahLst/>
              <a:cxnLst/>
              <a:rect l="l" t="t" r="r" b="b"/>
              <a:pathLst>
                <a:path w="1079" h="977" extrusionOk="0">
                  <a:moveTo>
                    <a:pt x="1079" y="1"/>
                  </a:moveTo>
                  <a:cubicBezTo>
                    <a:pt x="377" y="153"/>
                    <a:pt x="31" y="560"/>
                    <a:pt x="31" y="560"/>
                  </a:cubicBezTo>
                  <a:cubicBezTo>
                    <a:pt x="31" y="580"/>
                    <a:pt x="21" y="733"/>
                    <a:pt x="1" y="977"/>
                  </a:cubicBezTo>
                  <a:cubicBezTo>
                    <a:pt x="417" y="398"/>
                    <a:pt x="1079" y="1"/>
                    <a:pt x="1079"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 name="Google Shape;1909;p36">
              <a:extLst>
                <a:ext uri="{FF2B5EF4-FFF2-40B4-BE49-F238E27FC236}">
                  <a16:creationId xmlns:a16="http://schemas.microsoft.com/office/drawing/2014/main" id="{2A03B623-90BD-4B99-AB34-287C78837123}"/>
                </a:ext>
              </a:extLst>
            </p:cNvPr>
            <p:cNvSpPr/>
            <p:nvPr/>
          </p:nvSpPr>
          <p:spPr>
            <a:xfrm>
              <a:off x="3986475" y="3497100"/>
              <a:ext cx="3825" cy="22650"/>
            </a:xfrm>
            <a:custGeom>
              <a:avLst/>
              <a:gdLst/>
              <a:ahLst/>
              <a:cxnLst/>
              <a:rect l="l" t="t" r="r" b="b"/>
              <a:pathLst>
                <a:path w="153" h="906" extrusionOk="0">
                  <a:moveTo>
                    <a:pt x="143" y="895"/>
                  </a:moveTo>
                  <a:lnTo>
                    <a:pt x="153" y="905"/>
                  </a:lnTo>
                  <a:lnTo>
                    <a:pt x="143" y="895"/>
                  </a:lnTo>
                  <a:close/>
                  <a:moveTo>
                    <a:pt x="143" y="875"/>
                  </a:moveTo>
                  <a:lnTo>
                    <a:pt x="143" y="875"/>
                  </a:lnTo>
                  <a:lnTo>
                    <a:pt x="143" y="875"/>
                  </a:lnTo>
                  <a:close/>
                  <a:moveTo>
                    <a:pt x="143" y="864"/>
                  </a:moveTo>
                  <a:lnTo>
                    <a:pt x="143" y="875"/>
                  </a:lnTo>
                  <a:lnTo>
                    <a:pt x="143" y="864"/>
                  </a:lnTo>
                  <a:close/>
                  <a:moveTo>
                    <a:pt x="143" y="864"/>
                  </a:moveTo>
                  <a:lnTo>
                    <a:pt x="143" y="864"/>
                  </a:lnTo>
                  <a:lnTo>
                    <a:pt x="143" y="864"/>
                  </a:lnTo>
                  <a:close/>
                  <a:moveTo>
                    <a:pt x="143" y="855"/>
                  </a:moveTo>
                  <a:lnTo>
                    <a:pt x="143" y="855"/>
                  </a:lnTo>
                  <a:lnTo>
                    <a:pt x="143" y="855"/>
                  </a:lnTo>
                  <a:close/>
                  <a:moveTo>
                    <a:pt x="143" y="834"/>
                  </a:moveTo>
                  <a:lnTo>
                    <a:pt x="143" y="844"/>
                  </a:lnTo>
                  <a:lnTo>
                    <a:pt x="143" y="834"/>
                  </a:lnTo>
                  <a:close/>
                  <a:moveTo>
                    <a:pt x="132" y="803"/>
                  </a:moveTo>
                  <a:lnTo>
                    <a:pt x="132" y="803"/>
                  </a:lnTo>
                  <a:lnTo>
                    <a:pt x="132" y="803"/>
                  </a:lnTo>
                  <a:close/>
                  <a:moveTo>
                    <a:pt x="132" y="794"/>
                  </a:moveTo>
                  <a:lnTo>
                    <a:pt x="132" y="803"/>
                  </a:lnTo>
                  <a:lnTo>
                    <a:pt x="132" y="794"/>
                  </a:lnTo>
                  <a:close/>
                  <a:moveTo>
                    <a:pt x="132" y="763"/>
                  </a:moveTo>
                  <a:lnTo>
                    <a:pt x="132" y="794"/>
                  </a:lnTo>
                  <a:lnTo>
                    <a:pt x="132" y="763"/>
                  </a:lnTo>
                  <a:close/>
                  <a:moveTo>
                    <a:pt x="123" y="763"/>
                  </a:moveTo>
                  <a:lnTo>
                    <a:pt x="123" y="763"/>
                  </a:lnTo>
                  <a:lnTo>
                    <a:pt x="123" y="763"/>
                  </a:lnTo>
                  <a:close/>
                  <a:moveTo>
                    <a:pt x="123" y="753"/>
                  </a:moveTo>
                  <a:lnTo>
                    <a:pt x="123" y="753"/>
                  </a:lnTo>
                  <a:lnTo>
                    <a:pt x="123" y="753"/>
                  </a:lnTo>
                  <a:close/>
                  <a:moveTo>
                    <a:pt x="123" y="742"/>
                  </a:moveTo>
                  <a:lnTo>
                    <a:pt x="123" y="742"/>
                  </a:lnTo>
                  <a:lnTo>
                    <a:pt x="123" y="742"/>
                  </a:lnTo>
                  <a:close/>
                  <a:moveTo>
                    <a:pt x="123" y="722"/>
                  </a:moveTo>
                  <a:lnTo>
                    <a:pt x="123" y="742"/>
                  </a:lnTo>
                  <a:lnTo>
                    <a:pt x="123" y="722"/>
                  </a:lnTo>
                  <a:close/>
                  <a:moveTo>
                    <a:pt x="123" y="722"/>
                  </a:moveTo>
                  <a:lnTo>
                    <a:pt x="123" y="722"/>
                  </a:lnTo>
                  <a:lnTo>
                    <a:pt x="123" y="722"/>
                  </a:lnTo>
                  <a:close/>
                  <a:moveTo>
                    <a:pt x="112" y="702"/>
                  </a:moveTo>
                  <a:cubicBezTo>
                    <a:pt x="123" y="702"/>
                    <a:pt x="123" y="712"/>
                    <a:pt x="123" y="712"/>
                  </a:cubicBezTo>
                  <a:cubicBezTo>
                    <a:pt x="123" y="712"/>
                    <a:pt x="123" y="702"/>
                    <a:pt x="112" y="702"/>
                  </a:cubicBezTo>
                  <a:close/>
                  <a:moveTo>
                    <a:pt x="112" y="681"/>
                  </a:moveTo>
                  <a:lnTo>
                    <a:pt x="112" y="681"/>
                  </a:lnTo>
                  <a:lnTo>
                    <a:pt x="112" y="681"/>
                  </a:lnTo>
                  <a:close/>
                  <a:moveTo>
                    <a:pt x="51" y="285"/>
                  </a:moveTo>
                  <a:lnTo>
                    <a:pt x="112" y="681"/>
                  </a:lnTo>
                  <a:lnTo>
                    <a:pt x="51" y="285"/>
                  </a:lnTo>
                  <a:close/>
                  <a:moveTo>
                    <a:pt x="41" y="254"/>
                  </a:moveTo>
                  <a:cubicBezTo>
                    <a:pt x="51" y="265"/>
                    <a:pt x="51" y="275"/>
                    <a:pt x="51" y="285"/>
                  </a:cubicBezTo>
                  <a:cubicBezTo>
                    <a:pt x="51" y="275"/>
                    <a:pt x="51" y="265"/>
                    <a:pt x="41" y="254"/>
                  </a:cubicBezTo>
                  <a:close/>
                  <a:moveTo>
                    <a:pt x="41" y="224"/>
                  </a:moveTo>
                  <a:lnTo>
                    <a:pt x="41" y="254"/>
                  </a:lnTo>
                  <a:lnTo>
                    <a:pt x="41" y="224"/>
                  </a:lnTo>
                  <a:close/>
                  <a:moveTo>
                    <a:pt x="41" y="214"/>
                  </a:moveTo>
                  <a:lnTo>
                    <a:pt x="41" y="224"/>
                  </a:lnTo>
                  <a:lnTo>
                    <a:pt x="41" y="214"/>
                  </a:lnTo>
                  <a:close/>
                  <a:moveTo>
                    <a:pt x="31" y="153"/>
                  </a:moveTo>
                  <a:cubicBezTo>
                    <a:pt x="31" y="173"/>
                    <a:pt x="31" y="193"/>
                    <a:pt x="41" y="214"/>
                  </a:cubicBezTo>
                  <a:cubicBezTo>
                    <a:pt x="31" y="193"/>
                    <a:pt x="31" y="173"/>
                    <a:pt x="31" y="153"/>
                  </a:cubicBezTo>
                  <a:close/>
                  <a:moveTo>
                    <a:pt x="21" y="132"/>
                  </a:moveTo>
                  <a:lnTo>
                    <a:pt x="31" y="143"/>
                  </a:lnTo>
                  <a:lnTo>
                    <a:pt x="21" y="132"/>
                  </a:lnTo>
                  <a:close/>
                  <a:moveTo>
                    <a:pt x="21" y="132"/>
                  </a:moveTo>
                  <a:lnTo>
                    <a:pt x="21" y="132"/>
                  </a:lnTo>
                  <a:lnTo>
                    <a:pt x="21" y="132"/>
                  </a:lnTo>
                  <a:close/>
                  <a:moveTo>
                    <a:pt x="21" y="102"/>
                  </a:moveTo>
                  <a:lnTo>
                    <a:pt x="21" y="132"/>
                  </a:lnTo>
                  <a:lnTo>
                    <a:pt x="21" y="102"/>
                  </a:lnTo>
                  <a:close/>
                  <a:moveTo>
                    <a:pt x="21" y="102"/>
                  </a:moveTo>
                  <a:lnTo>
                    <a:pt x="21" y="102"/>
                  </a:lnTo>
                  <a:lnTo>
                    <a:pt x="21" y="102"/>
                  </a:lnTo>
                  <a:close/>
                  <a:moveTo>
                    <a:pt x="21" y="92"/>
                  </a:moveTo>
                  <a:lnTo>
                    <a:pt x="21" y="92"/>
                  </a:lnTo>
                  <a:lnTo>
                    <a:pt x="21" y="92"/>
                  </a:lnTo>
                  <a:close/>
                  <a:moveTo>
                    <a:pt x="21" y="82"/>
                  </a:moveTo>
                  <a:lnTo>
                    <a:pt x="21" y="82"/>
                  </a:lnTo>
                  <a:lnTo>
                    <a:pt x="21" y="82"/>
                  </a:lnTo>
                  <a:close/>
                  <a:moveTo>
                    <a:pt x="10" y="41"/>
                  </a:moveTo>
                  <a:cubicBezTo>
                    <a:pt x="10" y="51"/>
                    <a:pt x="10" y="71"/>
                    <a:pt x="21" y="82"/>
                  </a:cubicBezTo>
                  <a:cubicBezTo>
                    <a:pt x="10" y="71"/>
                    <a:pt x="10" y="51"/>
                    <a:pt x="10" y="41"/>
                  </a:cubicBezTo>
                  <a:close/>
                  <a:moveTo>
                    <a:pt x="10" y="31"/>
                  </a:moveTo>
                  <a:lnTo>
                    <a:pt x="10" y="31"/>
                  </a:lnTo>
                  <a:lnTo>
                    <a:pt x="10" y="31"/>
                  </a:lnTo>
                  <a:close/>
                  <a:moveTo>
                    <a:pt x="1" y="1"/>
                  </a:moveTo>
                  <a:lnTo>
                    <a:pt x="1" y="1"/>
                  </a:lnTo>
                  <a:close/>
                </a:path>
              </a:pathLst>
            </a:custGeom>
            <a:solidFill>
              <a:srgbClr val="C0D2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 name="Google Shape;1910;p36">
              <a:extLst>
                <a:ext uri="{FF2B5EF4-FFF2-40B4-BE49-F238E27FC236}">
                  <a16:creationId xmlns:a16="http://schemas.microsoft.com/office/drawing/2014/main" id="{D51CE689-7890-4451-A6B8-791528525507}"/>
                </a:ext>
              </a:extLst>
            </p:cNvPr>
            <p:cNvSpPr/>
            <p:nvPr/>
          </p:nvSpPr>
          <p:spPr>
            <a:xfrm>
              <a:off x="3982925" y="3478025"/>
              <a:ext cx="9175" cy="54175"/>
            </a:xfrm>
            <a:custGeom>
              <a:avLst/>
              <a:gdLst/>
              <a:ahLst/>
              <a:cxnLst/>
              <a:rect l="l" t="t" r="r" b="b"/>
              <a:pathLst>
                <a:path w="367" h="2167" extrusionOk="0">
                  <a:moveTo>
                    <a:pt x="0" y="1"/>
                  </a:moveTo>
                  <a:lnTo>
                    <a:pt x="0" y="1"/>
                  </a:lnTo>
                  <a:cubicBezTo>
                    <a:pt x="56" y="277"/>
                    <a:pt x="110" y="576"/>
                    <a:pt x="163" y="885"/>
                  </a:cubicBezTo>
                  <a:lnTo>
                    <a:pt x="163" y="885"/>
                  </a:lnTo>
                  <a:lnTo>
                    <a:pt x="163" y="865"/>
                  </a:lnTo>
                  <a:lnTo>
                    <a:pt x="163" y="855"/>
                  </a:lnTo>
                  <a:lnTo>
                    <a:pt x="163" y="845"/>
                  </a:lnTo>
                  <a:cubicBezTo>
                    <a:pt x="152" y="834"/>
                    <a:pt x="152" y="814"/>
                    <a:pt x="152" y="804"/>
                  </a:cubicBezTo>
                  <a:lnTo>
                    <a:pt x="152" y="794"/>
                  </a:lnTo>
                  <a:cubicBezTo>
                    <a:pt x="152" y="784"/>
                    <a:pt x="143" y="773"/>
                    <a:pt x="143" y="764"/>
                  </a:cubicBezTo>
                  <a:cubicBezTo>
                    <a:pt x="102" y="499"/>
                    <a:pt x="51" y="245"/>
                    <a:pt x="0" y="1"/>
                  </a:cubicBezTo>
                  <a:close/>
                  <a:moveTo>
                    <a:pt x="163" y="885"/>
                  </a:moveTo>
                  <a:lnTo>
                    <a:pt x="163" y="895"/>
                  </a:lnTo>
                  <a:lnTo>
                    <a:pt x="165" y="898"/>
                  </a:lnTo>
                  <a:lnTo>
                    <a:pt x="165" y="898"/>
                  </a:lnTo>
                  <a:cubicBezTo>
                    <a:pt x="164" y="893"/>
                    <a:pt x="164" y="889"/>
                    <a:pt x="163" y="885"/>
                  </a:cubicBezTo>
                  <a:close/>
                  <a:moveTo>
                    <a:pt x="165" y="898"/>
                  </a:moveTo>
                  <a:cubicBezTo>
                    <a:pt x="171" y="934"/>
                    <a:pt x="177" y="969"/>
                    <a:pt x="183" y="1005"/>
                  </a:cubicBezTo>
                  <a:lnTo>
                    <a:pt x="183" y="1005"/>
                  </a:lnTo>
                  <a:lnTo>
                    <a:pt x="183" y="987"/>
                  </a:lnTo>
                  <a:lnTo>
                    <a:pt x="183" y="977"/>
                  </a:lnTo>
                  <a:cubicBezTo>
                    <a:pt x="173" y="956"/>
                    <a:pt x="173" y="936"/>
                    <a:pt x="173" y="916"/>
                  </a:cubicBezTo>
                  <a:lnTo>
                    <a:pt x="173" y="906"/>
                  </a:lnTo>
                  <a:lnTo>
                    <a:pt x="165" y="898"/>
                  </a:lnTo>
                  <a:close/>
                  <a:moveTo>
                    <a:pt x="183" y="1005"/>
                  </a:moveTo>
                  <a:lnTo>
                    <a:pt x="183" y="1017"/>
                  </a:lnTo>
                  <a:cubicBezTo>
                    <a:pt x="184" y="1018"/>
                    <a:pt x="185" y="1019"/>
                    <a:pt x="186" y="1020"/>
                  </a:cubicBezTo>
                  <a:lnTo>
                    <a:pt x="186" y="1020"/>
                  </a:lnTo>
                  <a:cubicBezTo>
                    <a:pt x="185" y="1015"/>
                    <a:pt x="184" y="1010"/>
                    <a:pt x="183" y="1005"/>
                  </a:cubicBezTo>
                  <a:close/>
                  <a:moveTo>
                    <a:pt x="186" y="1020"/>
                  </a:moveTo>
                  <a:cubicBezTo>
                    <a:pt x="203" y="1122"/>
                    <a:pt x="219" y="1224"/>
                    <a:pt x="236" y="1327"/>
                  </a:cubicBezTo>
                  <a:lnTo>
                    <a:pt x="236" y="1327"/>
                  </a:lnTo>
                  <a:lnTo>
                    <a:pt x="193" y="1048"/>
                  </a:lnTo>
                  <a:cubicBezTo>
                    <a:pt x="193" y="1039"/>
                    <a:pt x="193" y="1030"/>
                    <a:pt x="186" y="1020"/>
                  </a:cubicBezTo>
                  <a:close/>
                  <a:moveTo>
                    <a:pt x="236" y="1327"/>
                  </a:moveTo>
                  <a:lnTo>
                    <a:pt x="254" y="1444"/>
                  </a:lnTo>
                  <a:lnTo>
                    <a:pt x="254" y="1465"/>
                  </a:lnTo>
                  <a:cubicBezTo>
                    <a:pt x="256" y="1465"/>
                    <a:pt x="257" y="1465"/>
                    <a:pt x="258" y="1465"/>
                  </a:cubicBezTo>
                  <a:lnTo>
                    <a:pt x="258" y="1465"/>
                  </a:lnTo>
                  <a:cubicBezTo>
                    <a:pt x="251" y="1419"/>
                    <a:pt x="243" y="1373"/>
                    <a:pt x="236" y="1327"/>
                  </a:cubicBezTo>
                  <a:close/>
                  <a:moveTo>
                    <a:pt x="258" y="1465"/>
                  </a:moveTo>
                  <a:lnTo>
                    <a:pt x="258" y="1465"/>
                  </a:lnTo>
                  <a:cubicBezTo>
                    <a:pt x="260" y="1479"/>
                    <a:pt x="262" y="1493"/>
                    <a:pt x="265" y="1507"/>
                  </a:cubicBezTo>
                  <a:lnTo>
                    <a:pt x="265" y="1507"/>
                  </a:lnTo>
                  <a:lnTo>
                    <a:pt x="265" y="1505"/>
                  </a:lnTo>
                  <a:lnTo>
                    <a:pt x="265" y="1485"/>
                  </a:lnTo>
                  <a:lnTo>
                    <a:pt x="265" y="1475"/>
                  </a:lnTo>
                  <a:cubicBezTo>
                    <a:pt x="265" y="1475"/>
                    <a:pt x="265" y="1468"/>
                    <a:pt x="258" y="1465"/>
                  </a:cubicBezTo>
                  <a:close/>
                  <a:moveTo>
                    <a:pt x="265" y="1507"/>
                  </a:moveTo>
                  <a:lnTo>
                    <a:pt x="265" y="1516"/>
                  </a:lnTo>
                  <a:lnTo>
                    <a:pt x="265" y="1526"/>
                  </a:lnTo>
                  <a:lnTo>
                    <a:pt x="268" y="1526"/>
                  </a:lnTo>
                  <a:cubicBezTo>
                    <a:pt x="267" y="1519"/>
                    <a:pt x="266" y="1513"/>
                    <a:pt x="265" y="1507"/>
                  </a:cubicBezTo>
                  <a:close/>
                  <a:moveTo>
                    <a:pt x="268" y="1526"/>
                  </a:moveTo>
                  <a:lnTo>
                    <a:pt x="268" y="1526"/>
                  </a:lnTo>
                  <a:cubicBezTo>
                    <a:pt x="270" y="1540"/>
                    <a:pt x="272" y="1555"/>
                    <a:pt x="274" y="1569"/>
                  </a:cubicBezTo>
                  <a:lnTo>
                    <a:pt x="274" y="1569"/>
                  </a:lnTo>
                  <a:cubicBezTo>
                    <a:pt x="274" y="1568"/>
                    <a:pt x="274" y="1567"/>
                    <a:pt x="274" y="1566"/>
                  </a:cubicBezTo>
                  <a:lnTo>
                    <a:pt x="274" y="1557"/>
                  </a:lnTo>
                  <a:lnTo>
                    <a:pt x="274" y="1526"/>
                  </a:lnTo>
                  <a:close/>
                  <a:moveTo>
                    <a:pt x="274" y="1569"/>
                  </a:moveTo>
                  <a:cubicBezTo>
                    <a:pt x="274" y="1575"/>
                    <a:pt x="275" y="1580"/>
                    <a:pt x="277" y="1586"/>
                  </a:cubicBezTo>
                  <a:lnTo>
                    <a:pt x="277" y="1586"/>
                  </a:lnTo>
                  <a:cubicBezTo>
                    <a:pt x="276" y="1580"/>
                    <a:pt x="275" y="1575"/>
                    <a:pt x="274" y="1569"/>
                  </a:cubicBezTo>
                  <a:close/>
                  <a:moveTo>
                    <a:pt x="277" y="1586"/>
                  </a:moveTo>
                  <a:cubicBezTo>
                    <a:pt x="280" y="1603"/>
                    <a:pt x="282" y="1620"/>
                    <a:pt x="285" y="1636"/>
                  </a:cubicBezTo>
                  <a:lnTo>
                    <a:pt x="285" y="1636"/>
                  </a:lnTo>
                  <a:lnTo>
                    <a:pt x="285" y="1627"/>
                  </a:lnTo>
                  <a:lnTo>
                    <a:pt x="285" y="1618"/>
                  </a:lnTo>
                  <a:lnTo>
                    <a:pt x="285" y="1607"/>
                  </a:lnTo>
                  <a:lnTo>
                    <a:pt x="285" y="1597"/>
                  </a:lnTo>
                  <a:cubicBezTo>
                    <a:pt x="281" y="1593"/>
                    <a:pt x="279" y="1590"/>
                    <a:pt x="277" y="1586"/>
                  </a:cubicBezTo>
                  <a:close/>
                  <a:moveTo>
                    <a:pt x="285" y="1636"/>
                  </a:moveTo>
                  <a:lnTo>
                    <a:pt x="285" y="1638"/>
                  </a:lnTo>
                  <a:lnTo>
                    <a:pt x="285" y="1658"/>
                  </a:lnTo>
                  <a:lnTo>
                    <a:pt x="289" y="1662"/>
                  </a:lnTo>
                  <a:lnTo>
                    <a:pt x="289" y="1662"/>
                  </a:lnTo>
                  <a:cubicBezTo>
                    <a:pt x="288" y="1654"/>
                    <a:pt x="286" y="1645"/>
                    <a:pt x="285" y="1636"/>
                  </a:cubicBezTo>
                  <a:close/>
                  <a:moveTo>
                    <a:pt x="289" y="1662"/>
                  </a:moveTo>
                  <a:cubicBezTo>
                    <a:pt x="315" y="1831"/>
                    <a:pt x="341" y="2000"/>
                    <a:pt x="366" y="2167"/>
                  </a:cubicBezTo>
                  <a:cubicBezTo>
                    <a:pt x="346" y="2004"/>
                    <a:pt x="315" y="1841"/>
                    <a:pt x="295" y="1668"/>
                  </a:cubicBezTo>
                  <a:lnTo>
                    <a:pt x="289" y="1662"/>
                  </a:lnTo>
                  <a:close/>
                </a:path>
              </a:pathLst>
            </a:custGeom>
            <a:solidFill>
              <a:srgbClr val="6288E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 name="Google Shape;1911;p36">
              <a:extLst>
                <a:ext uri="{FF2B5EF4-FFF2-40B4-BE49-F238E27FC236}">
                  <a16:creationId xmlns:a16="http://schemas.microsoft.com/office/drawing/2014/main" id="{649370DC-E2FA-427F-BE5A-5A5A1D54AE92}"/>
                </a:ext>
              </a:extLst>
            </p:cNvPr>
            <p:cNvSpPr/>
            <p:nvPr/>
          </p:nvSpPr>
          <p:spPr>
            <a:xfrm>
              <a:off x="3998675" y="3539800"/>
              <a:ext cx="1050" cy="1050"/>
            </a:xfrm>
            <a:custGeom>
              <a:avLst/>
              <a:gdLst/>
              <a:ahLst/>
              <a:cxnLst/>
              <a:rect l="l" t="t" r="r" b="b"/>
              <a:pathLst>
                <a:path w="42" h="42" extrusionOk="0">
                  <a:moveTo>
                    <a:pt x="1" y="1"/>
                  </a:moveTo>
                  <a:lnTo>
                    <a:pt x="41" y="41"/>
                  </a:lnTo>
                  <a:lnTo>
                    <a:pt x="41" y="41"/>
                  </a:lnTo>
                  <a:close/>
                </a:path>
              </a:pathLst>
            </a:custGeom>
            <a:solidFill>
              <a:srgbClr val="C0D2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 name="Google Shape;1912;p36">
              <a:extLst>
                <a:ext uri="{FF2B5EF4-FFF2-40B4-BE49-F238E27FC236}">
                  <a16:creationId xmlns:a16="http://schemas.microsoft.com/office/drawing/2014/main" id="{1635938B-76D0-406E-9147-4260161DF4E5}"/>
                </a:ext>
              </a:extLst>
            </p:cNvPr>
            <p:cNvSpPr/>
            <p:nvPr/>
          </p:nvSpPr>
          <p:spPr>
            <a:xfrm>
              <a:off x="3982925" y="3478025"/>
              <a:ext cx="16800" cy="62825"/>
            </a:xfrm>
            <a:custGeom>
              <a:avLst/>
              <a:gdLst/>
              <a:ahLst/>
              <a:cxnLst/>
              <a:rect l="l" t="t" r="r" b="b"/>
              <a:pathLst>
                <a:path w="672" h="2513" extrusionOk="0">
                  <a:moveTo>
                    <a:pt x="0" y="1"/>
                  </a:moveTo>
                  <a:lnTo>
                    <a:pt x="0" y="1"/>
                  </a:lnTo>
                  <a:cubicBezTo>
                    <a:pt x="51" y="245"/>
                    <a:pt x="102" y="499"/>
                    <a:pt x="143" y="764"/>
                  </a:cubicBezTo>
                  <a:cubicBezTo>
                    <a:pt x="143" y="773"/>
                    <a:pt x="152" y="784"/>
                    <a:pt x="152" y="794"/>
                  </a:cubicBezTo>
                  <a:lnTo>
                    <a:pt x="152" y="804"/>
                  </a:lnTo>
                  <a:cubicBezTo>
                    <a:pt x="152" y="814"/>
                    <a:pt x="152" y="834"/>
                    <a:pt x="163" y="845"/>
                  </a:cubicBezTo>
                  <a:lnTo>
                    <a:pt x="163" y="855"/>
                  </a:lnTo>
                  <a:lnTo>
                    <a:pt x="163" y="865"/>
                  </a:lnTo>
                  <a:lnTo>
                    <a:pt x="163" y="895"/>
                  </a:lnTo>
                  <a:lnTo>
                    <a:pt x="173" y="906"/>
                  </a:lnTo>
                  <a:lnTo>
                    <a:pt x="173" y="916"/>
                  </a:lnTo>
                  <a:cubicBezTo>
                    <a:pt x="173" y="936"/>
                    <a:pt x="173" y="956"/>
                    <a:pt x="183" y="977"/>
                  </a:cubicBezTo>
                  <a:lnTo>
                    <a:pt x="183" y="987"/>
                  </a:lnTo>
                  <a:lnTo>
                    <a:pt x="183" y="1017"/>
                  </a:lnTo>
                  <a:cubicBezTo>
                    <a:pt x="193" y="1028"/>
                    <a:pt x="193" y="1038"/>
                    <a:pt x="193" y="1048"/>
                  </a:cubicBezTo>
                  <a:lnTo>
                    <a:pt x="254" y="1444"/>
                  </a:lnTo>
                  <a:lnTo>
                    <a:pt x="254" y="1465"/>
                  </a:lnTo>
                  <a:cubicBezTo>
                    <a:pt x="265" y="1465"/>
                    <a:pt x="265" y="1475"/>
                    <a:pt x="265" y="1475"/>
                  </a:cubicBezTo>
                  <a:lnTo>
                    <a:pt x="265" y="1485"/>
                  </a:lnTo>
                  <a:lnTo>
                    <a:pt x="265" y="1505"/>
                  </a:lnTo>
                  <a:lnTo>
                    <a:pt x="265" y="1516"/>
                  </a:lnTo>
                  <a:lnTo>
                    <a:pt x="265" y="1526"/>
                  </a:lnTo>
                  <a:lnTo>
                    <a:pt x="274" y="1526"/>
                  </a:lnTo>
                  <a:lnTo>
                    <a:pt x="274" y="1557"/>
                  </a:lnTo>
                  <a:lnTo>
                    <a:pt x="274" y="1566"/>
                  </a:lnTo>
                  <a:cubicBezTo>
                    <a:pt x="274" y="1577"/>
                    <a:pt x="274" y="1587"/>
                    <a:pt x="285" y="1597"/>
                  </a:cubicBezTo>
                  <a:lnTo>
                    <a:pt x="285" y="1607"/>
                  </a:lnTo>
                  <a:lnTo>
                    <a:pt x="285" y="1618"/>
                  </a:lnTo>
                  <a:lnTo>
                    <a:pt x="285" y="1627"/>
                  </a:lnTo>
                  <a:lnTo>
                    <a:pt x="285" y="1638"/>
                  </a:lnTo>
                  <a:lnTo>
                    <a:pt x="285" y="1658"/>
                  </a:lnTo>
                  <a:lnTo>
                    <a:pt x="295" y="1668"/>
                  </a:lnTo>
                  <a:cubicBezTo>
                    <a:pt x="315" y="1841"/>
                    <a:pt x="346" y="2004"/>
                    <a:pt x="366" y="2167"/>
                  </a:cubicBezTo>
                  <a:cubicBezTo>
                    <a:pt x="457" y="2278"/>
                    <a:pt x="549" y="2380"/>
                    <a:pt x="631" y="2472"/>
                  </a:cubicBezTo>
                  <a:lnTo>
                    <a:pt x="671" y="2512"/>
                  </a:lnTo>
                  <a:cubicBezTo>
                    <a:pt x="518" y="1627"/>
                    <a:pt x="213" y="621"/>
                    <a:pt x="0"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05" name="CuadroTexto 104">
            <a:extLst>
              <a:ext uri="{FF2B5EF4-FFF2-40B4-BE49-F238E27FC236}">
                <a16:creationId xmlns:a16="http://schemas.microsoft.com/office/drawing/2014/main" id="{10710300-8D88-493D-B71C-8221A096BDDC}"/>
              </a:ext>
            </a:extLst>
          </p:cNvPr>
          <p:cNvSpPr txBox="1"/>
          <p:nvPr/>
        </p:nvSpPr>
        <p:spPr>
          <a:xfrm>
            <a:off x="12704587" y="6973788"/>
            <a:ext cx="6316462" cy="50167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defRPr/>
            </a:pPr>
            <a:r>
              <a:rPr lang="es-ES" sz="8000" b="0" dirty="0">
                <a:solidFill>
                  <a:srgbClr val="000000">
                    <a:lumMod val="65000"/>
                    <a:lumOff val="35000"/>
                  </a:srgbClr>
                </a:solidFill>
                <a:latin typeface="Daytona Condensed" panose="020B0506030503040204" pitchFamily="34" charset="0"/>
                <a:cs typeface="Calibri" panose="020F0502020204030204" pitchFamily="34" charset="0"/>
              </a:rPr>
              <a:t>Leves</a:t>
            </a:r>
          </a:p>
          <a:p>
            <a:pPr algn="l">
              <a:defRPr/>
            </a:pPr>
            <a:r>
              <a:rPr lang="es-ES" sz="8000" b="0" dirty="0">
                <a:solidFill>
                  <a:srgbClr val="000000">
                    <a:lumMod val="65000"/>
                    <a:lumOff val="35000"/>
                  </a:srgbClr>
                </a:solidFill>
                <a:latin typeface="Daytona Condensed" panose="020B0506030503040204" pitchFamily="34" charset="0"/>
                <a:cs typeface="Calibri" panose="020F0502020204030204" pitchFamily="34" charset="0"/>
              </a:rPr>
              <a:t>Graves</a:t>
            </a:r>
          </a:p>
          <a:p>
            <a:pPr algn="l">
              <a:defRPr/>
            </a:pPr>
            <a:r>
              <a:rPr lang="es-ES" sz="8000" b="0" dirty="0">
                <a:solidFill>
                  <a:srgbClr val="000000">
                    <a:lumMod val="65000"/>
                    <a:lumOff val="35000"/>
                  </a:srgbClr>
                </a:solidFill>
                <a:latin typeface="Daytona Condensed" panose="020B0506030503040204" pitchFamily="34" charset="0"/>
                <a:cs typeface="Calibri" panose="020F0502020204030204" pitchFamily="34" charset="0"/>
              </a:rPr>
              <a:t>Gravísimas</a:t>
            </a:r>
          </a:p>
          <a:p>
            <a:pPr marL="685800" indent="-685800" algn="l">
              <a:buFontTx/>
              <a:buChar char="-"/>
              <a:defRPr/>
            </a:pPr>
            <a:endParaRPr lang="es-ES" sz="8000" b="0" dirty="0">
              <a:solidFill>
                <a:srgbClr val="000000">
                  <a:lumMod val="65000"/>
                  <a:lumOff val="35000"/>
                </a:srgbClr>
              </a:solidFill>
              <a:latin typeface="Daytona Condensed" panose="020B0506030503040204" pitchFamily="34" charset="0"/>
              <a:cs typeface="Calibri" panose="020F0502020204030204" pitchFamily="34" charset="0"/>
            </a:endParaRPr>
          </a:p>
        </p:txBody>
      </p:sp>
      <p:sp>
        <p:nvSpPr>
          <p:cNvPr id="106" name="Google Shape;3646;p54">
            <a:extLst>
              <a:ext uri="{FF2B5EF4-FFF2-40B4-BE49-F238E27FC236}">
                <a16:creationId xmlns:a16="http://schemas.microsoft.com/office/drawing/2014/main" id="{9BE1B526-3731-4634-AFCF-D6EA356D91F7}"/>
              </a:ext>
            </a:extLst>
          </p:cNvPr>
          <p:cNvSpPr/>
          <p:nvPr/>
        </p:nvSpPr>
        <p:spPr>
          <a:xfrm>
            <a:off x="11435837" y="7289520"/>
            <a:ext cx="756163" cy="692658"/>
          </a:xfrm>
          <a:prstGeom prst="ellipse">
            <a:avLst/>
          </a:prstGeom>
          <a:solidFill>
            <a:srgbClr val="FF6D00"/>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3646;p54">
            <a:extLst>
              <a:ext uri="{FF2B5EF4-FFF2-40B4-BE49-F238E27FC236}">
                <a16:creationId xmlns:a16="http://schemas.microsoft.com/office/drawing/2014/main" id="{ED2F1280-87E4-451F-AB83-B37E7EAD25CC}"/>
              </a:ext>
            </a:extLst>
          </p:cNvPr>
          <p:cNvSpPr/>
          <p:nvPr/>
        </p:nvSpPr>
        <p:spPr>
          <a:xfrm>
            <a:off x="11435836" y="8513896"/>
            <a:ext cx="756163" cy="692658"/>
          </a:xfrm>
          <a:prstGeom prst="ellipse">
            <a:avLst/>
          </a:prstGeom>
          <a:solidFill>
            <a:srgbClr val="FF6D00"/>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3646;p54">
            <a:extLst>
              <a:ext uri="{FF2B5EF4-FFF2-40B4-BE49-F238E27FC236}">
                <a16:creationId xmlns:a16="http://schemas.microsoft.com/office/drawing/2014/main" id="{A93A318E-52FB-4BE7-9EF6-19F52D8DAABB}"/>
              </a:ext>
            </a:extLst>
          </p:cNvPr>
          <p:cNvSpPr/>
          <p:nvPr/>
        </p:nvSpPr>
        <p:spPr>
          <a:xfrm>
            <a:off x="11492299" y="9751590"/>
            <a:ext cx="756163" cy="692658"/>
          </a:xfrm>
          <a:prstGeom prst="ellipse">
            <a:avLst/>
          </a:prstGeom>
          <a:solidFill>
            <a:srgbClr val="FF6D00"/>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4183;p65">
            <a:extLst>
              <a:ext uri="{FF2B5EF4-FFF2-40B4-BE49-F238E27FC236}">
                <a16:creationId xmlns:a16="http://schemas.microsoft.com/office/drawing/2014/main" id="{E90C41FD-31C0-4691-96C7-C8CCB6B617D2}"/>
              </a:ext>
            </a:extLst>
          </p:cNvPr>
          <p:cNvGrpSpPr/>
          <p:nvPr/>
        </p:nvGrpSpPr>
        <p:grpSpPr>
          <a:xfrm flipV="1">
            <a:off x="17209323" y="8253137"/>
            <a:ext cx="6751294" cy="7190142"/>
            <a:chOff x="3670075" y="258550"/>
            <a:chExt cx="937225" cy="976625"/>
          </a:xfrm>
        </p:grpSpPr>
        <p:sp>
          <p:nvSpPr>
            <p:cNvPr id="110" name="Google Shape;4184;p65">
              <a:extLst>
                <a:ext uri="{FF2B5EF4-FFF2-40B4-BE49-F238E27FC236}">
                  <a16:creationId xmlns:a16="http://schemas.microsoft.com/office/drawing/2014/main" id="{8166416C-1327-44EC-933B-3782C3324E0B}"/>
                </a:ext>
              </a:extLst>
            </p:cNvPr>
            <p:cNvSpPr/>
            <p:nvPr/>
          </p:nvSpPr>
          <p:spPr>
            <a:xfrm>
              <a:off x="3670075" y="258550"/>
              <a:ext cx="229275" cy="281875"/>
            </a:xfrm>
            <a:custGeom>
              <a:avLst/>
              <a:gdLst/>
              <a:ahLst/>
              <a:cxnLst/>
              <a:rect l="l" t="t" r="r" b="b"/>
              <a:pathLst>
                <a:path w="9171" h="11275" extrusionOk="0">
                  <a:moveTo>
                    <a:pt x="4253" y="1"/>
                  </a:moveTo>
                  <a:cubicBezTo>
                    <a:pt x="4147" y="1"/>
                    <a:pt x="4054" y="13"/>
                    <a:pt x="3937" y="13"/>
                  </a:cubicBezTo>
                  <a:cubicBezTo>
                    <a:pt x="3739" y="24"/>
                    <a:pt x="3540" y="47"/>
                    <a:pt x="3342" y="83"/>
                  </a:cubicBezTo>
                  <a:cubicBezTo>
                    <a:pt x="3260" y="94"/>
                    <a:pt x="3178" y="106"/>
                    <a:pt x="3108" y="118"/>
                  </a:cubicBezTo>
                  <a:cubicBezTo>
                    <a:pt x="2862" y="153"/>
                    <a:pt x="2629" y="188"/>
                    <a:pt x="2442" y="223"/>
                  </a:cubicBezTo>
                  <a:cubicBezTo>
                    <a:pt x="2372" y="234"/>
                    <a:pt x="2302" y="247"/>
                    <a:pt x="2220" y="258"/>
                  </a:cubicBezTo>
                  <a:cubicBezTo>
                    <a:pt x="2068" y="281"/>
                    <a:pt x="1917" y="304"/>
                    <a:pt x="1764" y="351"/>
                  </a:cubicBezTo>
                  <a:cubicBezTo>
                    <a:pt x="1671" y="375"/>
                    <a:pt x="1566" y="410"/>
                    <a:pt x="1473" y="445"/>
                  </a:cubicBezTo>
                  <a:cubicBezTo>
                    <a:pt x="1367" y="480"/>
                    <a:pt x="1250" y="527"/>
                    <a:pt x="1122" y="597"/>
                  </a:cubicBezTo>
                  <a:cubicBezTo>
                    <a:pt x="1029" y="644"/>
                    <a:pt x="912" y="748"/>
                    <a:pt x="853" y="795"/>
                  </a:cubicBezTo>
                  <a:lnTo>
                    <a:pt x="818" y="819"/>
                  </a:lnTo>
                  <a:lnTo>
                    <a:pt x="795" y="842"/>
                  </a:lnTo>
                  <a:cubicBezTo>
                    <a:pt x="713" y="912"/>
                    <a:pt x="632" y="1018"/>
                    <a:pt x="526" y="1158"/>
                  </a:cubicBezTo>
                  <a:cubicBezTo>
                    <a:pt x="491" y="1216"/>
                    <a:pt x="456" y="1275"/>
                    <a:pt x="432" y="1345"/>
                  </a:cubicBezTo>
                  <a:lnTo>
                    <a:pt x="362" y="1403"/>
                  </a:lnTo>
                  <a:cubicBezTo>
                    <a:pt x="211" y="1555"/>
                    <a:pt x="129" y="1753"/>
                    <a:pt x="105" y="2022"/>
                  </a:cubicBezTo>
                  <a:cubicBezTo>
                    <a:pt x="71" y="2466"/>
                    <a:pt x="35" y="3062"/>
                    <a:pt x="12" y="3658"/>
                  </a:cubicBezTo>
                  <a:cubicBezTo>
                    <a:pt x="1" y="3833"/>
                    <a:pt x="12" y="4019"/>
                    <a:pt x="12" y="4195"/>
                  </a:cubicBezTo>
                  <a:lnTo>
                    <a:pt x="12" y="4393"/>
                  </a:lnTo>
                  <a:cubicBezTo>
                    <a:pt x="24" y="4686"/>
                    <a:pt x="24" y="4966"/>
                    <a:pt x="24" y="5258"/>
                  </a:cubicBezTo>
                  <a:cubicBezTo>
                    <a:pt x="35" y="5632"/>
                    <a:pt x="24" y="6018"/>
                    <a:pt x="24" y="6391"/>
                  </a:cubicBezTo>
                  <a:cubicBezTo>
                    <a:pt x="12" y="7022"/>
                    <a:pt x="1" y="7688"/>
                    <a:pt x="47" y="8331"/>
                  </a:cubicBezTo>
                  <a:cubicBezTo>
                    <a:pt x="59" y="8634"/>
                    <a:pt x="105" y="8949"/>
                    <a:pt x="164" y="9289"/>
                  </a:cubicBezTo>
                  <a:cubicBezTo>
                    <a:pt x="211" y="9533"/>
                    <a:pt x="304" y="9779"/>
                    <a:pt x="432" y="9990"/>
                  </a:cubicBezTo>
                  <a:cubicBezTo>
                    <a:pt x="632" y="10328"/>
                    <a:pt x="993" y="10620"/>
                    <a:pt x="1426" y="10807"/>
                  </a:cubicBezTo>
                  <a:cubicBezTo>
                    <a:pt x="1613" y="10889"/>
                    <a:pt x="1823" y="10971"/>
                    <a:pt x="2045" y="11018"/>
                  </a:cubicBezTo>
                  <a:cubicBezTo>
                    <a:pt x="2220" y="11064"/>
                    <a:pt x="2407" y="11088"/>
                    <a:pt x="2571" y="11111"/>
                  </a:cubicBezTo>
                  <a:cubicBezTo>
                    <a:pt x="2816" y="11146"/>
                    <a:pt x="3073" y="11181"/>
                    <a:pt x="3283" y="11205"/>
                  </a:cubicBezTo>
                  <a:cubicBezTo>
                    <a:pt x="3517" y="11216"/>
                    <a:pt x="3750" y="11239"/>
                    <a:pt x="4007" y="11251"/>
                  </a:cubicBezTo>
                  <a:cubicBezTo>
                    <a:pt x="4241" y="11262"/>
                    <a:pt x="4440" y="11275"/>
                    <a:pt x="4638" y="11275"/>
                  </a:cubicBezTo>
                  <a:cubicBezTo>
                    <a:pt x="4965" y="11275"/>
                    <a:pt x="5269" y="11251"/>
                    <a:pt x="5549" y="11216"/>
                  </a:cubicBezTo>
                  <a:lnTo>
                    <a:pt x="5666" y="11205"/>
                  </a:lnTo>
                  <a:cubicBezTo>
                    <a:pt x="5806" y="11181"/>
                    <a:pt x="5970" y="11158"/>
                    <a:pt x="6110" y="11122"/>
                  </a:cubicBezTo>
                  <a:cubicBezTo>
                    <a:pt x="6239" y="11099"/>
                    <a:pt x="6367" y="11064"/>
                    <a:pt x="6507" y="11018"/>
                  </a:cubicBezTo>
                  <a:cubicBezTo>
                    <a:pt x="6776" y="10924"/>
                    <a:pt x="7045" y="10807"/>
                    <a:pt x="7337" y="10667"/>
                  </a:cubicBezTo>
                  <a:cubicBezTo>
                    <a:pt x="7431" y="10620"/>
                    <a:pt x="7524" y="10550"/>
                    <a:pt x="7618" y="10491"/>
                  </a:cubicBezTo>
                  <a:lnTo>
                    <a:pt x="7629" y="10480"/>
                  </a:lnTo>
                  <a:cubicBezTo>
                    <a:pt x="7769" y="10398"/>
                    <a:pt x="7921" y="10281"/>
                    <a:pt x="8061" y="10153"/>
                  </a:cubicBezTo>
                  <a:cubicBezTo>
                    <a:pt x="8272" y="9931"/>
                    <a:pt x="8447" y="9697"/>
                    <a:pt x="8587" y="9429"/>
                  </a:cubicBezTo>
                  <a:cubicBezTo>
                    <a:pt x="8750" y="9090"/>
                    <a:pt x="8879" y="8739"/>
                    <a:pt x="8949" y="8365"/>
                  </a:cubicBezTo>
                  <a:cubicBezTo>
                    <a:pt x="9019" y="8015"/>
                    <a:pt x="9054" y="7676"/>
                    <a:pt x="9090" y="7384"/>
                  </a:cubicBezTo>
                  <a:cubicBezTo>
                    <a:pt x="9136" y="6929"/>
                    <a:pt x="9136" y="6473"/>
                    <a:pt x="9147" y="6018"/>
                  </a:cubicBezTo>
                  <a:lnTo>
                    <a:pt x="9147" y="5877"/>
                  </a:lnTo>
                  <a:cubicBezTo>
                    <a:pt x="9160" y="5328"/>
                    <a:pt x="9171" y="4814"/>
                    <a:pt x="9171" y="4312"/>
                  </a:cubicBezTo>
                  <a:cubicBezTo>
                    <a:pt x="9171" y="3739"/>
                    <a:pt x="9113" y="3178"/>
                    <a:pt x="8996" y="2641"/>
                  </a:cubicBezTo>
                  <a:cubicBezTo>
                    <a:pt x="8926" y="2361"/>
                    <a:pt x="8832" y="2069"/>
                    <a:pt x="8692" y="1789"/>
                  </a:cubicBezTo>
                  <a:cubicBezTo>
                    <a:pt x="8575" y="1555"/>
                    <a:pt x="8423" y="1345"/>
                    <a:pt x="8236" y="1192"/>
                  </a:cubicBezTo>
                  <a:cubicBezTo>
                    <a:pt x="8038" y="1029"/>
                    <a:pt x="7875" y="924"/>
                    <a:pt x="7711" y="842"/>
                  </a:cubicBezTo>
                  <a:cubicBezTo>
                    <a:pt x="7431" y="714"/>
                    <a:pt x="7150" y="620"/>
                    <a:pt x="6870" y="527"/>
                  </a:cubicBezTo>
                  <a:lnTo>
                    <a:pt x="6741" y="480"/>
                  </a:lnTo>
                  <a:cubicBezTo>
                    <a:pt x="6577" y="421"/>
                    <a:pt x="6414" y="375"/>
                    <a:pt x="6239" y="328"/>
                  </a:cubicBezTo>
                  <a:cubicBezTo>
                    <a:pt x="5655" y="153"/>
                    <a:pt x="5129" y="60"/>
                    <a:pt x="4661" y="24"/>
                  </a:cubicBezTo>
                  <a:cubicBezTo>
                    <a:pt x="4521" y="13"/>
                    <a:pt x="4393" y="1"/>
                    <a:pt x="4253" y="1"/>
                  </a:cubicBezTo>
                  <a:close/>
                </a:path>
              </a:pathLst>
            </a:custGeom>
            <a:solidFill>
              <a:srgbClr val="F0AF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4185;p65">
              <a:extLst>
                <a:ext uri="{FF2B5EF4-FFF2-40B4-BE49-F238E27FC236}">
                  <a16:creationId xmlns:a16="http://schemas.microsoft.com/office/drawing/2014/main" id="{74C76EE8-DEC0-4B6B-957F-60F7E717B8D5}"/>
                </a:ext>
              </a:extLst>
            </p:cNvPr>
            <p:cNvSpPr/>
            <p:nvPr/>
          </p:nvSpPr>
          <p:spPr>
            <a:xfrm>
              <a:off x="4095000" y="426200"/>
              <a:ext cx="144300" cy="204075"/>
            </a:xfrm>
            <a:custGeom>
              <a:avLst/>
              <a:gdLst/>
              <a:ahLst/>
              <a:cxnLst/>
              <a:rect l="l" t="t" r="r" b="b"/>
              <a:pathLst>
                <a:path w="5772" h="8163" extrusionOk="0">
                  <a:moveTo>
                    <a:pt x="1640" y="977"/>
                  </a:moveTo>
                  <a:cubicBezTo>
                    <a:pt x="1674" y="977"/>
                    <a:pt x="1708" y="978"/>
                    <a:pt x="1742" y="982"/>
                  </a:cubicBezTo>
                  <a:cubicBezTo>
                    <a:pt x="1893" y="982"/>
                    <a:pt x="2046" y="994"/>
                    <a:pt x="2197" y="1005"/>
                  </a:cubicBezTo>
                  <a:cubicBezTo>
                    <a:pt x="2454" y="1017"/>
                    <a:pt x="2711" y="1041"/>
                    <a:pt x="2968" y="1075"/>
                  </a:cubicBezTo>
                  <a:cubicBezTo>
                    <a:pt x="3167" y="1111"/>
                    <a:pt x="3354" y="1145"/>
                    <a:pt x="3541" y="1192"/>
                  </a:cubicBezTo>
                  <a:cubicBezTo>
                    <a:pt x="3646" y="1215"/>
                    <a:pt x="3751" y="1239"/>
                    <a:pt x="3845" y="1274"/>
                  </a:cubicBezTo>
                  <a:cubicBezTo>
                    <a:pt x="3915" y="1285"/>
                    <a:pt x="3973" y="1309"/>
                    <a:pt x="4043" y="1332"/>
                  </a:cubicBezTo>
                  <a:cubicBezTo>
                    <a:pt x="4136" y="1379"/>
                    <a:pt x="4219" y="1426"/>
                    <a:pt x="4300" y="1484"/>
                  </a:cubicBezTo>
                  <a:lnTo>
                    <a:pt x="4347" y="1519"/>
                  </a:lnTo>
                  <a:lnTo>
                    <a:pt x="4370" y="1566"/>
                  </a:lnTo>
                  <a:cubicBezTo>
                    <a:pt x="4452" y="1799"/>
                    <a:pt x="4499" y="2045"/>
                    <a:pt x="4534" y="2290"/>
                  </a:cubicBezTo>
                  <a:cubicBezTo>
                    <a:pt x="4604" y="2980"/>
                    <a:pt x="4604" y="3681"/>
                    <a:pt x="4604" y="4370"/>
                  </a:cubicBezTo>
                  <a:cubicBezTo>
                    <a:pt x="4604" y="5036"/>
                    <a:pt x="4604" y="5701"/>
                    <a:pt x="4534" y="6356"/>
                  </a:cubicBezTo>
                  <a:cubicBezTo>
                    <a:pt x="4522" y="6438"/>
                    <a:pt x="4499" y="6508"/>
                    <a:pt x="4476" y="6589"/>
                  </a:cubicBezTo>
                  <a:cubicBezTo>
                    <a:pt x="4440" y="6648"/>
                    <a:pt x="4406" y="6706"/>
                    <a:pt x="4359" y="6776"/>
                  </a:cubicBezTo>
                  <a:cubicBezTo>
                    <a:pt x="4336" y="6812"/>
                    <a:pt x="4300" y="6846"/>
                    <a:pt x="4265" y="6882"/>
                  </a:cubicBezTo>
                  <a:cubicBezTo>
                    <a:pt x="4242" y="6893"/>
                    <a:pt x="4207" y="6905"/>
                    <a:pt x="4183" y="6928"/>
                  </a:cubicBezTo>
                  <a:cubicBezTo>
                    <a:pt x="4066" y="6963"/>
                    <a:pt x="3962" y="6986"/>
                    <a:pt x="3845" y="7010"/>
                  </a:cubicBezTo>
                  <a:cubicBezTo>
                    <a:pt x="3714" y="7019"/>
                    <a:pt x="3585" y="7023"/>
                    <a:pt x="3456" y="7023"/>
                  </a:cubicBezTo>
                  <a:cubicBezTo>
                    <a:pt x="3251" y="7023"/>
                    <a:pt x="3048" y="7013"/>
                    <a:pt x="2840" y="6999"/>
                  </a:cubicBezTo>
                  <a:cubicBezTo>
                    <a:pt x="2513" y="6986"/>
                    <a:pt x="2186" y="6963"/>
                    <a:pt x="1859" y="6916"/>
                  </a:cubicBezTo>
                  <a:cubicBezTo>
                    <a:pt x="1730" y="6893"/>
                    <a:pt x="1602" y="6870"/>
                    <a:pt x="1485" y="6823"/>
                  </a:cubicBezTo>
                  <a:lnTo>
                    <a:pt x="1426" y="6799"/>
                  </a:lnTo>
                  <a:lnTo>
                    <a:pt x="1415" y="6776"/>
                  </a:lnTo>
                  <a:cubicBezTo>
                    <a:pt x="1368" y="6625"/>
                    <a:pt x="1333" y="6472"/>
                    <a:pt x="1309" y="6321"/>
                  </a:cubicBezTo>
                  <a:cubicBezTo>
                    <a:pt x="1228" y="5643"/>
                    <a:pt x="1228" y="4954"/>
                    <a:pt x="1216" y="4276"/>
                  </a:cubicBezTo>
                  <a:cubicBezTo>
                    <a:pt x="1205" y="3564"/>
                    <a:pt x="1193" y="2851"/>
                    <a:pt x="1169" y="2139"/>
                  </a:cubicBezTo>
                  <a:cubicBezTo>
                    <a:pt x="1158" y="1799"/>
                    <a:pt x="1135" y="1461"/>
                    <a:pt x="1122" y="1122"/>
                  </a:cubicBezTo>
                  <a:lnTo>
                    <a:pt x="1122" y="1111"/>
                  </a:lnTo>
                  <a:lnTo>
                    <a:pt x="1135" y="1099"/>
                  </a:lnTo>
                  <a:lnTo>
                    <a:pt x="1146" y="1075"/>
                  </a:lnTo>
                  <a:lnTo>
                    <a:pt x="1205" y="1041"/>
                  </a:lnTo>
                  <a:cubicBezTo>
                    <a:pt x="1263" y="1028"/>
                    <a:pt x="1333" y="1005"/>
                    <a:pt x="1392" y="994"/>
                  </a:cubicBezTo>
                  <a:cubicBezTo>
                    <a:pt x="1474" y="985"/>
                    <a:pt x="1557" y="977"/>
                    <a:pt x="1640" y="977"/>
                  </a:cubicBezTo>
                  <a:close/>
                  <a:moveTo>
                    <a:pt x="2337" y="0"/>
                  </a:moveTo>
                  <a:cubicBezTo>
                    <a:pt x="2163" y="0"/>
                    <a:pt x="1987" y="0"/>
                    <a:pt x="1823" y="13"/>
                  </a:cubicBezTo>
                  <a:cubicBezTo>
                    <a:pt x="1613" y="13"/>
                    <a:pt x="1403" y="36"/>
                    <a:pt x="1205" y="59"/>
                  </a:cubicBezTo>
                  <a:cubicBezTo>
                    <a:pt x="1122" y="83"/>
                    <a:pt x="1052" y="94"/>
                    <a:pt x="971" y="117"/>
                  </a:cubicBezTo>
                  <a:cubicBezTo>
                    <a:pt x="865" y="141"/>
                    <a:pt x="772" y="187"/>
                    <a:pt x="667" y="234"/>
                  </a:cubicBezTo>
                  <a:cubicBezTo>
                    <a:pt x="504" y="316"/>
                    <a:pt x="375" y="444"/>
                    <a:pt x="270" y="584"/>
                  </a:cubicBezTo>
                  <a:cubicBezTo>
                    <a:pt x="247" y="620"/>
                    <a:pt x="223" y="667"/>
                    <a:pt x="200" y="713"/>
                  </a:cubicBezTo>
                  <a:cubicBezTo>
                    <a:pt x="83" y="807"/>
                    <a:pt x="13" y="947"/>
                    <a:pt x="24" y="1111"/>
                  </a:cubicBezTo>
                  <a:cubicBezTo>
                    <a:pt x="24" y="1239"/>
                    <a:pt x="36" y="1379"/>
                    <a:pt x="36" y="1508"/>
                  </a:cubicBezTo>
                  <a:lnTo>
                    <a:pt x="36" y="1613"/>
                  </a:lnTo>
                  <a:cubicBezTo>
                    <a:pt x="36" y="1753"/>
                    <a:pt x="48" y="1893"/>
                    <a:pt x="60" y="2045"/>
                  </a:cubicBezTo>
                  <a:lnTo>
                    <a:pt x="60" y="2197"/>
                  </a:lnTo>
                  <a:cubicBezTo>
                    <a:pt x="60" y="2547"/>
                    <a:pt x="48" y="2898"/>
                    <a:pt x="48" y="3248"/>
                  </a:cubicBezTo>
                  <a:cubicBezTo>
                    <a:pt x="36" y="3972"/>
                    <a:pt x="24" y="4709"/>
                    <a:pt x="13" y="5444"/>
                  </a:cubicBezTo>
                  <a:cubicBezTo>
                    <a:pt x="1" y="5771"/>
                    <a:pt x="13" y="6099"/>
                    <a:pt x="48" y="6426"/>
                  </a:cubicBezTo>
                  <a:cubicBezTo>
                    <a:pt x="71" y="6636"/>
                    <a:pt x="94" y="6858"/>
                    <a:pt x="177" y="7056"/>
                  </a:cubicBezTo>
                  <a:cubicBezTo>
                    <a:pt x="235" y="7197"/>
                    <a:pt x="281" y="7337"/>
                    <a:pt x="364" y="7466"/>
                  </a:cubicBezTo>
                  <a:cubicBezTo>
                    <a:pt x="457" y="7594"/>
                    <a:pt x="550" y="7687"/>
                    <a:pt x="691" y="7781"/>
                  </a:cubicBezTo>
                  <a:cubicBezTo>
                    <a:pt x="807" y="7874"/>
                    <a:pt x="936" y="7921"/>
                    <a:pt x="1064" y="7980"/>
                  </a:cubicBezTo>
                  <a:cubicBezTo>
                    <a:pt x="1169" y="8014"/>
                    <a:pt x="1275" y="8038"/>
                    <a:pt x="1379" y="8061"/>
                  </a:cubicBezTo>
                  <a:cubicBezTo>
                    <a:pt x="1496" y="8085"/>
                    <a:pt x="1625" y="8097"/>
                    <a:pt x="1742" y="8108"/>
                  </a:cubicBezTo>
                  <a:cubicBezTo>
                    <a:pt x="1823" y="8120"/>
                    <a:pt x="1917" y="8131"/>
                    <a:pt x="1999" y="8131"/>
                  </a:cubicBezTo>
                  <a:cubicBezTo>
                    <a:pt x="2186" y="8143"/>
                    <a:pt x="2373" y="8155"/>
                    <a:pt x="2560" y="8155"/>
                  </a:cubicBezTo>
                  <a:cubicBezTo>
                    <a:pt x="2707" y="8160"/>
                    <a:pt x="2855" y="8163"/>
                    <a:pt x="3005" y="8163"/>
                  </a:cubicBezTo>
                  <a:cubicBezTo>
                    <a:pt x="3214" y="8163"/>
                    <a:pt x="3424" y="8157"/>
                    <a:pt x="3635" y="8143"/>
                  </a:cubicBezTo>
                  <a:cubicBezTo>
                    <a:pt x="3751" y="8131"/>
                    <a:pt x="3879" y="8108"/>
                    <a:pt x="3996" y="8097"/>
                  </a:cubicBezTo>
                  <a:cubicBezTo>
                    <a:pt x="4079" y="8085"/>
                    <a:pt x="4160" y="8061"/>
                    <a:pt x="4242" y="8038"/>
                  </a:cubicBezTo>
                  <a:cubicBezTo>
                    <a:pt x="4323" y="8014"/>
                    <a:pt x="4406" y="7991"/>
                    <a:pt x="4487" y="7956"/>
                  </a:cubicBezTo>
                  <a:cubicBezTo>
                    <a:pt x="4557" y="7933"/>
                    <a:pt x="4627" y="7898"/>
                    <a:pt x="4697" y="7863"/>
                  </a:cubicBezTo>
                  <a:cubicBezTo>
                    <a:pt x="4791" y="7816"/>
                    <a:pt x="4861" y="7757"/>
                    <a:pt x="4943" y="7687"/>
                  </a:cubicBezTo>
                  <a:cubicBezTo>
                    <a:pt x="5036" y="7617"/>
                    <a:pt x="5107" y="7547"/>
                    <a:pt x="5164" y="7466"/>
                  </a:cubicBezTo>
                  <a:cubicBezTo>
                    <a:pt x="5247" y="7372"/>
                    <a:pt x="5305" y="7279"/>
                    <a:pt x="5375" y="7173"/>
                  </a:cubicBezTo>
                  <a:cubicBezTo>
                    <a:pt x="5434" y="7069"/>
                    <a:pt x="5468" y="6952"/>
                    <a:pt x="5515" y="6835"/>
                  </a:cubicBezTo>
                  <a:cubicBezTo>
                    <a:pt x="5574" y="6706"/>
                    <a:pt x="5585" y="6566"/>
                    <a:pt x="5608" y="6426"/>
                  </a:cubicBezTo>
                  <a:cubicBezTo>
                    <a:pt x="5679" y="6041"/>
                    <a:pt x="5691" y="5643"/>
                    <a:pt x="5714" y="5246"/>
                  </a:cubicBezTo>
                  <a:cubicBezTo>
                    <a:pt x="5725" y="4896"/>
                    <a:pt x="5737" y="4533"/>
                    <a:pt x="5737" y="4183"/>
                  </a:cubicBezTo>
                  <a:cubicBezTo>
                    <a:pt x="5761" y="3435"/>
                    <a:pt x="5772" y="2676"/>
                    <a:pt x="5644" y="1928"/>
                  </a:cubicBezTo>
                  <a:cubicBezTo>
                    <a:pt x="5621" y="1776"/>
                    <a:pt x="5585" y="1613"/>
                    <a:pt x="5538" y="1449"/>
                  </a:cubicBezTo>
                  <a:cubicBezTo>
                    <a:pt x="5504" y="1332"/>
                    <a:pt x="5457" y="1215"/>
                    <a:pt x="5398" y="1099"/>
                  </a:cubicBezTo>
                  <a:cubicBezTo>
                    <a:pt x="5387" y="1052"/>
                    <a:pt x="5364" y="1017"/>
                    <a:pt x="5340" y="970"/>
                  </a:cubicBezTo>
                  <a:cubicBezTo>
                    <a:pt x="5247" y="818"/>
                    <a:pt x="5107" y="690"/>
                    <a:pt x="4966" y="584"/>
                  </a:cubicBezTo>
                  <a:cubicBezTo>
                    <a:pt x="4791" y="456"/>
                    <a:pt x="4593" y="374"/>
                    <a:pt x="4406" y="293"/>
                  </a:cubicBezTo>
                  <a:cubicBezTo>
                    <a:pt x="4253" y="234"/>
                    <a:pt x="4102" y="187"/>
                    <a:pt x="3938" y="153"/>
                  </a:cubicBezTo>
                  <a:cubicBezTo>
                    <a:pt x="3564" y="83"/>
                    <a:pt x="3191" y="24"/>
                    <a:pt x="2805" y="13"/>
                  </a:cubicBezTo>
                  <a:cubicBezTo>
                    <a:pt x="2653" y="0"/>
                    <a:pt x="2490" y="0"/>
                    <a:pt x="2337" y="0"/>
                  </a:cubicBezTo>
                  <a:close/>
                </a:path>
              </a:pathLst>
            </a:custGeom>
            <a:solidFill>
              <a:schemeClr val="bg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4186;p65">
              <a:extLst>
                <a:ext uri="{FF2B5EF4-FFF2-40B4-BE49-F238E27FC236}">
                  <a16:creationId xmlns:a16="http://schemas.microsoft.com/office/drawing/2014/main" id="{ED6443E7-397B-4A96-8ACF-130BBEA90B74}"/>
                </a:ext>
              </a:extLst>
            </p:cNvPr>
            <p:cNvSpPr/>
            <p:nvPr/>
          </p:nvSpPr>
          <p:spPr>
            <a:xfrm>
              <a:off x="4238700" y="875675"/>
              <a:ext cx="288575" cy="359500"/>
            </a:xfrm>
            <a:custGeom>
              <a:avLst/>
              <a:gdLst/>
              <a:ahLst/>
              <a:cxnLst/>
              <a:rect l="l" t="t" r="r" b="b"/>
              <a:pathLst>
                <a:path w="11543" h="14380" extrusionOk="0">
                  <a:moveTo>
                    <a:pt x="3478" y="1166"/>
                  </a:moveTo>
                  <a:cubicBezTo>
                    <a:pt x="3760" y="1166"/>
                    <a:pt x="4041" y="1183"/>
                    <a:pt x="4323" y="1192"/>
                  </a:cubicBezTo>
                  <a:cubicBezTo>
                    <a:pt x="4686" y="1204"/>
                    <a:pt x="5047" y="1227"/>
                    <a:pt x="5410" y="1250"/>
                  </a:cubicBezTo>
                  <a:cubicBezTo>
                    <a:pt x="5574" y="1263"/>
                    <a:pt x="5737" y="1286"/>
                    <a:pt x="5901" y="1286"/>
                  </a:cubicBezTo>
                  <a:cubicBezTo>
                    <a:pt x="6064" y="1297"/>
                    <a:pt x="6216" y="1297"/>
                    <a:pt x="6368" y="1309"/>
                  </a:cubicBezTo>
                  <a:cubicBezTo>
                    <a:pt x="6508" y="1320"/>
                    <a:pt x="6636" y="1333"/>
                    <a:pt x="6776" y="1344"/>
                  </a:cubicBezTo>
                  <a:cubicBezTo>
                    <a:pt x="6929" y="1367"/>
                    <a:pt x="7080" y="1403"/>
                    <a:pt x="7220" y="1449"/>
                  </a:cubicBezTo>
                  <a:cubicBezTo>
                    <a:pt x="7396" y="1496"/>
                    <a:pt x="7583" y="1543"/>
                    <a:pt x="7758" y="1590"/>
                  </a:cubicBezTo>
                  <a:cubicBezTo>
                    <a:pt x="8097" y="1671"/>
                    <a:pt x="8424" y="1764"/>
                    <a:pt x="8751" y="1881"/>
                  </a:cubicBezTo>
                  <a:cubicBezTo>
                    <a:pt x="8798" y="1905"/>
                    <a:pt x="8832" y="1928"/>
                    <a:pt x="8879" y="1963"/>
                  </a:cubicBezTo>
                  <a:cubicBezTo>
                    <a:pt x="8926" y="1998"/>
                    <a:pt x="8961" y="2034"/>
                    <a:pt x="8996" y="2080"/>
                  </a:cubicBezTo>
                  <a:cubicBezTo>
                    <a:pt x="9031" y="2127"/>
                    <a:pt x="9055" y="2174"/>
                    <a:pt x="9078" y="2220"/>
                  </a:cubicBezTo>
                  <a:cubicBezTo>
                    <a:pt x="9148" y="2431"/>
                    <a:pt x="9206" y="2641"/>
                    <a:pt x="9253" y="2851"/>
                  </a:cubicBezTo>
                  <a:cubicBezTo>
                    <a:pt x="9312" y="3108"/>
                    <a:pt x="9370" y="3353"/>
                    <a:pt x="9429" y="3610"/>
                  </a:cubicBezTo>
                  <a:cubicBezTo>
                    <a:pt x="9533" y="4101"/>
                    <a:pt x="9603" y="4592"/>
                    <a:pt x="9674" y="5082"/>
                  </a:cubicBezTo>
                  <a:cubicBezTo>
                    <a:pt x="9744" y="5549"/>
                    <a:pt x="9814" y="6006"/>
                    <a:pt x="9873" y="6461"/>
                  </a:cubicBezTo>
                  <a:cubicBezTo>
                    <a:pt x="9954" y="7127"/>
                    <a:pt x="9989" y="7792"/>
                    <a:pt x="10024" y="8459"/>
                  </a:cubicBezTo>
                  <a:cubicBezTo>
                    <a:pt x="10047" y="8821"/>
                    <a:pt x="10059" y="9183"/>
                    <a:pt x="10059" y="9545"/>
                  </a:cubicBezTo>
                  <a:cubicBezTo>
                    <a:pt x="10071" y="9931"/>
                    <a:pt x="10071" y="10316"/>
                    <a:pt x="10059" y="10713"/>
                  </a:cubicBezTo>
                  <a:cubicBezTo>
                    <a:pt x="10059" y="11040"/>
                    <a:pt x="10047" y="11379"/>
                    <a:pt x="10013" y="11706"/>
                  </a:cubicBezTo>
                  <a:cubicBezTo>
                    <a:pt x="9989" y="11823"/>
                    <a:pt x="9966" y="11951"/>
                    <a:pt x="9919" y="12068"/>
                  </a:cubicBezTo>
                  <a:cubicBezTo>
                    <a:pt x="9896" y="12115"/>
                    <a:pt x="9873" y="12162"/>
                    <a:pt x="9837" y="12208"/>
                  </a:cubicBezTo>
                  <a:cubicBezTo>
                    <a:pt x="9802" y="12244"/>
                    <a:pt x="9767" y="12278"/>
                    <a:pt x="9732" y="12302"/>
                  </a:cubicBezTo>
                  <a:cubicBezTo>
                    <a:pt x="9616" y="12384"/>
                    <a:pt x="9487" y="12454"/>
                    <a:pt x="9346" y="12524"/>
                  </a:cubicBezTo>
                  <a:cubicBezTo>
                    <a:pt x="9312" y="12535"/>
                    <a:pt x="9288" y="12548"/>
                    <a:pt x="9253" y="12559"/>
                  </a:cubicBezTo>
                  <a:cubicBezTo>
                    <a:pt x="9066" y="12641"/>
                    <a:pt x="8879" y="12711"/>
                    <a:pt x="8681" y="12769"/>
                  </a:cubicBezTo>
                  <a:cubicBezTo>
                    <a:pt x="8377" y="12863"/>
                    <a:pt x="8074" y="12956"/>
                    <a:pt x="7770" y="13003"/>
                  </a:cubicBezTo>
                  <a:cubicBezTo>
                    <a:pt x="7454" y="13038"/>
                    <a:pt x="7139" y="13073"/>
                    <a:pt x="6823" y="13085"/>
                  </a:cubicBezTo>
                  <a:cubicBezTo>
                    <a:pt x="6485" y="13096"/>
                    <a:pt x="6145" y="13096"/>
                    <a:pt x="5795" y="13096"/>
                  </a:cubicBezTo>
                  <a:cubicBezTo>
                    <a:pt x="5083" y="13085"/>
                    <a:pt x="4382" y="13085"/>
                    <a:pt x="3669" y="12992"/>
                  </a:cubicBezTo>
                  <a:cubicBezTo>
                    <a:pt x="3482" y="12968"/>
                    <a:pt x="3295" y="12933"/>
                    <a:pt x="3108" y="12898"/>
                  </a:cubicBezTo>
                  <a:cubicBezTo>
                    <a:pt x="2945" y="12875"/>
                    <a:pt x="2793" y="12839"/>
                    <a:pt x="2630" y="12792"/>
                  </a:cubicBezTo>
                  <a:cubicBezTo>
                    <a:pt x="2349" y="12722"/>
                    <a:pt x="2069" y="12629"/>
                    <a:pt x="1788" y="12524"/>
                  </a:cubicBezTo>
                  <a:cubicBezTo>
                    <a:pt x="1683" y="12478"/>
                    <a:pt x="1589" y="12419"/>
                    <a:pt x="1485" y="12361"/>
                  </a:cubicBezTo>
                  <a:lnTo>
                    <a:pt x="1426" y="12291"/>
                  </a:lnTo>
                  <a:lnTo>
                    <a:pt x="1402" y="12267"/>
                  </a:lnTo>
                  <a:cubicBezTo>
                    <a:pt x="1356" y="12127"/>
                    <a:pt x="1332" y="11975"/>
                    <a:pt x="1321" y="11835"/>
                  </a:cubicBezTo>
                  <a:cubicBezTo>
                    <a:pt x="1239" y="11180"/>
                    <a:pt x="1228" y="10526"/>
                    <a:pt x="1204" y="9872"/>
                  </a:cubicBezTo>
                  <a:cubicBezTo>
                    <a:pt x="1192" y="9124"/>
                    <a:pt x="1169" y="8377"/>
                    <a:pt x="1158" y="7629"/>
                  </a:cubicBezTo>
                  <a:cubicBezTo>
                    <a:pt x="1122" y="6180"/>
                    <a:pt x="1099" y="4720"/>
                    <a:pt x="1075" y="3272"/>
                  </a:cubicBezTo>
                  <a:lnTo>
                    <a:pt x="1075" y="3108"/>
                  </a:lnTo>
                  <a:cubicBezTo>
                    <a:pt x="1088" y="2921"/>
                    <a:pt x="1088" y="2735"/>
                    <a:pt x="1088" y="2535"/>
                  </a:cubicBezTo>
                  <a:cubicBezTo>
                    <a:pt x="1088" y="2314"/>
                    <a:pt x="1088" y="2092"/>
                    <a:pt x="1111" y="1858"/>
                  </a:cubicBezTo>
                  <a:lnTo>
                    <a:pt x="1145" y="1718"/>
                  </a:lnTo>
                  <a:cubicBezTo>
                    <a:pt x="1169" y="1671"/>
                    <a:pt x="1204" y="1624"/>
                    <a:pt x="1228" y="1578"/>
                  </a:cubicBezTo>
                  <a:lnTo>
                    <a:pt x="1262" y="1543"/>
                  </a:lnTo>
                  <a:cubicBezTo>
                    <a:pt x="1286" y="1531"/>
                    <a:pt x="1321" y="1507"/>
                    <a:pt x="1356" y="1496"/>
                  </a:cubicBezTo>
                  <a:cubicBezTo>
                    <a:pt x="1461" y="1461"/>
                    <a:pt x="1566" y="1426"/>
                    <a:pt x="1672" y="1403"/>
                  </a:cubicBezTo>
                  <a:cubicBezTo>
                    <a:pt x="1823" y="1356"/>
                    <a:pt x="1975" y="1320"/>
                    <a:pt x="2139" y="1297"/>
                  </a:cubicBezTo>
                  <a:cubicBezTo>
                    <a:pt x="2131" y="1297"/>
                    <a:pt x="2124" y="1297"/>
                    <a:pt x="2117" y="1297"/>
                  </a:cubicBezTo>
                  <a:lnTo>
                    <a:pt x="2117" y="1297"/>
                  </a:lnTo>
                  <a:cubicBezTo>
                    <a:pt x="2230" y="1278"/>
                    <a:pt x="2338" y="1260"/>
                    <a:pt x="2454" y="1250"/>
                  </a:cubicBezTo>
                  <a:cubicBezTo>
                    <a:pt x="2723" y="1216"/>
                    <a:pt x="3003" y="1180"/>
                    <a:pt x="3272" y="1169"/>
                  </a:cubicBezTo>
                  <a:cubicBezTo>
                    <a:pt x="3340" y="1167"/>
                    <a:pt x="3409" y="1166"/>
                    <a:pt x="3478" y="1166"/>
                  </a:cubicBezTo>
                  <a:close/>
                  <a:moveTo>
                    <a:pt x="4429" y="1"/>
                  </a:moveTo>
                  <a:cubicBezTo>
                    <a:pt x="4066" y="1"/>
                    <a:pt x="3704" y="1"/>
                    <a:pt x="3342" y="35"/>
                  </a:cubicBezTo>
                  <a:cubicBezTo>
                    <a:pt x="3144" y="59"/>
                    <a:pt x="2933" y="71"/>
                    <a:pt x="2734" y="106"/>
                  </a:cubicBezTo>
                  <a:cubicBezTo>
                    <a:pt x="2571" y="129"/>
                    <a:pt x="2419" y="164"/>
                    <a:pt x="2256" y="188"/>
                  </a:cubicBezTo>
                  <a:cubicBezTo>
                    <a:pt x="2103" y="211"/>
                    <a:pt x="1940" y="246"/>
                    <a:pt x="1788" y="281"/>
                  </a:cubicBezTo>
                  <a:cubicBezTo>
                    <a:pt x="1625" y="316"/>
                    <a:pt x="1473" y="375"/>
                    <a:pt x="1309" y="421"/>
                  </a:cubicBezTo>
                  <a:cubicBezTo>
                    <a:pt x="1134" y="468"/>
                    <a:pt x="947" y="538"/>
                    <a:pt x="784" y="632"/>
                  </a:cubicBezTo>
                  <a:cubicBezTo>
                    <a:pt x="550" y="760"/>
                    <a:pt x="387" y="970"/>
                    <a:pt x="258" y="1204"/>
                  </a:cubicBezTo>
                  <a:cubicBezTo>
                    <a:pt x="71" y="1554"/>
                    <a:pt x="36" y="1975"/>
                    <a:pt x="24" y="2372"/>
                  </a:cubicBezTo>
                  <a:cubicBezTo>
                    <a:pt x="1" y="2722"/>
                    <a:pt x="1" y="3062"/>
                    <a:pt x="24" y="3400"/>
                  </a:cubicBezTo>
                  <a:cubicBezTo>
                    <a:pt x="24" y="3493"/>
                    <a:pt x="47" y="3587"/>
                    <a:pt x="94" y="3669"/>
                  </a:cubicBezTo>
                  <a:cubicBezTo>
                    <a:pt x="106" y="3692"/>
                    <a:pt x="130" y="3727"/>
                    <a:pt x="153" y="3750"/>
                  </a:cubicBezTo>
                  <a:cubicBezTo>
                    <a:pt x="153" y="4662"/>
                    <a:pt x="130" y="5562"/>
                    <a:pt x="106" y="6473"/>
                  </a:cubicBezTo>
                  <a:cubicBezTo>
                    <a:pt x="83" y="7945"/>
                    <a:pt x="59" y="9417"/>
                    <a:pt x="13" y="10877"/>
                  </a:cubicBezTo>
                  <a:cubicBezTo>
                    <a:pt x="1" y="11216"/>
                    <a:pt x="1" y="11554"/>
                    <a:pt x="24" y="11893"/>
                  </a:cubicBezTo>
                  <a:cubicBezTo>
                    <a:pt x="36" y="12104"/>
                    <a:pt x="59" y="12325"/>
                    <a:pt x="106" y="12535"/>
                  </a:cubicBezTo>
                  <a:cubicBezTo>
                    <a:pt x="141" y="12688"/>
                    <a:pt x="200" y="12839"/>
                    <a:pt x="270" y="12968"/>
                  </a:cubicBezTo>
                  <a:cubicBezTo>
                    <a:pt x="387" y="13155"/>
                    <a:pt x="538" y="13283"/>
                    <a:pt x="702" y="13412"/>
                  </a:cubicBezTo>
                  <a:cubicBezTo>
                    <a:pt x="842" y="13517"/>
                    <a:pt x="982" y="13599"/>
                    <a:pt x="1134" y="13657"/>
                  </a:cubicBezTo>
                  <a:cubicBezTo>
                    <a:pt x="1345" y="13750"/>
                    <a:pt x="1555" y="13833"/>
                    <a:pt x="1765" y="13891"/>
                  </a:cubicBezTo>
                  <a:cubicBezTo>
                    <a:pt x="2092" y="13996"/>
                    <a:pt x="2431" y="14090"/>
                    <a:pt x="2770" y="14148"/>
                  </a:cubicBezTo>
                  <a:cubicBezTo>
                    <a:pt x="3517" y="14277"/>
                    <a:pt x="4288" y="14358"/>
                    <a:pt x="5059" y="14370"/>
                  </a:cubicBezTo>
                  <a:cubicBezTo>
                    <a:pt x="5355" y="14375"/>
                    <a:pt x="5652" y="14379"/>
                    <a:pt x="5951" y="14379"/>
                  </a:cubicBezTo>
                  <a:cubicBezTo>
                    <a:pt x="6384" y="14379"/>
                    <a:pt x="6820" y="14369"/>
                    <a:pt x="7256" y="14335"/>
                  </a:cubicBezTo>
                  <a:cubicBezTo>
                    <a:pt x="7419" y="14323"/>
                    <a:pt x="7594" y="14300"/>
                    <a:pt x="7758" y="14277"/>
                  </a:cubicBezTo>
                  <a:cubicBezTo>
                    <a:pt x="7980" y="14253"/>
                    <a:pt x="8202" y="14218"/>
                    <a:pt x="8412" y="14171"/>
                  </a:cubicBezTo>
                  <a:cubicBezTo>
                    <a:pt x="8517" y="14136"/>
                    <a:pt x="8622" y="14113"/>
                    <a:pt x="8728" y="14078"/>
                  </a:cubicBezTo>
                  <a:cubicBezTo>
                    <a:pt x="8902" y="14031"/>
                    <a:pt x="9066" y="13984"/>
                    <a:pt x="9230" y="13926"/>
                  </a:cubicBezTo>
                  <a:cubicBezTo>
                    <a:pt x="9393" y="13867"/>
                    <a:pt x="9557" y="13797"/>
                    <a:pt x="9720" y="13727"/>
                  </a:cubicBezTo>
                  <a:lnTo>
                    <a:pt x="9756" y="13716"/>
                  </a:lnTo>
                  <a:cubicBezTo>
                    <a:pt x="9790" y="13704"/>
                    <a:pt x="9814" y="13692"/>
                    <a:pt x="9849" y="13680"/>
                  </a:cubicBezTo>
                  <a:lnTo>
                    <a:pt x="9873" y="13669"/>
                  </a:lnTo>
                  <a:cubicBezTo>
                    <a:pt x="10036" y="13599"/>
                    <a:pt x="10200" y="13529"/>
                    <a:pt x="10351" y="13423"/>
                  </a:cubicBezTo>
                  <a:cubicBezTo>
                    <a:pt x="10527" y="13319"/>
                    <a:pt x="10702" y="13190"/>
                    <a:pt x="10831" y="13026"/>
                  </a:cubicBezTo>
                  <a:cubicBezTo>
                    <a:pt x="10947" y="12886"/>
                    <a:pt x="11052" y="12735"/>
                    <a:pt x="11134" y="12571"/>
                  </a:cubicBezTo>
                  <a:cubicBezTo>
                    <a:pt x="11228" y="12349"/>
                    <a:pt x="11298" y="12127"/>
                    <a:pt x="11345" y="11893"/>
                  </a:cubicBezTo>
                  <a:cubicBezTo>
                    <a:pt x="11402" y="11484"/>
                    <a:pt x="11449" y="11076"/>
                    <a:pt x="11473" y="10655"/>
                  </a:cubicBezTo>
                  <a:cubicBezTo>
                    <a:pt x="11496" y="10269"/>
                    <a:pt x="11508" y="9884"/>
                    <a:pt x="11519" y="9498"/>
                  </a:cubicBezTo>
                  <a:cubicBezTo>
                    <a:pt x="11543" y="8797"/>
                    <a:pt x="11519" y="8108"/>
                    <a:pt x="11473" y="7407"/>
                  </a:cubicBezTo>
                  <a:cubicBezTo>
                    <a:pt x="11449" y="6987"/>
                    <a:pt x="11415" y="6566"/>
                    <a:pt x="11356" y="6146"/>
                  </a:cubicBezTo>
                  <a:cubicBezTo>
                    <a:pt x="11309" y="5795"/>
                    <a:pt x="11251" y="5445"/>
                    <a:pt x="11192" y="5106"/>
                  </a:cubicBezTo>
                  <a:cubicBezTo>
                    <a:pt x="11088" y="4428"/>
                    <a:pt x="10982" y="3750"/>
                    <a:pt x="10807" y="3085"/>
                  </a:cubicBezTo>
                  <a:cubicBezTo>
                    <a:pt x="10725" y="2758"/>
                    <a:pt x="10644" y="2431"/>
                    <a:pt x="10550" y="2115"/>
                  </a:cubicBezTo>
                  <a:cubicBezTo>
                    <a:pt x="10503" y="1905"/>
                    <a:pt x="10421" y="1706"/>
                    <a:pt x="10328" y="1520"/>
                  </a:cubicBezTo>
                  <a:cubicBezTo>
                    <a:pt x="10258" y="1379"/>
                    <a:pt x="10164" y="1250"/>
                    <a:pt x="10059" y="1146"/>
                  </a:cubicBezTo>
                  <a:cubicBezTo>
                    <a:pt x="9966" y="1029"/>
                    <a:pt x="9860" y="947"/>
                    <a:pt x="9744" y="853"/>
                  </a:cubicBezTo>
                  <a:cubicBezTo>
                    <a:pt x="9405" y="608"/>
                    <a:pt x="8973" y="515"/>
                    <a:pt x="8564" y="421"/>
                  </a:cubicBezTo>
                  <a:cubicBezTo>
                    <a:pt x="8237" y="339"/>
                    <a:pt x="7910" y="269"/>
                    <a:pt x="7583" y="199"/>
                  </a:cubicBezTo>
                  <a:cubicBezTo>
                    <a:pt x="7209" y="106"/>
                    <a:pt x="6823" y="82"/>
                    <a:pt x="6449" y="59"/>
                  </a:cubicBezTo>
                  <a:lnTo>
                    <a:pt x="5971" y="59"/>
                  </a:lnTo>
                  <a:cubicBezTo>
                    <a:pt x="5795" y="48"/>
                    <a:pt x="5620" y="35"/>
                    <a:pt x="5457" y="24"/>
                  </a:cubicBezTo>
                  <a:cubicBezTo>
                    <a:pt x="5106" y="12"/>
                    <a:pt x="4767" y="1"/>
                    <a:pt x="4429" y="1"/>
                  </a:cubicBezTo>
                  <a:close/>
                </a:path>
              </a:pathLst>
            </a:custGeom>
            <a:solidFill>
              <a:srgbClr val="FF5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4187;p65">
              <a:extLst>
                <a:ext uri="{FF2B5EF4-FFF2-40B4-BE49-F238E27FC236}">
                  <a16:creationId xmlns:a16="http://schemas.microsoft.com/office/drawing/2014/main" id="{45CDB389-FF1E-4089-A0DF-B613F1DA1F07}"/>
                </a:ext>
              </a:extLst>
            </p:cNvPr>
            <p:cNvSpPr/>
            <p:nvPr/>
          </p:nvSpPr>
          <p:spPr>
            <a:xfrm>
              <a:off x="4305000" y="493675"/>
              <a:ext cx="302300" cy="231025"/>
            </a:xfrm>
            <a:custGeom>
              <a:avLst/>
              <a:gdLst/>
              <a:ahLst/>
              <a:cxnLst/>
              <a:rect l="l" t="t" r="r" b="b"/>
              <a:pathLst>
                <a:path w="12092" h="9241" extrusionOk="0">
                  <a:moveTo>
                    <a:pt x="5807" y="1332"/>
                  </a:moveTo>
                  <a:cubicBezTo>
                    <a:pt x="6146" y="1356"/>
                    <a:pt x="6473" y="1367"/>
                    <a:pt x="6811" y="1390"/>
                  </a:cubicBezTo>
                  <a:cubicBezTo>
                    <a:pt x="7162" y="1402"/>
                    <a:pt x="7512" y="1426"/>
                    <a:pt x="7851" y="1460"/>
                  </a:cubicBezTo>
                  <a:cubicBezTo>
                    <a:pt x="8155" y="1472"/>
                    <a:pt x="8447" y="1484"/>
                    <a:pt x="8750" y="1507"/>
                  </a:cubicBezTo>
                  <a:cubicBezTo>
                    <a:pt x="9007" y="1530"/>
                    <a:pt x="9265" y="1530"/>
                    <a:pt x="9522" y="1566"/>
                  </a:cubicBezTo>
                  <a:cubicBezTo>
                    <a:pt x="9685" y="1589"/>
                    <a:pt x="9849" y="1636"/>
                    <a:pt x="10012" y="1694"/>
                  </a:cubicBezTo>
                  <a:cubicBezTo>
                    <a:pt x="10094" y="1729"/>
                    <a:pt x="10165" y="1776"/>
                    <a:pt x="10235" y="1823"/>
                  </a:cubicBezTo>
                  <a:lnTo>
                    <a:pt x="10258" y="1846"/>
                  </a:lnTo>
                  <a:cubicBezTo>
                    <a:pt x="10305" y="1904"/>
                    <a:pt x="10328" y="1963"/>
                    <a:pt x="10363" y="2021"/>
                  </a:cubicBezTo>
                  <a:cubicBezTo>
                    <a:pt x="10445" y="2255"/>
                    <a:pt x="10503" y="2488"/>
                    <a:pt x="10562" y="2722"/>
                  </a:cubicBezTo>
                  <a:cubicBezTo>
                    <a:pt x="10620" y="2944"/>
                    <a:pt x="10655" y="3178"/>
                    <a:pt x="10690" y="3412"/>
                  </a:cubicBezTo>
                  <a:cubicBezTo>
                    <a:pt x="10713" y="3657"/>
                    <a:pt x="10725" y="3890"/>
                    <a:pt x="10725" y="4136"/>
                  </a:cubicBezTo>
                  <a:cubicBezTo>
                    <a:pt x="10736" y="4381"/>
                    <a:pt x="10736" y="4627"/>
                    <a:pt x="10713" y="4871"/>
                  </a:cubicBezTo>
                  <a:cubicBezTo>
                    <a:pt x="10690" y="5117"/>
                    <a:pt x="10666" y="5351"/>
                    <a:pt x="10643" y="5585"/>
                  </a:cubicBezTo>
                  <a:cubicBezTo>
                    <a:pt x="10632" y="5806"/>
                    <a:pt x="10608" y="6029"/>
                    <a:pt x="10585" y="6239"/>
                  </a:cubicBezTo>
                  <a:cubicBezTo>
                    <a:pt x="10526" y="6577"/>
                    <a:pt x="10456" y="6916"/>
                    <a:pt x="10351" y="7243"/>
                  </a:cubicBezTo>
                  <a:cubicBezTo>
                    <a:pt x="10293" y="7371"/>
                    <a:pt x="10235" y="7488"/>
                    <a:pt x="10165" y="7594"/>
                  </a:cubicBezTo>
                  <a:lnTo>
                    <a:pt x="10106" y="7652"/>
                  </a:lnTo>
                  <a:cubicBezTo>
                    <a:pt x="10071" y="7675"/>
                    <a:pt x="10036" y="7687"/>
                    <a:pt x="10001" y="7711"/>
                  </a:cubicBezTo>
                  <a:cubicBezTo>
                    <a:pt x="9884" y="7757"/>
                    <a:pt x="9767" y="7781"/>
                    <a:pt x="9638" y="7804"/>
                  </a:cubicBezTo>
                  <a:cubicBezTo>
                    <a:pt x="8984" y="7874"/>
                    <a:pt x="8330" y="7898"/>
                    <a:pt x="7676" y="7898"/>
                  </a:cubicBezTo>
                  <a:cubicBezTo>
                    <a:pt x="6951" y="7886"/>
                    <a:pt x="6227" y="7874"/>
                    <a:pt x="5503" y="7839"/>
                  </a:cubicBezTo>
                  <a:cubicBezTo>
                    <a:pt x="5141" y="7815"/>
                    <a:pt x="4779" y="7781"/>
                    <a:pt x="4417" y="7734"/>
                  </a:cubicBezTo>
                  <a:lnTo>
                    <a:pt x="3540" y="7629"/>
                  </a:lnTo>
                  <a:cubicBezTo>
                    <a:pt x="3295" y="7594"/>
                    <a:pt x="3050" y="7558"/>
                    <a:pt x="2816" y="7512"/>
                  </a:cubicBezTo>
                  <a:cubicBezTo>
                    <a:pt x="2594" y="7454"/>
                    <a:pt x="2384" y="7384"/>
                    <a:pt x="2162" y="7301"/>
                  </a:cubicBezTo>
                  <a:cubicBezTo>
                    <a:pt x="2080" y="7267"/>
                    <a:pt x="2010" y="7220"/>
                    <a:pt x="1928" y="7173"/>
                  </a:cubicBezTo>
                  <a:lnTo>
                    <a:pt x="1893" y="7138"/>
                  </a:lnTo>
                  <a:cubicBezTo>
                    <a:pt x="1858" y="7091"/>
                    <a:pt x="1835" y="7044"/>
                    <a:pt x="1811" y="6986"/>
                  </a:cubicBezTo>
                  <a:cubicBezTo>
                    <a:pt x="1777" y="6916"/>
                    <a:pt x="1764" y="6834"/>
                    <a:pt x="1741" y="6764"/>
                  </a:cubicBezTo>
                  <a:cubicBezTo>
                    <a:pt x="1718" y="6484"/>
                    <a:pt x="1730" y="6203"/>
                    <a:pt x="1753" y="5912"/>
                  </a:cubicBezTo>
                  <a:cubicBezTo>
                    <a:pt x="1764" y="5561"/>
                    <a:pt x="1800" y="5199"/>
                    <a:pt x="1847" y="4837"/>
                  </a:cubicBezTo>
                  <a:cubicBezTo>
                    <a:pt x="1917" y="4194"/>
                    <a:pt x="1975" y="3552"/>
                    <a:pt x="2057" y="2909"/>
                  </a:cubicBezTo>
                  <a:cubicBezTo>
                    <a:pt x="2092" y="2675"/>
                    <a:pt x="2138" y="2442"/>
                    <a:pt x="2208" y="2220"/>
                  </a:cubicBezTo>
                  <a:cubicBezTo>
                    <a:pt x="2255" y="2150"/>
                    <a:pt x="2291" y="2068"/>
                    <a:pt x="2337" y="1998"/>
                  </a:cubicBezTo>
                  <a:lnTo>
                    <a:pt x="2442" y="1893"/>
                  </a:lnTo>
                  <a:lnTo>
                    <a:pt x="2501" y="1857"/>
                  </a:lnTo>
                  <a:cubicBezTo>
                    <a:pt x="2652" y="1753"/>
                    <a:pt x="2828" y="1659"/>
                    <a:pt x="3003" y="1577"/>
                  </a:cubicBezTo>
                  <a:cubicBezTo>
                    <a:pt x="3120" y="1543"/>
                    <a:pt x="3225" y="1507"/>
                    <a:pt x="3353" y="1472"/>
                  </a:cubicBezTo>
                  <a:cubicBezTo>
                    <a:pt x="3400" y="1472"/>
                    <a:pt x="3447" y="1460"/>
                    <a:pt x="3506" y="1449"/>
                  </a:cubicBezTo>
                  <a:cubicBezTo>
                    <a:pt x="4218" y="1379"/>
                    <a:pt x="4931" y="1356"/>
                    <a:pt x="5643" y="1343"/>
                  </a:cubicBezTo>
                  <a:cubicBezTo>
                    <a:pt x="5702" y="1332"/>
                    <a:pt x="5749" y="1332"/>
                    <a:pt x="5807" y="1332"/>
                  </a:cubicBezTo>
                  <a:close/>
                  <a:moveTo>
                    <a:pt x="4207" y="0"/>
                  </a:moveTo>
                  <a:cubicBezTo>
                    <a:pt x="4020" y="12"/>
                    <a:pt x="3844" y="35"/>
                    <a:pt x="3669" y="58"/>
                  </a:cubicBezTo>
                  <a:cubicBezTo>
                    <a:pt x="3634" y="71"/>
                    <a:pt x="3610" y="71"/>
                    <a:pt x="3587" y="71"/>
                  </a:cubicBezTo>
                  <a:cubicBezTo>
                    <a:pt x="3493" y="71"/>
                    <a:pt x="3412" y="94"/>
                    <a:pt x="3330" y="141"/>
                  </a:cubicBezTo>
                  <a:lnTo>
                    <a:pt x="3319" y="141"/>
                  </a:lnTo>
                  <a:cubicBezTo>
                    <a:pt x="3296" y="140"/>
                    <a:pt x="3274" y="140"/>
                    <a:pt x="3251" y="140"/>
                  </a:cubicBezTo>
                  <a:cubicBezTo>
                    <a:pt x="2842" y="140"/>
                    <a:pt x="2445" y="243"/>
                    <a:pt x="2080" y="409"/>
                  </a:cubicBezTo>
                  <a:cubicBezTo>
                    <a:pt x="1917" y="468"/>
                    <a:pt x="1753" y="538"/>
                    <a:pt x="1613" y="631"/>
                  </a:cubicBezTo>
                  <a:lnTo>
                    <a:pt x="1566" y="655"/>
                  </a:lnTo>
                  <a:lnTo>
                    <a:pt x="1496" y="701"/>
                  </a:lnTo>
                  <a:cubicBezTo>
                    <a:pt x="1321" y="829"/>
                    <a:pt x="1169" y="970"/>
                    <a:pt x="1029" y="1145"/>
                  </a:cubicBezTo>
                  <a:cubicBezTo>
                    <a:pt x="923" y="1273"/>
                    <a:pt x="819" y="1414"/>
                    <a:pt x="749" y="1566"/>
                  </a:cubicBezTo>
                  <a:cubicBezTo>
                    <a:pt x="690" y="1717"/>
                    <a:pt x="620" y="1870"/>
                    <a:pt x="573" y="2021"/>
                  </a:cubicBezTo>
                  <a:cubicBezTo>
                    <a:pt x="526" y="2197"/>
                    <a:pt x="479" y="2360"/>
                    <a:pt x="456" y="2535"/>
                  </a:cubicBezTo>
                  <a:cubicBezTo>
                    <a:pt x="386" y="2956"/>
                    <a:pt x="339" y="3388"/>
                    <a:pt x="281" y="3809"/>
                  </a:cubicBezTo>
                  <a:cubicBezTo>
                    <a:pt x="246" y="4066"/>
                    <a:pt x="211" y="4323"/>
                    <a:pt x="188" y="4580"/>
                  </a:cubicBezTo>
                  <a:cubicBezTo>
                    <a:pt x="129" y="4954"/>
                    <a:pt x="82" y="5328"/>
                    <a:pt x="59" y="5701"/>
                  </a:cubicBezTo>
                  <a:cubicBezTo>
                    <a:pt x="36" y="6029"/>
                    <a:pt x="1" y="6367"/>
                    <a:pt x="48" y="6694"/>
                  </a:cubicBezTo>
                  <a:cubicBezTo>
                    <a:pt x="82" y="6940"/>
                    <a:pt x="106" y="7161"/>
                    <a:pt x="199" y="7395"/>
                  </a:cubicBezTo>
                  <a:cubicBezTo>
                    <a:pt x="246" y="7524"/>
                    <a:pt x="305" y="7664"/>
                    <a:pt x="375" y="7781"/>
                  </a:cubicBezTo>
                  <a:cubicBezTo>
                    <a:pt x="445" y="7898"/>
                    <a:pt x="538" y="8026"/>
                    <a:pt x="620" y="8119"/>
                  </a:cubicBezTo>
                  <a:cubicBezTo>
                    <a:pt x="936" y="8493"/>
                    <a:pt x="1391" y="8680"/>
                    <a:pt x="1835" y="8809"/>
                  </a:cubicBezTo>
                  <a:cubicBezTo>
                    <a:pt x="2010" y="8867"/>
                    <a:pt x="2185" y="8914"/>
                    <a:pt x="2361" y="8949"/>
                  </a:cubicBezTo>
                  <a:cubicBezTo>
                    <a:pt x="2594" y="8996"/>
                    <a:pt x="2839" y="9019"/>
                    <a:pt x="3085" y="9054"/>
                  </a:cubicBezTo>
                  <a:cubicBezTo>
                    <a:pt x="3436" y="9089"/>
                    <a:pt x="3786" y="9124"/>
                    <a:pt x="4136" y="9147"/>
                  </a:cubicBezTo>
                  <a:cubicBezTo>
                    <a:pt x="4475" y="9171"/>
                    <a:pt x="4814" y="9217"/>
                    <a:pt x="5152" y="9217"/>
                  </a:cubicBezTo>
                  <a:cubicBezTo>
                    <a:pt x="5526" y="9229"/>
                    <a:pt x="5900" y="9241"/>
                    <a:pt x="6274" y="9241"/>
                  </a:cubicBezTo>
                  <a:lnTo>
                    <a:pt x="7325" y="9241"/>
                  </a:lnTo>
                  <a:cubicBezTo>
                    <a:pt x="7676" y="9241"/>
                    <a:pt x="8038" y="9229"/>
                    <a:pt x="8389" y="9217"/>
                  </a:cubicBezTo>
                  <a:cubicBezTo>
                    <a:pt x="8739" y="9194"/>
                    <a:pt x="9101" y="9159"/>
                    <a:pt x="9451" y="9124"/>
                  </a:cubicBezTo>
                  <a:cubicBezTo>
                    <a:pt x="9872" y="9077"/>
                    <a:pt x="10316" y="9019"/>
                    <a:pt x="10690" y="8809"/>
                  </a:cubicBezTo>
                  <a:cubicBezTo>
                    <a:pt x="10819" y="8727"/>
                    <a:pt x="10947" y="8633"/>
                    <a:pt x="11052" y="8529"/>
                  </a:cubicBezTo>
                  <a:cubicBezTo>
                    <a:pt x="11099" y="8493"/>
                    <a:pt x="11134" y="8435"/>
                    <a:pt x="11169" y="8388"/>
                  </a:cubicBezTo>
                  <a:cubicBezTo>
                    <a:pt x="11227" y="8318"/>
                    <a:pt x="11286" y="8248"/>
                    <a:pt x="11333" y="8178"/>
                  </a:cubicBezTo>
                  <a:cubicBezTo>
                    <a:pt x="11450" y="8002"/>
                    <a:pt x="11531" y="7804"/>
                    <a:pt x="11613" y="7617"/>
                  </a:cubicBezTo>
                  <a:cubicBezTo>
                    <a:pt x="11730" y="7290"/>
                    <a:pt x="11811" y="6940"/>
                    <a:pt x="11881" y="6600"/>
                  </a:cubicBezTo>
                  <a:cubicBezTo>
                    <a:pt x="11951" y="6203"/>
                    <a:pt x="11975" y="5806"/>
                    <a:pt x="12022" y="5409"/>
                  </a:cubicBezTo>
                  <a:cubicBezTo>
                    <a:pt x="12057" y="5071"/>
                    <a:pt x="12092" y="4743"/>
                    <a:pt x="12080" y="4404"/>
                  </a:cubicBezTo>
                  <a:cubicBezTo>
                    <a:pt x="12068" y="4007"/>
                    <a:pt x="12045" y="3599"/>
                    <a:pt x="11987" y="3201"/>
                  </a:cubicBezTo>
                  <a:cubicBezTo>
                    <a:pt x="11940" y="2862"/>
                    <a:pt x="11858" y="2535"/>
                    <a:pt x="11753" y="2220"/>
                  </a:cubicBezTo>
                  <a:cubicBezTo>
                    <a:pt x="11694" y="2010"/>
                    <a:pt x="11613" y="1823"/>
                    <a:pt x="11531" y="1624"/>
                  </a:cubicBezTo>
                  <a:cubicBezTo>
                    <a:pt x="11450" y="1437"/>
                    <a:pt x="11344" y="1273"/>
                    <a:pt x="11216" y="1122"/>
                  </a:cubicBezTo>
                  <a:cubicBezTo>
                    <a:pt x="11076" y="935"/>
                    <a:pt x="10865" y="806"/>
                    <a:pt x="10666" y="689"/>
                  </a:cubicBezTo>
                  <a:cubicBezTo>
                    <a:pt x="10479" y="596"/>
                    <a:pt x="10293" y="514"/>
                    <a:pt x="10094" y="444"/>
                  </a:cubicBezTo>
                  <a:cubicBezTo>
                    <a:pt x="9732" y="315"/>
                    <a:pt x="9335" y="292"/>
                    <a:pt x="8950" y="269"/>
                  </a:cubicBezTo>
                  <a:cubicBezTo>
                    <a:pt x="8599" y="234"/>
                    <a:pt x="8249" y="211"/>
                    <a:pt x="7898" y="187"/>
                  </a:cubicBezTo>
                  <a:cubicBezTo>
                    <a:pt x="7559" y="164"/>
                    <a:pt x="7208" y="128"/>
                    <a:pt x="6870" y="105"/>
                  </a:cubicBezTo>
                  <a:cubicBezTo>
                    <a:pt x="6507" y="94"/>
                    <a:pt x="6146" y="71"/>
                    <a:pt x="5783" y="47"/>
                  </a:cubicBezTo>
                  <a:cubicBezTo>
                    <a:pt x="5433" y="24"/>
                    <a:pt x="5082" y="0"/>
                    <a:pt x="4721" y="0"/>
                  </a:cubicBezTo>
                  <a:close/>
                </a:path>
              </a:pathLst>
            </a:custGeom>
            <a:solidFill>
              <a:srgbClr val="FF5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4188;p65">
              <a:extLst>
                <a:ext uri="{FF2B5EF4-FFF2-40B4-BE49-F238E27FC236}">
                  <a16:creationId xmlns:a16="http://schemas.microsoft.com/office/drawing/2014/main" id="{74546206-B979-478E-95C7-4CD5A54BC53D}"/>
                </a:ext>
              </a:extLst>
            </p:cNvPr>
            <p:cNvSpPr/>
            <p:nvPr/>
          </p:nvSpPr>
          <p:spPr>
            <a:xfrm>
              <a:off x="3953375" y="706425"/>
              <a:ext cx="175250" cy="228275"/>
            </a:xfrm>
            <a:custGeom>
              <a:avLst/>
              <a:gdLst/>
              <a:ahLst/>
              <a:cxnLst/>
              <a:rect l="l" t="t" r="r" b="b"/>
              <a:pathLst>
                <a:path w="7010" h="9131" extrusionOk="0">
                  <a:moveTo>
                    <a:pt x="2208" y="1294"/>
                  </a:moveTo>
                  <a:cubicBezTo>
                    <a:pt x="2314" y="1294"/>
                    <a:pt x="2419" y="1297"/>
                    <a:pt x="2524" y="1304"/>
                  </a:cubicBezTo>
                  <a:cubicBezTo>
                    <a:pt x="2804" y="1327"/>
                    <a:pt x="3072" y="1350"/>
                    <a:pt x="3342" y="1374"/>
                  </a:cubicBezTo>
                  <a:cubicBezTo>
                    <a:pt x="3832" y="1444"/>
                    <a:pt x="4323" y="1478"/>
                    <a:pt x="4801" y="1537"/>
                  </a:cubicBezTo>
                  <a:cubicBezTo>
                    <a:pt x="4977" y="1572"/>
                    <a:pt x="5152" y="1595"/>
                    <a:pt x="5328" y="1654"/>
                  </a:cubicBezTo>
                  <a:cubicBezTo>
                    <a:pt x="5386" y="1689"/>
                    <a:pt x="5432" y="1724"/>
                    <a:pt x="5491" y="1759"/>
                  </a:cubicBezTo>
                  <a:cubicBezTo>
                    <a:pt x="5515" y="1782"/>
                    <a:pt x="5549" y="1805"/>
                    <a:pt x="5572" y="1841"/>
                  </a:cubicBezTo>
                  <a:lnTo>
                    <a:pt x="5596" y="1876"/>
                  </a:lnTo>
                  <a:cubicBezTo>
                    <a:pt x="5678" y="1992"/>
                    <a:pt x="5748" y="2121"/>
                    <a:pt x="5806" y="2262"/>
                  </a:cubicBezTo>
                  <a:cubicBezTo>
                    <a:pt x="5842" y="2343"/>
                    <a:pt x="5865" y="2425"/>
                    <a:pt x="5888" y="2519"/>
                  </a:cubicBezTo>
                  <a:cubicBezTo>
                    <a:pt x="5900" y="2553"/>
                    <a:pt x="5900" y="2600"/>
                    <a:pt x="5912" y="2635"/>
                  </a:cubicBezTo>
                  <a:cubicBezTo>
                    <a:pt x="5970" y="3173"/>
                    <a:pt x="5970" y="3710"/>
                    <a:pt x="5993" y="4259"/>
                  </a:cubicBezTo>
                  <a:lnTo>
                    <a:pt x="5993" y="4376"/>
                  </a:lnTo>
                  <a:cubicBezTo>
                    <a:pt x="5982" y="4633"/>
                    <a:pt x="5970" y="4890"/>
                    <a:pt x="5958" y="5135"/>
                  </a:cubicBezTo>
                  <a:cubicBezTo>
                    <a:pt x="5946" y="5404"/>
                    <a:pt x="5923" y="5673"/>
                    <a:pt x="5900" y="5930"/>
                  </a:cubicBezTo>
                  <a:cubicBezTo>
                    <a:pt x="5888" y="6151"/>
                    <a:pt x="5876" y="6385"/>
                    <a:pt x="5865" y="6607"/>
                  </a:cubicBezTo>
                  <a:cubicBezTo>
                    <a:pt x="5842" y="6805"/>
                    <a:pt x="5842" y="6992"/>
                    <a:pt x="5829" y="7191"/>
                  </a:cubicBezTo>
                  <a:cubicBezTo>
                    <a:pt x="5806" y="7319"/>
                    <a:pt x="5772" y="7436"/>
                    <a:pt x="5725" y="7565"/>
                  </a:cubicBezTo>
                  <a:cubicBezTo>
                    <a:pt x="5689" y="7623"/>
                    <a:pt x="5666" y="7682"/>
                    <a:pt x="5619" y="7740"/>
                  </a:cubicBezTo>
                  <a:lnTo>
                    <a:pt x="5608" y="7752"/>
                  </a:lnTo>
                  <a:cubicBezTo>
                    <a:pt x="5561" y="7787"/>
                    <a:pt x="5515" y="7810"/>
                    <a:pt x="5468" y="7822"/>
                  </a:cubicBezTo>
                  <a:cubicBezTo>
                    <a:pt x="5304" y="7892"/>
                    <a:pt x="5117" y="7939"/>
                    <a:pt x="4942" y="7986"/>
                  </a:cubicBezTo>
                  <a:cubicBezTo>
                    <a:pt x="4778" y="8020"/>
                    <a:pt x="4603" y="8056"/>
                    <a:pt x="4428" y="8079"/>
                  </a:cubicBezTo>
                  <a:cubicBezTo>
                    <a:pt x="4241" y="8103"/>
                    <a:pt x="4054" y="8103"/>
                    <a:pt x="3879" y="8103"/>
                  </a:cubicBezTo>
                  <a:cubicBezTo>
                    <a:pt x="3825" y="8106"/>
                    <a:pt x="3770" y="8107"/>
                    <a:pt x="3716" y="8107"/>
                  </a:cubicBezTo>
                  <a:cubicBezTo>
                    <a:pt x="3584" y="8107"/>
                    <a:pt x="3451" y="8099"/>
                    <a:pt x="3318" y="8090"/>
                  </a:cubicBezTo>
                  <a:cubicBezTo>
                    <a:pt x="3131" y="8079"/>
                    <a:pt x="2956" y="8056"/>
                    <a:pt x="2769" y="8044"/>
                  </a:cubicBezTo>
                  <a:cubicBezTo>
                    <a:pt x="2605" y="8033"/>
                    <a:pt x="2442" y="8020"/>
                    <a:pt x="2278" y="7997"/>
                  </a:cubicBezTo>
                  <a:cubicBezTo>
                    <a:pt x="2021" y="7950"/>
                    <a:pt x="1764" y="7904"/>
                    <a:pt x="1519" y="7822"/>
                  </a:cubicBezTo>
                  <a:cubicBezTo>
                    <a:pt x="1426" y="7776"/>
                    <a:pt x="1343" y="7729"/>
                    <a:pt x="1250" y="7682"/>
                  </a:cubicBezTo>
                  <a:lnTo>
                    <a:pt x="1215" y="7635"/>
                  </a:lnTo>
                  <a:cubicBezTo>
                    <a:pt x="1192" y="7612"/>
                    <a:pt x="1180" y="7589"/>
                    <a:pt x="1169" y="7553"/>
                  </a:cubicBezTo>
                  <a:cubicBezTo>
                    <a:pt x="1133" y="7460"/>
                    <a:pt x="1110" y="7378"/>
                    <a:pt x="1099" y="7285"/>
                  </a:cubicBezTo>
                  <a:cubicBezTo>
                    <a:pt x="1040" y="6794"/>
                    <a:pt x="1029" y="6291"/>
                    <a:pt x="1029" y="5790"/>
                  </a:cubicBezTo>
                  <a:cubicBezTo>
                    <a:pt x="1040" y="5240"/>
                    <a:pt x="1040" y="4691"/>
                    <a:pt x="1075" y="4154"/>
                  </a:cubicBezTo>
                  <a:cubicBezTo>
                    <a:pt x="1086" y="3874"/>
                    <a:pt x="1110" y="3604"/>
                    <a:pt x="1145" y="3324"/>
                  </a:cubicBezTo>
                  <a:cubicBezTo>
                    <a:pt x="1180" y="3103"/>
                    <a:pt x="1203" y="2880"/>
                    <a:pt x="1227" y="2659"/>
                  </a:cubicBezTo>
                  <a:cubicBezTo>
                    <a:pt x="1250" y="2483"/>
                    <a:pt x="1273" y="2296"/>
                    <a:pt x="1320" y="2109"/>
                  </a:cubicBezTo>
                  <a:cubicBezTo>
                    <a:pt x="1356" y="1946"/>
                    <a:pt x="1414" y="1782"/>
                    <a:pt x="1472" y="1619"/>
                  </a:cubicBezTo>
                  <a:cubicBezTo>
                    <a:pt x="1507" y="1561"/>
                    <a:pt x="1530" y="1502"/>
                    <a:pt x="1577" y="1444"/>
                  </a:cubicBezTo>
                  <a:lnTo>
                    <a:pt x="1600" y="1420"/>
                  </a:lnTo>
                  <a:cubicBezTo>
                    <a:pt x="1636" y="1397"/>
                    <a:pt x="1671" y="1374"/>
                    <a:pt x="1717" y="1350"/>
                  </a:cubicBezTo>
                  <a:cubicBezTo>
                    <a:pt x="1776" y="1327"/>
                    <a:pt x="1834" y="1315"/>
                    <a:pt x="1893" y="1304"/>
                  </a:cubicBezTo>
                  <a:cubicBezTo>
                    <a:pt x="1998" y="1297"/>
                    <a:pt x="2103" y="1294"/>
                    <a:pt x="2208" y="1294"/>
                  </a:cubicBezTo>
                  <a:close/>
                  <a:moveTo>
                    <a:pt x="2212" y="0"/>
                  </a:moveTo>
                  <a:cubicBezTo>
                    <a:pt x="2118" y="0"/>
                    <a:pt x="2023" y="5"/>
                    <a:pt x="1928" y="19"/>
                  </a:cubicBezTo>
                  <a:cubicBezTo>
                    <a:pt x="1753" y="42"/>
                    <a:pt x="1577" y="65"/>
                    <a:pt x="1402" y="135"/>
                  </a:cubicBezTo>
                  <a:cubicBezTo>
                    <a:pt x="1309" y="170"/>
                    <a:pt x="1203" y="217"/>
                    <a:pt x="1110" y="263"/>
                  </a:cubicBezTo>
                  <a:cubicBezTo>
                    <a:pt x="1016" y="322"/>
                    <a:pt x="935" y="392"/>
                    <a:pt x="853" y="450"/>
                  </a:cubicBezTo>
                  <a:cubicBezTo>
                    <a:pt x="572" y="684"/>
                    <a:pt x="432" y="1034"/>
                    <a:pt x="339" y="1374"/>
                  </a:cubicBezTo>
                  <a:cubicBezTo>
                    <a:pt x="292" y="1502"/>
                    <a:pt x="258" y="1631"/>
                    <a:pt x="234" y="1771"/>
                  </a:cubicBezTo>
                  <a:cubicBezTo>
                    <a:pt x="199" y="1946"/>
                    <a:pt x="175" y="2133"/>
                    <a:pt x="152" y="2319"/>
                  </a:cubicBezTo>
                  <a:cubicBezTo>
                    <a:pt x="117" y="2576"/>
                    <a:pt x="94" y="2846"/>
                    <a:pt x="82" y="3114"/>
                  </a:cubicBezTo>
                  <a:cubicBezTo>
                    <a:pt x="58" y="3371"/>
                    <a:pt x="35" y="3628"/>
                    <a:pt x="24" y="3885"/>
                  </a:cubicBezTo>
                  <a:cubicBezTo>
                    <a:pt x="12" y="4165"/>
                    <a:pt x="12" y="4446"/>
                    <a:pt x="12" y="4726"/>
                  </a:cubicBezTo>
                  <a:cubicBezTo>
                    <a:pt x="0" y="4995"/>
                    <a:pt x="12" y="5263"/>
                    <a:pt x="12" y="5533"/>
                  </a:cubicBezTo>
                  <a:cubicBezTo>
                    <a:pt x="12" y="5801"/>
                    <a:pt x="12" y="6070"/>
                    <a:pt x="24" y="6338"/>
                  </a:cubicBezTo>
                  <a:cubicBezTo>
                    <a:pt x="47" y="6607"/>
                    <a:pt x="71" y="6876"/>
                    <a:pt x="94" y="7133"/>
                  </a:cubicBezTo>
                  <a:cubicBezTo>
                    <a:pt x="129" y="7460"/>
                    <a:pt x="175" y="7787"/>
                    <a:pt x="339" y="8079"/>
                  </a:cubicBezTo>
                  <a:cubicBezTo>
                    <a:pt x="398" y="8173"/>
                    <a:pt x="468" y="8266"/>
                    <a:pt x="549" y="8348"/>
                  </a:cubicBezTo>
                  <a:cubicBezTo>
                    <a:pt x="572" y="8383"/>
                    <a:pt x="619" y="8418"/>
                    <a:pt x="655" y="8441"/>
                  </a:cubicBezTo>
                  <a:cubicBezTo>
                    <a:pt x="701" y="8488"/>
                    <a:pt x="759" y="8523"/>
                    <a:pt x="818" y="8570"/>
                  </a:cubicBezTo>
                  <a:cubicBezTo>
                    <a:pt x="946" y="8651"/>
                    <a:pt x="1099" y="8721"/>
                    <a:pt x="1239" y="8768"/>
                  </a:cubicBezTo>
                  <a:cubicBezTo>
                    <a:pt x="1484" y="8874"/>
                    <a:pt x="1753" y="8932"/>
                    <a:pt x="2010" y="8978"/>
                  </a:cubicBezTo>
                  <a:cubicBezTo>
                    <a:pt x="2314" y="9037"/>
                    <a:pt x="2617" y="9048"/>
                    <a:pt x="2909" y="9084"/>
                  </a:cubicBezTo>
                  <a:cubicBezTo>
                    <a:pt x="3166" y="9107"/>
                    <a:pt x="3412" y="9131"/>
                    <a:pt x="3669" y="9131"/>
                  </a:cubicBezTo>
                  <a:cubicBezTo>
                    <a:pt x="3972" y="9119"/>
                    <a:pt x="4276" y="9107"/>
                    <a:pt x="4580" y="9061"/>
                  </a:cubicBezTo>
                  <a:cubicBezTo>
                    <a:pt x="4837" y="9025"/>
                    <a:pt x="5082" y="8967"/>
                    <a:pt x="5328" y="8885"/>
                  </a:cubicBezTo>
                  <a:cubicBezTo>
                    <a:pt x="5479" y="8838"/>
                    <a:pt x="5631" y="8780"/>
                    <a:pt x="5772" y="8710"/>
                  </a:cubicBezTo>
                  <a:cubicBezTo>
                    <a:pt x="5912" y="8651"/>
                    <a:pt x="6040" y="8570"/>
                    <a:pt x="6157" y="8476"/>
                  </a:cubicBezTo>
                  <a:cubicBezTo>
                    <a:pt x="6297" y="8360"/>
                    <a:pt x="6390" y="8207"/>
                    <a:pt x="6484" y="8056"/>
                  </a:cubicBezTo>
                  <a:cubicBezTo>
                    <a:pt x="6554" y="7916"/>
                    <a:pt x="6624" y="7776"/>
                    <a:pt x="6671" y="7623"/>
                  </a:cubicBezTo>
                  <a:cubicBezTo>
                    <a:pt x="6764" y="7355"/>
                    <a:pt x="6787" y="7051"/>
                    <a:pt x="6800" y="6759"/>
                  </a:cubicBezTo>
                  <a:cubicBezTo>
                    <a:pt x="6823" y="6490"/>
                    <a:pt x="6846" y="6233"/>
                    <a:pt x="6870" y="5964"/>
                  </a:cubicBezTo>
                  <a:cubicBezTo>
                    <a:pt x="6881" y="5707"/>
                    <a:pt x="6916" y="5439"/>
                    <a:pt x="6928" y="5182"/>
                  </a:cubicBezTo>
                  <a:cubicBezTo>
                    <a:pt x="6940" y="4913"/>
                    <a:pt x="6951" y="4633"/>
                    <a:pt x="6974" y="4364"/>
                  </a:cubicBezTo>
                  <a:lnTo>
                    <a:pt x="7010" y="3558"/>
                  </a:lnTo>
                  <a:lnTo>
                    <a:pt x="7010" y="3360"/>
                  </a:lnTo>
                  <a:cubicBezTo>
                    <a:pt x="7010" y="3301"/>
                    <a:pt x="7010" y="3231"/>
                    <a:pt x="6998" y="3161"/>
                  </a:cubicBezTo>
                  <a:cubicBezTo>
                    <a:pt x="6998" y="3033"/>
                    <a:pt x="6974" y="2892"/>
                    <a:pt x="6963" y="2752"/>
                  </a:cubicBezTo>
                  <a:lnTo>
                    <a:pt x="6951" y="2693"/>
                  </a:lnTo>
                  <a:cubicBezTo>
                    <a:pt x="6951" y="2635"/>
                    <a:pt x="6940" y="2565"/>
                    <a:pt x="6904" y="2506"/>
                  </a:cubicBezTo>
                  <a:lnTo>
                    <a:pt x="6904" y="2495"/>
                  </a:lnTo>
                  <a:cubicBezTo>
                    <a:pt x="6916" y="2168"/>
                    <a:pt x="6823" y="1852"/>
                    <a:pt x="6694" y="1548"/>
                  </a:cubicBezTo>
                  <a:cubicBezTo>
                    <a:pt x="6647" y="1432"/>
                    <a:pt x="6601" y="1315"/>
                    <a:pt x="6530" y="1198"/>
                  </a:cubicBezTo>
                  <a:lnTo>
                    <a:pt x="6507" y="1163"/>
                  </a:lnTo>
                  <a:lnTo>
                    <a:pt x="6472" y="1117"/>
                  </a:lnTo>
                  <a:cubicBezTo>
                    <a:pt x="6379" y="976"/>
                    <a:pt x="6273" y="860"/>
                    <a:pt x="6145" y="766"/>
                  </a:cubicBezTo>
                  <a:cubicBezTo>
                    <a:pt x="6040" y="684"/>
                    <a:pt x="5935" y="603"/>
                    <a:pt x="5818" y="556"/>
                  </a:cubicBezTo>
                  <a:cubicBezTo>
                    <a:pt x="5701" y="497"/>
                    <a:pt x="5596" y="450"/>
                    <a:pt x="5468" y="416"/>
                  </a:cubicBezTo>
                  <a:cubicBezTo>
                    <a:pt x="5351" y="380"/>
                    <a:pt x="5222" y="346"/>
                    <a:pt x="5094" y="322"/>
                  </a:cubicBezTo>
                  <a:cubicBezTo>
                    <a:pt x="4767" y="276"/>
                    <a:pt x="4440" y="240"/>
                    <a:pt x="4124" y="193"/>
                  </a:cubicBezTo>
                  <a:cubicBezTo>
                    <a:pt x="3926" y="170"/>
                    <a:pt x="3727" y="147"/>
                    <a:pt x="3540" y="123"/>
                  </a:cubicBezTo>
                  <a:cubicBezTo>
                    <a:pt x="3259" y="89"/>
                    <a:pt x="2979" y="42"/>
                    <a:pt x="2687" y="30"/>
                  </a:cubicBezTo>
                  <a:cubicBezTo>
                    <a:pt x="2533" y="15"/>
                    <a:pt x="2373" y="0"/>
                    <a:pt x="2212" y="0"/>
                  </a:cubicBezTo>
                  <a:close/>
                </a:path>
              </a:pathLst>
            </a:custGeom>
            <a:solidFill>
              <a:schemeClr val="bg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4225;p65">
            <a:extLst>
              <a:ext uri="{FF2B5EF4-FFF2-40B4-BE49-F238E27FC236}">
                <a16:creationId xmlns:a16="http://schemas.microsoft.com/office/drawing/2014/main" id="{64FDCB79-8775-4CDC-B5AA-8E893CEF6401}"/>
              </a:ext>
            </a:extLst>
          </p:cNvPr>
          <p:cNvGrpSpPr/>
          <p:nvPr/>
        </p:nvGrpSpPr>
        <p:grpSpPr>
          <a:xfrm rot="17847878" flipH="1">
            <a:off x="-2171232" y="5176209"/>
            <a:ext cx="6058552" cy="2696846"/>
            <a:chOff x="5802375" y="3298175"/>
            <a:chExt cx="1041800" cy="548625"/>
          </a:xfrm>
          <a:solidFill>
            <a:schemeClr val="bg1">
              <a:lumMod val="50000"/>
              <a:lumOff val="50000"/>
            </a:schemeClr>
          </a:solidFill>
        </p:grpSpPr>
        <p:sp>
          <p:nvSpPr>
            <p:cNvPr id="122" name="Google Shape;4226;p65">
              <a:extLst>
                <a:ext uri="{FF2B5EF4-FFF2-40B4-BE49-F238E27FC236}">
                  <a16:creationId xmlns:a16="http://schemas.microsoft.com/office/drawing/2014/main" id="{BCEDD3CB-78F8-4DA0-B63C-7F57299B3CD2}"/>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4227;p65">
              <a:extLst>
                <a:ext uri="{FF2B5EF4-FFF2-40B4-BE49-F238E27FC236}">
                  <a16:creationId xmlns:a16="http://schemas.microsoft.com/office/drawing/2014/main" id="{EB0A0D82-D93B-4300-BFF4-1437EDD6002A}"/>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4228;p65">
              <a:extLst>
                <a:ext uri="{FF2B5EF4-FFF2-40B4-BE49-F238E27FC236}">
                  <a16:creationId xmlns:a16="http://schemas.microsoft.com/office/drawing/2014/main" id="{FCAD4D7B-1428-434D-B5C1-EB284D49F2C8}"/>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7452854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7" name="Rectángulo 26">
            <a:extLst>
              <a:ext uri="{FF2B5EF4-FFF2-40B4-BE49-F238E27FC236}">
                <a16:creationId xmlns:a16="http://schemas.microsoft.com/office/drawing/2014/main" id="{74619B19-E749-4DE6-A570-5413A4EC9F05}"/>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C6714114-A6CC-4A7F-B218-0012DB368940}"/>
              </a:ext>
            </a:extLst>
          </p:cNvPr>
          <p:cNvSpPr txBox="1"/>
          <p:nvPr/>
        </p:nvSpPr>
        <p:spPr>
          <a:xfrm>
            <a:off x="1488303" y="3517066"/>
            <a:ext cx="21792095" cy="101162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Para hacer la calificación definitiva de la falta en uno de los tres grados señalados anteriormente, se tendrán en cuenta los siguientes criterios:</a:t>
            </a:r>
          </a:p>
          <a:p>
            <a:pPr marL="0" marR="0" lvl="0" indent="0" algn="l" defTabSz="943239" rtl="0" eaLnBrk="1" fontAlgn="auto" latinLnBrk="0" hangingPunct="0">
              <a:lnSpc>
                <a:spcPct val="100000"/>
              </a:lnSpc>
              <a:spcBef>
                <a:spcPts val="0"/>
              </a:spcBef>
              <a:spcAft>
                <a:spcPts val="0"/>
              </a:spcAft>
              <a:buClrTx/>
              <a:buSzTx/>
              <a:buFontTx/>
              <a:buNone/>
              <a:tabLst/>
              <a:defRPr/>
            </a:pPr>
            <a:endPar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endParaRPr>
          </a:p>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1. Daño(s) causado(s) y sus efectos.</a:t>
            </a:r>
          </a:p>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2. Grado de participación del Aprendiz.</a:t>
            </a:r>
          </a:p>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3. Antecedentes académicos y disciplinarios del Aprendiz.</a:t>
            </a:r>
          </a:p>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4. Rendimiento del Aprendiz en su proceso de formación.</a:t>
            </a:r>
          </a:p>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5. Confesión de la(s) falta(s).</a:t>
            </a:r>
          </a:p>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6. Haber procurado, por iniciativa propia, resarcir el daño causado o compensar el perjuicio causado.</a:t>
            </a:r>
          </a:p>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7. Haber devuelto, restituido o reparado, el bien afectado con la conducta.</a:t>
            </a:r>
          </a:p>
          <a:p>
            <a:pPr marL="0" marR="0" lvl="0" indent="0" algn="l" defTabSz="943239" rtl="0" eaLnBrk="1" fontAlgn="auto" latinLnBrk="0" hangingPunct="0">
              <a:lnSpc>
                <a:spcPct val="100000"/>
              </a:lnSpc>
              <a:spcBef>
                <a:spcPts val="0"/>
              </a:spcBef>
              <a:spcAft>
                <a:spcPts val="0"/>
              </a:spcAft>
              <a:buClrTx/>
              <a:buSzTx/>
              <a:buFontTx/>
              <a:buNone/>
              <a:tabLst/>
              <a:defRPr/>
            </a:pPr>
            <a:r>
              <a:rPr kumimoji="0" lang="es-ES"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rPr>
              <a:t>8. Los parámetros de calificación señalados en este reglamento.</a:t>
            </a:r>
            <a:endParaRPr kumimoji="0" lang="es-CO" sz="54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endParaRPr>
          </a:p>
        </p:txBody>
      </p:sp>
      <p:sp>
        <p:nvSpPr>
          <p:cNvPr id="4" name="CuadroTexto 3">
            <a:extLst>
              <a:ext uri="{FF2B5EF4-FFF2-40B4-BE49-F238E27FC236}">
                <a16:creationId xmlns:a16="http://schemas.microsoft.com/office/drawing/2014/main" id="{207D9EA1-4E92-40C8-9F71-546808E952F1}"/>
              </a:ext>
            </a:extLst>
          </p:cNvPr>
          <p:cNvSpPr txBox="1"/>
          <p:nvPr/>
        </p:nvSpPr>
        <p:spPr>
          <a:xfrm>
            <a:off x="-1290130" y="735510"/>
            <a:ext cx="15874420"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Calificación Definitiva</a:t>
            </a:r>
          </a:p>
        </p:txBody>
      </p:sp>
      <p:grpSp>
        <p:nvGrpSpPr>
          <p:cNvPr id="33" name="Google Shape;4225;p65">
            <a:extLst>
              <a:ext uri="{FF2B5EF4-FFF2-40B4-BE49-F238E27FC236}">
                <a16:creationId xmlns:a16="http://schemas.microsoft.com/office/drawing/2014/main" id="{05363FBB-C128-4480-9F97-1D2A32B6EE49}"/>
              </a:ext>
            </a:extLst>
          </p:cNvPr>
          <p:cNvGrpSpPr/>
          <p:nvPr/>
        </p:nvGrpSpPr>
        <p:grpSpPr>
          <a:xfrm rot="19638900" flipH="1">
            <a:off x="18635681" y="13244662"/>
            <a:ext cx="6058552" cy="2696846"/>
            <a:chOff x="5802375" y="3298175"/>
            <a:chExt cx="1041800" cy="548625"/>
          </a:xfrm>
          <a:solidFill>
            <a:srgbClr val="FF7030"/>
          </a:solidFill>
        </p:grpSpPr>
        <p:sp>
          <p:nvSpPr>
            <p:cNvPr id="34" name="Google Shape;4226;p65">
              <a:extLst>
                <a:ext uri="{FF2B5EF4-FFF2-40B4-BE49-F238E27FC236}">
                  <a16:creationId xmlns:a16="http://schemas.microsoft.com/office/drawing/2014/main" id="{3042FEF7-06B2-4B9C-9677-2A183803B0EF}"/>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7;p65">
              <a:extLst>
                <a:ext uri="{FF2B5EF4-FFF2-40B4-BE49-F238E27FC236}">
                  <a16:creationId xmlns:a16="http://schemas.microsoft.com/office/drawing/2014/main" id="{7463A874-722B-49DF-A41E-AED80479102F}"/>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8;p65">
              <a:extLst>
                <a:ext uri="{FF2B5EF4-FFF2-40B4-BE49-F238E27FC236}">
                  <a16:creationId xmlns:a16="http://schemas.microsoft.com/office/drawing/2014/main" id="{8378761E-CF09-4D54-91F5-565E45FA4073}"/>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4168;p64">
            <a:extLst>
              <a:ext uri="{FF2B5EF4-FFF2-40B4-BE49-F238E27FC236}">
                <a16:creationId xmlns:a16="http://schemas.microsoft.com/office/drawing/2014/main" id="{7165EE39-7E80-4631-8025-15A9BC01B7A3}"/>
              </a:ext>
            </a:extLst>
          </p:cNvPr>
          <p:cNvGrpSpPr/>
          <p:nvPr/>
        </p:nvGrpSpPr>
        <p:grpSpPr>
          <a:xfrm rot="4841182" flipV="1">
            <a:off x="14874613" y="735510"/>
            <a:ext cx="1882333" cy="2560296"/>
            <a:chOff x="5684675" y="2956050"/>
            <a:chExt cx="270400" cy="239350"/>
          </a:xfrm>
          <a:solidFill>
            <a:schemeClr val="bg2">
              <a:lumMod val="40000"/>
              <a:lumOff val="60000"/>
            </a:schemeClr>
          </a:solidFill>
        </p:grpSpPr>
        <p:sp>
          <p:nvSpPr>
            <p:cNvPr id="38" name="Google Shape;4169;p64">
              <a:extLst>
                <a:ext uri="{FF2B5EF4-FFF2-40B4-BE49-F238E27FC236}">
                  <a16:creationId xmlns:a16="http://schemas.microsoft.com/office/drawing/2014/main" id="{F931B017-3B22-4B33-9D02-079D9E38E9B7}"/>
                </a:ext>
              </a:extLst>
            </p:cNvPr>
            <p:cNvSpPr/>
            <p:nvPr/>
          </p:nvSpPr>
          <p:spPr>
            <a:xfrm>
              <a:off x="5684675" y="3047550"/>
              <a:ext cx="66625" cy="64775"/>
            </a:xfrm>
            <a:custGeom>
              <a:avLst/>
              <a:gdLst/>
              <a:ahLst/>
              <a:cxnLst/>
              <a:rect l="l" t="t" r="r" b="b"/>
              <a:pathLst>
                <a:path w="2665" h="2591" extrusionOk="0">
                  <a:moveTo>
                    <a:pt x="1898" y="1"/>
                  </a:moveTo>
                  <a:cubicBezTo>
                    <a:pt x="1758" y="1"/>
                    <a:pt x="1601" y="33"/>
                    <a:pt x="1426" y="65"/>
                  </a:cubicBezTo>
                  <a:cubicBezTo>
                    <a:pt x="853" y="170"/>
                    <a:pt x="246" y="380"/>
                    <a:pt x="59" y="906"/>
                  </a:cubicBezTo>
                  <a:cubicBezTo>
                    <a:pt x="24" y="1011"/>
                    <a:pt x="1" y="1140"/>
                    <a:pt x="1" y="1280"/>
                  </a:cubicBezTo>
                  <a:cubicBezTo>
                    <a:pt x="12" y="1996"/>
                    <a:pt x="377" y="2590"/>
                    <a:pt x="1129" y="2590"/>
                  </a:cubicBezTo>
                  <a:cubicBezTo>
                    <a:pt x="1150" y="2590"/>
                    <a:pt x="1171" y="2590"/>
                    <a:pt x="1193" y="2589"/>
                  </a:cubicBezTo>
                  <a:cubicBezTo>
                    <a:pt x="1707" y="2553"/>
                    <a:pt x="2208" y="2448"/>
                    <a:pt x="2465" y="1958"/>
                  </a:cubicBezTo>
                  <a:cubicBezTo>
                    <a:pt x="2664" y="1561"/>
                    <a:pt x="2664" y="777"/>
                    <a:pt x="2431" y="346"/>
                  </a:cubicBezTo>
                  <a:cubicBezTo>
                    <a:pt x="2289" y="77"/>
                    <a:pt x="2114" y="1"/>
                    <a:pt x="189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70;p64">
              <a:extLst>
                <a:ext uri="{FF2B5EF4-FFF2-40B4-BE49-F238E27FC236}">
                  <a16:creationId xmlns:a16="http://schemas.microsoft.com/office/drawing/2014/main" id="{5E408C83-87A2-4DCF-86FA-006075B4BE2D}"/>
                </a:ext>
              </a:extLst>
            </p:cNvPr>
            <p:cNvSpPr/>
            <p:nvPr/>
          </p:nvSpPr>
          <p:spPr>
            <a:xfrm>
              <a:off x="5807325" y="3031025"/>
              <a:ext cx="52325" cy="51075"/>
            </a:xfrm>
            <a:custGeom>
              <a:avLst/>
              <a:gdLst/>
              <a:ahLst/>
              <a:cxnLst/>
              <a:rect l="l" t="t" r="r" b="b"/>
              <a:pathLst>
                <a:path w="2093" h="2043" extrusionOk="0">
                  <a:moveTo>
                    <a:pt x="1292" y="1"/>
                  </a:moveTo>
                  <a:cubicBezTo>
                    <a:pt x="857" y="1"/>
                    <a:pt x="342" y="265"/>
                    <a:pt x="188" y="597"/>
                  </a:cubicBezTo>
                  <a:cubicBezTo>
                    <a:pt x="153" y="680"/>
                    <a:pt x="118" y="773"/>
                    <a:pt x="106" y="854"/>
                  </a:cubicBezTo>
                  <a:cubicBezTo>
                    <a:pt x="1" y="1477"/>
                    <a:pt x="553" y="2043"/>
                    <a:pt x="1161" y="2043"/>
                  </a:cubicBezTo>
                  <a:cubicBezTo>
                    <a:pt x="1226" y="2043"/>
                    <a:pt x="1291" y="2036"/>
                    <a:pt x="1357" y="2023"/>
                  </a:cubicBezTo>
                  <a:cubicBezTo>
                    <a:pt x="1871" y="1918"/>
                    <a:pt x="2092" y="1836"/>
                    <a:pt x="2092" y="1240"/>
                  </a:cubicBezTo>
                  <a:cubicBezTo>
                    <a:pt x="2092" y="831"/>
                    <a:pt x="2034" y="352"/>
                    <a:pt x="1718" y="119"/>
                  </a:cubicBezTo>
                  <a:cubicBezTo>
                    <a:pt x="1602" y="37"/>
                    <a:pt x="1452" y="1"/>
                    <a:pt x="12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71;p64">
              <a:extLst>
                <a:ext uri="{FF2B5EF4-FFF2-40B4-BE49-F238E27FC236}">
                  <a16:creationId xmlns:a16="http://schemas.microsoft.com/office/drawing/2014/main" id="{059FDB79-EB96-4FDE-8E37-6984CD443878}"/>
                </a:ext>
              </a:extLst>
            </p:cNvPr>
            <p:cNvSpPr/>
            <p:nvPr/>
          </p:nvSpPr>
          <p:spPr>
            <a:xfrm>
              <a:off x="5734500" y="3158750"/>
              <a:ext cx="44525" cy="36650"/>
            </a:xfrm>
            <a:custGeom>
              <a:avLst/>
              <a:gdLst/>
              <a:ahLst/>
              <a:cxnLst/>
              <a:rect l="l" t="t" r="r" b="b"/>
              <a:pathLst>
                <a:path w="1781" h="1466" extrusionOk="0">
                  <a:moveTo>
                    <a:pt x="1262" y="1"/>
                  </a:moveTo>
                  <a:cubicBezTo>
                    <a:pt x="911" y="1"/>
                    <a:pt x="436" y="583"/>
                    <a:pt x="145" y="944"/>
                  </a:cubicBezTo>
                  <a:cubicBezTo>
                    <a:pt x="1" y="1344"/>
                    <a:pt x="309" y="1465"/>
                    <a:pt x="614" y="1465"/>
                  </a:cubicBezTo>
                  <a:cubicBezTo>
                    <a:pt x="727" y="1465"/>
                    <a:pt x="840" y="1448"/>
                    <a:pt x="928" y="1423"/>
                  </a:cubicBezTo>
                  <a:cubicBezTo>
                    <a:pt x="1396" y="1283"/>
                    <a:pt x="1781" y="1096"/>
                    <a:pt x="1653" y="512"/>
                  </a:cubicBezTo>
                  <a:cubicBezTo>
                    <a:pt x="1576" y="140"/>
                    <a:pt x="1434" y="1"/>
                    <a:pt x="12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72;p64">
              <a:extLst>
                <a:ext uri="{FF2B5EF4-FFF2-40B4-BE49-F238E27FC236}">
                  <a16:creationId xmlns:a16="http://schemas.microsoft.com/office/drawing/2014/main" id="{6964DD19-4071-4F90-B842-DBEF8A2CD1FA}"/>
                </a:ext>
              </a:extLst>
            </p:cNvPr>
            <p:cNvSpPr/>
            <p:nvPr/>
          </p:nvSpPr>
          <p:spPr>
            <a:xfrm>
              <a:off x="5917750" y="3014650"/>
              <a:ext cx="37325" cy="32850"/>
            </a:xfrm>
            <a:custGeom>
              <a:avLst/>
              <a:gdLst/>
              <a:ahLst/>
              <a:cxnLst/>
              <a:rect l="l" t="t" r="r" b="b"/>
              <a:pathLst>
                <a:path w="1493" h="1314" extrusionOk="0">
                  <a:moveTo>
                    <a:pt x="905" y="1"/>
                  </a:moveTo>
                  <a:cubicBezTo>
                    <a:pt x="584" y="1"/>
                    <a:pt x="189" y="190"/>
                    <a:pt x="0" y="517"/>
                  </a:cubicBezTo>
                  <a:cubicBezTo>
                    <a:pt x="58" y="1031"/>
                    <a:pt x="47" y="1206"/>
                    <a:pt x="572" y="1299"/>
                  </a:cubicBezTo>
                  <a:cubicBezTo>
                    <a:pt x="624" y="1309"/>
                    <a:pt x="673" y="1313"/>
                    <a:pt x="719" y="1313"/>
                  </a:cubicBezTo>
                  <a:cubicBezTo>
                    <a:pt x="1065" y="1313"/>
                    <a:pt x="1242" y="1050"/>
                    <a:pt x="1356" y="668"/>
                  </a:cubicBezTo>
                  <a:cubicBezTo>
                    <a:pt x="1492" y="204"/>
                    <a:pt x="1238" y="1"/>
                    <a:pt x="9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73;p64">
              <a:extLst>
                <a:ext uri="{FF2B5EF4-FFF2-40B4-BE49-F238E27FC236}">
                  <a16:creationId xmlns:a16="http://schemas.microsoft.com/office/drawing/2014/main" id="{6402EA9C-66E0-4B43-A22F-E954E5241176}"/>
                </a:ext>
              </a:extLst>
            </p:cNvPr>
            <p:cNvSpPr/>
            <p:nvPr/>
          </p:nvSpPr>
          <p:spPr>
            <a:xfrm>
              <a:off x="5798650" y="2956050"/>
              <a:ext cx="30425" cy="24825"/>
            </a:xfrm>
            <a:custGeom>
              <a:avLst/>
              <a:gdLst/>
              <a:ahLst/>
              <a:cxnLst/>
              <a:rect l="l" t="t" r="r" b="b"/>
              <a:pathLst>
                <a:path w="1217" h="993" extrusionOk="0">
                  <a:moveTo>
                    <a:pt x="408" y="1"/>
                  </a:moveTo>
                  <a:cubicBezTo>
                    <a:pt x="325" y="1"/>
                    <a:pt x="254" y="25"/>
                    <a:pt x="208" y="80"/>
                  </a:cubicBezTo>
                  <a:lnTo>
                    <a:pt x="91" y="138"/>
                  </a:lnTo>
                  <a:cubicBezTo>
                    <a:pt x="0" y="549"/>
                    <a:pt x="53" y="993"/>
                    <a:pt x="501" y="993"/>
                  </a:cubicBezTo>
                  <a:cubicBezTo>
                    <a:pt x="512" y="993"/>
                    <a:pt x="524" y="992"/>
                    <a:pt x="535" y="992"/>
                  </a:cubicBezTo>
                  <a:cubicBezTo>
                    <a:pt x="757" y="980"/>
                    <a:pt x="1003" y="886"/>
                    <a:pt x="1096" y="665"/>
                  </a:cubicBezTo>
                  <a:cubicBezTo>
                    <a:pt x="1216" y="358"/>
                    <a:pt x="726" y="1"/>
                    <a:pt x="4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168;p64">
            <a:extLst>
              <a:ext uri="{FF2B5EF4-FFF2-40B4-BE49-F238E27FC236}">
                <a16:creationId xmlns:a16="http://schemas.microsoft.com/office/drawing/2014/main" id="{E9457ACB-E525-4895-A50E-372936B99A2E}"/>
              </a:ext>
            </a:extLst>
          </p:cNvPr>
          <p:cNvGrpSpPr/>
          <p:nvPr/>
        </p:nvGrpSpPr>
        <p:grpSpPr>
          <a:xfrm rot="4841182" flipV="1">
            <a:off x="20202742" y="6462048"/>
            <a:ext cx="1882333" cy="2560296"/>
            <a:chOff x="5684675" y="2956050"/>
            <a:chExt cx="270400" cy="239350"/>
          </a:xfrm>
          <a:solidFill>
            <a:schemeClr val="bg2">
              <a:lumMod val="40000"/>
              <a:lumOff val="60000"/>
            </a:schemeClr>
          </a:solidFill>
        </p:grpSpPr>
        <p:sp>
          <p:nvSpPr>
            <p:cNvPr id="44" name="Google Shape;4169;p64">
              <a:extLst>
                <a:ext uri="{FF2B5EF4-FFF2-40B4-BE49-F238E27FC236}">
                  <a16:creationId xmlns:a16="http://schemas.microsoft.com/office/drawing/2014/main" id="{1F0003D7-3F15-40D3-A179-F6B5F2A4CCB2}"/>
                </a:ext>
              </a:extLst>
            </p:cNvPr>
            <p:cNvSpPr/>
            <p:nvPr/>
          </p:nvSpPr>
          <p:spPr>
            <a:xfrm>
              <a:off x="5684675" y="3047550"/>
              <a:ext cx="66625" cy="64775"/>
            </a:xfrm>
            <a:custGeom>
              <a:avLst/>
              <a:gdLst/>
              <a:ahLst/>
              <a:cxnLst/>
              <a:rect l="l" t="t" r="r" b="b"/>
              <a:pathLst>
                <a:path w="2665" h="2591" extrusionOk="0">
                  <a:moveTo>
                    <a:pt x="1898" y="1"/>
                  </a:moveTo>
                  <a:cubicBezTo>
                    <a:pt x="1758" y="1"/>
                    <a:pt x="1601" y="33"/>
                    <a:pt x="1426" y="65"/>
                  </a:cubicBezTo>
                  <a:cubicBezTo>
                    <a:pt x="853" y="170"/>
                    <a:pt x="246" y="380"/>
                    <a:pt x="59" y="906"/>
                  </a:cubicBezTo>
                  <a:cubicBezTo>
                    <a:pt x="24" y="1011"/>
                    <a:pt x="1" y="1140"/>
                    <a:pt x="1" y="1280"/>
                  </a:cubicBezTo>
                  <a:cubicBezTo>
                    <a:pt x="12" y="1996"/>
                    <a:pt x="377" y="2590"/>
                    <a:pt x="1129" y="2590"/>
                  </a:cubicBezTo>
                  <a:cubicBezTo>
                    <a:pt x="1150" y="2590"/>
                    <a:pt x="1171" y="2590"/>
                    <a:pt x="1193" y="2589"/>
                  </a:cubicBezTo>
                  <a:cubicBezTo>
                    <a:pt x="1707" y="2553"/>
                    <a:pt x="2208" y="2448"/>
                    <a:pt x="2465" y="1958"/>
                  </a:cubicBezTo>
                  <a:cubicBezTo>
                    <a:pt x="2664" y="1561"/>
                    <a:pt x="2664" y="777"/>
                    <a:pt x="2431" y="346"/>
                  </a:cubicBezTo>
                  <a:cubicBezTo>
                    <a:pt x="2289" y="77"/>
                    <a:pt x="2114" y="1"/>
                    <a:pt x="189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70;p64">
              <a:extLst>
                <a:ext uri="{FF2B5EF4-FFF2-40B4-BE49-F238E27FC236}">
                  <a16:creationId xmlns:a16="http://schemas.microsoft.com/office/drawing/2014/main" id="{E5D58595-321A-46A5-9B03-8B73BEBB9849}"/>
                </a:ext>
              </a:extLst>
            </p:cNvPr>
            <p:cNvSpPr/>
            <p:nvPr/>
          </p:nvSpPr>
          <p:spPr>
            <a:xfrm>
              <a:off x="5807325" y="3031025"/>
              <a:ext cx="52325" cy="51075"/>
            </a:xfrm>
            <a:custGeom>
              <a:avLst/>
              <a:gdLst/>
              <a:ahLst/>
              <a:cxnLst/>
              <a:rect l="l" t="t" r="r" b="b"/>
              <a:pathLst>
                <a:path w="2093" h="2043" extrusionOk="0">
                  <a:moveTo>
                    <a:pt x="1292" y="1"/>
                  </a:moveTo>
                  <a:cubicBezTo>
                    <a:pt x="857" y="1"/>
                    <a:pt x="342" y="265"/>
                    <a:pt x="188" y="597"/>
                  </a:cubicBezTo>
                  <a:cubicBezTo>
                    <a:pt x="153" y="680"/>
                    <a:pt x="118" y="773"/>
                    <a:pt x="106" y="854"/>
                  </a:cubicBezTo>
                  <a:cubicBezTo>
                    <a:pt x="1" y="1477"/>
                    <a:pt x="553" y="2043"/>
                    <a:pt x="1161" y="2043"/>
                  </a:cubicBezTo>
                  <a:cubicBezTo>
                    <a:pt x="1226" y="2043"/>
                    <a:pt x="1291" y="2036"/>
                    <a:pt x="1357" y="2023"/>
                  </a:cubicBezTo>
                  <a:cubicBezTo>
                    <a:pt x="1871" y="1918"/>
                    <a:pt x="2092" y="1836"/>
                    <a:pt x="2092" y="1240"/>
                  </a:cubicBezTo>
                  <a:cubicBezTo>
                    <a:pt x="2092" y="831"/>
                    <a:pt x="2034" y="352"/>
                    <a:pt x="1718" y="119"/>
                  </a:cubicBezTo>
                  <a:cubicBezTo>
                    <a:pt x="1602" y="37"/>
                    <a:pt x="1452" y="1"/>
                    <a:pt x="12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71;p64">
              <a:extLst>
                <a:ext uri="{FF2B5EF4-FFF2-40B4-BE49-F238E27FC236}">
                  <a16:creationId xmlns:a16="http://schemas.microsoft.com/office/drawing/2014/main" id="{CBECCD35-CA5D-4852-BB25-AB519D8FBB9E}"/>
                </a:ext>
              </a:extLst>
            </p:cNvPr>
            <p:cNvSpPr/>
            <p:nvPr/>
          </p:nvSpPr>
          <p:spPr>
            <a:xfrm>
              <a:off x="5734500" y="3158750"/>
              <a:ext cx="44525" cy="36650"/>
            </a:xfrm>
            <a:custGeom>
              <a:avLst/>
              <a:gdLst/>
              <a:ahLst/>
              <a:cxnLst/>
              <a:rect l="l" t="t" r="r" b="b"/>
              <a:pathLst>
                <a:path w="1781" h="1466" extrusionOk="0">
                  <a:moveTo>
                    <a:pt x="1262" y="1"/>
                  </a:moveTo>
                  <a:cubicBezTo>
                    <a:pt x="911" y="1"/>
                    <a:pt x="436" y="583"/>
                    <a:pt x="145" y="944"/>
                  </a:cubicBezTo>
                  <a:cubicBezTo>
                    <a:pt x="1" y="1344"/>
                    <a:pt x="309" y="1465"/>
                    <a:pt x="614" y="1465"/>
                  </a:cubicBezTo>
                  <a:cubicBezTo>
                    <a:pt x="727" y="1465"/>
                    <a:pt x="840" y="1448"/>
                    <a:pt x="928" y="1423"/>
                  </a:cubicBezTo>
                  <a:cubicBezTo>
                    <a:pt x="1396" y="1283"/>
                    <a:pt x="1781" y="1096"/>
                    <a:pt x="1653" y="512"/>
                  </a:cubicBezTo>
                  <a:cubicBezTo>
                    <a:pt x="1576" y="140"/>
                    <a:pt x="1434" y="1"/>
                    <a:pt x="12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72;p64">
              <a:extLst>
                <a:ext uri="{FF2B5EF4-FFF2-40B4-BE49-F238E27FC236}">
                  <a16:creationId xmlns:a16="http://schemas.microsoft.com/office/drawing/2014/main" id="{CF506A34-E6BA-4BD5-B445-C13633FC9B7A}"/>
                </a:ext>
              </a:extLst>
            </p:cNvPr>
            <p:cNvSpPr/>
            <p:nvPr/>
          </p:nvSpPr>
          <p:spPr>
            <a:xfrm>
              <a:off x="5917750" y="3014650"/>
              <a:ext cx="37325" cy="32850"/>
            </a:xfrm>
            <a:custGeom>
              <a:avLst/>
              <a:gdLst/>
              <a:ahLst/>
              <a:cxnLst/>
              <a:rect l="l" t="t" r="r" b="b"/>
              <a:pathLst>
                <a:path w="1493" h="1314" extrusionOk="0">
                  <a:moveTo>
                    <a:pt x="905" y="1"/>
                  </a:moveTo>
                  <a:cubicBezTo>
                    <a:pt x="584" y="1"/>
                    <a:pt x="189" y="190"/>
                    <a:pt x="0" y="517"/>
                  </a:cubicBezTo>
                  <a:cubicBezTo>
                    <a:pt x="58" y="1031"/>
                    <a:pt x="47" y="1206"/>
                    <a:pt x="572" y="1299"/>
                  </a:cubicBezTo>
                  <a:cubicBezTo>
                    <a:pt x="624" y="1309"/>
                    <a:pt x="673" y="1313"/>
                    <a:pt x="719" y="1313"/>
                  </a:cubicBezTo>
                  <a:cubicBezTo>
                    <a:pt x="1065" y="1313"/>
                    <a:pt x="1242" y="1050"/>
                    <a:pt x="1356" y="668"/>
                  </a:cubicBezTo>
                  <a:cubicBezTo>
                    <a:pt x="1492" y="204"/>
                    <a:pt x="1238" y="1"/>
                    <a:pt x="9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73;p64">
              <a:extLst>
                <a:ext uri="{FF2B5EF4-FFF2-40B4-BE49-F238E27FC236}">
                  <a16:creationId xmlns:a16="http://schemas.microsoft.com/office/drawing/2014/main" id="{160CCB68-9853-4A03-A647-066CCCD1A4B5}"/>
                </a:ext>
              </a:extLst>
            </p:cNvPr>
            <p:cNvSpPr/>
            <p:nvPr/>
          </p:nvSpPr>
          <p:spPr>
            <a:xfrm>
              <a:off x="5798650" y="2956050"/>
              <a:ext cx="30425" cy="24825"/>
            </a:xfrm>
            <a:custGeom>
              <a:avLst/>
              <a:gdLst/>
              <a:ahLst/>
              <a:cxnLst/>
              <a:rect l="l" t="t" r="r" b="b"/>
              <a:pathLst>
                <a:path w="1217" h="993" extrusionOk="0">
                  <a:moveTo>
                    <a:pt x="408" y="1"/>
                  </a:moveTo>
                  <a:cubicBezTo>
                    <a:pt x="325" y="1"/>
                    <a:pt x="254" y="25"/>
                    <a:pt x="208" y="80"/>
                  </a:cubicBezTo>
                  <a:lnTo>
                    <a:pt x="91" y="138"/>
                  </a:lnTo>
                  <a:cubicBezTo>
                    <a:pt x="0" y="549"/>
                    <a:pt x="53" y="993"/>
                    <a:pt x="501" y="993"/>
                  </a:cubicBezTo>
                  <a:cubicBezTo>
                    <a:pt x="512" y="993"/>
                    <a:pt x="524" y="992"/>
                    <a:pt x="535" y="992"/>
                  </a:cubicBezTo>
                  <a:cubicBezTo>
                    <a:pt x="757" y="980"/>
                    <a:pt x="1003" y="886"/>
                    <a:pt x="1096" y="665"/>
                  </a:cubicBezTo>
                  <a:cubicBezTo>
                    <a:pt x="1216" y="358"/>
                    <a:pt x="726" y="1"/>
                    <a:pt x="4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3102823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02B3E279-F1A8-4E4D-81A4-BF3BED27C9D7}"/>
              </a:ext>
            </a:extLst>
          </p:cNvPr>
          <p:cNvSpPr/>
          <p:nvPr/>
        </p:nvSpPr>
        <p:spPr>
          <a:xfrm>
            <a:off x="57819" y="3207099"/>
            <a:ext cx="24326182" cy="12317690"/>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grpSp>
        <p:nvGrpSpPr>
          <p:cNvPr id="20" name="Google Shape;4225;p65">
            <a:extLst>
              <a:ext uri="{FF2B5EF4-FFF2-40B4-BE49-F238E27FC236}">
                <a16:creationId xmlns:a16="http://schemas.microsoft.com/office/drawing/2014/main" id="{96A7A083-C010-48C7-8702-B1F03386CE5D}"/>
              </a:ext>
            </a:extLst>
          </p:cNvPr>
          <p:cNvGrpSpPr/>
          <p:nvPr/>
        </p:nvGrpSpPr>
        <p:grpSpPr>
          <a:xfrm rot="19638900" flipH="1">
            <a:off x="12440497" y="69233"/>
            <a:ext cx="6058552" cy="2696846"/>
            <a:chOff x="5802375" y="3298175"/>
            <a:chExt cx="1041800" cy="548625"/>
          </a:xfrm>
          <a:solidFill>
            <a:srgbClr val="FF7030"/>
          </a:solidFill>
        </p:grpSpPr>
        <p:sp>
          <p:nvSpPr>
            <p:cNvPr id="21" name="Google Shape;4226;p65">
              <a:extLst>
                <a:ext uri="{FF2B5EF4-FFF2-40B4-BE49-F238E27FC236}">
                  <a16:creationId xmlns:a16="http://schemas.microsoft.com/office/drawing/2014/main" id="{698BED44-9685-4D97-A29A-62608D513999}"/>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227;p65">
              <a:extLst>
                <a:ext uri="{FF2B5EF4-FFF2-40B4-BE49-F238E27FC236}">
                  <a16:creationId xmlns:a16="http://schemas.microsoft.com/office/drawing/2014/main" id="{06F6B062-F0E4-4854-AC00-940E8F6F2EF6}"/>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228;p65">
              <a:extLst>
                <a:ext uri="{FF2B5EF4-FFF2-40B4-BE49-F238E27FC236}">
                  <a16:creationId xmlns:a16="http://schemas.microsoft.com/office/drawing/2014/main" id="{D0A8940A-A683-4BA4-9988-4BA6B3FBE0FE}"/>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4104;p62">
            <a:extLst>
              <a:ext uri="{FF2B5EF4-FFF2-40B4-BE49-F238E27FC236}">
                <a16:creationId xmlns:a16="http://schemas.microsoft.com/office/drawing/2014/main" id="{3792894E-79A5-4E35-8D62-36F2BE3189DC}"/>
              </a:ext>
            </a:extLst>
          </p:cNvPr>
          <p:cNvGrpSpPr/>
          <p:nvPr/>
        </p:nvGrpSpPr>
        <p:grpSpPr>
          <a:xfrm>
            <a:off x="378373" y="2585545"/>
            <a:ext cx="23522152" cy="12801600"/>
            <a:chOff x="4854325" y="1936705"/>
            <a:chExt cx="3569700" cy="2142920"/>
          </a:xfrm>
          <a:solidFill>
            <a:schemeClr val="bg2">
              <a:lumMod val="20000"/>
              <a:lumOff val="80000"/>
            </a:schemeClr>
          </a:solidFill>
        </p:grpSpPr>
        <p:sp>
          <p:nvSpPr>
            <p:cNvPr id="10" name="Google Shape;4105;p62">
              <a:extLst>
                <a:ext uri="{FF2B5EF4-FFF2-40B4-BE49-F238E27FC236}">
                  <a16:creationId xmlns:a16="http://schemas.microsoft.com/office/drawing/2014/main" id="{6383920F-BC3C-495E-8466-F52173A4DCBC}"/>
                </a:ext>
              </a:extLst>
            </p:cNvPr>
            <p:cNvSpPr/>
            <p:nvPr/>
          </p:nvSpPr>
          <p:spPr>
            <a:xfrm>
              <a:off x="5044081" y="1936705"/>
              <a:ext cx="3190200" cy="1990200"/>
            </a:xfrm>
            <a:prstGeom prst="round2SameRect">
              <a:avLst>
                <a:gd name="adj1" fmla="val 4232"/>
                <a:gd name="adj2" fmla="val 0"/>
              </a:avLst>
            </a:prstGeom>
            <a:grp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4106;p62">
              <a:extLst>
                <a:ext uri="{FF2B5EF4-FFF2-40B4-BE49-F238E27FC236}">
                  <a16:creationId xmlns:a16="http://schemas.microsoft.com/office/drawing/2014/main" id="{282D9946-9A6E-4591-A2A1-2727DEFE6F72}"/>
                </a:ext>
              </a:extLst>
            </p:cNvPr>
            <p:cNvSpPr/>
            <p:nvPr/>
          </p:nvSpPr>
          <p:spPr>
            <a:xfrm rot="10800000">
              <a:off x="4854325" y="3926925"/>
              <a:ext cx="3569700" cy="152700"/>
            </a:xfrm>
            <a:prstGeom prst="round2SameRect">
              <a:avLst>
                <a:gd name="adj1" fmla="val 44955"/>
                <a:gd name="adj2" fmla="val 0"/>
              </a:avLst>
            </a:prstGeom>
            <a:grp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4107;p62">
              <a:extLst>
                <a:ext uri="{FF2B5EF4-FFF2-40B4-BE49-F238E27FC236}">
                  <a16:creationId xmlns:a16="http://schemas.microsoft.com/office/drawing/2014/main" id="{0F6AE1AE-5585-42B7-9CAA-BB5F8C8E631C}"/>
                </a:ext>
              </a:extLst>
            </p:cNvPr>
            <p:cNvSpPr/>
            <p:nvPr/>
          </p:nvSpPr>
          <p:spPr>
            <a:xfrm>
              <a:off x="6606475" y="2008050"/>
              <a:ext cx="65400" cy="65400"/>
            </a:xfrm>
            <a:prstGeom prst="ellipse">
              <a:avLst/>
            </a:prstGeom>
            <a:grp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 name="Rectángulo 12">
            <a:extLst>
              <a:ext uri="{FF2B5EF4-FFF2-40B4-BE49-F238E27FC236}">
                <a16:creationId xmlns:a16="http://schemas.microsoft.com/office/drawing/2014/main" id="{60C369CB-C3E0-4C01-AB54-CC7B30EDACFE}"/>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3" name="Imagen 2" descr="Interfaz de usuario gráfica, Aplicación&#10;&#10;Descripción generada automáticamente">
            <a:extLst>
              <a:ext uri="{FF2B5EF4-FFF2-40B4-BE49-F238E27FC236}">
                <a16:creationId xmlns:a16="http://schemas.microsoft.com/office/drawing/2014/main" id="{B26FBD62-7A53-4913-BE17-7ED4438EEBDB}"/>
              </a:ext>
            </a:extLst>
          </p:cNvPr>
          <p:cNvPicPr>
            <a:picLocks noChangeAspect="1"/>
          </p:cNvPicPr>
          <p:nvPr/>
        </p:nvPicPr>
        <p:blipFill rotWithShape="1">
          <a:blip r:embed="rId3"/>
          <a:srcRect l="25847" t="23395" r="18658" b="12812"/>
          <a:stretch/>
        </p:blipFill>
        <p:spPr>
          <a:xfrm>
            <a:off x="2339979" y="3825636"/>
            <a:ext cx="19408396" cy="9829330"/>
          </a:xfrm>
          <a:prstGeom prst="rect">
            <a:avLst/>
          </a:prstGeom>
        </p:spPr>
      </p:pic>
      <p:sp>
        <p:nvSpPr>
          <p:cNvPr id="14" name="CuadroTexto 13">
            <a:extLst>
              <a:ext uri="{FF2B5EF4-FFF2-40B4-BE49-F238E27FC236}">
                <a16:creationId xmlns:a16="http://schemas.microsoft.com/office/drawing/2014/main" id="{2584541D-2356-4C99-8574-3F927BF2753D}"/>
              </a:ext>
            </a:extLst>
          </p:cNvPr>
          <p:cNvSpPr txBox="1"/>
          <p:nvPr/>
        </p:nvSpPr>
        <p:spPr>
          <a:xfrm>
            <a:off x="220717" y="808868"/>
            <a:ext cx="7438682"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Sanciones</a:t>
            </a:r>
          </a:p>
        </p:txBody>
      </p:sp>
      <p:sp>
        <p:nvSpPr>
          <p:cNvPr id="52" name="CuadroTexto 51">
            <a:extLst>
              <a:ext uri="{FF2B5EF4-FFF2-40B4-BE49-F238E27FC236}">
                <a16:creationId xmlns:a16="http://schemas.microsoft.com/office/drawing/2014/main" id="{A74CB35C-DBD2-4FE3-B7FA-B8D9BD5132B0}"/>
              </a:ext>
            </a:extLst>
          </p:cNvPr>
          <p:cNvSpPr txBox="1"/>
          <p:nvPr/>
        </p:nvSpPr>
        <p:spPr>
          <a:xfrm>
            <a:off x="2904082" y="4401907"/>
            <a:ext cx="16392911" cy="16215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Las sanciones que pueden imponerse por faltas académicas o disciplinarias son:</a:t>
            </a:r>
          </a:p>
        </p:txBody>
      </p:sp>
      <p:sp>
        <p:nvSpPr>
          <p:cNvPr id="17" name="CuadroTexto 16">
            <a:extLst>
              <a:ext uri="{FF2B5EF4-FFF2-40B4-BE49-F238E27FC236}">
                <a16:creationId xmlns:a16="http://schemas.microsoft.com/office/drawing/2014/main" id="{FCB02986-60CC-4C93-9394-6E777D347F6B}"/>
              </a:ext>
            </a:extLst>
          </p:cNvPr>
          <p:cNvSpPr txBox="1"/>
          <p:nvPr/>
        </p:nvSpPr>
        <p:spPr>
          <a:xfrm>
            <a:off x="2760024" y="6599774"/>
            <a:ext cx="18758848" cy="6053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685800" indent="-685800" algn="l">
              <a:buFont typeface="Arial" panose="020B0604020202020204" pitchFamily="34" charset="0"/>
              <a:buChar char="•"/>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Llamado de atención escrito</a:t>
            </a:r>
          </a:p>
          <a:p>
            <a:pPr marL="685800" indent="-685800" algn="l">
              <a:buFont typeface="Arial" panose="020B0604020202020204" pitchFamily="34" charset="0"/>
              <a:buChar char="•"/>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Condicionamiento de la matrícula – plan de mejoramiento disciplinario o académico</a:t>
            </a:r>
          </a:p>
          <a:p>
            <a:pPr marL="685800" indent="-685800" algn="l">
              <a:buFont typeface="Arial" panose="020B0604020202020204" pitchFamily="34" charset="0"/>
              <a:buChar char="•"/>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Cancelación del registro de matricula Implica que la persona sancionada pierde la condición de aprendiz y no puede participar en procesos de ingreso a la institución por periodo entre 6 y 12 meses cuando es de índole académico y entre 12 y 24 meses cuando es de índole disciplinaria</a:t>
            </a:r>
          </a:p>
          <a:p>
            <a:pPr marL="685800" indent="-685800" algn="l">
              <a:buFont typeface="Arial" panose="020B0604020202020204" pitchFamily="34" charset="0"/>
              <a:buChar char="•"/>
              <a:defRPr/>
            </a:pPr>
            <a:endParaRPr lang="es-ES" sz="4800" b="0" dirty="0">
              <a:solidFill>
                <a:srgbClr val="000000">
                  <a:lumMod val="65000"/>
                  <a:lumOff val="35000"/>
                </a:srgbClr>
              </a:solidFill>
              <a:latin typeface="Daytona Condensed" panose="020B0506030503040204" pitchFamily="34" charset="0"/>
              <a:cs typeface="Calibri" panose="020F0502020204030204" pitchFamily="34" charset="0"/>
            </a:endParaRPr>
          </a:p>
        </p:txBody>
      </p:sp>
      <p:sp>
        <p:nvSpPr>
          <p:cNvPr id="4" name="Elipse 3">
            <a:extLst>
              <a:ext uri="{FF2B5EF4-FFF2-40B4-BE49-F238E27FC236}">
                <a16:creationId xmlns:a16="http://schemas.microsoft.com/office/drawing/2014/main" id="{28230D40-F38C-4796-AA9B-3FCC963A5C75}"/>
              </a:ext>
            </a:extLst>
          </p:cNvPr>
          <p:cNvSpPr/>
          <p:nvPr/>
        </p:nvSpPr>
        <p:spPr>
          <a:xfrm>
            <a:off x="12113162" y="3069456"/>
            <a:ext cx="336353" cy="329223"/>
          </a:xfrm>
          <a:prstGeom prst="ellipse">
            <a:avLst/>
          </a:prstGeom>
          <a:solidFill>
            <a:schemeClr val="bg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 name="Rectángulo 14">
            <a:extLst>
              <a:ext uri="{FF2B5EF4-FFF2-40B4-BE49-F238E27FC236}">
                <a16:creationId xmlns:a16="http://schemas.microsoft.com/office/drawing/2014/main" id="{A43925EE-32F8-434D-87DA-093C0576FC86}"/>
              </a:ext>
            </a:extLst>
          </p:cNvPr>
          <p:cNvSpPr/>
          <p:nvPr/>
        </p:nvSpPr>
        <p:spPr>
          <a:xfrm>
            <a:off x="21518872" y="840399"/>
            <a:ext cx="2381653" cy="1437461"/>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398323456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02B3E279-F1A8-4E4D-81A4-BF3BED27C9D7}"/>
              </a:ext>
            </a:extLst>
          </p:cNvPr>
          <p:cNvSpPr/>
          <p:nvPr/>
        </p:nvSpPr>
        <p:spPr>
          <a:xfrm>
            <a:off x="57819" y="3207099"/>
            <a:ext cx="24326182" cy="12317690"/>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grpSp>
        <p:nvGrpSpPr>
          <p:cNvPr id="20" name="Google Shape;4225;p65">
            <a:extLst>
              <a:ext uri="{FF2B5EF4-FFF2-40B4-BE49-F238E27FC236}">
                <a16:creationId xmlns:a16="http://schemas.microsoft.com/office/drawing/2014/main" id="{96A7A083-C010-48C7-8702-B1F03386CE5D}"/>
              </a:ext>
            </a:extLst>
          </p:cNvPr>
          <p:cNvGrpSpPr/>
          <p:nvPr/>
        </p:nvGrpSpPr>
        <p:grpSpPr>
          <a:xfrm rot="19638900" flipH="1">
            <a:off x="12440497" y="69233"/>
            <a:ext cx="6058552" cy="2696846"/>
            <a:chOff x="5802375" y="3298175"/>
            <a:chExt cx="1041800" cy="548625"/>
          </a:xfrm>
          <a:solidFill>
            <a:srgbClr val="FF7030"/>
          </a:solidFill>
        </p:grpSpPr>
        <p:sp>
          <p:nvSpPr>
            <p:cNvPr id="21" name="Google Shape;4226;p65">
              <a:extLst>
                <a:ext uri="{FF2B5EF4-FFF2-40B4-BE49-F238E27FC236}">
                  <a16:creationId xmlns:a16="http://schemas.microsoft.com/office/drawing/2014/main" id="{698BED44-9685-4D97-A29A-62608D513999}"/>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227;p65">
              <a:extLst>
                <a:ext uri="{FF2B5EF4-FFF2-40B4-BE49-F238E27FC236}">
                  <a16:creationId xmlns:a16="http://schemas.microsoft.com/office/drawing/2014/main" id="{06F6B062-F0E4-4854-AC00-940E8F6F2EF6}"/>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228;p65">
              <a:extLst>
                <a:ext uri="{FF2B5EF4-FFF2-40B4-BE49-F238E27FC236}">
                  <a16:creationId xmlns:a16="http://schemas.microsoft.com/office/drawing/2014/main" id="{D0A8940A-A683-4BA4-9988-4BA6B3FBE0FE}"/>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4104;p62">
            <a:extLst>
              <a:ext uri="{FF2B5EF4-FFF2-40B4-BE49-F238E27FC236}">
                <a16:creationId xmlns:a16="http://schemas.microsoft.com/office/drawing/2014/main" id="{3792894E-79A5-4E35-8D62-36F2BE3189DC}"/>
              </a:ext>
            </a:extLst>
          </p:cNvPr>
          <p:cNvGrpSpPr/>
          <p:nvPr/>
        </p:nvGrpSpPr>
        <p:grpSpPr>
          <a:xfrm>
            <a:off x="378373" y="2585545"/>
            <a:ext cx="23522152" cy="12801600"/>
            <a:chOff x="4854325" y="1936705"/>
            <a:chExt cx="3569700" cy="2142920"/>
          </a:xfrm>
          <a:solidFill>
            <a:schemeClr val="bg2">
              <a:lumMod val="20000"/>
              <a:lumOff val="80000"/>
            </a:schemeClr>
          </a:solidFill>
        </p:grpSpPr>
        <p:sp>
          <p:nvSpPr>
            <p:cNvPr id="10" name="Google Shape;4105;p62">
              <a:extLst>
                <a:ext uri="{FF2B5EF4-FFF2-40B4-BE49-F238E27FC236}">
                  <a16:creationId xmlns:a16="http://schemas.microsoft.com/office/drawing/2014/main" id="{6383920F-BC3C-495E-8466-F52173A4DCBC}"/>
                </a:ext>
              </a:extLst>
            </p:cNvPr>
            <p:cNvSpPr/>
            <p:nvPr/>
          </p:nvSpPr>
          <p:spPr>
            <a:xfrm>
              <a:off x="5044081" y="1936705"/>
              <a:ext cx="3190200" cy="1990200"/>
            </a:xfrm>
            <a:prstGeom prst="round2SameRect">
              <a:avLst>
                <a:gd name="adj1" fmla="val 4232"/>
                <a:gd name="adj2" fmla="val 0"/>
              </a:avLst>
            </a:prstGeom>
            <a:grp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4106;p62">
              <a:extLst>
                <a:ext uri="{FF2B5EF4-FFF2-40B4-BE49-F238E27FC236}">
                  <a16:creationId xmlns:a16="http://schemas.microsoft.com/office/drawing/2014/main" id="{282D9946-9A6E-4591-A2A1-2727DEFE6F72}"/>
                </a:ext>
              </a:extLst>
            </p:cNvPr>
            <p:cNvSpPr/>
            <p:nvPr/>
          </p:nvSpPr>
          <p:spPr>
            <a:xfrm rot="10800000">
              <a:off x="4854325" y="3926925"/>
              <a:ext cx="3569700" cy="152700"/>
            </a:xfrm>
            <a:prstGeom prst="round2SameRect">
              <a:avLst>
                <a:gd name="adj1" fmla="val 44955"/>
                <a:gd name="adj2" fmla="val 0"/>
              </a:avLst>
            </a:prstGeom>
            <a:grp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4107;p62">
              <a:extLst>
                <a:ext uri="{FF2B5EF4-FFF2-40B4-BE49-F238E27FC236}">
                  <a16:creationId xmlns:a16="http://schemas.microsoft.com/office/drawing/2014/main" id="{0F6AE1AE-5585-42B7-9CAA-BB5F8C8E631C}"/>
                </a:ext>
              </a:extLst>
            </p:cNvPr>
            <p:cNvSpPr/>
            <p:nvPr/>
          </p:nvSpPr>
          <p:spPr>
            <a:xfrm>
              <a:off x="6606475" y="2008050"/>
              <a:ext cx="65400" cy="65400"/>
            </a:xfrm>
            <a:prstGeom prst="ellipse">
              <a:avLst/>
            </a:prstGeom>
            <a:grp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 name="Rectángulo 12">
            <a:extLst>
              <a:ext uri="{FF2B5EF4-FFF2-40B4-BE49-F238E27FC236}">
                <a16:creationId xmlns:a16="http://schemas.microsoft.com/office/drawing/2014/main" id="{60C369CB-C3E0-4C01-AB54-CC7B30EDACFE}"/>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3" name="Imagen 2" descr="Interfaz de usuario gráfica, Aplicación&#10;&#10;Descripción generada automáticamente">
            <a:extLst>
              <a:ext uri="{FF2B5EF4-FFF2-40B4-BE49-F238E27FC236}">
                <a16:creationId xmlns:a16="http://schemas.microsoft.com/office/drawing/2014/main" id="{B26FBD62-7A53-4913-BE17-7ED4438EEBDB}"/>
              </a:ext>
            </a:extLst>
          </p:cNvPr>
          <p:cNvPicPr>
            <a:picLocks noChangeAspect="1"/>
          </p:cNvPicPr>
          <p:nvPr/>
        </p:nvPicPr>
        <p:blipFill rotWithShape="1">
          <a:blip r:embed="rId3"/>
          <a:srcRect l="25847" t="23395" r="18658" b="12812"/>
          <a:stretch/>
        </p:blipFill>
        <p:spPr>
          <a:xfrm>
            <a:off x="2339979" y="3825636"/>
            <a:ext cx="19408396" cy="9829330"/>
          </a:xfrm>
          <a:prstGeom prst="rect">
            <a:avLst/>
          </a:prstGeom>
        </p:spPr>
      </p:pic>
      <p:sp>
        <p:nvSpPr>
          <p:cNvPr id="14" name="CuadroTexto 13">
            <a:extLst>
              <a:ext uri="{FF2B5EF4-FFF2-40B4-BE49-F238E27FC236}">
                <a16:creationId xmlns:a16="http://schemas.microsoft.com/office/drawing/2014/main" id="{2584541D-2356-4C99-8574-3F927BF2753D}"/>
              </a:ext>
            </a:extLst>
          </p:cNvPr>
          <p:cNvSpPr txBox="1"/>
          <p:nvPr/>
        </p:nvSpPr>
        <p:spPr>
          <a:xfrm>
            <a:off x="220717" y="808868"/>
            <a:ext cx="7438682"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Sanciones</a:t>
            </a:r>
          </a:p>
        </p:txBody>
      </p:sp>
      <p:sp>
        <p:nvSpPr>
          <p:cNvPr id="17" name="CuadroTexto 16">
            <a:extLst>
              <a:ext uri="{FF2B5EF4-FFF2-40B4-BE49-F238E27FC236}">
                <a16:creationId xmlns:a16="http://schemas.microsoft.com/office/drawing/2014/main" id="{FCB02986-60CC-4C93-9394-6E777D347F6B}"/>
              </a:ext>
            </a:extLst>
          </p:cNvPr>
          <p:cNvSpPr txBox="1"/>
          <p:nvPr/>
        </p:nvSpPr>
        <p:spPr>
          <a:xfrm>
            <a:off x="2760024" y="6264239"/>
            <a:ext cx="18302707" cy="53149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685800" indent="-685800" algn="l">
              <a:buFont typeface="Arial" panose="020B0604020202020204" pitchFamily="34" charset="0"/>
              <a:buChar char="•"/>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La sanción impuesta sólo será aplicable una vez el acto académico se encuentre en firme.</a:t>
            </a:r>
          </a:p>
          <a:p>
            <a:pPr marL="685800" indent="-685800" algn="l">
              <a:buFont typeface="Arial" panose="020B0604020202020204" pitchFamily="34" charset="0"/>
              <a:buChar char="•"/>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Las sanciones son las medidas adoptadas por el SENA ante una falta académica o disciplinaria; tienen cobertura nacional en la Institución y deben registrarse en el sistema de gestión de la formación. </a:t>
            </a:r>
          </a:p>
          <a:p>
            <a:pPr marL="685800" indent="-685800" algn="l">
              <a:buFont typeface="Arial" panose="020B0604020202020204" pitchFamily="34" charset="0"/>
              <a:buChar char="•"/>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La sanción que se imponga al Aprendiz debe ser proporcional a la gravedad de la falta.</a:t>
            </a:r>
          </a:p>
        </p:txBody>
      </p:sp>
      <p:sp>
        <p:nvSpPr>
          <p:cNvPr id="4" name="Elipse 3">
            <a:extLst>
              <a:ext uri="{FF2B5EF4-FFF2-40B4-BE49-F238E27FC236}">
                <a16:creationId xmlns:a16="http://schemas.microsoft.com/office/drawing/2014/main" id="{28230D40-F38C-4796-AA9B-3FCC963A5C75}"/>
              </a:ext>
            </a:extLst>
          </p:cNvPr>
          <p:cNvSpPr/>
          <p:nvPr/>
        </p:nvSpPr>
        <p:spPr>
          <a:xfrm>
            <a:off x="12113162" y="3069456"/>
            <a:ext cx="336353" cy="329223"/>
          </a:xfrm>
          <a:prstGeom prst="ellipse">
            <a:avLst/>
          </a:prstGeom>
          <a:solidFill>
            <a:schemeClr val="bg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 name="Rectángulo 14">
            <a:extLst>
              <a:ext uri="{FF2B5EF4-FFF2-40B4-BE49-F238E27FC236}">
                <a16:creationId xmlns:a16="http://schemas.microsoft.com/office/drawing/2014/main" id="{A43925EE-32F8-434D-87DA-093C0576FC86}"/>
              </a:ext>
            </a:extLst>
          </p:cNvPr>
          <p:cNvSpPr/>
          <p:nvPr/>
        </p:nvSpPr>
        <p:spPr>
          <a:xfrm>
            <a:off x="21518872" y="840399"/>
            <a:ext cx="2381653" cy="1437461"/>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251182194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7" name="Rectángulo 26">
            <a:extLst>
              <a:ext uri="{FF2B5EF4-FFF2-40B4-BE49-F238E27FC236}">
                <a16:creationId xmlns:a16="http://schemas.microsoft.com/office/drawing/2014/main" id="{74619B19-E749-4DE6-A570-5413A4EC9F05}"/>
              </a:ext>
            </a:extLst>
          </p:cNvPr>
          <p:cNvSpPr/>
          <p:nvPr/>
        </p:nvSpPr>
        <p:spPr>
          <a:xfrm>
            <a:off x="1229528" y="2075592"/>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9" name="CuadroTexto 48">
            <a:extLst>
              <a:ext uri="{FF2B5EF4-FFF2-40B4-BE49-F238E27FC236}">
                <a16:creationId xmlns:a16="http://schemas.microsoft.com/office/drawing/2014/main" id="{D25B3E3F-56F2-4FB9-A8CD-E2ADDF48607A}"/>
              </a:ext>
            </a:extLst>
          </p:cNvPr>
          <p:cNvSpPr txBox="1"/>
          <p:nvPr/>
        </p:nvSpPr>
        <p:spPr>
          <a:xfrm>
            <a:off x="-1487860" y="756629"/>
            <a:ext cx="15874420"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Recurso de Reposición</a:t>
            </a:r>
          </a:p>
        </p:txBody>
      </p:sp>
      <p:sp>
        <p:nvSpPr>
          <p:cNvPr id="52" name="CuadroTexto 51">
            <a:extLst>
              <a:ext uri="{FF2B5EF4-FFF2-40B4-BE49-F238E27FC236}">
                <a16:creationId xmlns:a16="http://schemas.microsoft.com/office/drawing/2014/main" id="{A74CB35C-DBD2-4FE3-B7FA-B8D9BD5132B0}"/>
              </a:ext>
            </a:extLst>
          </p:cNvPr>
          <p:cNvSpPr txBox="1"/>
          <p:nvPr/>
        </p:nvSpPr>
        <p:spPr>
          <a:xfrm>
            <a:off x="1688532" y="4507408"/>
            <a:ext cx="9791013" cy="3222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just">
              <a:defRPr/>
            </a:pPr>
            <a:r>
              <a:rPr lang="es-ES" sz="4000" b="0" dirty="0">
                <a:solidFill>
                  <a:srgbClr val="000000">
                    <a:lumMod val="65000"/>
                    <a:lumOff val="35000"/>
                  </a:srgbClr>
                </a:solidFill>
                <a:latin typeface="Daytona Condensed" panose="020B0506030503040204" pitchFamily="34" charset="0"/>
                <a:cs typeface="Calibri" panose="020F0502020204030204" pitchFamily="34" charset="0"/>
              </a:rPr>
              <a:t>El recurso deberá ser presentado mediante escrito dirigido al Subdirector del Centro, dentro del término establecido en el Código Contencioso Administrativo vigente, anotando los fundamentos de la impugnación.</a:t>
            </a:r>
          </a:p>
        </p:txBody>
      </p:sp>
      <p:sp>
        <p:nvSpPr>
          <p:cNvPr id="2" name="CuadroTexto 1">
            <a:extLst>
              <a:ext uri="{FF2B5EF4-FFF2-40B4-BE49-F238E27FC236}">
                <a16:creationId xmlns:a16="http://schemas.microsoft.com/office/drawing/2014/main" id="{3E24EB68-8B62-49B5-AEE4-990EFD204833}"/>
              </a:ext>
            </a:extLst>
          </p:cNvPr>
          <p:cNvSpPr txBox="1"/>
          <p:nvPr/>
        </p:nvSpPr>
        <p:spPr>
          <a:xfrm>
            <a:off x="1660942" y="8358127"/>
            <a:ext cx="9755152" cy="3837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just"/>
            <a:r>
              <a:rPr lang="es-ES" sz="4000" b="0" dirty="0">
                <a:solidFill>
                  <a:srgbClr val="000000">
                    <a:lumMod val="65000"/>
                    <a:lumOff val="35000"/>
                  </a:srgbClr>
                </a:solidFill>
                <a:latin typeface="Daytona Condensed" panose="020B0506030503040204" pitchFamily="34" charset="0"/>
                <a:cs typeface="Calibri" panose="020F0502020204030204" pitchFamily="34" charset="0"/>
              </a:rPr>
              <a:t>Una vez en firme el acto académico, las sanciones de cancelación de registro y suspensión que afecten el contrato de aprendizaje deben ser informadas por el Centro a la empresa patrocinadora del aprendiz en un término no mayor a cinco días hábiles.</a:t>
            </a:r>
          </a:p>
        </p:txBody>
      </p:sp>
      <p:sp>
        <p:nvSpPr>
          <p:cNvPr id="160" name="Google Shape;1057;p31">
            <a:extLst>
              <a:ext uri="{FF2B5EF4-FFF2-40B4-BE49-F238E27FC236}">
                <a16:creationId xmlns:a16="http://schemas.microsoft.com/office/drawing/2014/main" id="{AF48F65C-16E3-425C-A6F2-CECC4A3261D7}"/>
              </a:ext>
            </a:extLst>
          </p:cNvPr>
          <p:cNvSpPr/>
          <p:nvPr/>
        </p:nvSpPr>
        <p:spPr>
          <a:xfrm>
            <a:off x="5739103" y="11865619"/>
            <a:ext cx="3644400" cy="492000"/>
          </a:xfrm>
          <a:prstGeom prst="ellipse">
            <a:avLst/>
          </a:prstGeom>
          <a:solidFill>
            <a:srgbClr val="FFFFFF">
              <a:alpha val="25220"/>
            </a:srgbClr>
          </a:solidFill>
          <a:ln>
            <a:noFill/>
          </a:ln>
        </p:spPr>
        <p:txBody>
          <a:bodyPr spcFirstLastPara="1" wrap="square" lIns="91425" tIns="91425" rIns="91425" bIns="91425" anchor="ctr" anchorCtr="0">
            <a:noAutofit/>
          </a:bodyPr>
          <a:lstStyle/>
          <a:p>
            <a:pPr algn="l" defTabSz="914400" hangingPunct="1">
              <a:buClr>
                <a:srgbClr val="000000"/>
              </a:buClr>
              <a:buFont typeface="Arial"/>
              <a:buNone/>
            </a:pPr>
            <a:endParaRPr sz="1400" b="0">
              <a:solidFill>
                <a:srgbClr val="000000"/>
              </a:solidFill>
              <a:latin typeface="Arial"/>
              <a:cs typeface="Arial"/>
              <a:sym typeface="Arial"/>
            </a:endParaRPr>
          </a:p>
        </p:txBody>
      </p:sp>
      <p:pic>
        <p:nvPicPr>
          <p:cNvPr id="311" name="Google Shape;2834;p46">
            <a:extLst>
              <a:ext uri="{FF2B5EF4-FFF2-40B4-BE49-F238E27FC236}">
                <a16:creationId xmlns:a16="http://schemas.microsoft.com/office/drawing/2014/main" id="{22C9A137-095F-423D-A5D8-43B0EE0CC080}"/>
              </a:ext>
            </a:extLst>
          </p:cNvPr>
          <p:cNvPicPr preferRelativeResize="0"/>
          <p:nvPr/>
        </p:nvPicPr>
        <p:blipFill rotWithShape="1">
          <a:blip r:embed="rId3">
            <a:alphaModFix/>
          </a:blip>
          <a:srcRect l="4291" r="30382" b="2008"/>
          <a:stretch/>
        </p:blipFill>
        <p:spPr>
          <a:xfrm>
            <a:off x="13122006" y="3952112"/>
            <a:ext cx="8339749" cy="8469715"/>
          </a:xfrm>
          <a:prstGeom prst="ellipse">
            <a:avLst/>
          </a:prstGeom>
          <a:noFill/>
          <a:ln w="76200" cap="flat" cmpd="sng">
            <a:solidFill>
              <a:srgbClr val="FF7030"/>
            </a:solidFill>
            <a:prstDash val="solid"/>
            <a:round/>
            <a:headEnd type="none" w="sm" len="sm"/>
            <a:tailEnd type="none" w="sm" len="sm"/>
          </a:ln>
        </p:spPr>
      </p:pic>
      <p:grpSp>
        <p:nvGrpSpPr>
          <p:cNvPr id="361" name="Google Shape;2835;p46">
            <a:extLst>
              <a:ext uri="{FF2B5EF4-FFF2-40B4-BE49-F238E27FC236}">
                <a16:creationId xmlns:a16="http://schemas.microsoft.com/office/drawing/2014/main" id="{E81D42AA-D419-437A-A5FA-A85DC419D3BF}"/>
              </a:ext>
            </a:extLst>
          </p:cNvPr>
          <p:cNvGrpSpPr/>
          <p:nvPr/>
        </p:nvGrpSpPr>
        <p:grpSpPr>
          <a:xfrm>
            <a:off x="18250392" y="8499886"/>
            <a:ext cx="4472666" cy="4781839"/>
            <a:chOff x="5812025" y="303075"/>
            <a:chExt cx="656250" cy="866225"/>
          </a:xfrm>
        </p:grpSpPr>
        <p:sp>
          <p:nvSpPr>
            <p:cNvPr id="362" name="Google Shape;2836;p46">
              <a:extLst>
                <a:ext uri="{FF2B5EF4-FFF2-40B4-BE49-F238E27FC236}">
                  <a16:creationId xmlns:a16="http://schemas.microsoft.com/office/drawing/2014/main" id="{9FA8FF6A-E320-48A4-A184-C16B9EA0117B}"/>
                </a:ext>
              </a:extLst>
            </p:cNvPr>
            <p:cNvSpPr/>
            <p:nvPr/>
          </p:nvSpPr>
          <p:spPr>
            <a:xfrm>
              <a:off x="5812025" y="810500"/>
              <a:ext cx="422325" cy="358800"/>
            </a:xfrm>
            <a:custGeom>
              <a:avLst/>
              <a:gdLst/>
              <a:ahLst/>
              <a:cxnLst/>
              <a:rect l="l" t="t" r="r" b="b"/>
              <a:pathLst>
                <a:path w="16893" h="14352" extrusionOk="0">
                  <a:moveTo>
                    <a:pt x="6439" y="0"/>
                  </a:moveTo>
                  <a:cubicBezTo>
                    <a:pt x="4562" y="0"/>
                    <a:pt x="2798" y="744"/>
                    <a:pt x="1694" y="2385"/>
                  </a:cubicBezTo>
                  <a:cubicBezTo>
                    <a:pt x="0" y="4909"/>
                    <a:pt x="94" y="8916"/>
                    <a:pt x="2547" y="11697"/>
                  </a:cubicBezTo>
                  <a:cubicBezTo>
                    <a:pt x="4195" y="13570"/>
                    <a:pt x="6442" y="14351"/>
                    <a:pt x="8451" y="14351"/>
                  </a:cubicBezTo>
                  <a:cubicBezTo>
                    <a:pt x="8934" y="14351"/>
                    <a:pt x="9404" y="14306"/>
                    <a:pt x="9848" y="14220"/>
                  </a:cubicBezTo>
                  <a:cubicBezTo>
                    <a:pt x="15678" y="13099"/>
                    <a:pt x="16893" y="4430"/>
                    <a:pt x="10211" y="960"/>
                  </a:cubicBezTo>
                  <a:cubicBezTo>
                    <a:pt x="9013" y="336"/>
                    <a:pt x="7701" y="0"/>
                    <a:pt x="6439" y="0"/>
                  </a:cubicBezTo>
                  <a:close/>
                </a:path>
              </a:pathLst>
            </a:custGeom>
            <a:solidFill>
              <a:srgbClr val="FF703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 name="Google Shape;2837;p46">
              <a:extLst>
                <a:ext uri="{FF2B5EF4-FFF2-40B4-BE49-F238E27FC236}">
                  <a16:creationId xmlns:a16="http://schemas.microsoft.com/office/drawing/2014/main" id="{4A7CDE4F-9F36-4577-B799-85D42E93E3AF}"/>
                </a:ext>
              </a:extLst>
            </p:cNvPr>
            <p:cNvSpPr/>
            <p:nvPr/>
          </p:nvSpPr>
          <p:spPr>
            <a:xfrm>
              <a:off x="6007125" y="863950"/>
              <a:ext cx="13725" cy="17025"/>
            </a:xfrm>
            <a:custGeom>
              <a:avLst/>
              <a:gdLst/>
              <a:ahLst/>
              <a:cxnLst/>
              <a:rect l="l" t="t" r="r" b="b"/>
              <a:pathLst>
                <a:path w="549" h="681" extrusionOk="0">
                  <a:moveTo>
                    <a:pt x="398" y="0"/>
                  </a:moveTo>
                  <a:cubicBezTo>
                    <a:pt x="383" y="0"/>
                    <a:pt x="368" y="5"/>
                    <a:pt x="351" y="14"/>
                  </a:cubicBezTo>
                  <a:cubicBezTo>
                    <a:pt x="315" y="37"/>
                    <a:pt x="281" y="49"/>
                    <a:pt x="234" y="84"/>
                  </a:cubicBezTo>
                  <a:cubicBezTo>
                    <a:pt x="152" y="154"/>
                    <a:pt x="0" y="680"/>
                    <a:pt x="234" y="680"/>
                  </a:cubicBezTo>
                  <a:cubicBezTo>
                    <a:pt x="281" y="680"/>
                    <a:pt x="315" y="680"/>
                    <a:pt x="351" y="668"/>
                  </a:cubicBezTo>
                  <a:cubicBezTo>
                    <a:pt x="479" y="645"/>
                    <a:pt x="549" y="423"/>
                    <a:pt x="549" y="271"/>
                  </a:cubicBezTo>
                  <a:cubicBezTo>
                    <a:pt x="549" y="180"/>
                    <a:pt x="496" y="0"/>
                    <a:pt x="398"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2838;p46">
              <a:extLst>
                <a:ext uri="{FF2B5EF4-FFF2-40B4-BE49-F238E27FC236}">
                  <a16:creationId xmlns:a16="http://schemas.microsoft.com/office/drawing/2014/main" id="{84A2E5A6-94A4-4D87-9C3B-033E77A34C36}"/>
                </a:ext>
              </a:extLst>
            </p:cNvPr>
            <p:cNvSpPr/>
            <p:nvPr/>
          </p:nvSpPr>
          <p:spPr>
            <a:xfrm>
              <a:off x="6036025" y="868375"/>
              <a:ext cx="8400" cy="12375"/>
            </a:xfrm>
            <a:custGeom>
              <a:avLst/>
              <a:gdLst/>
              <a:ahLst/>
              <a:cxnLst/>
              <a:rect l="l" t="t" r="r" b="b"/>
              <a:pathLst>
                <a:path w="336" h="495" extrusionOk="0">
                  <a:moveTo>
                    <a:pt x="223" y="0"/>
                  </a:moveTo>
                  <a:cubicBezTo>
                    <a:pt x="140" y="0"/>
                    <a:pt x="106" y="59"/>
                    <a:pt x="59" y="141"/>
                  </a:cubicBezTo>
                  <a:cubicBezTo>
                    <a:pt x="36" y="176"/>
                    <a:pt x="0" y="269"/>
                    <a:pt x="47" y="327"/>
                  </a:cubicBezTo>
                  <a:cubicBezTo>
                    <a:pt x="59" y="351"/>
                    <a:pt x="82" y="410"/>
                    <a:pt x="117" y="444"/>
                  </a:cubicBezTo>
                  <a:cubicBezTo>
                    <a:pt x="144" y="480"/>
                    <a:pt x="168" y="495"/>
                    <a:pt x="190" y="495"/>
                  </a:cubicBezTo>
                  <a:cubicBezTo>
                    <a:pt x="285" y="495"/>
                    <a:pt x="335" y="222"/>
                    <a:pt x="316" y="117"/>
                  </a:cubicBezTo>
                  <a:lnTo>
                    <a:pt x="304" y="83"/>
                  </a:lnTo>
                  <a:cubicBezTo>
                    <a:pt x="293" y="47"/>
                    <a:pt x="257" y="0"/>
                    <a:pt x="22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5" name="Google Shape;2839;p46">
              <a:extLst>
                <a:ext uri="{FF2B5EF4-FFF2-40B4-BE49-F238E27FC236}">
                  <a16:creationId xmlns:a16="http://schemas.microsoft.com/office/drawing/2014/main" id="{03D65820-6385-4EDB-86B9-BEB515D53699}"/>
                </a:ext>
              </a:extLst>
            </p:cNvPr>
            <p:cNvSpPr/>
            <p:nvPr/>
          </p:nvSpPr>
          <p:spPr>
            <a:xfrm>
              <a:off x="6046525" y="920950"/>
              <a:ext cx="10175" cy="14150"/>
            </a:xfrm>
            <a:custGeom>
              <a:avLst/>
              <a:gdLst/>
              <a:ahLst/>
              <a:cxnLst/>
              <a:rect l="l" t="t" r="r" b="b"/>
              <a:pathLst>
                <a:path w="407" h="566" extrusionOk="0">
                  <a:moveTo>
                    <a:pt x="130" y="0"/>
                  </a:moveTo>
                  <a:cubicBezTo>
                    <a:pt x="71" y="0"/>
                    <a:pt x="48" y="70"/>
                    <a:pt x="36" y="140"/>
                  </a:cubicBezTo>
                  <a:cubicBezTo>
                    <a:pt x="13" y="246"/>
                    <a:pt x="1" y="316"/>
                    <a:pt x="24" y="421"/>
                  </a:cubicBezTo>
                  <a:cubicBezTo>
                    <a:pt x="44" y="524"/>
                    <a:pt x="88" y="565"/>
                    <a:pt x="136" y="565"/>
                  </a:cubicBezTo>
                  <a:cubicBezTo>
                    <a:pt x="257" y="565"/>
                    <a:pt x="407" y="300"/>
                    <a:pt x="281" y="82"/>
                  </a:cubicBezTo>
                  <a:cubicBezTo>
                    <a:pt x="270" y="70"/>
                    <a:pt x="270" y="59"/>
                    <a:pt x="258" y="47"/>
                  </a:cubicBezTo>
                  <a:cubicBezTo>
                    <a:pt x="247" y="24"/>
                    <a:pt x="223" y="12"/>
                    <a:pt x="188"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6" name="Google Shape;2840;p46">
              <a:extLst>
                <a:ext uri="{FF2B5EF4-FFF2-40B4-BE49-F238E27FC236}">
                  <a16:creationId xmlns:a16="http://schemas.microsoft.com/office/drawing/2014/main" id="{804B986D-6EDC-4980-AC0C-6DF7D268EB05}"/>
                </a:ext>
              </a:extLst>
            </p:cNvPr>
            <p:cNvSpPr/>
            <p:nvPr/>
          </p:nvSpPr>
          <p:spPr>
            <a:xfrm>
              <a:off x="6019675" y="888675"/>
              <a:ext cx="12000" cy="14000"/>
            </a:xfrm>
            <a:custGeom>
              <a:avLst/>
              <a:gdLst/>
              <a:ahLst/>
              <a:cxnLst/>
              <a:rect l="l" t="t" r="r" b="b"/>
              <a:pathLst>
                <a:path w="480" h="560" extrusionOk="0">
                  <a:moveTo>
                    <a:pt x="258" y="1"/>
                  </a:moveTo>
                  <a:cubicBezTo>
                    <a:pt x="237" y="1"/>
                    <a:pt x="213" y="9"/>
                    <a:pt x="187" y="29"/>
                  </a:cubicBezTo>
                  <a:cubicBezTo>
                    <a:pt x="93" y="112"/>
                    <a:pt x="0" y="403"/>
                    <a:pt x="152" y="532"/>
                  </a:cubicBezTo>
                  <a:cubicBezTo>
                    <a:pt x="176" y="552"/>
                    <a:pt x="200" y="560"/>
                    <a:pt x="223" y="560"/>
                  </a:cubicBezTo>
                  <a:cubicBezTo>
                    <a:pt x="268" y="560"/>
                    <a:pt x="309" y="532"/>
                    <a:pt x="339" y="509"/>
                  </a:cubicBezTo>
                  <a:cubicBezTo>
                    <a:pt x="397" y="462"/>
                    <a:pt x="479" y="252"/>
                    <a:pt x="374" y="170"/>
                  </a:cubicBezTo>
                  <a:cubicBezTo>
                    <a:pt x="365" y="82"/>
                    <a:pt x="324" y="1"/>
                    <a:pt x="25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7" name="Google Shape;2841;p46">
              <a:extLst>
                <a:ext uri="{FF2B5EF4-FFF2-40B4-BE49-F238E27FC236}">
                  <a16:creationId xmlns:a16="http://schemas.microsoft.com/office/drawing/2014/main" id="{F6F36317-8D1D-42A6-B920-AD2079D3B73B}"/>
                </a:ext>
              </a:extLst>
            </p:cNvPr>
            <p:cNvSpPr/>
            <p:nvPr/>
          </p:nvSpPr>
          <p:spPr>
            <a:xfrm>
              <a:off x="5909275" y="1030750"/>
              <a:ext cx="14325" cy="18925"/>
            </a:xfrm>
            <a:custGeom>
              <a:avLst/>
              <a:gdLst/>
              <a:ahLst/>
              <a:cxnLst/>
              <a:rect l="l" t="t" r="r" b="b"/>
              <a:pathLst>
                <a:path w="573" h="757" extrusionOk="0">
                  <a:moveTo>
                    <a:pt x="269" y="1"/>
                  </a:moveTo>
                  <a:cubicBezTo>
                    <a:pt x="94" y="1"/>
                    <a:pt x="0" y="246"/>
                    <a:pt x="0" y="457"/>
                  </a:cubicBezTo>
                  <a:cubicBezTo>
                    <a:pt x="0" y="614"/>
                    <a:pt x="73" y="757"/>
                    <a:pt x="180" y="757"/>
                  </a:cubicBezTo>
                  <a:cubicBezTo>
                    <a:pt x="208" y="757"/>
                    <a:pt x="238" y="747"/>
                    <a:pt x="269" y="725"/>
                  </a:cubicBezTo>
                  <a:cubicBezTo>
                    <a:pt x="280" y="714"/>
                    <a:pt x="293" y="714"/>
                    <a:pt x="304" y="702"/>
                  </a:cubicBezTo>
                  <a:cubicBezTo>
                    <a:pt x="409" y="620"/>
                    <a:pt x="573" y="1"/>
                    <a:pt x="30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8" name="Google Shape;2842;p46">
              <a:extLst>
                <a:ext uri="{FF2B5EF4-FFF2-40B4-BE49-F238E27FC236}">
                  <a16:creationId xmlns:a16="http://schemas.microsoft.com/office/drawing/2014/main" id="{D50D3B2D-547D-4671-8D5A-31F0B696BD5D}"/>
                </a:ext>
              </a:extLst>
            </p:cNvPr>
            <p:cNvSpPr/>
            <p:nvPr/>
          </p:nvSpPr>
          <p:spPr>
            <a:xfrm>
              <a:off x="5930800" y="1075700"/>
              <a:ext cx="9125" cy="14750"/>
            </a:xfrm>
            <a:custGeom>
              <a:avLst/>
              <a:gdLst/>
              <a:ahLst/>
              <a:cxnLst/>
              <a:rect l="l" t="t" r="r" b="b"/>
              <a:pathLst>
                <a:path w="365" h="590" extrusionOk="0">
                  <a:moveTo>
                    <a:pt x="99" y="1"/>
                  </a:moveTo>
                  <a:cubicBezTo>
                    <a:pt x="59" y="1"/>
                    <a:pt x="38" y="64"/>
                    <a:pt x="27" y="107"/>
                  </a:cubicBezTo>
                  <a:cubicBezTo>
                    <a:pt x="27" y="107"/>
                    <a:pt x="10" y="306"/>
                    <a:pt x="12" y="306"/>
                  </a:cubicBezTo>
                  <a:cubicBezTo>
                    <a:pt x="13" y="306"/>
                    <a:pt x="14" y="299"/>
                    <a:pt x="16" y="282"/>
                  </a:cubicBezTo>
                  <a:lnTo>
                    <a:pt x="16" y="282"/>
                  </a:lnTo>
                  <a:cubicBezTo>
                    <a:pt x="0" y="459"/>
                    <a:pt x="80" y="590"/>
                    <a:pt x="170" y="590"/>
                  </a:cubicBezTo>
                  <a:cubicBezTo>
                    <a:pt x="217" y="590"/>
                    <a:pt x="267" y="554"/>
                    <a:pt x="307" y="469"/>
                  </a:cubicBezTo>
                  <a:cubicBezTo>
                    <a:pt x="343" y="399"/>
                    <a:pt x="354" y="329"/>
                    <a:pt x="354" y="235"/>
                  </a:cubicBezTo>
                  <a:cubicBezTo>
                    <a:pt x="365" y="122"/>
                    <a:pt x="293" y="8"/>
                    <a:pt x="211" y="8"/>
                  </a:cubicBezTo>
                  <a:cubicBezTo>
                    <a:pt x="201" y="8"/>
                    <a:pt x="190" y="10"/>
                    <a:pt x="179" y="14"/>
                  </a:cubicBezTo>
                  <a:cubicBezTo>
                    <a:pt x="156" y="2"/>
                    <a:pt x="133" y="2"/>
                    <a:pt x="109" y="2"/>
                  </a:cubicBezTo>
                  <a:cubicBezTo>
                    <a:pt x="106" y="1"/>
                    <a:pt x="103" y="1"/>
                    <a:pt x="9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9" name="Google Shape;2843;p46">
              <a:extLst>
                <a:ext uri="{FF2B5EF4-FFF2-40B4-BE49-F238E27FC236}">
                  <a16:creationId xmlns:a16="http://schemas.microsoft.com/office/drawing/2014/main" id="{A248BF30-A6A3-4D1A-89AB-B22469F2D6F5}"/>
                </a:ext>
              </a:extLst>
            </p:cNvPr>
            <p:cNvSpPr/>
            <p:nvPr/>
          </p:nvSpPr>
          <p:spPr>
            <a:xfrm>
              <a:off x="5954750" y="1033475"/>
              <a:ext cx="10125" cy="13275"/>
            </a:xfrm>
            <a:custGeom>
              <a:avLst/>
              <a:gdLst/>
              <a:ahLst/>
              <a:cxnLst/>
              <a:rect l="l" t="t" r="r" b="b"/>
              <a:pathLst>
                <a:path w="405" h="531" extrusionOk="0">
                  <a:moveTo>
                    <a:pt x="243" y="0"/>
                  </a:moveTo>
                  <a:cubicBezTo>
                    <a:pt x="231" y="0"/>
                    <a:pt x="217" y="3"/>
                    <a:pt x="203" y="9"/>
                  </a:cubicBezTo>
                  <a:cubicBezTo>
                    <a:pt x="61" y="52"/>
                    <a:pt x="1" y="531"/>
                    <a:pt x="163" y="531"/>
                  </a:cubicBezTo>
                  <a:cubicBezTo>
                    <a:pt x="175" y="531"/>
                    <a:pt x="188" y="528"/>
                    <a:pt x="203" y="523"/>
                  </a:cubicBezTo>
                  <a:cubicBezTo>
                    <a:pt x="343" y="469"/>
                    <a:pt x="404" y="0"/>
                    <a:pt x="24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0" name="Google Shape;2844;p46">
              <a:extLst>
                <a:ext uri="{FF2B5EF4-FFF2-40B4-BE49-F238E27FC236}">
                  <a16:creationId xmlns:a16="http://schemas.microsoft.com/office/drawing/2014/main" id="{CDC4D9A0-75B1-4E0D-B130-932A0E598794}"/>
                </a:ext>
              </a:extLst>
            </p:cNvPr>
            <p:cNvSpPr/>
            <p:nvPr/>
          </p:nvSpPr>
          <p:spPr>
            <a:xfrm>
              <a:off x="5927100" y="1002000"/>
              <a:ext cx="8775" cy="11200"/>
            </a:xfrm>
            <a:custGeom>
              <a:avLst/>
              <a:gdLst/>
              <a:ahLst/>
              <a:cxnLst/>
              <a:rect l="l" t="t" r="r" b="b"/>
              <a:pathLst>
                <a:path w="351" h="448" extrusionOk="0">
                  <a:moveTo>
                    <a:pt x="228" y="1"/>
                  </a:moveTo>
                  <a:cubicBezTo>
                    <a:pt x="219" y="1"/>
                    <a:pt x="209" y="2"/>
                    <a:pt x="198" y="6"/>
                  </a:cubicBezTo>
                  <a:cubicBezTo>
                    <a:pt x="187" y="6"/>
                    <a:pt x="187" y="6"/>
                    <a:pt x="175" y="18"/>
                  </a:cubicBezTo>
                  <a:cubicBezTo>
                    <a:pt x="105" y="41"/>
                    <a:pt x="0" y="286"/>
                    <a:pt x="94" y="380"/>
                  </a:cubicBezTo>
                  <a:cubicBezTo>
                    <a:pt x="117" y="427"/>
                    <a:pt x="149" y="447"/>
                    <a:pt x="181" y="447"/>
                  </a:cubicBezTo>
                  <a:cubicBezTo>
                    <a:pt x="213" y="447"/>
                    <a:pt x="245" y="427"/>
                    <a:pt x="268" y="392"/>
                  </a:cubicBezTo>
                  <a:cubicBezTo>
                    <a:pt x="327" y="322"/>
                    <a:pt x="351" y="239"/>
                    <a:pt x="327" y="123"/>
                  </a:cubicBezTo>
                  <a:cubicBezTo>
                    <a:pt x="317" y="54"/>
                    <a:pt x="282" y="1"/>
                    <a:pt x="22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1" name="Google Shape;2845;p46">
              <a:extLst>
                <a:ext uri="{FF2B5EF4-FFF2-40B4-BE49-F238E27FC236}">
                  <a16:creationId xmlns:a16="http://schemas.microsoft.com/office/drawing/2014/main" id="{23037E14-77A0-4B5F-8DBC-9F1AC5176C4A}"/>
                </a:ext>
              </a:extLst>
            </p:cNvPr>
            <p:cNvSpPr/>
            <p:nvPr/>
          </p:nvSpPr>
          <p:spPr>
            <a:xfrm>
              <a:off x="6066400" y="1082225"/>
              <a:ext cx="11050" cy="15000"/>
            </a:xfrm>
            <a:custGeom>
              <a:avLst/>
              <a:gdLst/>
              <a:ahLst/>
              <a:cxnLst/>
              <a:rect l="l" t="t" r="r" b="b"/>
              <a:pathLst>
                <a:path w="442" h="600" extrusionOk="0">
                  <a:moveTo>
                    <a:pt x="275" y="0"/>
                  </a:moveTo>
                  <a:cubicBezTo>
                    <a:pt x="263" y="0"/>
                    <a:pt x="249" y="3"/>
                    <a:pt x="234" y="10"/>
                  </a:cubicBezTo>
                  <a:lnTo>
                    <a:pt x="164" y="44"/>
                  </a:lnTo>
                  <a:cubicBezTo>
                    <a:pt x="59" y="91"/>
                    <a:pt x="0" y="231"/>
                    <a:pt x="0" y="372"/>
                  </a:cubicBezTo>
                  <a:cubicBezTo>
                    <a:pt x="0" y="476"/>
                    <a:pt x="47" y="599"/>
                    <a:pt x="132" y="599"/>
                  </a:cubicBezTo>
                  <a:cubicBezTo>
                    <a:pt x="142" y="599"/>
                    <a:pt x="153" y="598"/>
                    <a:pt x="164" y="594"/>
                  </a:cubicBezTo>
                  <a:cubicBezTo>
                    <a:pt x="187" y="594"/>
                    <a:pt x="210" y="582"/>
                    <a:pt x="234" y="582"/>
                  </a:cubicBezTo>
                  <a:cubicBezTo>
                    <a:pt x="419" y="528"/>
                    <a:pt x="442" y="0"/>
                    <a:pt x="27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2" name="Google Shape;2846;p46">
              <a:extLst>
                <a:ext uri="{FF2B5EF4-FFF2-40B4-BE49-F238E27FC236}">
                  <a16:creationId xmlns:a16="http://schemas.microsoft.com/office/drawing/2014/main" id="{FC45BA85-0998-42A7-A9EF-A71877A688A0}"/>
                </a:ext>
              </a:extLst>
            </p:cNvPr>
            <p:cNvSpPr/>
            <p:nvPr/>
          </p:nvSpPr>
          <p:spPr>
            <a:xfrm>
              <a:off x="6115750" y="1037550"/>
              <a:ext cx="14925" cy="21350"/>
            </a:xfrm>
            <a:custGeom>
              <a:avLst/>
              <a:gdLst/>
              <a:ahLst/>
              <a:cxnLst/>
              <a:rect l="l" t="t" r="r" b="b"/>
              <a:pathLst>
                <a:path w="597" h="854" extrusionOk="0">
                  <a:moveTo>
                    <a:pt x="401" y="0"/>
                  </a:moveTo>
                  <a:cubicBezTo>
                    <a:pt x="385" y="0"/>
                    <a:pt x="369" y="3"/>
                    <a:pt x="351" y="9"/>
                  </a:cubicBezTo>
                  <a:cubicBezTo>
                    <a:pt x="94" y="103"/>
                    <a:pt x="1" y="593"/>
                    <a:pt x="235" y="827"/>
                  </a:cubicBezTo>
                  <a:cubicBezTo>
                    <a:pt x="255" y="845"/>
                    <a:pt x="275" y="853"/>
                    <a:pt x="294" y="853"/>
                  </a:cubicBezTo>
                  <a:cubicBezTo>
                    <a:pt x="369" y="853"/>
                    <a:pt x="426" y="720"/>
                    <a:pt x="445" y="617"/>
                  </a:cubicBezTo>
                  <a:lnTo>
                    <a:pt x="445" y="617"/>
                  </a:lnTo>
                  <a:cubicBezTo>
                    <a:pt x="433" y="687"/>
                    <a:pt x="433" y="757"/>
                    <a:pt x="422" y="816"/>
                  </a:cubicBezTo>
                  <a:cubicBezTo>
                    <a:pt x="456" y="780"/>
                    <a:pt x="503" y="733"/>
                    <a:pt x="526" y="675"/>
                  </a:cubicBezTo>
                  <a:cubicBezTo>
                    <a:pt x="573" y="582"/>
                    <a:pt x="596" y="476"/>
                    <a:pt x="596" y="348"/>
                  </a:cubicBezTo>
                  <a:cubicBezTo>
                    <a:pt x="596" y="202"/>
                    <a:pt x="531" y="0"/>
                    <a:pt x="40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3" name="Google Shape;2847;p46">
              <a:extLst>
                <a:ext uri="{FF2B5EF4-FFF2-40B4-BE49-F238E27FC236}">
                  <a16:creationId xmlns:a16="http://schemas.microsoft.com/office/drawing/2014/main" id="{1AF9CBB8-7941-48CD-B5FC-89F5DD80401E}"/>
                </a:ext>
              </a:extLst>
            </p:cNvPr>
            <p:cNvSpPr/>
            <p:nvPr/>
          </p:nvSpPr>
          <p:spPr>
            <a:xfrm>
              <a:off x="6068450" y="1023450"/>
              <a:ext cx="10825" cy="13750"/>
            </a:xfrm>
            <a:custGeom>
              <a:avLst/>
              <a:gdLst/>
              <a:ahLst/>
              <a:cxnLst/>
              <a:rect l="l" t="t" r="r" b="b"/>
              <a:pathLst>
                <a:path w="433" h="550" extrusionOk="0">
                  <a:moveTo>
                    <a:pt x="195" y="1"/>
                  </a:moveTo>
                  <a:cubicBezTo>
                    <a:pt x="93" y="1"/>
                    <a:pt x="22" y="147"/>
                    <a:pt x="12" y="258"/>
                  </a:cubicBezTo>
                  <a:lnTo>
                    <a:pt x="12" y="269"/>
                  </a:lnTo>
                  <a:cubicBezTo>
                    <a:pt x="0" y="339"/>
                    <a:pt x="12" y="492"/>
                    <a:pt x="82" y="538"/>
                  </a:cubicBezTo>
                  <a:lnTo>
                    <a:pt x="94" y="538"/>
                  </a:lnTo>
                  <a:cubicBezTo>
                    <a:pt x="105" y="538"/>
                    <a:pt x="105" y="550"/>
                    <a:pt x="117" y="550"/>
                  </a:cubicBezTo>
                  <a:lnTo>
                    <a:pt x="152" y="550"/>
                  </a:lnTo>
                  <a:cubicBezTo>
                    <a:pt x="187" y="538"/>
                    <a:pt x="222" y="515"/>
                    <a:pt x="245" y="480"/>
                  </a:cubicBezTo>
                  <a:cubicBezTo>
                    <a:pt x="257" y="468"/>
                    <a:pt x="269" y="456"/>
                    <a:pt x="281" y="456"/>
                  </a:cubicBezTo>
                  <a:cubicBezTo>
                    <a:pt x="339" y="433"/>
                    <a:pt x="432" y="246"/>
                    <a:pt x="351" y="152"/>
                  </a:cubicBezTo>
                  <a:cubicBezTo>
                    <a:pt x="304" y="106"/>
                    <a:pt x="304" y="48"/>
                    <a:pt x="245" y="12"/>
                  </a:cubicBezTo>
                  <a:cubicBezTo>
                    <a:pt x="228" y="4"/>
                    <a:pt x="211" y="1"/>
                    <a:pt x="19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4" name="Google Shape;2848;p46">
              <a:extLst>
                <a:ext uri="{FF2B5EF4-FFF2-40B4-BE49-F238E27FC236}">
                  <a16:creationId xmlns:a16="http://schemas.microsoft.com/office/drawing/2014/main" id="{82172215-B6EB-413E-AE05-70210017D3B0}"/>
                </a:ext>
              </a:extLst>
            </p:cNvPr>
            <p:cNvSpPr/>
            <p:nvPr/>
          </p:nvSpPr>
          <p:spPr>
            <a:xfrm>
              <a:off x="6092400" y="1072525"/>
              <a:ext cx="8150" cy="11800"/>
            </a:xfrm>
            <a:custGeom>
              <a:avLst/>
              <a:gdLst/>
              <a:ahLst/>
              <a:cxnLst/>
              <a:rect l="l" t="t" r="r" b="b"/>
              <a:pathLst>
                <a:path w="326" h="472" extrusionOk="0">
                  <a:moveTo>
                    <a:pt x="213" y="1"/>
                  </a:moveTo>
                  <a:cubicBezTo>
                    <a:pt x="121" y="1"/>
                    <a:pt x="1" y="206"/>
                    <a:pt x="94" y="375"/>
                  </a:cubicBezTo>
                  <a:cubicBezTo>
                    <a:pt x="117" y="398"/>
                    <a:pt x="128" y="421"/>
                    <a:pt x="152" y="445"/>
                  </a:cubicBezTo>
                  <a:cubicBezTo>
                    <a:pt x="170" y="463"/>
                    <a:pt x="189" y="471"/>
                    <a:pt x="206" y="471"/>
                  </a:cubicBezTo>
                  <a:cubicBezTo>
                    <a:pt x="274" y="471"/>
                    <a:pt x="325" y="344"/>
                    <a:pt x="315" y="269"/>
                  </a:cubicBezTo>
                  <a:cubicBezTo>
                    <a:pt x="315" y="211"/>
                    <a:pt x="304" y="164"/>
                    <a:pt x="292" y="105"/>
                  </a:cubicBezTo>
                  <a:cubicBezTo>
                    <a:pt x="279" y="31"/>
                    <a:pt x="248" y="1"/>
                    <a:pt x="21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5" name="Google Shape;2849;p46">
              <a:extLst>
                <a:ext uri="{FF2B5EF4-FFF2-40B4-BE49-F238E27FC236}">
                  <a16:creationId xmlns:a16="http://schemas.microsoft.com/office/drawing/2014/main" id="{660B22A1-55EE-4D50-A8AF-D7B0B11B8010}"/>
                </a:ext>
              </a:extLst>
            </p:cNvPr>
            <p:cNvSpPr/>
            <p:nvPr/>
          </p:nvSpPr>
          <p:spPr>
            <a:xfrm>
              <a:off x="5971750" y="949100"/>
              <a:ext cx="11525" cy="15325"/>
            </a:xfrm>
            <a:custGeom>
              <a:avLst/>
              <a:gdLst/>
              <a:ahLst/>
              <a:cxnLst/>
              <a:rect l="l" t="t" r="r" b="b"/>
              <a:pathLst>
                <a:path w="461" h="613" extrusionOk="0">
                  <a:moveTo>
                    <a:pt x="275" y="0"/>
                  </a:moveTo>
                  <a:cubicBezTo>
                    <a:pt x="263" y="0"/>
                    <a:pt x="249" y="3"/>
                    <a:pt x="235" y="8"/>
                  </a:cubicBezTo>
                  <a:cubicBezTo>
                    <a:pt x="72" y="73"/>
                    <a:pt x="0" y="613"/>
                    <a:pt x="188" y="613"/>
                  </a:cubicBezTo>
                  <a:cubicBezTo>
                    <a:pt x="202" y="613"/>
                    <a:pt x="218" y="610"/>
                    <a:pt x="235" y="603"/>
                  </a:cubicBezTo>
                  <a:cubicBezTo>
                    <a:pt x="400" y="549"/>
                    <a:pt x="461" y="0"/>
                    <a:pt x="27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6" name="Google Shape;2850;p46">
              <a:extLst>
                <a:ext uri="{FF2B5EF4-FFF2-40B4-BE49-F238E27FC236}">
                  <a16:creationId xmlns:a16="http://schemas.microsoft.com/office/drawing/2014/main" id="{FE877118-E945-48D9-86FB-14F32043F563}"/>
                </a:ext>
              </a:extLst>
            </p:cNvPr>
            <p:cNvSpPr/>
            <p:nvPr/>
          </p:nvSpPr>
          <p:spPr>
            <a:xfrm>
              <a:off x="5861100" y="938000"/>
              <a:ext cx="10225" cy="16150"/>
            </a:xfrm>
            <a:custGeom>
              <a:avLst/>
              <a:gdLst/>
              <a:ahLst/>
              <a:cxnLst/>
              <a:rect l="l" t="t" r="r" b="b"/>
              <a:pathLst>
                <a:path w="409" h="646" extrusionOk="0">
                  <a:moveTo>
                    <a:pt x="291" y="0"/>
                  </a:moveTo>
                  <a:cubicBezTo>
                    <a:pt x="280" y="0"/>
                    <a:pt x="269" y="3"/>
                    <a:pt x="257" y="8"/>
                  </a:cubicBezTo>
                  <a:cubicBezTo>
                    <a:pt x="93" y="101"/>
                    <a:pt x="0" y="370"/>
                    <a:pt x="164" y="592"/>
                  </a:cubicBezTo>
                  <a:cubicBezTo>
                    <a:pt x="189" y="630"/>
                    <a:pt x="213" y="646"/>
                    <a:pt x="236" y="646"/>
                  </a:cubicBezTo>
                  <a:cubicBezTo>
                    <a:pt x="297" y="646"/>
                    <a:pt x="345" y="531"/>
                    <a:pt x="362" y="428"/>
                  </a:cubicBezTo>
                  <a:cubicBezTo>
                    <a:pt x="397" y="370"/>
                    <a:pt x="408" y="299"/>
                    <a:pt x="408" y="218"/>
                  </a:cubicBezTo>
                  <a:cubicBezTo>
                    <a:pt x="408" y="145"/>
                    <a:pt x="372" y="0"/>
                    <a:pt x="29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7" name="Google Shape;2851;p46">
              <a:extLst>
                <a:ext uri="{FF2B5EF4-FFF2-40B4-BE49-F238E27FC236}">
                  <a16:creationId xmlns:a16="http://schemas.microsoft.com/office/drawing/2014/main" id="{B9016D9D-3E75-4591-BDAD-C12EAE372099}"/>
                </a:ext>
              </a:extLst>
            </p:cNvPr>
            <p:cNvSpPr/>
            <p:nvPr/>
          </p:nvSpPr>
          <p:spPr>
            <a:xfrm>
              <a:off x="5880250" y="880500"/>
              <a:ext cx="12675" cy="13900"/>
            </a:xfrm>
            <a:custGeom>
              <a:avLst/>
              <a:gdLst/>
              <a:ahLst/>
              <a:cxnLst/>
              <a:rect l="l" t="t" r="r" b="b"/>
              <a:pathLst>
                <a:path w="507" h="556" extrusionOk="0">
                  <a:moveTo>
                    <a:pt x="246" y="0"/>
                  </a:moveTo>
                  <a:cubicBezTo>
                    <a:pt x="105" y="0"/>
                    <a:pt x="0" y="403"/>
                    <a:pt x="156" y="497"/>
                  </a:cubicBezTo>
                  <a:cubicBezTo>
                    <a:pt x="203" y="520"/>
                    <a:pt x="239" y="543"/>
                    <a:pt x="285" y="556"/>
                  </a:cubicBezTo>
                  <a:cubicBezTo>
                    <a:pt x="426" y="556"/>
                    <a:pt x="507" y="275"/>
                    <a:pt x="413" y="135"/>
                  </a:cubicBezTo>
                  <a:cubicBezTo>
                    <a:pt x="379" y="76"/>
                    <a:pt x="343" y="53"/>
                    <a:pt x="297" y="18"/>
                  </a:cubicBezTo>
                  <a:cubicBezTo>
                    <a:pt x="279" y="6"/>
                    <a:pt x="262" y="0"/>
                    <a:pt x="24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8" name="Google Shape;2852;p46">
              <a:extLst>
                <a:ext uri="{FF2B5EF4-FFF2-40B4-BE49-F238E27FC236}">
                  <a16:creationId xmlns:a16="http://schemas.microsoft.com/office/drawing/2014/main" id="{876C68F6-7AA2-4073-BD87-1D9987EF6486}"/>
                </a:ext>
              </a:extLst>
            </p:cNvPr>
            <p:cNvSpPr/>
            <p:nvPr/>
          </p:nvSpPr>
          <p:spPr>
            <a:xfrm>
              <a:off x="6106425" y="519625"/>
              <a:ext cx="258475" cy="219600"/>
            </a:xfrm>
            <a:custGeom>
              <a:avLst/>
              <a:gdLst/>
              <a:ahLst/>
              <a:cxnLst/>
              <a:rect l="l" t="t" r="r" b="b"/>
              <a:pathLst>
                <a:path w="10339" h="8784" extrusionOk="0">
                  <a:moveTo>
                    <a:pt x="3938" y="1"/>
                  </a:moveTo>
                  <a:cubicBezTo>
                    <a:pt x="2789" y="1"/>
                    <a:pt x="1710" y="452"/>
                    <a:pt x="1039" y="1450"/>
                  </a:cubicBezTo>
                  <a:cubicBezTo>
                    <a:pt x="0" y="3005"/>
                    <a:pt x="58" y="5458"/>
                    <a:pt x="1553" y="7163"/>
                  </a:cubicBezTo>
                  <a:cubicBezTo>
                    <a:pt x="2564" y="8305"/>
                    <a:pt x="3948" y="8784"/>
                    <a:pt x="5182" y="8784"/>
                  </a:cubicBezTo>
                  <a:cubicBezTo>
                    <a:pt x="5475" y="8784"/>
                    <a:pt x="5759" y="8757"/>
                    <a:pt x="6028" y="8705"/>
                  </a:cubicBezTo>
                  <a:cubicBezTo>
                    <a:pt x="9591" y="8016"/>
                    <a:pt x="10338" y="2712"/>
                    <a:pt x="6250" y="586"/>
                  </a:cubicBezTo>
                  <a:cubicBezTo>
                    <a:pt x="5516" y="205"/>
                    <a:pt x="4711" y="1"/>
                    <a:pt x="3938"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9" name="Google Shape;2853;p46">
              <a:extLst>
                <a:ext uri="{FF2B5EF4-FFF2-40B4-BE49-F238E27FC236}">
                  <a16:creationId xmlns:a16="http://schemas.microsoft.com/office/drawing/2014/main" id="{8036299D-8175-449F-A790-69E78C8DF2A3}"/>
                </a:ext>
              </a:extLst>
            </p:cNvPr>
            <p:cNvSpPr/>
            <p:nvPr/>
          </p:nvSpPr>
          <p:spPr>
            <a:xfrm>
              <a:off x="6225575" y="552225"/>
              <a:ext cx="8475" cy="10400"/>
            </a:xfrm>
            <a:custGeom>
              <a:avLst/>
              <a:gdLst/>
              <a:ahLst/>
              <a:cxnLst/>
              <a:rect l="l" t="t" r="r" b="b"/>
              <a:pathLst>
                <a:path w="339" h="416" extrusionOk="0">
                  <a:moveTo>
                    <a:pt x="249" y="0"/>
                  </a:moveTo>
                  <a:cubicBezTo>
                    <a:pt x="240" y="0"/>
                    <a:pt x="231" y="2"/>
                    <a:pt x="222" y="6"/>
                  </a:cubicBezTo>
                  <a:cubicBezTo>
                    <a:pt x="199" y="18"/>
                    <a:pt x="175" y="42"/>
                    <a:pt x="152" y="53"/>
                  </a:cubicBezTo>
                  <a:cubicBezTo>
                    <a:pt x="94" y="100"/>
                    <a:pt x="0" y="415"/>
                    <a:pt x="152" y="415"/>
                  </a:cubicBezTo>
                  <a:lnTo>
                    <a:pt x="222" y="415"/>
                  </a:lnTo>
                  <a:cubicBezTo>
                    <a:pt x="304" y="403"/>
                    <a:pt x="339" y="263"/>
                    <a:pt x="339" y="170"/>
                  </a:cubicBezTo>
                  <a:cubicBezTo>
                    <a:pt x="339" y="108"/>
                    <a:pt x="312" y="0"/>
                    <a:pt x="24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0" name="Google Shape;2854;p46">
              <a:extLst>
                <a:ext uri="{FF2B5EF4-FFF2-40B4-BE49-F238E27FC236}">
                  <a16:creationId xmlns:a16="http://schemas.microsoft.com/office/drawing/2014/main" id="{FDD449FB-9131-4DB8-AE2C-84E45AD3E239}"/>
                </a:ext>
              </a:extLst>
            </p:cNvPr>
            <p:cNvSpPr/>
            <p:nvPr/>
          </p:nvSpPr>
          <p:spPr>
            <a:xfrm>
              <a:off x="6243375" y="555000"/>
              <a:ext cx="5175" cy="7550"/>
            </a:xfrm>
            <a:custGeom>
              <a:avLst/>
              <a:gdLst/>
              <a:ahLst/>
              <a:cxnLst/>
              <a:rect l="l" t="t" r="r" b="b"/>
              <a:pathLst>
                <a:path w="207" h="302" extrusionOk="0">
                  <a:moveTo>
                    <a:pt x="141" y="1"/>
                  </a:moveTo>
                  <a:cubicBezTo>
                    <a:pt x="83" y="1"/>
                    <a:pt x="71" y="35"/>
                    <a:pt x="36" y="82"/>
                  </a:cubicBezTo>
                  <a:cubicBezTo>
                    <a:pt x="24" y="105"/>
                    <a:pt x="1" y="164"/>
                    <a:pt x="36" y="199"/>
                  </a:cubicBezTo>
                  <a:cubicBezTo>
                    <a:pt x="36" y="222"/>
                    <a:pt x="59" y="246"/>
                    <a:pt x="71" y="269"/>
                  </a:cubicBezTo>
                  <a:cubicBezTo>
                    <a:pt x="87" y="292"/>
                    <a:pt x="102" y="301"/>
                    <a:pt x="115" y="301"/>
                  </a:cubicBezTo>
                  <a:cubicBezTo>
                    <a:pt x="172" y="301"/>
                    <a:pt x="206" y="136"/>
                    <a:pt x="188" y="71"/>
                  </a:cubicBezTo>
                  <a:lnTo>
                    <a:pt x="188" y="47"/>
                  </a:lnTo>
                  <a:cubicBezTo>
                    <a:pt x="176" y="24"/>
                    <a:pt x="153" y="1"/>
                    <a:pt x="14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1" name="Google Shape;2855;p46">
              <a:extLst>
                <a:ext uri="{FF2B5EF4-FFF2-40B4-BE49-F238E27FC236}">
                  <a16:creationId xmlns:a16="http://schemas.microsoft.com/office/drawing/2014/main" id="{4AD540D0-AE77-429C-A2A8-8407A3EFFAD9}"/>
                </a:ext>
              </a:extLst>
            </p:cNvPr>
            <p:cNvSpPr/>
            <p:nvPr/>
          </p:nvSpPr>
          <p:spPr>
            <a:xfrm>
              <a:off x="6249800" y="587125"/>
              <a:ext cx="6325" cy="8775"/>
            </a:xfrm>
            <a:custGeom>
              <a:avLst/>
              <a:gdLst/>
              <a:ahLst/>
              <a:cxnLst/>
              <a:rect l="l" t="t" r="r" b="b"/>
              <a:pathLst>
                <a:path w="253" h="351" extrusionOk="0">
                  <a:moveTo>
                    <a:pt x="83" y="1"/>
                  </a:moveTo>
                  <a:cubicBezTo>
                    <a:pt x="47" y="1"/>
                    <a:pt x="36" y="48"/>
                    <a:pt x="24" y="82"/>
                  </a:cubicBezTo>
                  <a:cubicBezTo>
                    <a:pt x="13" y="152"/>
                    <a:pt x="1" y="199"/>
                    <a:pt x="13" y="269"/>
                  </a:cubicBezTo>
                  <a:cubicBezTo>
                    <a:pt x="26" y="327"/>
                    <a:pt x="52" y="350"/>
                    <a:pt x="80" y="350"/>
                  </a:cubicBezTo>
                  <a:cubicBezTo>
                    <a:pt x="156" y="350"/>
                    <a:pt x="252" y="186"/>
                    <a:pt x="176" y="59"/>
                  </a:cubicBezTo>
                  <a:cubicBezTo>
                    <a:pt x="164" y="48"/>
                    <a:pt x="164" y="35"/>
                    <a:pt x="164" y="35"/>
                  </a:cubicBezTo>
                  <a:cubicBezTo>
                    <a:pt x="153" y="12"/>
                    <a:pt x="141" y="12"/>
                    <a:pt x="11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2" name="Google Shape;2856;p46">
              <a:extLst>
                <a:ext uri="{FF2B5EF4-FFF2-40B4-BE49-F238E27FC236}">
                  <a16:creationId xmlns:a16="http://schemas.microsoft.com/office/drawing/2014/main" id="{9CD2F53F-0B1E-47CE-88F9-94F02AD4D298}"/>
                </a:ext>
              </a:extLst>
            </p:cNvPr>
            <p:cNvSpPr/>
            <p:nvPr/>
          </p:nvSpPr>
          <p:spPr>
            <a:xfrm>
              <a:off x="6233450" y="567450"/>
              <a:ext cx="7325" cy="8675"/>
            </a:xfrm>
            <a:custGeom>
              <a:avLst/>
              <a:gdLst/>
              <a:ahLst/>
              <a:cxnLst/>
              <a:rect l="l" t="t" r="r" b="b"/>
              <a:pathLst>
                <a:path w="293" h="347" extrusionOk="0">
                  <a:moveTo>
                    <a:pt x="158" y="0"/>
                  </a:moveTo>
                  <a:cubicBezTo>
                    <a:pt x="146" y="0"/>
                    <a:pt x="132" y="5"/>
                    <a:pt x="117" y="17"/>
                  </a:cubicBezTo>
                  <a:cubicBezTo>
                    <a:pt x="59" y="63"/>
                    <a:pt x="0" y="250"/>
                    <a:pt x="94" y="332"/>
                  </a:cubicBezTo>
                  <a:cubicBezTo>
                    <a:pt x="105" y="343"/>
                    <a:pt x="117" y="347"/>
                    <a:pt x="129" y="347"/>
                  </a:cubicBezTo>
                  <a:cubicBezTo>
                    <a:pt x="157" y="347"/>
                    <a:pt x="187" y="325"/>
                    <a:pt x="211" y="308"/>
                  </a:cubicBezTo>
                  <a:cubicBezTo>
                    <a:pt x="246" y="285"/>
                    <a:pt x="293" y="145"/>
                    <a:pt x="234" y="110"/>
                  </a:cubicBezTo>
                  <a:cubicBezTo>
                    <a:pt x="226" y="48"/>
                    <a:pt x="197" y="0"/>
                    <a:pt x="158"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3" name="Google Shape;2857;p46">
              <a:extLst>
                <a:ext uri="{FF2B5EF4-FFF2-40B4-BE49-F238E27FC236}">
                  <a16:creationId xmlns:a16="http://schemas.microsoft.com/office/drawing/2014/main" id="{38B6D32A-CD57-40AB-8DD5-8FD1886511AB}"/>
                </a:ext>
              </a:extLst>
            </p:cNvPr>
            <p:cNvSpPr/>
            <p:nvPr/>
          </p:nvSpPr>
          <p:spPr>
            <a:xfrm>
              <a:off x="6165700" y="654300"/>
              <a:ext cx="9075" cy="11700"/>
            </a:xfrm>
            <a:custGeom>
              <a:avLst/>
              <a:gdLst/>
              <a:ahLst/>
              <a:cxnLst/>
              <a:rect l="l" t="t" r="r" b="b"/>
              <a:pathLst>
                <a:path w="363" h="468" extrusionOk="0">
                  <a:moveTo>
                    <a:pt x="176" y="1"/>
                  </a:moveTo>
                  <a:cubicBezTo>
                    <a:pt x="59" y="12"/>
                    <a:pt x="0" y="152"/>
                    <a:pt x="0" y="281"/>
                  </a:cubicBezTo>
                  <a:cubicBezTo>
                    <a:pt x="0" y="381"/>
                    <a:pt x="50" y="467"/>
                    <a:pt x="116" y="467"/>
                  </a:cubicBezTo>
                  <a:cubicBezTo>
                    <a:pt x="135" y="467"/>
                    <a:pt x="155" y="460"/>
                    <a:pt x="176" y="445"/>
                  </a:cubicBezTo>
                  <a:lnTo>
                    <a:pt x="187" y="432"/>
                  </a:lnTo>
                  <a:cubicBezTo>
                    <a:pt x="257" y="386"/>
                    <a:pt x="363" y="1"/>
                    <a:pt x="18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2858;p46">
              <a:extLst>
                <a:ext uri="{FF2B5EF4-FFF2-40B4-BE49-F238E27FC236}">
                  <a16:creationId xmlns:a16="http://schemas.microsoft.com/office/drawing/2014/main" id="{8AA5C3F8-7F09-4F23-BB66-6C728193E08C}"/>
                </a:ext>
              </a:extLst>
            </p:cNvPr>
            <p:cNvSpPr/>
            <p:nvPr/>
          </p:nvSpPr>
          <p:spPr>
            <a:xfrm>
              <a:off x="6179050" y="681950"/>
              <a:ext cx="5625" cy="9050"/>
            </a:xfrm>
            <a:custGeom>
              <a:avLst/>
              <a:gdLst/>
              <a:ahLst/>
              <a:cxnLst/>
              <a:rect l="l" t="t" r="r" b="b"/>
              <a:pathLst>
                <a:path w="225" h="362" extrusionOk="0">
                  <a:moveTo>
                    <a:pt x="129" y="0"/>
                  </a:moveTo>
                  <a:cubicBezTo>
                    <a:pt x="123" y="0"/>
                    <a:pt x="116" y="1"/>
                    <a:pt x="109" y="4"/>
                  </a:cubicBezTo>
                  <a:lnTo>
                    <a:pt x="62" y="4"/>
                  </a:lnTo>
                  <a:cubicBezTo>
                    <a:pt x="60" y="3"/>
                    <a:pt x="58" y="2"/>
                    <a:pt x="55" y="2"/>
                  </a:cubicBezTo>
                  <a:cubicBezTo>
                    <a:pt x="34" y="2"/>
                    <a:pt x="16" y="42"/>
                    <a:pt x="16" y="63"/>
                  </a:cubicBezTo>
                  <a:cubicBezTo>
                    <a:pt x="16" y="63"/>
                    <a:pt x="7" y="184"/>
                    <a:pt x="11" y="184"/>
                  </a:cubicBezTo>
                  <a:cubicBezTo>
                    <a:pt x="12" y="184"/>
                    <a:pt x="14" y="179"/>
                    <a:pt x="16" y="168"/>
                  </a:cubicBezTo>
                  <a:lnTo>
                    <a:pt x="16" y="168"/>
                  </a:lnTo>
                  <a:cubicBezTo>
                    <a:pt x="1" y="282"/>
                    <a:pt x="44" y="361"/>
                    <a:pt x="99" y="361"/>
                  </a:cubicBezTo>
                  <a:cubicBezTo>
                    <a:pt x="129" y="361"/>
                    <a:pt x="162" y="338"/>
                    <a:pt x="190" y="284"/>
                  </a:cubicBezTo>
                  <a:cubicBezTo>
                    <a:pt x="203" y="238"/>
                    <a:pt x="214" y="203"/>
                    <a:pt x="214" y="144"/>
                  </a:cubicBezTo>
                  <a:cubicBezTo>
                    <a:pt x="225" y="72"/>
                    <a:pt x="180" y="0"/>
                    <a:pt x="12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2859;p46">
              <a:extLst>
                <a:ext uri="{FF2B5EF4-FFF2-40B4-BE49-F238E27FC236}">
                  <a16:creationId xmlns:a16="http://schemas.microsoft.com/office/drawing/2014/main" id="{A6542754-54C5-4587-B583-DC0E2CF4726B}"/>
                </a:ext>
              </a:extLst>
            </p:cNvPr>
            <p:cNvSpPr/>
            <p:nvPr/>
          </p:nvSpPr>
          <p:spPr>
            <a:xfrm>
              <a:off x="6193550" y="655950"/>
              <a:ext cx="6225" cy="8375"/>
            </a:xfrm>
            <a:custGeom>
              <a:avLst/>
              <a:gdLst/>
              <a:ahLst/>
              <a:cxnLst/>
              <a:rect l="l" t="t" r="r" b="b"/>
              <a:pathLst>
                <a:path w="249" h="335" extrusionOk="0">
                  <a:moveTo>
                    <a:pt x="147" y="0"/>
                  </a:moveTo>
                  <a:cubicBezTo>
                    <a:pt x="140" y="0"/>
                    <a:pt x="133" y="2"/>
                    <a:pt x="124" y="5"/>
                  </a:cubicBezTo>
                  <a:cubicBezTo>
                    <a:pt x="36" y="38"/>
                    <a:pt x="0" y="334"/>
                    <a:pt x="106" y="334"/>
                  </a:cubicBezTo>
                  <a:cubicBezTo>
                    <a:pt x="112" y="334"/>
                    <a:pt x="118" y="334"/>
                    <a:pt x="124" y="332"/>
                  </a:cubicBezTo>
                  <a:cubicBezTo>
                    <a:pt x="212" y="299"/>
                    <a:pt x="249" y="0"/>
                    <a:pt x="14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2860;p46">
              <a:extLst>
                <a:ext uri="{FF2B5EF4-FFF2-40B4-BE49-F238E27FC236}">
                  <a16:creationId xmlns:a16="http://schemas.microsoft.com/office/drawing/2014/main" id="{D809F462-566A-49C0-BFFF-B67E3754221A}"/>
                </a:ext>
              </a:extLst>
            </p:cNvPr>
            <p:cNvSpPr/>
            <p:nvPr/>
          </p:nvSpPr>
          <p:spPr>
            <a:xfrm>
              <a:off x="6176800" y="636725"/>
              <a:ext cx="5275" cy="6950"/>
            </a:xfrm>
            <a:custGeom>
              <a:avLst/>
              <a:gdLst/>
              <a:ahLst/>
              <a:cxnLst/>
              <a:rect l="l" t="t" r="r" b="b"/>
              <a:pathLst>
                <a:path w="211" h="278" extrusionOk="0">
                  <a:moveTo>
                    <a:pt x="134" y="0"/>
                  </a:moveTo>
                  <a:cubicBezTo>
                    <a:pt x="129" y="0"/>
                    <a:pt x="123" y="1"/>
                    <a:pt x="117" y="3"/>
                  </a:cubicBezTo>
                  <a:cubicBezTo>
                    <a:pt x="117" y="3"/>
                    <a:pt x="106" y="3"/>
                    <a:pt x="106" y="14"/>
                  </a:cubicBezTo>
                  <a:cubicBezTo>
                    <a:pt x="59" y="26"/>
                    <a:pt x="0" y="178"/>
                    <a:pt x="59" y="236"/>
                  </a:cubicBezTo>
                  <a:cubicBezTo>
                    <a:pt x="71" y="265"/>
                    <a:pt x="88" y="277"/>
                    <a:pt x="107" y="277"/>
                  </a:cubicBezTo>
                  <a:cubicBezTo>
                    <a:pt x="126" y="277"/>
                    <a:pt x="146" y="265"/>
                    <a:pt x="164" y="248"/>
                  </a:cubicBezTo>
                  <a:cubicBezTo>
                    <a:pt x="199" y="201"/>
                    <a:pt x="210" y="154"/>
                    <a:pt x="199" y="84"/>
                  </a:cubicBezTo>
                  <a:cubicBezTo>
                    <a:pt x="189" y="34"/>
                    <a:pt x="170" y="0"/>
                    <a:pt x="13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7" name="Google Shape;2861;p46">
              <a:extLst>
                <a:ext uri="{FF2B5EF4-FFF2-40B4-BE49-F238E27FC236}">
                  <a16:creationId xmlns:a16="http://schemas.microsoft.com/office/drawing/2014/main" id="{BE5845BB-764E-460F-B441-4FAF6E4E13C0}"/>
                </a:ext>
              </a:extLst>
            </p:cNvPr>
            <p:cNvSpPr/>
            <p:nvPr/>
          </p:nvSpPr>
          <p:spPr>
            <a:xfrm>
              <a:off x="6262075" y="685975"/>
              <a:ext cx="6700" cy="9275"/>
            </a:xfrm>
            <a:custGeom>
              <a:avLst/>
              <a:gdLst/>
              <a:ahLst/>
              <a:cxnLst/>
              <a:rect l="l" t="t" r="r" b="b"/>
              <a:pathLst>
                <a:path w="268" h="371" extrusionOk="0">
                  <a:moveTo>
                    <a:pt x="166" y="1"/>
                  </a:moveTo>
                  <a:cubicBezTo>
                    <a:pt x="158" y="1"/>
                    <a:pt x="150" y="2"/>
                    <a:pt x="140" y="7"/>
                  </a:cubicBezTo>
                  <a:cubicBezTo>
                    <a:pt x="129" y="7"/>
                    <a:pt x="117" y="19"/>
                    <a:pt x="94" y="19"/>
                  </a:cubicBezTo>
                  <a:cubicBezTo>
                    <a:pt x="36" y="53"/>
                    <a:pt x="0" y="136"/>
                    <a:pt x="0" y="229"/>
                  </a:cubicBezTo>
                  <a:cubicBezTo>
                    <a:pt x="0" y="295"/>
                    <a:pt x="31" y="370"/>
                    <a:pt x="93" y="370"/>
                  </a:cubicBezTo>
                  <a:cubicBezTo>
                    <a:pt x="97" y="370"/>
                    <a:pt x="101" y="370"/>
                    <a:pt x="106" y="369"/>
                  </a:cubicBezTo>
                  <a:cubicBezTo>
                    <a:pt x="117" y="357"/>
                    <a:pt x="129" y="357"/>
                    <a:pt x="140" y="357"/>
                  </a:cubicBezTo>
                  <a:cubicBezTo>
                    <a:pt x="249" y="325"/>
                    <a:pt x="267" y="1"/>
                    <a:pt x="16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8" name="Google Shape;2862;p46">
              <a:extLst>
                <a:ext uri="{FF2B5EF4-FFF2-40B4-BE49-F238E27FC236}">
                  <a16:creationId xmlns:a16="http://schemas.microsoft.com/office/drawing/2014/main" id="{B14280AF-7F53-4C95-8DFB-1DFA7F427107}"/>
                </a:ext>
              </a:extLst>
            </p:cNvPr>
            <p:cNvSpPr/>
            <p:nvPr/>
          </p:nvSpPr>
          <p:spPr>
            <a:xfrm>
              <a:off x="6292175" y="658550"/>
              <a:ext cx="9350" cy="13100"/>
            </a:xfrm>
            <a:custGeom>
              <a:avLst/>
              <a:gdLst/>
              <a:ahLst/>
              <a:cxnLst/>
              <a:rect l="l" t="t" r="r" b="b"/>
              <a:pathLst>
                <a:path w="374" h="524" extrusionOk="0">
                  <a:moveTo>
                    <a:pt x="250" y="0"/>
                  </a:moveTo>
                  <a:cubicBezTo>
                    <a:pt x="241" y="0"/>
                    <a:pt x="231" y="2"/>
                    <a:pt x="222" y="5"/>
                  </a:cubicBezTo>
                  <a:cubicBezTo>
                    <a:pt x="58" y="64"/>
                    <a:pt x="0" y="356"/>
                    <a:pt x="151" y="508"/>
                  </a:cubicBezTo>
                  <a:cubicBezTo>
                    <a:pt x="163" y="519"/>
                    <a:pt x="173" y="524"/>
                    <a:pt x="183" y="524"/>
                  </a:cubicBezTo>
                  <a:cubicBezTo>
                    <a:pt x="227" y="524"/>
                    <a:pt x="261" y="438"/>
                    <a:pt x="280" y="381"/>
                  </a:cubicBezTo>
                  <a:lnTo>
                    <a:pt x="280" y="381"/>
                  </a:lnTo>
                  <a:cubicBezTo>
                    <a:pt x="268" y="416"/>
                    <a:pt x="268" y="462"/>
                    <a:pt x="257" y="508"/>
                  </a:cubicBezTo>
                  <a:cubicBezTo>
                    <a:pt x="280" y="485"/>
                    <a:pt x="304" y="449"/>
                    <a:pt x="327" y="415"/>
                  </a:cubicBezTo>
                  <a:cubicBezTo>
                    <a:pt x="350" y="356"/>
                    <a:pt x="374" y="286"/>
                    <a:pt x="374" y="216"/>
                  </a:cubicBezTo>
                  <a:cubicBezTo>
                    <a:pt x="374" y="122"/>
                    <a:pt x="327" y="0"/>
                    <a:pt x="25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9" name="Google Shape;2863;p46">
              <a:extLst>
                <a:ext uri="{FF2B5EF4-FFF2-40B4-BE49-F238E27FC236}">
                  <a16:creationId xmlns:a16="http://schemas.microsoft.com/office/drawing/2014/main" id="{118DAB32-308D-4B98-97BA-79B593C4D489}"/>
                </a:ext>
              </a:extLst>
            </p:cNvPr>
            <p:cNvSpPr/>
            <p:nvPr/>
          </p:nvSpPr>
          <p:spPr>
            <a:xfrm>
              <a:off x="6263250" y="650050"/>
              <a:ext cx="6750" cy="8375"/>
            </a:xfrm>
            <a:custGeom>
              <a:avLst/>
              <a:gdLst/>
              <a:ahLst/>
              <a:cxnLst/>
              <a:rect l="l" t="t" r="r" b="b"/>
              <a:pathLst>
                <a:path w="270" h="335" extrusionOk="0">
                  <a:moveTo>
                    <a:pt x="120" y="0"/>
                  </a:moveTo>
                  <a:cubicBezTo>
                    <a:pt x="55" y="0"/>
                    <a:pt x="12" y="88"/>
                    <a:pt x="12" y="159"/>
                  </a:cubicBezTo>
                  <a:lnTo>
                    <a:pt x="0" y="159"/>
                  </a:lnTo>
                  <a:cubicBezTo>
                    <a:pt x="0" y="205"/>
                    <a:pt x="12" y="299"/>
                    <a:pt x="47" y="322"/>
                  </a:cubicBezTo>
                  <a:lnTo>
                    <a:pt x="59" y="322"/>
                  </a:lnTo>
                  <a:lnTo>
                    <a:pt x="70" y="334"/>
                  </a:lnTo>
                  <a:lnTo>
                    <a:pt x="93" y="334"/>
                  </a:lnTo>
                  <a:cubicBezTo>
                    <a:pt x="117" y="322"/>
                    <a:pt x="140" y="311"/>
                    <a:pt x="152" y="288"/>
                  </a:cubicBezTo>
                  <a:cubicBezTo>
                    <a:pt x="164" y="275"/>
                    <a:pt x="164" y="275"/>
                    <a:pt x="176" y="275"/>
                  </a:cubicBezTo>
                  <a:cubicBezTo>
                    <a:pt x="210" y="264"/>
                    <a:pt x="269" y="147"/>
                    <a:pt x="210" y="88"/>
                  </a:cubicBezTo>
                  <a:cubicBezTo>
                    <a:pt x="187" y="65"/>
                    <a:pt x="187" y="18"/>
                    <a:pt x="152" y="7"/>
                  </a:cubicBezTo>
                  <a:cubicBezTo>
                    <a:pt x="141" y="2"/>
                    <a:pt x="130" y="0"/>
                    <a:pt x="12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0" name="Google Shape;2864;p46">
              <a:extLst>
                <a:ext uri="{FF2B5EF4-FFF2-40B4-BE49-F238E27FC236}">
                  <a16:creationId xmlns:a16="http://schemas.microsoft.com/office/drawing/2014/main" id="{40DC7D9F-43B2-447D-B3D9-BBD966BDB550}"/>
                </a:ext>
              </a:extLst>
            </p:cNvPr>
            <p:cNvSpPr/>
            <p:nvPr/>
          </p:nvSpPr>
          <p:spPr>
            <a:xfrm>
              <a:off x="6277825" y="680150"/>
              <a:ext cx="5025" cy="7025"/>
            </a:xfrm>
            <a:custGeom>
              <a:avLst/>
              <a:gdLst/>
              <a:ahLst/>
              <a:cxnLst/>
              <a:rect l="l" t="t" r="r" b="b"/>
              <a:pathLst>
                <a:path w="201" h="281" extrusionOk="0">
                  <a:moveTo>
                    <a:pt x="135" y="1"/>
                  </a:moveTo>
                  <a:cubicBezTo>
                    <a:pt x="76" y="1"/>
                    <a:pt x="1" y="124"/>
                    <a:pt x="60" y="216"/>
                  </a:cubicBezTo>
                  <a:cubicBezTo>
                    <a:pt x="71" y="240"/>
                    <a:pt x="83" y="252"/>
                    <a:pt x="95" y="263"/>
                  </a:cubicBezTo>
                  <a:cubicBezTo>
                    <a:pt x="107" y="275"/>
                    <a:pt x="118" y="280"/>
                    <a:pt x="129" y="280"/>
                  </a:cubicBezTo>
                  <a:cubicBezTo>
                    <a:pt x="171" y="280"/>
                    <a:pt x="200" y="204"/>
                    <a:pt x="200" y="158"/>
                  </a:cubicBezTo>
                  <a:cubicBezTo>
                    <a:pt x="200" y="123"/>
                    <a:pt x="188" y="88"/>
                    <a:pt x="188" y="65"/>
                  </a:cubicBezTo>
                  <a:cubicBezTo>
                    <a:pt x="178" y="19"/>
                    <a:pt x="158" y="1"/>
                    <a:pt x="13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1" name="Google Shape;2865;p46">
              <a:extLst>
                <a:ext uri="{FF2B5EF4-FFF2-40B4-BE49-F238E27FC236}">
                  <a16:creationId xmlns:a16="http://schemas.microsoft.com/office/drawing/2014/main" id="{0FFCC60A-F2A8-40AC-A14E-ABC1FF0798F1}"/>
                </a:ext>
              </a:extLst>
            </p:cNvPr>
            <p:cNvSpPr/>
            <p:nvPr/>
          </p:nvSpPr>
          <p:spPr>
            <a:xfrm>
              <a:off x="6204075" y="604500"/>
              <a:ext cx="7075" cy="9325"/>
            </a:xfrm>
            <a:custGeom>
              <a:avLst/>
              <a:gdLst/>
              <a:ahLst/>
              <a:cxnLst/>
              <a:rect l="l" t="t" r="r" b="b"/>
              <a:pathLst>
                <a:path w="283" h="373" extrusionOk="0">
                  <a:moveTo>
                    <a:pt x="175" y="1"/>
                  </a:moveTo>
                  <a:cubicBezTo>
                    <a:pt x="166" y="1"/>
                    <a:pt x="157" y="3"/>
                    <a:pt x="147" y="7"/>
                  </a:cubicBezTo>
                  <a:cubicBezTo>
                    <a:pt x="37" y="39"/>
                    <a:pt x="0" y="372"/>
                    <a:pt x="123" y="372"/>
                  </a:cubicBezTo>
                  <a:cubicBezTo>
                    <a:pt x="130" y="372"/>
                    <a:pt x="139" y="371"/>
                    <a:pt x="147" y="368"/>
                  </a:cubicBezTo>
                  <a:cubicBezTo>
                    <a:pt x="246" y="336"/>
                    <a:pt x="282" y="1"/>
                    <a:pt x="17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2" name="Google Shape;2866;p46">
              <a:extLst>
                <a:ext uri="{FF2B5EF4-FFF2-40B4-BE49-F238E27FC236}">
                  <a16:creationId xmlns:a16="http://schemas.microsoft.com/office/drawing/2014/main" id="{F67002EC-784C-480C-AA24-B598A9C1A270}"/>
                </a:ext>
              </a:extLst>
            </p:cNvPr>
            <p:cNvSpPr/>
            <p:nvPr/>
          </p:nvSpPr>
          <p:spPr>
            <a:xfrm>
              <a:off x="6136200" y="597550"/>
              <a:ext cx="6450" cy="9950"/>
            </a:xfrm>
            <a:custGeom>
              <a:avLst/>
              <a:gdLst/>
              <a:ahLst/>
              <a:cxnLst/>
              <a:rect l="l" t="t" r="r" b="b"/>
              <a:pathLst>
                <a:path w="258" h="398" extrusionOk="0">
                  <a:moveTo>
                    <a:pt x="181" y="1"/>
                  </a:moveTo>
                  <a:cubicBezTo>
                    <a:pt x="175" y="1"/>
                    <a:pt x="170" y="2"/>
                    <a:pt x="164" y="4"/>
                  </a:cubicBezTo>
                  <a:cubicBezTo>
                    <a:pt x="59" y="62"/>
                    <a:pt x="1" y="226"/>
                    <a:pt x="105" y="366"/>
                  </a:cubicBezTo>
                  <a:cubicBezTo>
                    <a:pt x="121" y="388"/>
                    <a:pt x="136" y="398"/>
                    <a:pt x="150" y="398"/>
                  </a:cubicBezTo>
                  <a:cubicBezTo>
                    <a:pt x="188" y="398"/>
                    <a:pt x="217" y="330"/>
                    <a:pt x="234" y="261"/>
                  </a:cubicBezTo>
                  <a:cubicBezTo>
                    <a:pt x="246" y="226"/>
                    <a:pt x="258" y="191"/>
                    <a:pt x="258" y="145"/>
                  </a:cubicBezTo>
                  <a:cubicBezTo>
                    <a:pt x="258" y="91"/>
                    <a:pt x="229" y="1"/>
                    <a:pt x="18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3" name="Google Shape;2867;p46">
              <a:extLst>
                <a:ext uri="{FF2B5EF4-FFF2-40B4-BE49-F238E27FC236}">
                  <a16:creationId xmlns:a16="http://schemas.microsoft.com/office/drawing/2014/main" id="{34A8B3F0-B532-4329-8417-13623EA42181}"/>
                </a:ext>
              </a:extLst>
            </p:cNvPr>
            <p:cNvSpPr/>
            <p:nvPr/>
          </p:nvSpPr>
          <p:spPr>
            <a:xfrm>
              <a:off x="6148200" y="562525"/>
              <a:ext cx="7550" cy="8300"/>
            </a:xfrm>
            <a:custGeom>
              <a:avLst/>
              <a:gdLst/>
              <a:ahLst/>
              <a:cxnLst/>
              <a:rect l="l" t="t" r="r" b="b"/>
              <a:pathLst>
                <a:path w="302" h="332" extrusionOk="0">
                  <a:moveTo>
                    <a:pt x="143" y="1"/>
                  </a:moveTo>
                  <a:cubicBezTo>
                    <a:pt x="62" y="1"/>
                    <a:pt x="0" y="245"/>
                    <a:pt x="93" y="307"/>
                  </a:cubicBezTo>
                  <a:cubicBezTo>
                    <a:pt x="116" y="318"/>
                    <a:pt x="139" y="331"/>
                    <a:pt x="175" y="331"/>
                  </a:cubicBezTo>
                  <a:cubicBezTo>
                    <a:pt x="177" y="331"/>
                    <a:pt x="180" y="331"/>
                    <a:pt x="182" y="331"/>
                  </a:cubicBezTo>
                  <a:cubicBezTo>
                    <a:pt x="259" y="331"/>
                    <a:pt x="301" y="164"/>
                    <a:pt x="245" y="74"/>
                  </a:cubicBezTo>
                  <a:cubicBezTo>
                    <a:pt x="222" y="50"/>
                    <a:pt x="209" y="27"/>
                    <a:pt x="175" y="15"/>
                  </a:cubicBezTo>
                  <a:cubicBezTo>
                    <a:pt x="164" y="5"/>
                    <a:pt x="153" y="1"/>
                    <a:pt x="14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4" name="Google Shape;2868;p46">
              <a:extLst>
                <a:ext uri="{FF2B5EF4-FFF2-40B4-BE49-F238E27FC236}">
                  <a16:creationId xmlns:a16="http://schemas.microsoft.com/office/drawing/2014/main" id="{35770A17-802F-478A-A0FC-4FE2D702438E}"/>
                </a:ext>
              </a:extLst>
            </p:cNvPr>
            <p:cNvSpPr/>
            <p:nvPr/>
          </p:nvSpPr>
          <p:spPr>
            <a:xfrm>
              <a:off x="6319325" y="303075"/>
              <a:ext cx="148950" cy="126600"/>
            </a:xfrm>
            <a:custGeom>
              <a:avLst/>
              <a:gdLst/>
              <a:ahLst/>
              <a:cxnLst/>
              <a:rect l="l" t="t" r="r" b="b"/>
              <a:pathLst>
                <a:path w="5958" h="5064" extrusionOk="0">
                  <a:moveTo>
                    <a:pt x="2270" y="0"/>
                  </a:moveTo>
                  <a:cubicBezTo>
                    <a:pt x="1610" y="0"/>
                    <a:pt x="987" y="258"/>
                    <a:pt x="596" y="837"/>
                  </a:cubicBezTo>
                  <a:cubicBezTo>
                    <a:pt x="0" y="1737"/>
                    <a:pt x="36" y="3150"/>
                    <a:pt x="900" y="4131"/>
                  </a:cubicBezTo>
                  <a:cubicBezTo>
                    <a:pt x="1485" y="4791"/>
                    <a:pt x="2275" y="5064"/>
                    <a:pt x="2983" y="5064"/>
                  </a:cubicBezTo>
                  <a:cubicBezTo>
                    <a:pt x="3151" y="5064"/>
                    <a:pt x="3315" y="5048"/>
                    <a:pt x="3470" y="5019"/>
                  </a:cubicBezTo>
                  <a:cubicBezTo>
                    <a:pt x="5526" y="4622"/>
                    <a:pt x="5958" y="1561"/>
                    <a:pt x="3598" y="335"/>
                  </a:cubicBezTo>
                  <a:cubicBezTo>
                    <a:pt x="3179" y="118"/>
                    <a:pt x="2716" y="0"/>
                    <a:pt x="2270" y="0"/>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5" name="Google Shape;2869;p46">
              <a:extLst>
                <a:ext uri="{FF2B5EF4-FFF2-40B4-BE49-F238E27FC236}">
                  <a16:creationId xmlns:a16="http://schemas.microsoft.com/office/drawing/2014/main" id="{B1C6D282-E00D-4FD5-A980-4C4B25DF9E0C}"/>
                </a:ext>
              </a:extLst>
            </p:cNvPr>
            <p:cNvSpPr/>
            <p:nvPr/>
          </p:nvSpPr>
          <p:spPr>
            <a:xfrm>
              <a:off x="6388250" y="321850"/>
              <a:ext cx="4675" cy="6250"/>
            </a:xfrm>
            <a:custGeom>
              <a:avLst/>
              <a:gdLst/>
              <a:ahLst/>
              <a:cxnLst/>
              <a:rect l="l" t="t" r="r" b="b"/>
              <a:pathLst>
                <a:path w="187" h="250" extrusionOk="0">
                  <a:moveTo>
                    <a:pt x="133" y="0"/>
                  </a:moveTo>
                  <a:cubicBezTo>
                    <a:pt x="128" y="0"/>
                    <a:pt x="123" y="1"/>
                    <a:pt x="117" y="4"/>
                  </a:cubicBezTo>
                  <a:cubicBezTo>
                    <a:pt x="106" y="15"/>
                    <a:pt x="93" y="28"/>
                    <a:pt x="82" y="28"/>
                  </a:cubicBezTo>
                  <a:cubicBezTo>
                    <a:pt x="47" y="62"/>
                    <a:pt x="0" y="238"/>
                    <a:pt x="82" y="249"/>
                  </a:cubicBezTo>
                  <a:cubicBezTo>
                    <a:pt x="93" y="249"/>
                    <a:pt x="106" y="238"/>
                    <a:pt x="117" y="238"/>
                  </a:cubicBezTo>
                  <a:cubicBezTo>
                    <a:pt x="164" y="238"/>
                    <a:pt x="187" y="156"/>
                    <a:pt x="187" y="98"/>
                  </a:cubicBezTo>
                  <a:cubicBezTo>
                    <a:pt x="187" y="67"/>
                    <a:pt x="169" y="0"/>
                    <a:pt x="13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6" name="Google Shape;2870;p46">
              <a:extLst>
                <a:ext uri="{FF2B5EF4-FFF2-40B4-BE49-F238E27FC236}">
                  <a16:creationId xmlns:a16="http://schemas.microsoft.com/office/drawing/2014/main" id="{CC6C9A48-3561-4559-A3F1-AB883E3E379C}"/>
                </a:ext>
              </a:extLst>
            </p:cNvPr>
            <p:cNvSpPr/>
            <p:nvPr/>
          </p:nvSpPr>
          <p:spPr>
            <a:xfrm>
              <a:off x="6398475" y="323400"/>
              <a:ext cx="2875" cy="4475"/>
            </a:xfrm>
            <a:custGeom>
              <a:avLst/>
              <a:gdLst/>
              <a:ahLst/>
              <a:cxnLst/>
              <a:rect l="l" t="t" r="r" b="b"/>
              <a:pathLst>
                <a:path w="115" h="179" extrusionOk="0">
                  <a:moveTo>
                    <a:pt x="70" y="0"/>
                  </a:moveTo>
                  <a:cubicBezTo>
                    <a:pt x="47" y="12"/>
                    <a:pt x="35" y="24"/>
                    <a:pt x="12" y="47"/>
                  </a:cubicBezTo>
                  <a:cubicBezTo>
                    <a:pt x="12" y="70"/>
                    <a:pt x="0" y="94"/>
                    <a:pt x="12" y="117"/>
                  </a:cubicBezTo>
                  <a:cubicBezTo>
                    <a:pt x="12" y="129"/>
                    <a:pt x="24" y="153"/>
                    <a:pt x="35" y="164"/>
                  </a:cubicBezTo>
                  <a:cubicBezTo>
                    <a:pt x="43" y="174"/>
                    <a:pt x="51" y="179"/>
                    <a:pt x="59" y="179"/>
                  </a:cubicBezTo>
                  <a:cubicBezTo>
                    <a:pt x="93" y="179"/>
                    <a:pt x="115" y="85"/>
                    <a:pt x="105" y="47"/>
                  </a:cubicBezTo>
                  <a:lnTo>
                    <a:pt x="105" y="36"/>
                  </a:lnTo>
                  <a:cubicBezTo>
                    <a:pt x="94" y="24"/>
                    <a:pt x="82" y="0"/>
                    <a:pt x="7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7" name="Google Shape;2871;p46">
              <a:extLst>
                <a:ext uri="{FF2B5EF4-FFF2-40B4-BE49-F238E27FC236}">
                  <a16:creationId xmlns:a16="http://schemas.microsoft.com/office/drawing/2014/main" id="{CD0BD8CA-E7C3-469A-8559-C4CE8885AC28}"/>
                </a:ext>
              </a:extLst>
            </p:cNvPr>
            <p:cNvSpPr/>
            <p:nvPr/>
          </p:nvSpPr>
          <p:spPr>
            <a:xfrm>
              <a:off x="6401975" y="342075"/>
              <a:ext cx="3725" cy="4950"/>
            </a:xfrm>
            <a:custGeom>
              <a:avLst/>
              <a:gdLst/>
              <a:ahLst/>
              <a:cxnLst/>
              <a:rect l="l" t="t" r="r" b="b"/>
              <a:pathLst>
                <a:path w="149" h="198" extrusionOk="0">
                  <a:moveTo>
                    <a:pt x="47" y="1"/>
                  </a:moveTo>
                  <a:cubicBezTo>
                    <a:pt x="24" y="1"/>
                    <a:pt x="24" y="24"/>
                    <a:pt x="12" y="48"/>
                  </a:cubicBezTo>
                  <a:cubicBezTo>
                    <a:pt x="12" y="83"/>
                    <a:pt x="1" y="106"/>
                    <a:pt x="12" y="153"/>
                  </a:cubicBezTo>
                  <a:cubicBezTo>
                    <a:pt x="18" y="185"/>
                    <a:pt x="32" y="197"/>
                    <a:pt x="48" y="197"/>
                  </a:cubicBezTo>
                  <a:cubicBezTo>
                    <a:pt x="91" y="197"/>
                    <a:pt x="148" y="102"/>
                    <a:pt x="105" y="24"/>
                  </a:cubicBezTo>
                  <a:cubicBezTo>
                    <a:pt x="94" y="24"/>
                    <a:pt x="94" y="24"/>
                    <a:pt x="94" y="13"/>
                  </a:cubicBezTo>
                  <a:cubicBezTo>
                    <a:pt x="82" y="1"/>
                    <a:pt x="82" y="1"/>
                    <a:pt x="7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8" name="Google Shape;2872;p46">
              <a:extLst>
                <a:ext uri="{FF2B5EF4-FFF2-40B4-BE49-F238E27FC236}">
                  <a16:creationId xmlns:a16="http://schemas.microsoft.com/office/drawing/2014/main" id="{9E521B34-72C3-4A81-96CC-A3B680997EBA}"/>
                </a:ext>
              </a:extLst>
            </p:cNvPr>
            <p:cNvSpPr/>
            <p:nvPr/>
          </p:nvSpPr>
          <p:spPr>
            <a:xfrm>
              <a:off x="6392625" y="330625"/>
              <a:ext cx="4125" cy="5025"/>
            </a:xfrm>
            <a:custGeom>
              <a:avLst/>
              <a:gdLst/>
              <a:ahLst/>
              <a:cxnLst/>
              <a:rect l="l" t="t" r="r" b="b"/>
              <a:pathLst>
                <a:path w="165" h="201" extrusionOk="0">
                  <a:moveTo>
                    <a:pt x="97" y="1"/>
                  </a:moveTo>
                  <a:cubicBezTo>
                    <a:pt x="89" y="1"/>
                    <a:pt x="81" y="5"/>
                    <a:pt x="71" y="15"/>
                  </a:cubicBezTo>
                  <a:cubicBezTo>
                    <a:pt x="35" y="38"/>
                    <a:pt x="1" y="144"/>
                    <a:pt x="47" y="191"/>
                  </a:cubicBezTo>
                  <a:cubicBezTo>
                    <a:pt x="55" y="198"/>
                    <a:pt x="63" y="201"/>
                    <a:pt x="71" y="201"/>
                  </a:cubicBezTo>
                  <a:cubicBezTo>
                    <a:pt x="90" y="201"/>
                    <a:pt x="109" y="187"/>
                    <a:pt x="118" y="179"/>
                  </a:cubicBezTo>
                  <a:cubicBezTo>
                    <a:pt x="141" y="167"/>
                    <a:pt x="164" y="85"/>
                    <a:pt x="129" y="62"/>
                  </a:cubicBezTo>
                  <a:cubicBezTo>
                    <a:pt x="129" y="28"/>
                    <a:pt x="117" y="1"/>
                    <a:pt x="9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9" name="Google Shape;2873;p46">
              <a:extLst>
                <a:ext uri="{FF2B5EF4-FFF2-40B4-BE49-F238E27FC236}">
                  <a16:creationId xmlns:a16="http://schemas.microsoft.com/office/drawing/2014/main" id="{C85C8F4D-AC9F-4731-929C-33F4C56C8C1F}"/>
                </a:ext>
              </a:extLst>
            </p:cNvPr>
            <p:cNvSpPr/>
            <p:nvPr/>
          </p:nvSpPr>
          <p:spPr>
            <a:xfrm>
              <a:off x="6353500" y="380625"/>
              <a:ext cx="5275" cy="6725"/>
            </a:xfrm>
            <a:custGeom>
              <a:avLst/>
              <a:gdLst/>
              <a:ahLst/>
              <a:cxnLst/>
              <a:rect l="l" t="t" r="r" b="b"/>
              <a:pathLst>
                <a:path w="211" h="269" extrusionOk="0">
                  <a:moveTo>
                    <a:pt x="105" y="1"/>
                  </a:moveTo>
                  <a:cubicBezTo>
                    <a:pt x="35" y="13"/>
                    <a:pt x="0" y="94"/>
                    <a:pt x="0" y="164"/>
                  </a:cubicBezTo>
                  <a:cubicBezTo>
                    <a:pt x="0" y="220"/>
                    <a:pt x="30" y="269"/>
                    <a:pt x="71" y="269"/>
                  </a:cubicBezTo>
                  <a:cubicBezTo>
                    <a:pt x="81" y="269"/>
                    <a:pt x="93" y="265"/>
                    <a:pt x="105" y="258"/>
                  </a:cubicBezTo>
                  <a:lnTo>
                    <a:pt x="117" y="247"/>
                  </a:lnTo>
                  <a:cubicBezTo>
                    <a:pt x="152" y="223"/>
                    <a:pt x="211" y="1"/>
                    <a:pt x="11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0" name="Google Shape;2874;p46">
              <a:extLst>
                <a:ext uri="{FF2B5EF4-FFF2-40B4-BE49-F238E27FC236}">
                  <a16:creationId xmlns:a16="http://schemas.microsoft.com/office/drawing/2014/main" id="{A16A963D-1E0C-471D-8832-46FCF4BD7F78}"/>
                </a:ext>
              </a:extLst>
            </p:cNvPr>
            <p:cNvSpPr/>
            <p:nvPr/>
          </p:nvSpPr>
          <p:spPr>
            <a:xfrm>
              <a:off x="6361175" y="396650"/>
              <a:ext cx="3150" cy="5150"/>
            </a:xfrm>
            <a:custGeom>
              <a:avLst/>
              <a:gdLst/>
              <a:ahLst/>
              <a:cxnLst/>
              <a:rect l="l" t="t" r="r" b="b"/>
              <a:pathLst>
                <a:path w="126" h="206" extrusionOk="0">
                  <a:moveTo>
                    <a:pt x="78" y="1"/>
                  </a:moveTo>
                  <a:cubicBezTo>
                    <a:pt x="75" y="1"/>
                    <a:pt x="71" y="2"/>
                    <a:pt x="67" y="3"/>
                  </a:cubicBezTo>
                  <a:lnTo>
                    <a:pt x="44" y="3"/>
                  </a:lnTo>
                  <a:cubicBezTo>
                    <a:pt x="20" y="3"/>
                    <a:pt x="8" y="14"/>
                    <a:pt x="8" y="38"/>
                  </a:cubicBezTo>
                  <a:lnTo>
                    <a:pt x="8" y="96"/>
                  </a:lnTo>
                  <a:cubicBezTo>
                    <a:pt x="1" y="159"/>
                    <a:pt x="29" y="205"/>
                    <a:pt x="63" y="205"/>
                  </a:cubicBezTo>
                  <a:cubicBezTo>
                    <a:pt x="80" y="205"/>
                    <a:pt x="98" y="194"/>
                    <a:pt x="114" y="166"/>
                  </a:cubicBezTo>
                  <a:cubicBezTo>
                    <a:pt x="125" y="143"/>
                    <a:pt x="125" y="108"/>
                    <a:pt x="125" y="84"/>
                  </a:cubicBezTo>
                  <a:cubicBezTo>
                    <a:pt x="125" y="43"/>
                    <a:pt x="107" y="1"/>
                    <a:pt x="7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1" name="Google Shape;2875;p46">
              <a:extLst>
                <a:ext uri="{FF2B5EF4-FFF2-40B4-BE49-F238E27FC236}">
                  <a16:creationId xmlns:a16="http://schemas.microsoft.com/office/drawing/2014/main" id="{39701E20-F132-41BF-917A-7DB2EFBFAB6B}"/>
                </a:ext>
              </a:extLst>
            </p:cNvPr>
            <p:cNvSpPr/>
            <p:nvPr/>
          </p:nvSpPr>
          <p:spPr>
            <a:xfrm>
              <a:off x="6369625" y="381750"/>
              <a:ext cx="3675" cy="4800"/>
            </a:xfrm>
            <a:custGeom>
              <a:avLst/>
              <a:gdLst/>
              <a:ahLst/>
              <a:cxnLst/>
              <a:rect l="l" t="t" r="r" b="b"/>
              <a:pathLst>
                <a:path w="147" h="192" extrusionOk="0">
                  <a:moveTo>
                    <a:pt x="81" y="1"/>
                  </a:moveTo>
                  <a:cubicBezTo>
                    <a:pt x="77" y="1"/>
                    <a:pt x="72" y="1"/>
                    <a:pt x="67" y="3"/>
                  </a:cubicBezTo>
                  <a:cubicBezTo>
                    <a:pt x="23" y="25"/>
                    <a:pt x="0" y="192"/>
                    <a:pt x="56" y="192"/>
                  </a:cubicBezTo>
                  <a:cubicBezTo>
                    <a:pt x="60" y="192"/>
                    <a:pt x="63" y="191"/>
                    <a:pt x="67" y="190"/>
                  </a:cubicBezTo>
                  <a:cubicBezTo>
                    <a:pt x="123" y="168"/>
                    <a:pt x="147" y="1"/>
                    <a:pt x="8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2" name="Google Shape;2876;p46">
              <a:extLst>
                <a:ext uri="{FF2B5EF4-FFF2-40B4-BE49-F238E27FC236}">
                  <a16:creationId xmlns:a16="http://schemas.microsoft.com/office/drawing/2014/main" id="{B748CA22-A4AD-405E-9E7B-E115AAE410A3}"/>
                </a:ext>
              </a:extLst>
            </p:cNvPr>
            <p:cNvSpPr/>
            <p:nvPr/>
          </p:nvSpPr>
          <p:spPr>
            <a:xfrm>
              <a:off x="6359925" y="370625"/>
              <a:ext cx="3225" cy="4025"/>
            </a:xfrm>
            <a:custGeom>
              <a:avLst/>
              <a:gdLst/>
              <a:ahLst/>
              <a:cxnLst/>
              <a:rect l="l" t="t" r="r" b="b"/>
              <a:pathLst>
                <a:path w="129" h="161" extrusionOk="0">
                  <a:moveTo>
                    <a:pt x="82" y="1"/>
                  </a:moveTo>
                  <a:cubicBezTo>
                    <a:pt x="78" y="1"/>
                    <a:pt x="75" y="2"/>
                    <a:pt x="70" y="4"/>
                  </a:cubicBezTo>
                  <a:lnTo>
                    <a:pt x="58" y="4"/>
                  </a:lnTo>
                  <a:cubicBezTo>
                    <a:pt x="35" y="16"/>
                    <a:pt x="0" y="97"/>
                    <a:pt x="35" y="133"/>
                  </a:cubicBezTo>
                  <a:cubicBezTo>
                    <a:pt x="42" y="152"/>
                    <a:pt x="55" y="160"/>
                    <a:pt x="68" y="160"/>
                  </a:cubicBezTo>
                  <a:cubicBezTo>
                    <a:pt x="78" y="160"/>
                    <a:pt x="88" y="154"/>
                    <a:pt x="94" y="144"/>
                  </a:cubicBezTo>
                  <a:cubicBezTo>
                    <a:pt x="117" y="109"/>
                    <a:pt x="128" y="86"/>
                    <a:pt x="117" y="39"/>
                  </a:cubicBezTo>
                  <a:cubicBezTo>
                    <a:pt x="107" y="20"/>
                    <a:pt x="98" y="1"/>
                    <a:pt x="8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3" name="Google Shape;2877;p46">
              <a:extLst>
                <a:ext uri="{FF2B5EF4-FFF2-40B4-BE49-F238E27FC236}">
                  <a16:creationId xmlns:a16="http://schemas.microsoft.com/office/drawing/2014/main" id="{B551B689-0D6F-4C9C-A8E2-1D44EAF3CD97}"/>
                </a:ext>
              </a:extLst>
            </p:cNvPr>
            <p:cNvSpPr/>
            <p:nvPr/>
          </p:nvSpPr>
          <p:spPr>
            <a:xfrm>
              <a:off x="6408975" y="398950"/>
              <a:ext cx="4075" cy="5375"/>
            </a:xfrm>
            <a:custGeom>
              <a:avLst/>
              <a:gdLst/>
              <a:ahLst/>
              <a:cxnLst/>
              <a:rect l="l" t="t" r="r" b="b"/>
              <a:pathLst>
                <a:path w="163" h="215" extrusionOk="0">
                  <a:moveTo>
                    <a:pt x="100" y="0"/>
                  </a:moveTo>
                  <a:lnTo>
                    <a:pt x="100" y="0"/>
                  </a:lnTo>
                  <a:cubicBezTo>
                    <a:pt x="94" y="0"/>
                    <a:pt x="89" y="2"/>
                    <a:pt x="82" y="4"/>
                  </a:cubicBezTo>
                  <a:cubicBezTo>
                    <a:pt x="82" y="4"/>
                    <a:pt x="71" y="4"/>
                    <a:pt x="59" y="16"/>
                  </a:cubicBezTo>
                  <a:cubicBezTo>
                    <a:pt x="24" y="28"/>
                    <a:pt x="1" y="74"/>
                    <a:pt x="1" y="132"/>
                  </a:cubicBezTo>
                  <a:cubicBezTo>
                    <a:pt x="1" y="168"/>
                    <a:pt x="24" y="215"/>
                    <a:pt x="59" y="215"/>
                  </a:cubicBezTo>
                  <a:cubicBezTo>
                    <a:pt x="71" y="203"/>
                    <a:pt x="82" y="203"/>
                    <a:pt x="82" y="203"/>
                  </a:cubicBezTo>
                  <a:cubicBezTo>
                    <a:pt x="147" y="181"/>
                    <a:pt x="162" y="0"/>
                    <a:pt x="10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4" name="Google Shape;2878;p46">
              <a:extLst>
                <a:ext uri="{FF2B5EF4-FFF2-40B4-BE49-F238E27FC236}">
                  <a16:creationId xmlns:a16="http://schemas.microsoft.com/office/drawing/2014/main" id="{AB75F44E-C50E-4E12-A4ED-DD62821EAEB4}"/>
                </a:ext>
              </a:extLst>
            </p:cNvPr>
            <p:cNvSpPr/>
            <p:nvPr/>
          </p:nvSpPr>
          <p:spPr>
            <a:xfrm>
              <a:off x="6426500" y="383175"/>
              <a:ext cx="5300" cy="7400"/>
            </a:xfrm>
            <a:custGeom>
              <a:avLst/>
              <a:gdLst/>
              <a:ahLst/>
              <a:cxnLst/>
              <a:rect l="l" t="t" r="r" b="b"/>
              <a:pathLst>
                <a:path w="212" h="296" extrusionOk="0">
                  <a:moveTo>
                    <a:pt x="145" y="0"/>
                  </a:moveTo>
                  <a:cubicBezTo>
                    <a:pt x="140" y="0"/>
                    <a:pt x="135" y="2"/>
                    <a:pt x="129" y="5"/>
                  </a:cubicBezTo>
                  <a:cubicBezTo>
                    <a:pt x="35" y="39"/>
                    <a:pt x="1" y="203"/>
                    <a:pt x="82" y="285"/>
                  </a:cubicBezTo>
                  <a:cubicBezTo>
                    <a:pt x="90" y="292"/>
                    <a:pt x="97" y="295"/>
                    <a:pt x="103" y="295"/>
                  </a:cubicBezTo>
                  <a:cubicBezTo>
                    <a:pt x="127" y="295"/>
                    <a:pt x="143" y="252"/>
                    <a:pt x="152" y="215"/>
                  </a:cubicBezTo>
                  <a:lnTo>
                    <a:pt x="152" y="215"/>
                  </a:lnTo>
                  <a:cubicBezTo>
                    <a:pt x="152" y="238"/>
                    <a:pt x="152" y="262"/>
                    <a:pt x="141" y="285"/>
                  </a:cubicBezTo>
                  <a:cubicBezTo>
                    <a:pt x="164" y="273"/>
                    <a:pt x="176" y="262"/>
                    <a:pt x="188" y="238"/>
                  </a:cubicBezTo>
                  <a:cubicBezTo>
                    <a:pt x="199" y="203"/>
                    <a:pt x="211" y="168"/>
                    <a:pt x="211" y="121"/>
                  </a:cubicBezTo>
                  <a:cubicBezTo>
                    <a:pt x="211" y="70"/>
                    <a:pt x="184" y="0"/>
                    <a:pt x="14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5" name="Google Shape;2879;p46">
              <a:extLst>
                <a:ext uri="{FF2B5EF4-FFF2-40B4-BE49-F238E27FC236}">
                  <a16:creationId xmlns:a16="http://schemas.microsoft.com/office/drawing/2014/main" id="{93C0D53F-648C-4CA0-8604-613650DB33D5}"/>
                </a:ext>
              </a:extLst>
            </p:cNvPr>
            <p:cNvSpPr/>
            <p:nvPr/>
          </p:nvSpPr>
          <p:spPr>
            <a:xfrm>
              <a:off x="6409850" y="378175"/>
              <a:ext cx="3825" cy="4825"/>
            </a:xfrm>
            <a:custGeom>
              <a:avLst/>
              <a:gdLst/>
              <a:ahLst/>
              <a:cxnLst/>
              <a:rect l="l" t="t" r="r" b="b"/>
              <a:pathLst>
                <a:path w="153" h="193" extrusionOk="0">
                  <a:moveTo>
                    <a:pt x="62" y="0"/>
                  </a:moveTo>
                  <a:cubicBezTo>
                    <a:pt x="26" y="0"/>
                    <a:pt x="1" y="48"/>
                    <a:pt x="1" y="88"/>
                  </a:cubicBezTo>
                  <a:lnTo>
                    <a:pt x="1" y="99"/>
                  </a:lnTo>
                  <a:cubicBezTo>
                    <a:pt x="1" y="122"/>
                    <a:pt x="1" y="169"/>
                    <a:pt x="24" y="192"/>
                  </a:cubicBezTo>
                  <a:lnTo>
                    <a:pt x="47" y="192"/>
                  </a:lnTo>
                  <a:cubicBezTo>
                    <a:pt x="71" y="192"/>
                    <a:pt x="71" y="181"/>
                    <a:pt x="83" y="169"/>
                  </a:cubicBezTo>
                  <a:lnTo>
                    <a:pt x="94" y="158"/>
                  </a:lnTo>
                  <a:cubicBezTo>
                    <a:pt x="117" y="158"/>
                    <a:pt x="153" y="88"/>
                    <a:pt x="117" y="52"/>
                  </a:cubicBezTo>
                  <a:cubicBezTo>
                    <a:pt x="106" y="41"/>
                    <a:pt x="106" y="18"/>
                    <a:pt x="83" y="5"/>
                  </a:cubicBezTo>
                  <a:cubicBezTo>
                    <a:pt x="75" y="2"/>
                    <a:pt x="68" y="0"/>
                    <a:pt x="6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6" name="Google Shape;2880;p46">
              <a:extLst>
                <a:ext uri="{FF2B5EF4-FFF2-40B4-BE49-F238E27FC236}">
                  <a16:creationId xmlns:a16="http://schemas.microsoft.com/office/drawing/2014/main" id="{BD45D7A2-9273-4FD5-849D-EC7A06092BF7}"/>
                </a:ext>
              </a:extLst>
            </p:cNvPr>
            <p:cNvSpPr/>
            <p:nvPr/>
          </p:nvSpPr>
          <p:spPr>
            <a:xfrm>
              <a:off x="6418150" y="395500"/>
              <a:ext cx="2825" cy="4125"/>
            </a:xfrm>
            <a:custGeom>
              <a:avLst/>
              <a:gdLst/>
              <a:ahLst/>
              <a:cxnLst/>
              <a:rect l="l" t="t" r="r" b="b"/>
              <a:pathLst>
                <a:path w="113" h="165" extrusionOk="0">
                  <a:moveTo>
                    <a:pt x="79" y="0"/>
                  </a:moveTo>
                  <a:cubicBezTo>
                    <a:pt x="43" y="0"/>
                    <a:pt x="1" y="72"/>
                    <a:pt x="42" y="130"/>
                  </a:cubicBezTo>
                  <a:cubicBezTo>
                    <a:pt x="42" y="142"/>
                    <a:pt x="42" y="142"/>
                    <a:pt x="54" y="154"/>
                  </a:cubicBezTo>
                  <a:cubicBezTo>
                    <a:pt x="62" y="161"/>
                    <a:pt x="69" y="165"/>
                    <a:pt x="75" y="165"/>
                  </a:cubicBezTo>
                  <a:cubicBezTo>
                    <a:pt x="98" y="165"/>
                    <a:pt x="112" y="123"/>
                    <a:pt x="112" y="96"/>
                  </a:cubicBezTo>
                  <a:lnTo>
                    <a:pt x="112" y="37"/>
                  </a:lnTo>
                  <a:cubicBezTo>
                    <a:pt x="106" y="11"/>
                    <a:pt x="93" y="0"/>
                    <a:pt x="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7" name="Google Shape;2881;p46">
              <a:extLst>
                <a:ext uri="{FF2B5EF4-FFF2-40B4-BE49-F238E27FC236}">
                  <a16:creationId xmlns:a16="http://schemas.microsoft.com/office/drawing/2014/main" id="{DE2767F5-FB80-4DE7-B3CF-DC8ACBCDCADE}"/>
                </a:ext>
              </a:extLst>
            </p:cNvPr>
            <p:cNvSpPr/>
            <p:nvPr/>
          </p:nvSpPr>
          <p:spPr>
            <a:xfrm>
              <a:off x="6375775" y="351925"/>
              <a:ext cx="3950" cy="5475"/>
            </a:xfrm>
            <a:custGeom>
              <a:avLst/>
              <a:gdLst/>
              <a:ahLst/>
              <a:cxnLst/>
              <a:rect l="l" t="t" r="r" b="b"/>
              <a:pathLst>
                <a:path w="158" h="219" extrusionOk="0">
                  <a:moveTo>
                    <a:pt x="95" y="0"/>
                  </a:moveTo>
                  <a:lnTo>
                    <a:pt x="95" y="0"/>
                  </a:lnTo>
                  <a:cubicBezTo>
                    <a:pt x="90" y="0"/>
                    <a:pt x="84" y="2"/>
                    <a:pt x="78" y="4"/>
                  </a:cubicBezTo>
                  <a:cubicBezTo>
                    <a:pt x="25" y="26"/>
                    <a:pt x="1" y="218"/>
                    <a:pt x="62" y="218"/>
                  </a:cubicBezTo>
                  <a:cubicBezTo>
                    <a:pt x="67" y="218"/>
                    <a:pt x="72" y="217"/>
                    <a:pt x="78" y="214"/>
                  </a:cubicBezTo>
                  <a:cubicBezTo>
                    <a:pt x="133" y="193"/>
                    <a:pt x="157" y="0"/>
                    <a:pt x="9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8" name="Google Shape;2882;p46">
              <a:extLst>
                <a:ext uri="{FF2B5EF4-FFF2-40B4-BE49-F238E27FC236}">
                  <a16:creationId xmlns:a16="http://schemas.microsoft.com/office/drawing/2014/main" id="{07CF05F1-97E2-465F-8514-B730D9392418}"/>
                </a:ext>
              </a:extLst>
            </p:cNvPr>
            <p:cNvSpPr/>
            <p:nvPr/>
          </p:nvSpPr>
          <p:spPr>
            <a:xfrm>
              <a:off x="6336550" y="348100"/>
              <a:ext cx="3825" cy="5550"/>
            </a:xfrm>
            <a:custGeom>
              <a:avLst/>
              <a:gdLst/>
              <a:ahLst/>
              <a:cxnLst/>
              <a:rect l="l" t="t" r="r" b="b"/>
              <a:pathLst>
                <a:path w="153" h="222" extrusionOk="0">
                  <a:moveTo>
                    <a:pt x="110" y="0"/>
                  </a:moveTo>
                  <a:cubicBezTo>
                    <a:pt x="105" y="0"/>
                    <a:pt x="100" y="2"/>
                    <a:pt x="94" y="6"/>
                  </a:cubicBezTo>
                  <a:cubicBezTo>
                    <a:pt x="35" y="29"/>
                    <a:pt x="1" y="134"/>
                    <a:pt x="59" y="204"/>
                  </a:cubicBezTo>
                  <a:cubicBezTo>
                    <a:pt x="68" y="216"/>
                    <a:pt x="76" y="221"/>
                    <a:pt x="84" y="221"/>
                  </a:cubicBezTo>
                  <a:cubicBezTo>
                    <a:pt x="106" y="221"/>
                    <a:pt x="120" y="180"/>
                    <a:pt x="129" y="146"/>
                  </a:cubicBezTo>
                  <a:cubicBezTo>
                    <a:pt x="141" y="134"/>
                    <a:pt x="152" y="110"/>
                    <a:pt x="152" y="76"/>
                  </a:cubicBezTo>
                  <a:cubicBezTo>
                    <a:pt x="152" y="46"/>
                    <a:pt x="136" y="0"/>
                    <a:pt x="11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9" name="Google Shape;2883;p46">
              <a:extLst>
                <a:ext uri="{FF2B5EF4-FFF2-40B4-BE49-F238E27FC236}">
                  <a16:creationId xmlns:a16="http://schemas.microsoft.com/office/drawing/2014/main" id="{BDE1DDB7-D2C2-43C4-BF04-A91E0336E8CF}"/>
                </a:ext>
              </a:extLst>
            </p:cNvPr>
            <p:cNvSpPr/>
            <p:nvPr/>
          </p:nvSpPr>
          <p:spPr>
            <a:xfrm>
              <a:off x="6343425" y="327875"/>
              <a:ext cx="4525" cy="4900"/>
            </a:xfrm>
            <a:custGeom>
              <a:avLst/>
              <a:gdLst/>
              <a:ahLst/>
              <a:cxnLst/>
              <a:rect l="l" t="t" r="r" b="b"/>
              <a:pathLst>
                <a:path w="181" h="196" extrusionOk="0">
                  <a:moveTo>
                    <a:pt x="80" y="0"/>
                  </a:moveTo>
                  <a:cubicBezTo>
                    <a:pt x="31" y="0"/>
                    <a:pt x="1" y="141"/>
                    <a:pt x="53" y="172"/>
                  </a:cubicBezTo>
                  <a:cubicBezTo>
                    <a:pt x="76" y="184"/>
                    <a:pt x="87" y="195"/>
                    <a:pt x="100" y="195"/>
                  </a:cubicBezTo>
                  <a:cubicBezTo>
                    <a:pt x="146" y="195"/>
                    <a:pt x="181" y="90"/>
                    <a:pt x="146" y="44"/>
                  </a:cubicBezTo>
                  <a:cubicBezTo>
                    <a:pt x="134" y="20"/>
                    <a:pt x="123" y="20"/>
                    <a:pt x="100" y="8"/>
                  </a:cubicBezTo>
                  <a:cubicBezTo>
                    <a:pt x="93" y="3"/>
                    <a:pt x="86" y="0"/>
                    <a:pt x="8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423880772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46" name="Google Shape;422;p24">
            <a:extLst>
              <a:ext uri="{FF2B5EF4-FFF2-40B4-BE49-F238E27FC236}">
                <a16:creationId xmlns:a16="http://schemas.microsoft.com/office/drawing/2014/main" id="{E216DBB5-F237-4962-8B59-9829A74243FB}"/>
              </a:ext>
            </a:extLst>
          </p:cNvPr>
          <p:cNvSpPr/>
          <p:nvPr/>
        </p:nvSpPr>
        <p:spPr>
          <a:xfrm>
            <a:off x="620142" y="4227101"/>
            <a:ext cx="23143717" cy="7836859"/>
          </a:xfrm>
          <a:prstGeom prst="rect">
            <a:avLst/>
          </a:prstGeom>
          <a:solidFill>
            <a:schemeClr val="tx1">
              <a:lumMod val="85000"/>
              <a:alpha val="38000"/>
            </a:schemeClr>
          </a:solidFill>
          <a:ln>
            <a:noFill/>
          </a:ln>
        </p:spPr>
        <p:txBody>
          <a:bodyPr spcFirstLastPara="1" wrap="square" lIns="243800" tIns="243800" rIns="243800" bIns="243800" anchor="ctr" anchorCtr="0">
            <a:noAutofit/>
          </a:bodyPr>
          <a:lstStyle/>
          <a:p>
            <a:pPr algn="l" defTabSz="2438430" hangingPunct="1">
              <a:buClr>
                <a:srgbClr val="000000"/>
              </a:buClr>
            </a:pPr>
            <a:endParaRPr sz="3733" b="0" dirty="0">
              <a:solidFill>
                <a:srgbClr val="000000"/>
              </a:solidFill>
              <a:latin typeface="Arial"/>
              <a:ea typeface="+mn-ea"/>
              <a:cs typeface="Arial"/>
              <a:sym typeface="Arial"/>
            </a:endParaRPr>
          </a:p>
        </p:txBody>
      </p:sp>
      <p:sp>
        <p:nvSpPr>
          <p:cNvPr id="24" name="Rectángulo 23">
            <a:extLst>
              <a:ext uri="{FF2B5EF4-FFF2-40B4-BE49-F238E27FC236}">
                <a16:creationId xmlns:a16="http://schemas.microsoft.com/office/drawing/2014/main" id="{966D5083-9C6E-47AC-8BCC-D59EF7DBECFF}"/>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5" name="CuadroTexto 24">
            <a:extLst>
              <a:ext uri="{FF2B5EF4-FFF2-40B4-BE49-F238E27FC236}">
                <a16:creationId xmlns:a16="http://schemas.microsoft.com/office/drawing/2014/main" id="{3A38C81A-9ACE-4973-880F-FE0835E51F58}"/>
              </a:ext>
            </a:extLst>
          </p:cNvPr>
          <p:cNvSpPr txBox="1"/>
          <p:nvPr/>
        </p:nvSpPr>
        <p:spPr>
          <a:xfrm>
            <a:off x="546569" y="806257"/>
            <a:ext cx="19692151"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Terminación Contrato de Aprendizaje</a:t>
            </a:r>
          </a:p>
        </p:txBody>
      </p:sp>
      <p:grpSp>
        <p:nvGrpSpPr>
          <p:cNvPr id="137" name="Google Shape;26276;p90">
            <a:extLst>
              <a:ext uri="{FF2B5EF4-FFF2-40B4-BE49-F238E27FC236}">
                <a16:creationId xmlns:a16="http://schemas.microsoft.com/office/drawing/2014/main" id="{2E66490F-CE0F-4948-B5D2-17693DB9C253}"/>
              </a:ext>
            </a:extLst>
          </p:cNvPr>
          <p:cNvGrpSpPr/>
          <p:nvPr/>
        </p:nvGrpSpPr>
        <p:grpSpPr>
          <a:xfrm>
            <a:off x="948084" y="5895830"/>
            <a:ext cx="19165992" cy="4790789"/>
            <a:chOff x="6796238" y="3234830"/>
            <a:chExt cx="2006845" cy="538742"/>
          </a:xfrm>
          <a:solidFill>
            <a:schemeClr val="bg1">
              <a:lumMod val="50000"/>
            </a:schemeClr>
          </a:solidFill>
        </p:grpSpPr>
        <p:cxnSp>
          <p:nvCxnSpPr>
            <p:cNvPr id="138" name="Google Shape;26278;p90">
              <a:extLst>
                <a:ext uri="{FF2B5EF4-FFF2-40B4-BE49-F238E27FC236}">
                  <a16:creationId xmlns:a16="http://schemas.microsoft.com/office/drawing/2014/main" id="{42DB8927-2A75-4275-9B8F-AE5252F61B30}"/>
                </a:ext>
              </a:extLst>
            </p:cNvPr>
            <p:cNvCxnSpPr>
              <a:cxnSpLocks/>
            </p:cNvCxnSpPr>
            <p:nvPr/>
          </p:nvCxnSpPr>
          <p:spPr>
            <a:xfrm>
              <a:off x="7810957" y="3671462"/>
              <a:ext cx="0" cy="102110"/>
            </a:xfrm>
            <a:prstGeom prst="straightConnector1">
              <a:avLst/>
            </a:prstGeom>
            <a:grpFill/>
            <a:ln w="9525" cap="flat" cmpd="sng">
              <a:solidFill>
                <a:srgbClr val="FF7030"/>
              </a:solidFill>
              <a:prstDash val="solid"/>
              <a:round/>
              <a:headEnd type="none" w="med" len="med"/>
              <a:tailEnd type="diamond" w="med" len="med"/>
            </a:ln>
          </p:spPr>
        </p:cxnSp>
        <p:cxnSp>
          <p:nvCxnSpPr>
            <p:cNvPr id="231" name="Google Shape;26280;p90">
              <a:extLst>
                <a:ext uri="{FF2B5EF4-FFF2-40B4-BE49-F238E27FC236}">
                  <a16:creationId xmlns:a16="http://schemas.microsoft.com/office/drawing/2014/main" id="{3C821E86-7CE5-4D61-893E-FD860F37A536}"/>
                </a:ext>
              </a:extLst>
            </p:cNvPr>
            <p:cNvCxnSpPr>
              <a:cxnSpLocks/>
            </p:cNvCxnSpPr>
            <p:nvPr/>
          </p:nvCxnSpPr>
          <p:spPr>
            <a:xfrm flipH="1" flipV="1">
              <a:off x="7411601" y="3234830"/>
              <a:ext cx="0" cy="94167"/>
            </a:xfrm>
            <a:prstGeom prst="straightConnector1">
              <a:avLst/>
            </a:prstGeom>
            <a:grpFill/>
            <a:ln w="9525" cap="flat" cmpd="sng">
              <a:solidFill>
                <a:srgbClr val="FF7030"/>
              </a:solidFill>
              <a:prstDash val="solid"/>
              <a:round/>
              <a:headEnd type="none" w="med" len="med"/>
              <a:tailEnd type="diamond" w="med" len="med"/>
            </a:ln>
          </p:spPr>
        </p:cxnSp>
        <p:grpSp>
          <p:nvGrpSpPr>
            <p:cNvPr id="232" name="Google Shape;26281;p90">
              <a:extLst>
                <a:ext uri="{FF2B5EF4-FFF2-40B4-BE49-F238E27FC236}">
                  <a16:creationId xmlns:a16="http://schemas.microsoft.com/office/drawing/2014/main" id="{0389AC7A-E064-4A33-BF2C-A5C78F8EC98D}"/>
                </a:ext>
              </a:extLst>
            </p:cNvPr>
            <p:cNvGrpSpPr/>
            <p:nvPr/>
          </p:nvGrpSpPr>
          <p:grpSpPr>
            <a:xfrm>
              <a:off x="6796238" y="3311904"/>
              <a:ext cx="2006845" cy="394482"/>
              <a:chOff x="6796238" y="3311904"/>
              <a:chExt cx="2006845" cy="394482"/>
            </a:xfrm>
            <a:grpFill/>
          </p:grpSpPr>
          <p:sp>
            <p:nvSpPr>
              <p:cNvPr id="233" name="Google Shape;26282;p90">
                <a:extLst>
                  <a:ext uri="{FF2B5EF4-FFF2-40B4-BE49-F238E27FC236}">
                    <a16:creationId xmlns:a16="http://schemas.microsoft.com/office/drawing/2014/main" id="{58B9553E-F074-4DF3-963F-8A0096131F3A}"/>
                  </a:ext>
                </a:extLst>
              </p:cNvPr>
              <p:cNvSpPr/>
              <p:nvPr/>
            </p:nvSpPr>
            <p:spPr>
              <a:xfrm>
                <a:off x="6796238" y="3311904"/>
                <a:ext cx="798025" cy="377697"/>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solidFill>
                <a:srgbClr val="FF7030"/>
              </a:solidFill>
              <a:ln>
                <a:noFill/>
              </a:ln>
            </p:spPr>
            <p:txBody>
              <a:bodyPr spcFirstLastPara="1" wrap="square" lIns="243800" tIns="243800" rIns="243800" bIns="243800" anchor="ctr" anchorCtr="0">
                <a:noAutofit/>
              </a:bodyPr>
              <a:lstStyle/>
              <a:p>
                <a:pPr algn="l" defTabSz="1219215" hangingPunct="1"/>
                <a:endParaRPr sz="4800" b="0" kern="1200">
                  <a:solidFill>
                    <a:prstClr val="black"/>
                  </a:solidFill>
                  <a:latin typeface="Calibri"/>
                  <a:ea typeface="+mn-ea"/>
                  <a:cs typeface="+mn-cs"/>
                </a:endParaRPr>
              </a:p>
            </p:txBody>
          </p:sp>
          <p:sp>
            <p:nvSpPr>
              <p:cNvPr id="234" name="Google Shape;26283;p90">
                <a:extLst>
                  <a:ext uri="{FF2B5EF4-FFF2-40B4-BE49-F238E27FC236}">
                    <a16:creationId xmlns:a16="http://schemas.microsoft.com/office/drawing/2014/main" id="{029BE2C4-D431-4D75-B17E-D3F3FA9D7CE9}"/>
                  </a:ext>
                </a:extLst>
              </p:cNvPr>
              <p:cNvSpPr/>
              <p:nvPr/>
            </p:nvSpPr>
            <p:spPr>
              <a:xfrm>
                <a:off x="8004733" y="3328689"/>
                <a:ext cx="798350" cy="377697"/>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solidFill>
                <a:srgbClr val="FF7030"/>
              </a:solidFill>
              <a:ln>
                <a:noFill/>
              </a:ln>
            </p:spPr>
            <p:txBody>
              <a:bodyPr spcFirstLastPara="1" wrap="square" lIns="243800" tIns="243800" rIns="243800" bIns="243800" anchor="ctr" anchorCtr="0">
                <a:noAutofit/>
              </a:bodyPr>
              <a:lstStyle/>
              <a:p>
                <a:pPr algn="l" defTabSz="1219215" hangingPunct="1"/>
                <a:endParaRPr sz="4800" b="0" kern="1200" dirty="0">
                  <a:solidFill>
                    <a:prstClr val="black"/>
                  </a:solidFill>
                  <a:latin typeface="Calibri"/>
                  <a:ea typeface="+mn-ea"/>
                  <a:cs typeface="+mn-cs"/>
                </a:endParaRPr>
              </a:p>
            </p:txBody>
          </p:sp>
          <p:sp>
            <p:nvSpPr>
              <p:cNvPr id="235" name="Google Shape;26284;p90">
                <a:extLst>
                  <a:ext uri="{FF2B5EF4-FFF2-40B4-BE49-F238E27FC236}">
                    <a16:creationId xmlns:a16="http://schemas.microsoft.com/office/drawing/2014/main" id="{C499D4B9-6A82-4F6E-A075-1D398B0C1BB9}"/>
                  </a:ext>
                </a:extLst>
              </p:cNvPr>
              <p:cNvSpPr/>
              <p:nvPr/>
            </p:nvSpPr>
            <p:spPr>
              <a:xfrm>
                <a:off x="7211704" y="3322005"/>
                <a:ext cx="762823" cy="377697"/>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solidFill>
                <a:srgbClr val="FF7030"/>
              </a:solidFill>
              <a:ln>
                <a:noFill/>
              </a:ln>
            </p:spPr>
            <p:txBody>
              <a:bodyPr spcFirstLastPara="1" wrap="square" lIns="243800" tIns="243800" rIns="243800" bIns="243800" anchor="ctr" anchorCtr="0">
                <a:noAutofit/>
              </a:bodyPr>
              <a:lstStyle/>
              <a:p>
                <a:pPr algn="l" defTabSz="1219215" hangingPunct="1"/>
                <a:endParaRPr sz="4800" b="0" kern="1200" dirty="0">
                  <a:solidFill>
                    <a:prstClr val="black"/>
                  </a:solidFill>
                  <a:latin typeface="Calibri"/>
                  <a:ea typeface="+mn-ea"/>
                  <a:cs typeface="+mn-cs"/>
                </a:endParaRPr>
              </a:p>
            </p:txBody>
          </p:sp>
        </p:grpSp>
      </p:grpSp>
      <p:sp>
        <p:nvSpPr>
          <p:cNvPr id="236" name="Google Shape;26284;p90">
            <a:extLst>
              <a:ext uri="{FF2B5EF4-FFF2-40B4-BE49-F238E27FC236}">
                <a16:creationId xmlns:a16="http://schemas.microsoft.com/office/drawing/2014/main" id="{43585220-8796-4BE4-ABC8-E6625AE23BFC}"/>
              </a:ext>
            </a:extLst>
          </p:cNvPr>
          <p:cNvSpPr/>
          <p:nvPr/>
        </p:nvSpPr>
        <p:spPr>
          <a:xfrm>
            <a:off x="8773676" y="6694868"/>
            <a:ext cx="7285197" cy="3358691"/>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solidFill>
            <a:srgbClr val="FF7030"/>
          </a:solidFill>
          <a:ln>
            <a:noFill/>
          </a:ln>
        </p:spPr>
        <p:txBody>
          <a:bodyPr spcFirstLastPara="1" wrap="square" lIns="243800" tIns="243800" rIns="243800" bIns="243800" anchor="ctr" anchorCtr="0">
            <a:noAutofit/>
          </a:bodyPr>
          <a:lstStyle/>
          <a:p>
            <a:pPr algn="l" defTabSz="1219215" hangingPunct="1"/>
            <a:endParaRPr sz="4800" b="0" kern="1200">
              <a:solidFill>
                <a:prstClr val="black"/>
              </a:solidFill>
              <a:latin typeface="Calibri"/>
              <a:ea typeface="+mn-ea"/>
              <a:cs typeface="+mn-cs"/>
            </a:endParaRPr>
          </a:p>
        </p:txBody>
      </p:sp>
      <p:sp>
        <p:nvSpPr>
          <p:cNvPr id="237" name="43 CuadroTexto">
            <a:extLst>
              <a:ext uri="{FF2B5EF4-FFF2-40B4-BE49-F238E27FC236}">
                <a16:creationId xmlns:a16="http://schemas.microsoft.com/office/drawing/2014/main" id="{07A0B1C1-82AB-44CE-AF34-A0E7115B7BBB}"/>
              </a:ext>
            </a:extLst>
          </p:cNvPr>
          <p:cNvSpPr txBox="1"/>
          <p:nvPr/>
        </p:nvSpPr>
        <p:spPr>
          <a:xfrm>
            <a:off x="1558042" y="7608936"/>
            <a:ext cx="2788765" cy="1348901"/>
          </a:xfrm>
          <a:prstGeom prst="rect">
            <a:avLst/>
          </a:prstGeom>
        </p:spPr>
        <p:txBody>
          <a:bodyPr vert="horz" wrap="square" lIns="243840" tIns="121920" rIns="243840" bIns="121920" rtlCol="0" anchor="ctr">
            <a:noAutofit/>
          </a:bodyPr>
          <a:lstStyle/>
          <a:p>
            <a:pPr defTabSz="1219215" hangingPunct="1"/>
            <a:r>
              <a:rPr lang="es-CO" sz="3200" kern="1200" dirty="0">
                <a:solidFill>
                  <a:prstClr val="black">
                    <a:lumMod val="75000"/>
                    <a:lumOff val="25000"/>
                  </a:prstClr>
                </a:solidFill>
                <a:latin typeface="Calibri"/>
                <a:ea typeface="+mn-ea"/>
                <a:cs typeface="+mn-cs"/>
              </a:rPr>
              <a:t>Por mutuo acuerdo</a:t>
            </a:r>
          </a:p>
        </p:txBody>
      </p:sp>
      <p:sp>
        <p:nvSpPr>
          <p:cNvPr id="238" name="44 CuadroTexto">
            <a:extLst>
              <a:ext uri="{FF2B5EF4-FFF2-40B4-BE49-F238E27FC236}">
                <a16:creationId xmlns:a16="http://schemas.microsoft.com/office/drawing/2014/main" id="{1151B144-8915-4594-A32D-02657D8AFE2D}"/>
              </a:ext>
            </a:extLst>
          </p:cNvPr>
          <p:cNvSpPr txBox="1"/>
          <p:nvPr/>
        </p:nvSpPr>
        <p:spPr>
          <a:xfrm>
            <a:off x="5437074" y="7699760"/>
            <a:ext cx="2788765" cy="1348901"/>
          </a:xfrm>
          <a:prstGeom prst="rect">
            <a:avLst/>
          </a:prstGeom>
        </p:spPr>
        <p:txBody>
          <a:bodyPr vert="horz" wrap="square" lIns="243840" tIns="121920" rIns="243840" bIns="121920" rtlCol="0" anchor="ctr">
            <a:noAutofit/>
          </a:bodyPr>
          <a:lstStyle/>
          <a:p>
            <a:pPr defTabSz="1219215" hangingPunct="1"/>
            <a:r>
              <a:rPr lang="es-CO" sz="3200" kern="1200" dirty="0">
                <a:solidFill>
                  <a:prstClr val="black">
                    <a:lumMod val="75000"/>
                    <a:lumOff val="25000"/>
                  </a:prstClr>
                </a:solidFill>
                <a:latin typeface="Calibri"/>
                <a:ea typeface="+mn-ea"/>
                <a:cs typeface="+mn-cs"/>
              </a:rPr>
              <a:t>Terminación unilateral por parte del aprendiz</a:t>
            </a:r>
          </a:p>
        </p:txBody>
      </p:sp>
      <p:sp>
        <p:nvSpPr>
          <p:cNvPr id="239" name="45 CuadroTexto">
            <a:extLst>
              <a:ext uri="{FF2B5EF4-FFF2-40B4-BE49-F238E27FC236}">
                <a16:creationId xmlns:a16="http://schemas.microsoft.com/office/drawing/2014/main" id="{EBB020AA-D359-46E1-9FF2-FB937A631AB5}"/>
              </a:ext>
            </a:extLst>
          </p:cNvPr>
          <p:cNvSpPr txBox="1"/>
          <p:nvPr/>
        </p:nvSpPr>
        <p:spPr>
          <a:xfrm>
            <a:off x="9160674" y="7512870"/>
            <a:ext cx="2788765" cy="1348901"/>
          </a:xfrm>
          <a:prstGeom prst="rect">
            <a:avLst/>
          </a:prstGeom>
        </p:spPr>
        <p:txBody>
          <a:bodyPr vert="horz" wrap="square" lIns="243840" tIns="121920" rIns="243840" bIns="121920" rtlCol="0" anchor="ctr">
            <a:noAutofit/>
          </a:bodyPr>
          <a:lstStyle/>
          <a:p>
            <a:pPr defTabSz="1219215" hangingPunct="1"/>
            <a:r>
              <a:rPr lang="es-CO" sz="3200" kern="1200" dirty="0">
                <a:solidFill>
                  <a:prstClr val="black">
                    <a:lumMod val="75000"/>
                    <a:lumOff val="25000"/>
                  </a:prstClr>
                </a:solidFill>
                <a:latin typeface="Calibri"/>
                <a:ea typeface="+mn-ea"/>
                <a:cs typeface="+mn-cs"/>
              </a:rPr>
              <a:t>Por bajo rendimiento o faltas disciplinarias </a:t>
            </a:r>
          </a:p>
        </p:txBody>
      </p:sp>
      <p:sp>
        <p:nvSpPr>
          <p:cNvPr id="240" name="46 CuadroTexto">
            <a:extLst>
              <a:ext uri="{FF2B5EF4-FFF2-40B4-BE49-F238E27FC236}">
                <a16:creationId xmlns:a16="http://schemas.microsoft.com/office/drawing/2014/main" id="{8E6D2E29-61A7-410E-BB58-709F15385EB1}"/>
              </a:ext>
            </a:extLst>
          </p:cNvPr>
          <p:cNvSpPr txBox="1"/>
          <p:nvPr/>
        </p:nvSpPr>
        <p:spPr>
          <a:xfrm>
            <a:off x="12576652" y="7735384"/>
            <a:ext cx="3502360" cy="1348901"/>
          </a:xfrm>
          <a:prstGeom prst="rect">
            <a:avLst/>
          </a:prstGeom>
        </p:spPr>
        <p:txBody>
          <a:bodyPr vert="horz" wrap="square" lIns="243840" tIns="121920" rIns="243840" bIns="121920" rtlCol="0" anchor="ctr">
            <a:noAutofit/>
          </a:bodyPr>
          <a:lstStyle/>
          <a:p>
            <a:pPr defTabSz="1219215" hangingPunct="1"/>
            <a:r>
              <a:rPr lang="es-CO" sz="3200" kern="1200" dirty="0">
                <a:solidFill>
                  <a:prstClr val="black">
                    <a:lumMod val="75000"/>
                    <a:lumOff val="25000"/>
                  </a:prstClr>
                </a:solidFill>
                <a:latin typeface="Calibri"/>
                <a:ea typeface="+mn-ea"/>
                <a:cs typeface="+mn-cs"/>
              </a:rPr>
              <a:t>Por incumplimiento de las obligaciones previstas</a:t>
            </a:r>
          </a:p>
        </p:txBody>
      </p:sp>
      <p:sp>
        <p:nvSpPr>
          <p:cNvPr id="241" name="47 CuadroTexto">
            <a:extLst>
              <a:ext uri="{FF2B5EF4-FFF2-40B4-BE49-F238E27FC236}">
                <a16:creationId xmlns:a16="http://schemas.microsoft.com/office/drawing/2014/main" id="{C5C8D767-DC94-46D5-9495-02E6615452CA}"/>
              </a:ext>
            </a:extLst>
          </p:cNvPr>
          <p:cNvSpPr txBox="1"/>
          <p:nvPr/>
        </p:nvSpPr>
        <p:spPr>
          <a:xfrm>
            <a:off x="16637314" y="7644635"/>
            <a:ext cx="2788765" cy="1348901"/>
          </a:xfrm>
          <a:prstGeom prst="rect">
            <a:avLst/>
          </a:prstGeom>
        </p:spPr>
        <p:txBody>
          <a:bodyPr vert="horz" wrap="square" lIns="243840" tIns="121920" rIns="243840" bIns="121920" rtlCol="0" anchor="ctr">
            <a:noAutofit/>
          </a:bodyPr>
          <a:lstStyle/>
          <a:p>
            <a:pPr defTabSz="1219215" hangingPunct="1"/>
            <a:r>
              <a:rPr lang="es-CO" sz="3200" kern="1200" dirty="0">
                <a:solidFill>
                  <a:prstClr val="black">
                    <a:lumMod val="75000"/>
                    <a:lumOff val="25000"/>
                  </a:prstClr>
                </a:solidFill>
                <a:latin typeface="Calibri"/>
                <a:ea typeface="+mn-ea"/>
                <a:cs typeface="+mn-cs"/>
              </a:rPr>
              <a:t>Por deserción</a:t>
            </a:r>
          </a:p>
        </p:txBody>
      </p:sp>
      <p:cxnSp>
        <p:nvCxnSpPr>
          <p:cNvPr id="242" name="Google Shape;26280;p90">
            <a:extLst>
              <a:ext uri="{FF2B5EF4-FFF2-40B4-BE49-F238E27FC236}">
                <a16:creationId xmlns:a16="http://schemas.microsoft.com/office/drawing/2014/main" id="{8A2BC383-F2E4-4DE7-9294-6D2B0C9A7223}"/>
              </a:ext>
            </a:extLst>
          </p:cNvPr>
          <p:cNvCxnSpPr>
            <a:cxnSpLocks/>
          </p:cNvCxnSpPr>
          <p:nvPr/>
        </p:nvCxnSpPr>
        <p:spPr>
          <a:xfrm flipH="1" flipV="1">
            <a:off x="14327829" y="5895833"/>
            <a:ext cx="0" cy="837384"/>
          </a:xfrm>
          <a:prstGeom prst="straightConnector1">
            <a:avLst/>
          </a:prstGeom>
          <a:solidFill>
            <a:schemeClr val="bg1">
              <a:lumMod val="50000"/>
            </a:schemeClr>
          </a:solidFill>
          <a:ln w="9525" cap="flat" cmpd="sng">
            <a:solidFill>
              <a:srgbClr val="FF7030"/>
            </a:solidFill>
            <a:prstDash val="solid"/>
            <a:round/>
            <a:headEnd type="none" w="med" len="med"/>
            <a:tailEnd type="diamond" w="med" len="med"/>
          </a:ln>
        </p:spPr>
      </p:cxnSp>
      <p:sp>
        <p:nvSpPr>
          <p:cNvPr id="243" name="50 CuadroTexto">
            <a:extLst>
              <a:ext uri="{FF2B5EF4-FFF2-40B4-BE49-F238E27FC236}">
                <a16:creationId xmlns:a16="http://schemas.microsoft.com/office/drawing/2014/main" id="{87B9910D-70F5-42BB-87EA-133857E625B4}"/>
              </a:ext>
            </a:extLst>
          </p:cNvPr>
          <p:cNvSpPr txBox="1"/>
          <p:nvPr/>
        </p:nvSpPr>
        <p:spPr>
          <a:xfrm>
            <a:off x="5098246" y="4463478"/>
            <a:ext cx="3445829" cy="1348901"/>
          </a:xfrm>
          <a:prstGeom prst="rect">
            <a:avLst/>
          </a:prstGeom>
        </p:spPr>
        <p:txBody>
          <a:bodyPr vert="horz" wrap="square" lIns="243840" tIns="121920" rIns="243840" bIns="121920" rtlCol="0" anchor="ctr">
            <a:noAutofit/>
          </a:bodyPr>
          <a:lstStyle/>
          <a:p>
            <a:pPr defTabSz="1219215" hangingPunct="1"/>
            <a:r>
              <a:rPr lang="es-CO" sz="2800" b="0" kern="1200" dirty="0">
                <a:solidFill>
                  <a:prstClr val="black">
                    <a:lumMod val="75000"/>
                    <a:lumOff val="25000"/>
                  </a:prstClr>
                </a:solidFill>
                <a:latin typeface="Calibri"/>
                <a:ea typeface="+mn-ea"/>
                <a:cs typeface="+mn-cs"/>
              </a:rPr>
              <a:t>Es falta grave según el Reglamento del Aprendiz</a:t>
            </a:r>
          </a:p>
        </p:txBody>
      </p:sp>
      <p:sp>
        <p:nvSpPr>
          <p:cNvPr id="244" name="50 CuadroTexto">
            <a:extLst>
              <a:ext uri="{FF2B5EF4-FFF2-40B4-BE49-F238E27FC236}">
                <a16:creationId xmlns:a16="http://schemas.microsoft.com/office/drawing/2014/main" id="{E8337DDB-DEC9-4555-8826-AC07E01D3E4C}"/>
              </a:ext>
            </a:extLst>
          </p:cNvPr>
          <p:cNvSpPr txBox="1"/>
          <p:nvPr/>
        </p:nvSpPr>
        <p:spPr>
          <a:xfrm>
            <a:off x="8999510" y="10597038"/>
            <a:ext cx="3310005" cy="1348901"/>
          </a:xfrm>
          <a:prstGeom prst="rect">
            <a:avLst/>
          </a:prstGeom>
        </p:spPr>
        <p:txBody>
          <a:bodyPr vert="horz" wrap="square" lIns="243840" tIns="121920" rIns="243840" bIns="121920" rtlCol="0" anchor="ctr">
            <a:noAutofit/>
          </a:bodyPr>
          <a:lstStyle/>
          <a:p>
            <a:pPr defTabSz="1219215" hangingPunct="1"/>
            <a:r>
              <a:rPr lang="es-ES" sz="2800" b="0" kern="1200" dirty="0">
                <a:solidFill>
                  <a:prstClr val="black">
                    <a:lumMod val="75000"/>
                    <a:lumOff val="25000"/>
                  </a:prstClr>
                </a:solidFill>
                <a:latin typeface="Calibri"/>
                <a:ea typeface="+mn-ea"/>
                <a:cs typeface="+mn-cs"/>
              </a:rPr>
              <a:t>Dentro del SENA y/o empresa</a:t>
            </a:r>
          </a:p>
        </p:txBody>
      </p:sp>
      <p:sp>
        <p:nvSpPr>
          <p:cNvPr id="245" name="CuadroTexto 244">
            <a:extLst>
              <a:ext uri="{FF2B5EF4-FFF2-40B4-BE49-F238E27FC236}">
                <a16:creationId xmlns:a16="http://schemas.microsoft.com/office/drawing/2014/main" id="{EB37FA58-A617-4D1A-AFC2-5DA28570DB49}"/>
              </a:ext>
            </a:extLst>
          </p:cNvPr>
          <p:cNvSpPr txBox="1"/>
          <p:nvPr/>
        </p:nvSpPr>
        <p:spPr>
          <a:xfrm>
            <a:off x="12746528" y="4678904"/>
            <a:ext cx="3093403" cy="954107"/>
          </a:xfrm>
          <a:prstGeom prst="rect">
            <a:avLst/>
          </a:prstGeom>
          <a:noFill/>
        </p:spPr>
        <p:txBody>
          <a:bodyPr wrap="square">
            <a:spAutoFit/>
          </a:bodyPr>
          <a:lstStyle/>
          <a:p>
            <a:pPr defTabSz="1219215" hangingPunct="1"/>
            <a:r>
              <a:rPr lang="es-CO" sz="2800" b="0" kern="1200" dirty="0">
                <a:solidFill>
                  <a:prstClr val="black">
                    <a:lumMod val="75000"/>
                    <a:lumOff val="25000"/>
                  </a:prstClr>
                </a:solidFill>
                <a:latin typeface="Calibri"/>
                <a:ea typeface="+mn-ea"/>
                <a:cs typeface="+mn-cs"/>
              </a:rPr>
              <a:t>Por cualquiera de las dos partes</a:t>
            </a:r>
          </a:p>
        </p:txBody>
      </p:sp>
      <p:grpSp>
        <p:nvGrpSpPr>
          <p:cNvPr id="313" name="Google Shape;1146;p31">
            <a:extLst>
              <a:ext uri="{FF2B5EF4-FFF2-40B4-BE49-F238E27FC236}">
                <a16:creationId xmlns:a16="http://schemas.microsoft.com/office/drawing/2014/main" id="{5392F40A-693F-429C-886F-3BB680764C3C}"/>
              </a:ext>
            </a:extLst>
          </p:cNvPr>
          <p:cNvGrpSpPr/>
          <p:nvPr/>
        </p:nvGrpSpPr>
        <p:grpSpPr>
          <a:xfrm>
            <a:off x="19374180" y="8477326"/>
            <a:ext cx="4711079" cy="7164364"/>
            <a:chOff x="2508350" y="4693575"/>
            <a:chExt cx="369100" cy="695475"/>
          </a:xfrm>
        </p:grpSpPr>
        <p:sp>
          <p:nvSpPr>
            <p:cNvPr id="314" name="Google Shape;1147;p31">
              <a:extLst>
                <a:ext uri="{FF2B5EF4-FFF2-40B4-BE49-F238E27FC236}">
                  <a16:creationId xmlns:a16="http://schemas.microsoft.com/office/drawing/2014/main" id="{20C7BB35-F44D-4778-8CA6-EA4675A6A172}"/>
                </a:ext>
              </a:extLst>
            </p:cNvPr>
            <p:cNvSpPr/>
            <p:nvPr/>
          </p:nvSpPr>
          <p:spPr>
            <a:xfrm>
              <a:off x="2508350" y="4693575"/>
              <a:ext cx="369100" cy="429100"/>
            </a:xfrm>
            <a:custGeom>
              <a:avLst/>
              <a:gdLst/>
              <a:ahLst/>
              <a:cxnLst/>
              <a:rect l="l" t="t" r="r" b="b"/>
              <a:pathLst>
                <a:path w="14764" h="17164" extrusionOk="0">
                  <a:moveTo>
                    <a:pt x="7382" y="0"/>
                  </a:moveTo>
                  <a:cubicBezTo>
                    <a:pt x="5868" y="0"/>
                    <a:pt x="2502" y="763"/>
                    <a:pt x="1618" y="3590"/>
                  </a:cubicBezTo>
                  <a:cubicBezTo>
                    <a:pt x="723" y="6426"/>
                    <a:pt x="1221" y="7352"/>
                    <a:pt x="1058" y="8948"/>
                  </a:cubicBezTo>
                  <a:cubicBezTo>
                    <a:pt x="895" y="10554"/>
                    <a:pt x="407" y="10554"/>
                    <a:pt x="204" y="11978"/>
                  </a:cubicBezTo>
                  <a:cubicBezTo>
                    <a:pt x="1" y="13401"/>
                    <a:pt x="1109" y="13534"/>
                    <a:pt x="1424" y="14551"/>
                  </a:cubicBezTo>
                  <a:cubicBezTo>
                    <a:pt x="1740" y="15567"/>
                    <a:pt x="855" y="15679"/>
                    <a:pt x="1882" y="17163"/>
                  </a:cubicBezTo>
                  <a:cubicBezTo>
                    <a:pt x="1882" y="17163"/>
                    <a:pt x="2075" y="17052"/>
                    <a:pt x="2431" y="16940"/>
                  </a:cubicBezTo>
                  <a:cubicBezTo>
                    <a:pt x="2187" y="16269"/>
                    <a:pt x="2350" y="15455"/>
                    <a:pt x="2350" y="15455"/>
                  </a:cubicBezTo>
                  <a:lnTo>
                    <a:pt x="2350" y="15455"/>
                  </a:lnTo>
                  <a:cubicBezTo>
                    <a:pt x="2309" y="16015"/>
                    <a:pt x="2512" y="16523"/>
                    <a:pt x="2685" y="16869"/>
                  </a:cubicBezTo>
                  <a:cubicBezTo>
                    <a:pt x="2899" y="16808"/>
                    <a:pt x="3143" y="16757"/>
                    <a:pt x="3437" y="16726"/>
                  </a:cubicBezTo>
                  <a:cubicBezTo>
                    <a:pt x="3254" y="16340"/>
                    <a:pt x="3061" y="15821"/>
                    <a:pt x="3132" y="15425"/>
                  </a:cubicBezTo>
                  <a:cubicBezTo>
                    <a:pt x="3265" y="14713"/>
                    <a:pt x="3204" y="14368"/>
                    <a:pt x="3112" y="14072"/>
                  </a:cubicBezTo>
                  <a:lnTo>
                    <a:pt x="3112" y="14072"/>
                  </a:lnTo>
                  <a:cubicBezTo>
                    <a:pt x="3112" y="14072"/>
                    <a:pt x="3519" y="14560"/>
                    <a:pt x="3478" y="15170"/>
                  </a:cubicBezTo>
                  <a:cubicBezTo>
                    <a:pt x="3427" y="15811"/>
                    <a:pt x="3590" y="16340"/>
                    <a:pt x="3753" y="16695"/>
                  </a:cubicBezTo>
                  <a:cubicBezTo>
                    <a:pt x="3885" y="16686"/>
                    <a:pt x="4027" y="16675"/>
                    <a:pt x="4169" y="16675"/>
                  </a:cubicBezTo>
                  <a:cubicBezTo>
                    <a:pt x="4184" y="16675"/>
                    <a:pt x="4198" y="16675"/>
                    <a:pt x="4213" y="16675"/>
                  </a:cubicBezTo>
                  <a:cubicBezTo>
                    <a:pt x="5673" y="16675"/>
                    <a:pt x="6114" y="17163"/>
                    <a:pt x="7382" y="17163"/>
                  </a:cubicBezTo>
                  <a:cubicBezTo>
                    <a:pt x="8623" y="17163"/>
                    <a:pt x="9070" y="16695"/>
                    <a:pt x="10443" y="16675"/>
                  </a:cubicBezTo>
                  <a:cubicBezTo>
                    <a:pt x="10626" y="16329"/>
                    <a:pt x="10778" y="15862"/>
                    <a:pt x="10789" y="15303"/>
                  </a:cubicBezTo>
                  <a:cubicBezTo>
                    <a:pt x="10799" y="14205"/>
                    <a:pt x="10941" y="13737"/>
                    <a:pt x="11185" y="13422"/>
                  </a:cubicBezTo>
                  <a:lnTo>
                    <a:pt x="11185" y="13422"/>
                  </a:lnTo>
                  <a:cubicBezTo>
                    <a:pt x="11185" y="13422"/>
                    <a:pt x="11022" y="13889"/>
                    <a:pt x="11033" y="14530"/>
                  </a:cubicBezTo>
                  <a:cubicBezTo>
                    <a:pt x="11043" y="15018"/>
                    <a:pt x="11256" y="15872"/>
                    <a:pt x="11063" y="16695"/>
                  </a:cubicBezTo>
                  <a:cubicBezTo>
                    <a:pt x="11521" y="16736"/>
                    <a:pt x="11897" y="16808"/>
                    <a:pt x="12181" y="16889"/>
                  </a:cubicBezTo>
                  <a:cubicBezTo>
                    <a:pt x="12344" y="16503"/>
                    <a:pt x="12497" y="15954"/>
                    <a:pt x="12477" y="15353"/>
                  </a:cubicBezTo>
                  <a:lnTo>
                    <a:pt x="12477" y="15353"/>
                  </a:lnTo>
                  <a:cubicBezTo>
                    <a:pt x="12477" y="15354"/>
                    <a:pt x="12619" y="16065"/>
                    <a:pt x="12456" y="16980"/>
                  </a:cubicBezTo>
                  <a:cubicBezTo>
                    <a:pt x="12730" y="17072"/>
                    <a:pt x="12883" y="17163"/>
                    <a:pt x="12883" y="17163"/>
                  </a:cubicBezTo>
                  <a:cubicBezTo>
                    <a:pt x="13900" y="15679"/>
                    <a:pt x="13015" y="15567"/>
                    <a:pt x="13331" y="14551"/>
                  </a:cubicBezTo>
                  <a:cubicBezTo>
                    <a:pt x="13645" y="13534"/>
                    <a:pt x="14764" y="13401"/>
                    <a:pt x="14561" y="11978"/>
                  </a:cubicBezTo>
                  <a:cubicBezTo>
                    <a:pt x="14357" y="10554"/>
                    <a:pt x="13869" y="10554"/>
                    <a:pt x="13706" y="8948"/>
                  </a:cubicBezTo>
                  <a:cubicBezTo>
                    <a:pt x="13534" y="7352"/>
                    <a:pt x="14063" y="6416"/>
                    <a:pt x="13148" y="3590"/>
                  </a:cubicBezTo>
                  <a:cubicBezTo>
                    <a:pt x="12689" y="2171"/>
                    <a:pt x="11121" y="1037"/>
                    <a:pt x="10172" y="1037"/>
                  </a:cubicBezTo>
                  <a:cubicBezTo>
                    <a:pt x="10047" y="1037"/>
                    <a:pt x="9933" y="1057"/>
                    <a:pt x="9833" y="1098"/>
                  </a:cubicBezTo>
                  <a:cubicBezTo>
                    <a:pt x="9833" y="1098"/>
                    <a:pt x="8887" y="0"/>
                    <a:pt x="7382"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 name="Google Shape;1148;p31">
              <a:extLst>
                <a:ext uri="{FF2B5EF4-FFF2-40B4-BE49-F238E27FC236}">
                  <a16:creationId xmlns:a16="http://schemas.microsoft.com/office/drawing/2014/main" id="{A543E1C9-9C96-4E87-9EA3-8A0ABD9369FF}"/>
                </a:ext>
              </a:extLst>
            </p:cNvPr>
            <p:cNvSpPr/>
            <p:nvPr/>
          </p:nvSpPr>
          <p:spPr>
            <a:xfrm>
              <a:off x="2534275" y="4942950"/>
              <a:ext cx="25200" cy="167775"/>
            </a:xfrm>
            <a:custGeom>
              <a:avLst/>
              <a:gdLst/>
              <a:ahLst/>
              <a:cxnLst/>
              <a:rect l="l" t="t" r="r" b="b"/>
              <a:pathLst>
                <a:path w="1008" h="6711" extrusionOk="0">
                  <a:moveTo>
                    <a:pt x="459" y="0"/>
                  </a:moveTo>
                  <a:cubicBezTo>
                    <a:pt x="245" y="722"/>
                    <a:pt x="1" y="1830"/>
                    <a:pt x="418" y="2450"/>
                  </a:cubicBezTo>
                  <a:cubicBezTo>
                    <a:pt x="926" y="3202"/>
                    <a:pt x="956" y="4433"/>
                    <a:pt x="733" y="5206"/>
                  </a:cubicBezTo>
                  <a:cubicBezTo>
                    <a:pt x="540" y="5857"/>
                    <a:pt x="642" y="6476"/>
                    <a:pt x="733" y="6711"/>
                  </a:cubicBezTo>
                  <a:lnTo>
                    <a:pt x="773" y="6700"/>
                  </a:lnTo>
                  <a:cubicBezTo>
                    <a:pt x="764" y="6690"/>
                    <a:pt x="529" y="6009"/>
                    <a:pt x="773" y="5216"/>
                  </a:cubicBezTo>
                  <a:cubicBezTo>
                    <a:pt x="1008" y="4433"/>
                    <a:pt x="967" y="3193"/>
                    <a:pt x="459" y="2430"/>
                  </a:cubicBezTo>
                  <a:cubicBezTo>
                    <a:pt x="41" y="1820"/>
                    <a:pt x="285" y="732"/>
                    <a:pt x="489" y="20"/>
                  </a:cubicBezTo>
                  <a:cubicBezTo>
                    <a:pt x="479" y="10"/>
                    <a:pt x="468" y="10"/>
                    <a:pt x="459" y="0"/>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 name="Google Shape;1149;p31">
              <a:extLst>
                <a:ext uri="{FF2B5EF4-FFF2-40B4-BE49-F238E27FC236}">
                  <a16:creationId xmlns:a16="http://schemas.microsoft.com/office/drawing/2014/main" id="{E7CD2340-D370-45D6-9F42-57A26440ACD7}"/>
                </a:ext>
              </a:extLst>
            </p:cNvPr>
            <p:cNvSpPr/>
            <p:nvPr/>
          </p:nvSpPr>
          <p:spPr>
            <a:xfrm>
              <a:off x="2823800" y="4946225"/>
              <a:ext cx="16300" cy="168575"/>
            </a:xfrm>
            <a:custGeom>
              <a:avLst/>
              <a:gdLst/>
              <a:ahLst/>
              <a:cxnLst/>
              <a:rect l="l" t="t" r="r" b="b"/>
              <a:pathLst>
                <a:path w="652" h="6743" extrusionOk="0">
                  <a:moveTo>
                    <a:pt x="347" y="1"/>
                  </a:moveTo>
                  <a:cubicBezTo>
                    <a:pt x="326" y="1"/>
                    <a:pt x="316" y="1"/>
                    <a:pt x="306" y="11"/>
                  </a:cubicBezTo>
                  <a:cubicBezTo>
                    <a:pt x="458" y="631"/>
                    <a:pt x="652" y="1607"/>
                    <a:pt x="458" y="2136"/>
                  </a:cubicBezTo>
                  <a:cubicBezTo>
                    <a:pt x="164" y="2970"/>
                    <a:pt x="1" y="3478"/>
                    <a:pt x="143" y="4292"/>
                  </a:cubicBezTo>
                  <a:cubicBezTo>
                    <a:pt x="133" y="4221"/>
                    <a:pt x="143" y="4140"/>
                    <a:pt x="153" y="4068"/>
                  </a:cubicBezTo>
                  <a:cubicBezTo>
                    <a:pt x="82" y="3387"/>
                    <a:pt x="234" y="2899"/>
                    <a:pt x="499" y="2147"/>
                  </a:cubicBezTo>
                  <a:cubicBezTo>
                    <a:pt x="621" y="1801"/>
                    <a:pt x="611" y="1241"/>
                    <a:pt x="448" y="479"/>
                  </a:cubicBezTo>
                  <a:cubicBezTo>
                    <a:pt x="417" y="306"/>
                    <a:pt x="377" y="143"/>
                    <a:pt x="347" y="1"/>
                  </a:cubicBezTo>
                  <a:close/>
                  <a:moveTo>
                    <a:pt x="143" y="4292"/>
                  </a:moveTo>
                  <a:cubicBezTo>
                    <a:pt x="173" y="4475"/>
                    <a:pt x="204" y="4637"/>
                    <a:pt x="245" y="4811"/>
                  </a:cubicBezTo>
                  <a:cubicBezTo>
                    <a:pt x="377" y="5410"/>
                    <a:pt x="499" y="5979"/>
                    <a:pt x="245" y="6732"/>
                  </a:cubicBezTo>
                  <a:lnTo>
                    <a:pt x="275" y="6742"/>
                  </a:lnTo>
                  <a:cubicBezTo>
                    <a:pt x="550" y="5979"/>
                    <a:pt x="417" y="5410"/>
                    <a:pt x="286" y="4800"/>
                  </a:cubicBezTo>
                  <a:cubicBezTo>
                    <a:pt x="245" y="4637"/>
                    <a:pt x="214" y="4465"/>
                    <a:pt x="184" y="4292"/>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 name="Google Shape;1150;p31">
              <a:extLst>
                <a:ext uri="{FF2B5EF4-FFF2-40B4-BE49-F238E27FC236}">
                  <a16:creationId xmlns:a16="http://schemas.microsoft.com/office/drawing/2014/main" id="{9FBCC2E0-2D73-4E55-8BB3-D6798D515FB2}"/>
                </a:ext>
              </a:extLst>
            </p:cNvPr>
            <p:cNvSpPr/>
            <p:nvPr/>
          </p:nvSpPr>
          <p:spPr>
            <a:xfrm>
              <a:off x="2827100" y="4953850"/>
              <a:ext cx="36400" cy="99675"/>
            </a:xfrm>
            <a:custGeom>
              <a:avLst/>
              <a:gdLst/>
              <a:ahLst/>
              <a:cxnLst/>
              <a:rect l="l" t="t" r="r" b="b"/>
              <a:pathLst>
                <a:path w="1456" h="3987" extrusionOk="0">
                  <a:moveTo>
                    <a:pt x="1008" y="1"/>
                  </a:moveTo>
                  <a:lnTo>
                    <a:pt x="967" y="21"/>
                  </a:lnTo>
                  <a:cubicBezTo>
                    <a:pt x="977" y="21"/>
                    <a:pt x="1414" y="1008"/>
                    <a:pt x="1017" y="1801"/>
                  </a:cubicBezTo>
                  <a:cubicBezTo>
                    <a:pt x="895" y="2055"/>
                    <a:pt x="743" y="2299"/>
                    <a:pt x="590" y="2533"/>
                  </a:cubicBezTo>
                  <a:cubicBezTo>
                    <a:pt x="326" y="2960"/>
                    <a:pt x="72" y="3356"/>
                    <a:pt x="21" y="3763"/>
                  </a:cubicBezTo>
                  <a:cubicBezTo>
                    <a:pt x="11" y="3835"/>
                    <a:pt x="1" y="3916"/>
                    <a:pt x="11" y="3987"/>
                  </a:cubicBezTo>
                  <a:lnTo>
                    <a:pt x="52" y="3987"/>
                  </a:lnTo>
                  <a:cubicBezTo>
                    <a:pt x="21" y="3519"/>
                    <a:pt x="316" y="3051"/>
                    <a:pt x="631" y="2563"/>
                  </a:cubicBezTo>
                  <a:cubicBezTo>
                    <a:pt x="773" y="2319"/>
                    <a:pt x="926" y="2075"/>
                    <a:pt x="1058" y="1821"/>
                  </a:cubicBezTo>
                  <a:cubicBezTo>
                    <a:pt x="1455" y="1008"/>
                    <a:pt x="1008" y="11"/>
                    <a:pt x="1008"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1151;p31">
              <a:extLst>
                <a:ext uri="{FF2B5EF4-FFF2-40B4-BE49-F238E27FC236}">
                  <a16:creationId xmlns:a16="http://schemas.microsoft.com/office/drawing/2014/main" id="{2A69450D-3B8F-45B3-B97E-6B839AFB8AAF}"/>
                </a:ext>
              </a:extLst>
            </p:cNvPr>
            <p:cNvSpPr/>
            <p:nvPr/>
          </p:nvSpPr>
          <p:spPr>
            <a:xfrm>
              <a:off x="2532750" y="4883700"/>
              <a:ext cx="320300" cy="48075"/>
            </a:xfrm>
            <a:custGeom>
              <a:avLst/>
              <a:gdLst/>
              <a:ahLst/>
              <a:cxnLst/>
              <a:rect l="l" t="t" r="r" b="b"/>
              <a:pathLst>
                <a:path w="12812" h="1923" extrusionOk="0">
                  <a:moveTo>
                    <a:pt x="12751" y="1557"/>
                  </a:moveTo>
                  <a:lnTo>
                    <a:pt x="12751" y="1557"/>
                  </a:lnTo>
                  <a:cubicBezTo>
                    <a:pt x="12771" y="1688"/>
                    <a:pt x="12791" y="1810"/>
                    <a:pt x="12812" y="1923"/>
                  </a:cubicBezTo>
                  <a:lnTo>
                    <a:pt x="12812" y="1923"/>
                  </a:lnTo>
                  <a:cubicBezTo>
                    <a:pt x="12791" y="1810"/>
                    <a:pt x="12771" y="1688"/>
                    <a:pt x="12751" y="1557"/>
                  </a:cubicBezTo>
                  <a:close/>
                  <a:moveTo>
                    <a:pt x="52" y="1557"/>
                  </a:moveTo>
                  <a:cubicBezTo>
                    <a:pt x="41" y="1688"/>
                    <a:pt x="21" y="1810"/>
                    <a:pt x="1" y="1923"/>
                  </a:cubicBezTo>
                  <a:lnTo>
                    <a:pt x="1" y="1923"/>
                  </a:lnTo>
                  <a:cubicBezTo>
                    <a:pt x="21" y="1810"/>
                    <a:pt x="41" y="1688"/>
                    <a:pt x="52" y="1557"/>
                  </a:cubicBezTo>
                  <a:lnTo>
                    <a:pt x="52" y="1557"/>
                  </a:lnTo>
                  <a:close/>
                  <a:moveTo>
                    <a:pt x="12710" y="11"/>
                  </a:moveTo>
                  <a:cubicBezTo>
                    <a:pt x="12700" y="123"/>
                    <a:pt x="12700" y="235"/>
                    <a:pt x="12700" y="346"/>
                  </a:cubicBezTo>
                  <a:lnTo>
                    <a:pt x="12700" y="346"/>
                  </a:lnTo>
                  <a:cubicBezTo>
                    <a:pt x="12700" y="235"/>
                    <a:pt x="12700" y="123"/>
                    <a:pt x="12710" y="11"/>
                  </a:cubicBezTo>
                  <a:lnTo>
                    <a:pt x="12710" y="11"/>
                  </a:lnTo>
                  <a:close/>
                  <a:moveTo>
                    <a:pt x="102" y="1"/>
                  </a:moveTo>
                  <a:lnTo>
                    <a:pt x="102" y="1"/>
                  </a:lnTo>
                  <a:cubicBezTo>
                    <a:pt x="113" y="123"/>
                    <a:pt x="113" y="235"/>
                    <a:pt x="113" y="346"/>
                  </a:cubicBezTo>
                  <a:lnTo>
                    <a:pt x="113" y="346"/>
                  </a:lnTo>
                  <a:cubicBezTo>
                    <a:pt x="113" y="235"/>
                    <a:pt x="113" y="123"/>
                    <a:pt x="102" y="1"/>
                  </a:cubicBezTo>
                  <a:close/>
                </a:path>
              </a:pathLst>
            </a:custGeom>
            <a:solidFill>
              <a:srgbClr val="AC9B9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 name="Google Shape;1152;p31">
              <a:extLst>
                <a:ext uri="{FF2B5EF4-FFF2-40B4-BE49-F238E27FC236}">
                  <a16:creationId xmlns:a16="http://schemas.microsoft.com/office/drawing/2014/main" id="{D7C0D728-8BEF-4D64-BA41-003020562A14}"/>
                </a:ext>
              </a:extLst>
            </p:cNvPr>
            <p:cNvSpPr/>
            <p:nvPr/>
          </p:nvSpPr>
          <p:spPr>
            <a:xfrm>
              <a:off x="2532750" y="4865675"/>
              <a:ext cx="320300" cy="238175"/>
            </a:xfrm>
            <a:custGeom>
              <a:avLst/>
              <a:gdLst/>
              <a:ahLst/>
              <a:cxnLst/>
              <a:rect l="l" t="t" r="r" b="b"/>
              <a:pathLst>
                <a:path w="12812" h="9527" extrusionOk="0">
                  <a:moveTo>
                    <a:pt x="1374" y="1006"/>
                  </a:moveTo>
                  <a:lnTo>
                    <a:pt x="1374" y="1017"/>
                  </a:lnTo>
                  <a:lnTo>
                    <a:pt x="1383" y="1017"/>
                  </a:lnTo>
                  <a:cubicBezTo>
                    <a:pt x="1374" y="1017"/>
                    <a:pt x="1374" y="1017"/>
                    <a:pt x="1374" y="1006"/>
                  </a:cubicBezTo>
                  <a:close/>
                  <a:moveTo>
                    <a:pt x="11429" y="1006"/>
                  </a:moveTo>
                  <a:lnTo>
                    <a:pt x="11429" y="1017"/>
                  </a:lnTo>
                  <a:lnTo>
                    <a:pt x="11440" y="1017"/>
                  </a:lnTo>
                  <a:cubicBezTo>
                    <a:pt x="11440" y="1017"/>
                    <a:pt x="11440" y="1006"/>
                    <a:pt x="11429" y="1006"/>
                  </a:cubicBezTo>
                  <a:close/>
                  <a:moveTo>
                    <a:pt x="1211" y="0"/>
                  </a:moveTo>
                  <a:cubicBezTo>
                    <a:pt x="1211" y="20"/>
                    <a:pt x="1119" y="468"/>
                    <a:pt x="1099" y="631"/>
                  </a:cubicBezTo>
                  <a:cubicBezTo>
                    <a:pt x="1099" y="631"/>
                    <a:pt x="916" y="559"/>
                    <a:pt x="682" y="559"/>
                  </a:cubicBezTo>
                  <a:cubicBezTo>
                    <a:pt x="509" y="559"/>
                    <a:pt x="296" y="600"/>
                    <a:pt x="102" y="722"/>
                  </a:cubicBezTo>
                  <a:cubicBezTo>
                    <a:pt x="113" y="844"/>
                    <a:pt x="113" y="956"/>
                    <a:pt x="113" y="1067"/>
                  </a:cubicBezTo>
                  <a:cubicBezTo>
                    <a:pt x="215" y="945"/>
                    <a:pt x="337" y="854"/>
                    <a:pt x="499" y="814"/>
                  </a:cubicBezTo>
                  <a:lnTo>
                    <a:pt x="509" y="814"/>
                  </a:lnTo>
                  <a:cubicBezTo>
                    <a:pt x="550" y="803"/>
                    <a:pt x="601" y="793"/>
                    <a:pt x="642" y="793"/>
                  </a:cubicBezTo>
                  <a:cubicBezTo>
                    <a:pt x="642" y="793"/>
                    <a:pt x="642" y="783"/>
                    <a:pt x="651" y="783"/>
                  </a:cubicBezTo>
                  <a:lnTo>
                    <a:pt x="773" y="783"/>
                  </a:lnTo>
                  <a:cubicBezTo>
                    <a:pt x="1028" y="783"/>
                    <a:pt x="1221" y="884"/>
                    <a:pt x="1374" y="1017"/>
                  </a:cubicBezTo>
                  <a:cubicBezTo>
                    <a:pt x="1363" y="997"/>
                    <a:pt x="1261" y="600"/>
                    <a:pt x="1211" y="0"/>
                  </a:cubicBezTo>
                  <a:close/>
                  <a:moveTo>
                    <a:pt x="11602" y="0"/>
                  </a:moveTo>
                  <a:cubicBezTo>
                    <a:pt x="11541" y="600"/>
                    <a:pt x="11440" y="997"/>
                    <a:pt x="11440" y="1017"/>
                  </a:cubicBezTo>
                  <a:cubicBezTo>
                    <a:pt x="11582" y="884"/>
                    <a:pt x="11785" y="783"/>
                    <a:pt x="12039" y="783"/>
                  </a:cubicBezTo>
                  <a:lnTo>
                    <a:pt x="12070" y="783"/>
                  </a:lnTo>
                  <a:cubicBezTo>
                    <a:pt x="12141" y="783"/>
                    <a:pt x="12222" y="793"/>
                    <a:pt x="12314" y="814"/>
                  </a:cubicBezTo>
                  <a:cubicBezTo>
                    <a:pt x="12477" y="854"/>
                    <a:pt x="12608" y="945"/>
                    <a:pt x="12700" y="1067"/>
                  </a:cubicBezTo>
                  <a:cubicBezTo>
                    <a:pt x="12700" y="956"/>
                    <a:pt x="12700" y="844"/>
                    <a:pt x="12710" y="732"/>
                  </a:cubicBezTo>
                  <a:cubicBezTo>
                    <a:pt x="12517" y="600"/>
                    <a:pt x="12303" y="559"/>
                    <a:pt x="12131" y="559"/>
                  </a:cubicBezTo>
                  <a:cubicBezTo>
                    <a:pt x="11887" y="559"/>
                    <a:pt x="11704" y="631"/>
                    <a:pt x="11704" y="631"/>
                  </a:cubicBezTo>
                  <a:cubicBezTo>
                    <a:pt x="11693" y="468"/>
                    <a:pt x="11602" y="20"/>
                    <a:pt x="11602" y="0"/>
                  </a:cubicBezTo>
                  <a:close/>
                  <a:moveTo>
                    <a:pt x="52" y="2278"/>
                  </a:moveTo>
                  <a:cubicBezTo>
                    <a:pt x="41" y="2409"/>
                    <a:pt x="21" y="2531"/>
                    <a:pt x="1" y="2644"/>
                  </a:cubicBezTo>
                  <a:cubicBezTo>
                    <a:pt x="133" y="2816"/>
                    <a:pt x="296" y="2969"/>
                    <a:pt x="520" y="3091"/>
                  </a:cubicBezTo>
                  <a:cubicBezTo>
                    <a:pt x="540" y="3010"/>
                    <a:pt x="570" y="2928"/>
                    <a:pt x="590" y="2857"/>
                  </a:cubicBezTo>
                  <a:cubicBezTo>
                    <a:pt x="387" y="2735"/>
                    <a:pt x="194" y="2542"/>
                    <a:pt x="52" y="2278"/>
                  </a:cubicBezTo>
                  <a:close/>
                  <a:moveTo>
                    <a:pt x="12751" y="2278"/>
                  </a:moveTo>
                  <a:cubicBezTo>
                    <a:pt x="12547" y="2674"/>
                    <a:pt x="12233" y="2898"/>
                    <a:pt x="11917" y="2979"/>
                  </a:cubicBezTo>
                  <a:cubicBezTo>
                    <a:pt x="11937" y="3050"/>
                    <a:pt x="11958" y="3132"/>
                    <a:pt x="11989" y="3223"/>
                  </a:cubicBezTo>
                  <a:cubicBezTo>
                    <a:pt x="12355" y="3101"/>
                    <a:pt x="12629" y="2898"/>
                    <a:pt x="12812" y="2644"/>
                  </a:cubicBezTo>
                  <a:cubicBezTo>
                    <a:pt x="12791" y="2531"/>
                    <a:pt x="12771" y="2409"/>
                    <a:pt x="12751" y="2278"/>
                  </a:cubicBezTo>
                  <a:close/>
                  <a:moveTo>
                    <a:pt x="8166" y="6467"/>
                  </a:moveTo>
                  <a:lnTo>
                    <a:pt x="8166" y="6467"/>
                  </a:lnTo>
                  <a:cubicBezTo>
                    <a:pt x="7911" y="6538"/>
                    <a:pt x="7657" y="6599"/>
                    <a:pt x="7382" y="6639"/>
                  </a:cubicBezTo>
                  <a:cubicBezTo>
                    <a:pt x="7393" y="6741"/>
                    <a:pt x="7403" y="6853"/>
                    <a:pt x="7434" y="6965"/>
                  </a:cubicBezTo>
                  <a:cubicBezTo>
                    <a:pt x="7495" y="7301"/>
                    <a:pt x="7617" y="7656"/>
                    <a:pt x="7840" y="7880"/>
                  </a:cubicBezTo>
                  <a:cubicBezTo>
                    <a:pt x="7840" y="7423"/>
                    <a:pt x="7983" y="6924"/>
                    <a:pt x="8166" y="6467"/>
                  </a:cubicBezTo>
                  <a:close/>
                  <a:moveTo>
                    <a:pt x="4291" y="6345"/>
                  </a:moveTo>
                  <a:cubicBezTo>
                    <a:pt x="4474" y="6772"/>
                    <a:pt x="4596" y="7199"/>
                    <a:pt x="4485" y="7758"/>
                  </a:cubicBezTo>
                  <a:cubicBezTo>
                    <a:pt x="4454" y="7870"/>
                    <a:pt x="4444" y="7981"/>
                    <a:pt x="4434" y="8083"/>
                  </a:cubicBezTo>
                  <a:cubicBezTo>
                    <a:pt x="4617" y="8022"/>
                    <a:pt x="4790" y="7961"/>
                    <a:pt x="4962" y="7900"/>
                  </a:cubicBezTo>
                  <a:cubicBezTo>
                    <a:pt x="5156" y="7697"/>
                    <a:pt x="5278" y="7402"/>
                    <a:pt x="5349" y="7107"/>
                  </a:cubicBezTo>
                  <a:cubicBezTo>
                    <a:pt x="5389" y="6944"/>
                    <a:pt x="5410" y="6792"/>
                    <a:pt x="5430" y="6639"/>
                  </a:cubicBezTo>
                  <a:cubicBezTo>
                    <a:pt x="5023" y="6578"/>
                    <a:pt x="4637" y="6477"/>
                    <a:pt x="4291" y="6345"/>
                  </a:cubicBezTo>
                  <a:close/>
                  <a:moveTo>
                    <a:pt x="8979" y="6121"/>
                  </a:moveTo>
                  <a:cubicBezTo>
                    <a:pt x="8745" y="6253"/>
                    <a:pt x="8491" y="6365"/>
                    <a:pt x="8216" y="6446"/>
                  </a:cubicBezTo>
                  <a:cubicBezTo>
                    <a:pt x="8023" y="6924"/>
                    <a:pt x="7881" y="7432"/>
                    <a:pt x="7881" y="7911"/>
                  </a:cubicBezTo>
                  <a:cubicBezTo>
                    <a:pt x="8094" y="7992"/>
                    <a:pt x="8328" y="8073"/>
                    <a:pt x="8562" y="8144"/>
                  </a:cubicBezTo>
                  <a:cubicBezTo>
                    <a:pt x="8582" y="8124"/>
                    <a:pt x="8613" y="8114"/>
                    <a:pt x="8633" y="8094"/>
                  </a:cubicBezTo>
                  <a:cubicBezTo>
                    <a:pt x="8765" y="8134"/>
                    <a:pt x="8887" y="8175"/>
                    <a:pt x="9009" y="8225"/>
                  </a:cubicBezTo>
                  <a:cubicBezTo>
                    <a:pt x="8999" y="8012"/>
                    <a:pt x="9020" y="7768"/>
                    <a:pt x="9070" y="7493"/>
                  </a:cubicBezTo>
                  <a:cubicBezTo>
                    <a:pt x="9142" y="7107"/>
                    <a:pt x="9081" y="6599"/>
                    <a:pt x="8979" y="6121"/>
                  </a:cubicBezTo>
                  <a:close/>
                  <a:moveTo>
                    <a:pt x="10880" y="3914"/>
                  </a:moveTo>
                  <a:cubicBezTo>
                    <a:pt x="10484" y="4881"/>
                    <a:pt x="9863" y="5622"/>
                    <a:pt x="9020" y="6101"/>
                  </a:cubicBezTo>
                  <a:cubicBezTo>
                    <a:pt x="9121" y="6589"/>
                    <a:pt x="9192" y="7107"/>
                    <a:pt x="9111" y="7504"/>
                  </a:cubicBezTo>
                  <a:cubicBezTo>
                    <a:pt x="9060" y="7778"/>
                    <a:pt x="9040" y="8022"/>
                    <a:pt x="9050" y="8236"/>
                  </a:cubicBezTo>
                  <a:cubicBezTo>
                    <a:pt x="9264" y="8317"/>
                    <a:pt x="9457" y="8388"/>
                    <a:pt x="9609" y="8419"/>
                  </a:cubicBezTo>
                  <a:cubicBezTo>
                    <a:pt x="9670" y="8439"/>
                    <a:pt x="9741" y="8460"/>
                    <a:pt x="9802" y="8480"/>
                  </a:cubicBezTo>
                  <a:cubicBezTo>
                    <a:pt x="9813" y="8460"/>
                    <a:pt x="9813" y="8439"/>
                    <a:pt x="9813" y="8419"/>
                  </a:cubicBezTo>
                  <a:cubicBezTo>
                    <a:pt x="9823" y="7321"/>
                    <a:pt x="9965" y="6853"/>
                    <a:pt x="10209" y="6538"/>
                  </a:cubicBezTo>
                  <a:lnTo>
                    <a:pt x="10209" y="6538"/>
                  </a:lnTo>
                  <a:cubicBezTo>
                    <a:pt x="10209" y="6538"/>
                    <a:pt x="10057" y="6985"/>
                    <a:pt x="10057" y="7595"/>
                  </a:cubicBezTo>
                  <a:lnTo>
                    <a:pt x="10057" y="7646"/>
                  </a:lnTo>
                  <a:cubicBezTo>
                    <a:pt x="10067" y="7900"/>
                    <a:pt x="10118" y="8246"/>
                    <a:pt x="10148" y="8643"/>
                  </a:cubicBezTo>
                  <a:cubicBezTo>
                    <a:pt x="10280" y="8713"/>
                    <a:pt x="10423" y="8795"/>
                    <a:pt x="10565" y="8917"/>
                  </a:cubicBezTo>
                  <a:cubicBezTo>
                    <a:pt x="10677" y="8551"/>
                    <a:pt x="10778" y="8103"/>
                    <a:pt x="10697" y="7728"/>
                  </a:cubicBezTo>
                  <a:cubicBezTo>
                    <a:pt x="10616" y="7290"/>
                    <a:pt x="10758" y="6802"/>
                    <a:pt x="10911" y="6284"/>
                  </a:cubicBezTo>
                  <a:cubicBezTo>
                    <a:pt x="11022" y="5907"/>
                    <a:pt x="11144" y="5521"/>
                    <a:pt x="11165" y="5134"/>
                  </a:cubicBezTo>
                  <a:cubicBezTo>
                    <a:pt x="11196" y="4606"/>
                    <a:pt x="11022" y="4169"/>
                    <a:pt x="10880" y="3914"/>
                  </a:cubicBezTo>
                  <a:close/>
                  <a:moveTo>
                    <a:pt x="1302" y="4158"/>
                  </a:moveTo>
                  <a:cubicBezTo>
                    <a:pt x="1180" y="4494"/>
                    <a:pt x="1089" y="4901"/>
                    <a:pt x="1200" y="5206"/>
                  </a:cubicBezTo>
                  <a:cubicBezTo>
                    <a:pt x="1282" y="5450"/>
                    <a:pt x="1424" y="5602"/>
                    <a:pt x="1557" y="5765"/>
                  </a:cubicBezTo>
                  <a:cubicBezTo>
                    <a:pt x="1760" y="6009"/>
                    <a:pt x="1943" y="6232"/>
                    <a:pt x="1912" y="6711"/>
                  </a:cubicBezTo>
                  <a:cubicBezTo>
                    <a:pt x="1902" y="6853"/>
                    <a:pt x="1882" y="7016"/>
                    <a:pt x="1862" y="7188"/>
                  </a:cubicBezTo>
                  <a:cubicBezTo>
                    <a:pt x="1790" y="7819"/>
                    <a:pt x="1699" y="8571"/>
                    <a:pt x="1953" y="9171"/>
                  </a:cubicBezTo>
                  <a:cubicBezTo>
                    <a:pt x="2024" y="9100"/>
                    <a:pt x="2095" y="9039"/>
                    <a:pt x="2167" y="8988"/>
                  </a:cubicBezTo>
                  <a:cubicBezTo>
                    <a:pt x="2146" y="8896"/>
                    <a:pt x="2136" y="8805"/>
                    <a:pt x="2136" y="8724"/>
                  </a:cubicBezTo>
                  <a:cubicBezTo>
                    <a:pt x="2136" y="8652"/>
                    <a:pt x="2146" y="8591"/>
                    <a:pt x="2156" y="8541"/>
                  </a:cubicBezTo>
                  <a:cubicBezTo>
                    <a:pt x="2207" y="8236"/>
                    <a:pt x="2228" y="8002"/>
                    <a:pt x="2228" y="7809"/>
                  </a:cubicBezTo>
                  <a:cubicBezTo>
                    <a:pt x="2228" y="7545"/>
                    <a:pt x="2197" y="7351"/>
                    <a:pt x="2136" y="7188"/>
                  </a:cubicBezTo>
                  <a:lnTo>
                    <a:pt x="2136" y="7188"/>
                  </a:lnTo>
                  <a:cubicBezTo>
                    <a:pt x="2136" y="7188"/>
                    <a:pt x="2502" y="7626"/>
                    <a:pt x="2502" y="8195"/>
                  </a:cubicBezTo>
                  <a:lnTo>
                    <a:pt x="2502" y="8286"/>
                  </a:lnTo>
                  <a:cubicBezTo>
                    <a:pt x="2492" y="8368"/>
                    <a:pt x="2492" y="8439"/>
                    <a:pt x="2492" y="8510"/>
                  </a:cubicBezTo>
                  <a:cubicBezTo>
                    <a:pt x="2492" y="8591"/>
                    <a:pt x="2492" y="8663"/>
                    <a:pt x="2502" y="8734"/>
                  </a:cubicBezTo>
                  <a:cubicBezTo>
                    <a:pt x="2756" y="8571"/>
                    <a:pt x="2990" y="8480"/>
                    <a:pt x="3193" y="8419"/>
                  </a:cubicBezTo>
                  <a:cubicBezTo>
                    <a:pt x="3295" y="8399"/>
                    <a:pt x="3417" y="8368"/>
                    <a:pt x="3550" y="8338"/>
                  </a:cubicBezTo>
                  <a:cubicBezTo>
                    <a:pt x="3539" y="8195"/>
                    <a:pt x="3550" y="8033"/>
                    <a:pt x="3580" y="7870"/>
                  </a:cubicBezTo>
                  <a:cubicBezTo>
                    <a:pt x="3712" y="7066"/>
                    <a:pt x="3193" y="6548"/>
                    <a:pt x="2370" y="6019"/>
                  </a:cubicBezTo>
                  <a:cubicBezTo>
                    <a:pt x="1668" y="5572"/>
                    <a:pt x="1374" y="4454"/>
                    <a:pt x="1302" y="4158"/>
                  </a:cubicBezTo>
                  <a:close/>
                  <a:moveTo>
                    <a:pt x="621" y="2877"/>
                  </a:moveTo>
                  <a:cubicBezTo>
                    <a:pt x="601" y="2949"/>
                    <a:pt x="581" y="3030"/>
                    <a:pt x="550" y="3111"/>
                  </a:cubicBezTo>
                  <a:cubicBezTo>
                    <a:pt x="794" y="3233"/>
                    <a:pt x="1089" y="3304"/>
                    <a:pt x="1444" y="3304"/>
                  </a:cubicBezTo>
                  <a:cubicBezTo>
                    <a:pt x="1444" y="3304"/>
                    <a:pt x="1048" y="4067"/>
                    <a:pt x="1017" y="5053"/>
                  </a:cubicBezTo>
                  <a:cubicBezTo>
                    <a:pt x="987" y="6040"/>
                    <a:pt x="1770" y="6751"/>
                    <a:pt x="1709" y="7524"/>
                  </a:cubicBezTo>
                  <a:cubicBezTo>
                    <a:pt x="1648" y="8185"/>
                    <a:pt x="1516" y="8724"/>
                    <a:pt x="1627" y="9527"/>
                  </a:cubicBezTo>
                  <a:cubicBezTo>
                    <a:pt x="1729" y="9405"/>
                    <a:pt x="1831" y="9303"/>
                    <a:pt x="1923" y="9201"/>
                  </a:cubicBezTo>
                  <a:cubicBezTo>
                    <a:pt x="1648" y="8591"/>
                    <a:pt x="1740" y="7829"/>
                    <a:pt x="1821" y="7188"/>
                  </a:cubicBezTo>
                  <a:cubicBezTo>
                    <a:pt x="1841" y="7016"/>
                    <a:pt x="1862" y="6853"/>
                    <a:pt x="1871" y="6711"/>
                  </a:cubicBezTo>
                  <a:cubicBezTo>
                    <a:pt x="1902" y="6243"/>
                    <a:pt x="1729" y="6040"/>
                    <a:pt x="1526" y="5785"/>
                  </a:cubicBezTo>
                  <a:cubicBezTo>
                    <a:pt x="1383" y="5633"/>
                    <a:pt x="1252" y="5470"/>
                    <a:pt x="1160" y="5216"/>
                  </a:cubicBezTo>
                  <a:cubicBezTo>
                    <a:pt x="936" y="4585"/>
                    <a:pt x="1516" y="3569"/>
                    <a:pt x="1536" y="3528"/>
                  </a:cubicBezTo>
                  <a:lnTo>
                    <a:pt x="1577" y="3548"/>
                  </a:lnTo>
                  <a:cubicBezTo>
                    <a:pt x="1577" y="3548"/>
                    <a:pt x="1444" y="3783"/>
                    <a:pt x="1333" y="4077"/>
                  </a:cubicBezTo>
                  <a:cubicBezTo>
                    <a:pt x="1353" y="4189"/>
                    <a:pt x="1627" y="5491"/>
                    <a:pt x="2390" y="5979"/>
                  </a:cubicBezTo>
                  <a:cubicBezTo>
                    <a:pt x="3224" y="6517"/>
                    <a:pt x="3763" y="7046"/>
                    <a:pt x="3620" y="7880"/>
                  </a:cubicBezTo>
                  <a:cubicBezTo>
                    <a:pt x="3590" y="8033"/>
                    <a:pt x="3590" y="8185"/>
                    <a:pt x="3590" y="8327"/>
                  </a:cubicBezTo>
                  <a:cubicBezTo>
                    <a:pt x="3834" y="8266"/>
                    <a:pt x="4119" y="8185"/>
                    <a:pt x="4393" y="8103"/>
                  </a:cubicBezTo>
                  <a:cubicBezTo>
                    <a:pt x="4404" y="7981"/>
                    <a:pt x="4413" y="7870"/>
                    <a:pt x="4434" y="7748"/>
                  </a:cubicBezTo>
                  <a:cubicBezTo>
                    <a:pt x="4556" y="7188"/>
                    <a:pt x="4424" y="6761"/>
                    <a:pt x="4241" y="6314"/>
                  </a:cubicBezTo>
                  <a:cubicBezTo>
                    <a:pt x="2848" y="5735"/>
                    <a:pt x="1993" y="4535"/>
                    <a:pt x="1607" y="2877"/>
                  </a:cubicBezTo>
                  <a:cubicBezTo>
                    <a:pt x="1496" y="2969"/>
                    <a:pt x="1333" y="3020"/>
                    <a:pt x="1150" y="3020"/>
                  </a:cubicBezTo>
                  <a:cubicBezTo>
                    <a:pt x="987" y="3020"/>
                    <a:pt x="804" y="2969"/>
                    <a:pt x="621" y="2877"/>
                  </a:cubicBezTo>
                  <a:close/>
                  <a:moveTo>
                    <a:pt x="11205" y="2877"/>
                  </a:moveTo>
                  <a:cubicBezTo>
                    <a:pt x="11124" y="3223"/>
                    <a:pt x="11022" y="3548"/>
                    <a:pt x="10900" y="3864"/>
                  </a:cubicBezTo>
                  <a:cubicBezTo>
                    <a:pt x="11043" y="4118"/>
                    <a:pt x="11236" y="4576"/>
                    <a:pt x="11205" y="5145"/>
                  </a:cubicBezTo>
                  <a:cubicBezTo>
                    <a:pt x="11185" y="5521"/>
                    <a:pt x="11063" y="5918"/>
                    <a:pt x="10952" y="6304"/>
                  </a:cubicBezTo>
                  <a:cubicBezTo>
                    <a:pt x="10799" y="6812"/>
                    <a:pt x="10656" y="7290"/>
                    <a:pt x="10738" y="7717"/>
                  </a:cubicBezTo>
                  <a:cubicBezTo>
                    <a:pt x="10819" y="8103"/>
                    <a:pt x="10717" y="8571"/>
                    <a:pt x="10595" y="8937"/>
                  </a:cubicBezTo>
                  <a:cubicBezTo>
                    <a:pt x="10778" y="9090"/>
                    <a:pt x="10972" y="9283"/>
                    <a:pt x="11185" y="9527"/>
                  </a:cubicBezTo>
                  <a:cubicBezTo>
                    <a:pt x="11297" y="8724"/>
                    <a:pt x="11155" y="8185"/>
                    <a:pt x="11104" y="7524"/>
                  </a:cubicBezTo>
                  <a:cubicBezTo>
                    <a:pt x="11043" y="6751"/>
                    <a:pt x="11826" y="6040"/>
                    <a:pt x="11795" y="5053"/>
                  </a:cubicBezTo>
                  <a:cubicBezTo>
                    <a:pt x="11765" y="4067"/>
                    <a:pt x="11368" y="3304"/>
                    <a:pt x="11368" y="3304"/>
                  </a:cubicBezTo>
                  <a:cubicBezTo>
                    <a:pt x="11582" y="3304"/>
                    <a:pt x="11775" y="3274"/>
                    <a:pt x="11948" y="3233"/>
                  </a:cubicBezTo>
                  <a:cubicBezTo>
                    <a:pt x="11917" y="3142"/>
                    <a:pt x="11897" y="3060"/>
                    <a:pt x="11876" y="2989"/>
                  </a:cubicBezTo>
                  <a:cubicBezTo>
                    <a:pt x="11806" y="3010"/>
                    <a:pt x="11724" y="3020"/>
                    <a:pt x="11653" y="3020"/>
                  </a:cubicBezTo>
                  <a:cubicBezTo>
                    <a:pt x="11480" y="3020"/>
                    <a:pt x="11318" y="2969"/>
                    <a:pt x="11205" y="2877"/>
                  </a:cubicBezTo>
                  <a:close/>
                </a:path>
              </a:pathLst>
            </a:custGeom>
            <a:solidFill>
              <a:srgbClr val="3D211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 name="Google Shape;1153;p31">
              <a:extLst>
                <a:ext uri="{FF2B5EF4-FFF2-40B4-BE49-F238E27FC236}">
                  <a16:creationId xmlns:a16="http://schemas.microsoft.com/office/drawing/2014/main" id="{9702931F-A7DD-4090-A390-91BFDFC45DFE}"/>
                </a:ext>
              </a:extLst>
            </p:cNvPr>
            <p:cNvSpPr/>
            <p:nvPr/>
          </p:nvSpPr>
          <p:spPr>
            <a:xfrm>
              <a:off x="2545725" y="4937075"/>
              <a:ext cx="2575" cy="6400"/>
            </a:xfrm>
            <a:custGeom>
              <a:avLst/>
              <a:gdLst/>
              <a:ahLst/>
              <a:cxnLst/>
              <a:rect l="l" t="t" r="r" b="b"/>
              <a:pathLst>
                <a:path w="103" h="256" extrusionOk="0">
                  <a:moveTo>
                    <a:pt x="71" y="1"/>
                  </a:moveTo>
                  <a:cubicBezTo>
                    <a:pt x="51" y="72"/>
                    <a:pt x="21" y="154"/>
                    <a:pt x="1" y="235"/>
                  </a:cubicBezTo>
                  <a:cubicBezTo>
                    <a:pt x="10" y="245"/>
                    <a:pt x="21" y="245"/>
                    <a:pt x="31" y="255"/>
                  </a:cubicBezTo>
                  <a:cubicBezTo>
                    <a:pt x="62" y="174"/>
                    <a:pt x="82" y="93"/>
                    <a:pt x="102" y="21"/>
                  </a:cubicBezTo>
                  <a:cubicBezTo>
                    <a:pt x="92" y="11"/>
                    <a:pt x="82" y="1"/>
                    <a:pt x="7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 name="Google Shape;1154;p31">
              <a:extLst>
                <a:ext uri="{FF2B5EF4-FFF2-40B4-BE49-F238E27FC236}">
                  <a16:creationId xmlns:a16="http://schemas.microsoft.com/office/drawing/2014/main" id="{67917DC7-BFC3-4F82-9666-0729CACF4222}"/>
                </a:ext>
              </a:extLst>
            </p:cNvPr>
            <p:cNvSpPr/>
            <p:nvPr/>
          </p:nvSpPr>
          <p:spPr>
            <a:xfrm>
              <a:off x="2556150" y="4953850"/>
              <a:ext cx="25425" cy="141875"/>
            </a:xfrm>
            <a:custGeom>
              <a:avLst/>
              <a:gdLst/>
              <a:ahLst/>
              <a:cxnLst/>
              <a:rect l="l" t="t" r="r" b="b"/>
              <a:pathLst>
                <a:path w="1017" h="5675" extrusionOk="0">
                  <a:moveTo>
                    <a:pt x="600" y="1"/>
                  </a:moveTo>
                  <a:cubicBezTo>
                    <a:pt x="580" y="42"/>
                    <a:pt x="0" y="1058"/>
                    <a:pt x="224" y="1689"/>
                  </a:cubicBezTo>
                  <a:cubicBezTo>
                    <a:pt x="316" y="1943"/>
                    <a:pt x="447" y="2106"/>
                    <a:pt x="590" y="2258"/>
                  </a:cubicBezTo>
                  <a:cubicBezTo>
                    <a:pt x="793" y="2513"/>
                    <a:pt x="966" y="2716"/>
                    <a:pt x="935" y="3184"/>
                  </a:cubicBezTo>
                  <a:cubicBezTo>
                    <a:pt x="926" y="3326"/>
                    <a:pt x="905" y="3489"/>
                    <a:pt x="885" y="3661"/>
                  </a:cubicBezTo>
                  <a:cubicBezTo>
                    <a:pt x="804" y="4302"/>
                    <a:pt x="712" y="5064"/>
                    <a:pt x="987" y="5674"/>
                  </a:cubicBezTo>
                  <a:lnTo>
                    <a:pt x="1017" y="5644"/>
                  </a:lnTo>
                  <a:cubicBezTo>
                    <a:pt x="763" y="5044"/>
                    <a:pt x="854" y="4292"/>
                    <a:pt x="926" y="3661"/>
                  </a:cubicBezTo>
                  <a:cubicBezTo>
                    <a:pt x="946" y="3489"/>
                    <a:pt x="966" y="3326"/>
                    <a:pt x="976" y="3184"/>
                  </a:cubicBezTo>
                  <a:cubicBezTo>
                    <a:pt x="1007" y="2705"/>
                    <a:pt x="824" y="2482"/>
                    <a:pt x="621" y="2238"/>
                  </a:cubicBezTo>
                  <a:cubicBezTo>
                    <a:pt x="488" y="2075"/>
                    <a:pt x="346" y="1923"/>
                    <a:pt x="264" y="1679"/>
                  </a:cubicBezTo>
                  <a:cubicBezTo>
                    <a:pt x="153" y="1374"/>
                    <a:pt x="244" y="967"/>
                    <a:pt x="366" y="631"/>
                  </a:cubicBezTo>
                  <a:cubicBezTo>
                    <a:pt x="356" y="581"/>
                    <a:pt x="346" y="561"/>
                    <a:pt x="346" y="561"/>
                  </a:cubicBezTo>
                  <a:lnTo>
                    <a:pt x="386" y="550"/>
                  </a:lnTo>
                  <a:lnTo>
                    <a:pt x="397" y="550"/>
                  </a:lnTo>
                  <a:cubicBezTo>
                    <a:pt x="508" y="256"/>
                    <a:pt x="641" y="21"/>
                    <a:pt x="641" y="21"/>
                  </a:cubicBezTo>
                  <a:lnTo>
                    <a:pt x="600" y="1"/>
                  </a:ln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 name="Google Shape;1155;p31">
              <a:extLst>
                <a:ext uri="{FF2B5EF4-FFF2-40B4-BE49-F238E27FC236}">
                  <a16:creationId xmlns:a16="http://schemas.microsoft.com/office/drawing/2014/main" id="{33760D08-C910-430C-9788-A9AF447D5B71}"/>
                </a:ext>
              </a:extLst>
            </p:cNvPr>
            <p:cNvSpPr/>
            <p:nvPr/>
          </p:nvSpPr>
          <p:spPr>
            <a:xfrm>
              <a:off x="2564775" y="4967575"/>
              <a:ext cx="62050" cy="106550"/>
            </a:xfrm>
            <a:custGeom>
              <a:avLst/>
              <a:gdLst/>
              <a:ahLst/>
              <a:cxnLst/>
              <a:rect l="l" t="t" r="r" b="b"/>
              <a:pathLst>
                <a:path w="2482" h="4262" extrusionOk="0">
                  <a:moveTo>
                    <a:pt x="41" y="1"/>
                  </a:moveTo>
                  <a:lnTo>
                    <a:pt x="1" y="12"/>
                  </a:lnTo>
                  <a:cubicBezTo>
                    <a:pt x="1" y="12"/>
                    <a:pt x="11" y="32"/>
                    <a:pt x="21" y="82"/>
                  </a:cubicBezTo>
                  <a:cubicBezTo>
                    <a:pt x="93" y="378"/>
                    <a:pt x="387" y="1496"/>
                    <a:pt x="1089" y="1943"/>
                  </a:cubicBezTo>
                  <a:cubicBezTo>
                    <a:pt x="1912" y="2472"/>
                    <a:pt x="2431" y="2990"/>
                    <a:pt x="2299" y="3794"/>
                  </a:cubicBezTo>
                  <a:cubicBezTo>
                    <a:pt x="2269" y="3957"/>
                    <a:pt x="2258" y="4119"/>
                    <a:pt x="2269" y="4262"/>
                  </a:cubicBezTo>
                  <a:cubicBezTo>
                    <a:pt x="2278" y="4262"/>
                    <a:pt x="2299" y="4251"/>
                    <a:pt x="2309" y="4251"/>
                  </a:cubicBezTo>
                  <a:cubicBezTo>
                    <a:pt x="2309" y="4109"/>
                    <a:pt x="2309" y="3957"/>
                    <a:pt x="2339" y="3804"/>
                  </a:cubicBezTo>
                  <a:cubicBezTo>
                    <a:pt x="2482" y="2970"/>
                    <a:pt x="1943" y="2441"/>
                    <a:pt x="1109" y="1903"/>
                  </a:cubicBezTo>
                  <a:cubicBezTo>
                    <a:pt x="346" y="1415"/>
                    <a:pt x="72" y="113"/>
                    <a:pt x="52"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 name="Google Shape;1156;p31">
              <a:extLst>
                <a:ext uri="{FF2B5EF4-FFF2-40B4-BE49-F238E27FC236}">
                  <a16:creationId xmlns:a16="http://schemas.microsoft.com/office/drawing/2014/main" id="{E331A155-8AFD-46D6-839A-D5E01DEAEA91}"/>
                </a:ext>
              </a:extLst>
            </p:cNvPr>
            <p:cNvSpPr/>
            <p:nvPr/>
          </p:nvSpPr>
          <p:spPr>
            <a:xfrm>
              <a:off x="2638750" y="5023500"/>
              <a:ext cx="8925" cy="44775"/>
            </a:xfrm>
            <a:custGeom>
              <a:avLst/>
              <a:gdLst/>
              <a:ahLst/>
              <a:cxnLst/>
              <a:rect l="l" t="t" r="r" b="b"/>
              <a:pathLst>
                <a:path w="357" h="1791" extrusionOk="0">
                  <a:moveTo>
                    <a:pt x="1" y="1"/>
                  </a:moveTo>
                  <a:lnTo>
                    <a:pt x="1" y="1"/>
                  </a:lnTo>
                  <a:cubicBezTo>
                    <a:pt x="184" y="448"/>
                    <a:pt x="316" y="875"/>
                    <a:pt x="194" y="1435"/>
                  </a:cubicBezTo>
                  <a:cubicBezTo>
                    <a:pt x="173" y="1557"/>
                    <a:pt x="164" y="1668"/>
                    <a:pt x="153" y="1790"/>
                  </a:cubicBezTo>
                  <a:cubicBezTo>
                    <a:pt x="164" y="1781"/>
                    <a:pt x="184" y="1781"/>
                    <a:pt x="194" y="1770"/>
                  </a:cubicBezTo>
                  <a:cubicBezTo>
                    <a:pt x="204" y="1668"/>
                    <a:pt x="214" y="1557"/>
                    <a:pt x="245" y="1445"/>
                  </a:cubicBezTo>
                  <a:cubicBezTo>
                    <a:pt x="356" y="886"/>
                    <a:pt x="234" y="459"/>
                    <a:pt x="51" y="32"/>
                  </a:cubicBezTo>
                  <a:cubicBezTo>
                    <a:pt x="42" y="21"/>
                    <a:pt x="21" y="11"/>
                    <a:pt x="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 name="Google Shape;1157;p31">
              <a:extLst>
                <a:ext uri="{FF2B5EF4-FFF2-40B4-BE49-F238E27FC236}">
                  <a16:creationId xmlns:a16="http://schemas.microsoft.com/office/drawing/2014/main" id="{0E628246-6FFD-47B2-AC91-3562EDEECF1D}"/>
                </a:ext>
              </a:extLst>
            </p:cNvPr>
            <p:cNvSpPr/>
            <p:nvPr/>
          </p:nvSpPr>
          <p:spPr>
            <a:xfrm>
              <a:off x="2728750" y="5026825"/>
              <a:ext cx="9425" cy="36625"/>
            </a:xfrm>
            <a:custGeom>
              <a:avLst/>
              <a:gdLst/>
              <a:ahLst/>
              <a:cxnLst/>
              <a:rect l="l" t="t" r="r" b="b"/>
              <a:pathLst>
                <a:path w="377" h="1465" extrusionOk="0">
                  <a:moveTo>
                    <a:pt x="376" y="0"/>
                  </a:moveTo>
                  <a:cubicBezTo>
                    <a:pt x="356" y="10"/>
                    <a:pt x="335" y="10"/>
                    <a:pt x="326" y="21"/>
                  </a:cubicBezTo>
                  <a:cubicBezTo>
                    <a:pt x="143" y="478"/>
                    <a:pt x="0" y="977"/>
                    <a:pt x="0" y="1434"/>
                  </a:cubicBezTo>
                  <a:cubicBezTo>
                    <a:pt x="0" y="1444"/>
                    <a:pt x="10" y="1444"/>
                    <a:pt x="10" y="1454"/>
                  </a:cubicBezTo>
                  <a:cubicBezTo>
                    <a:pt x="21" y="1454"/>
                    <a:pt x="30" y="1454"/>
                    <a:pt x="41" y="1465"/>
                  </a:cubicBezTo>
                  <a:cubicBezTo>
                    <a:pt x="41" y="986"/>
                    <a:pt x="183" y="478"/>
                    <a:pt x="376" y="0"/>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 name="Google Shape;1158;p31">
              <a:extLst>
                <a:ext uri="{FF2B5EF4-FFF2-40B4-BE49-F238E27FC236}">
                  <a16:creationId xmlns:a16="http://schemas.microsoft.com/office/drawing/2014/main" id="{F28AC78E-CC7C-455E-BF9A-EBC86031DA61}"/>
                </a:ext>
              </a:extLst>
            </p:cNvPr>
            <p:cNvSpPr/>
            <p:nvPr/>
          </p:nvSpPr>
          <p:spPr>
            <a:xfrm>
              <a:off x="2757225" y="5018175"/>
              <a:ext cx="5350" cy="53400"/>
            </a:xfrm>
            <a:custGeom>
              <a:avLst/>
              <a:gdLst/>
              <a:ahLst/>
              <a:cxnLst/>
              <a:rect l="l" t="t" r="r" b="b"/>
              <a:pathLst>
                <a:path w="214" h="2136" extrusionOk="0">
                  <a:moveTo>
                    <a:pt x="41" y="1"/>
                  </a:moveTo>
                  <a:cubicBezTo>
                    <a:pt x="30" y="10"/>
                    <a:pt x="10" y="10"/>
                    <a:pt x="0" y="21"/>
                  </a:cubicBezTo>
                  <a:cubicBezTo>
                    <a:pt x="102" y="499"/>
                    <a:pt x="163" y="1007"/>
                    <a:pt x="91" y="1393"/>
                  </a:cubicBezTo>
                  <a:cubicBezTo>
                    <a:pt x="41" y="1668"/>
                    <a:pt x="20" y="1912"/>
                    <a:pt x="30" y="2125"/>
                  </a:cubicBezTo>
                  <a:cubicBezTo>
                    <a:pt x="50" y="2125"/>
                    <a:pt x="61" y="2136"/>
                    <a:pt x="71" y="2136"/>
                  </a:cubicBezTo>
                  <a:cubicBezTo>
                    <a:pt x="61" y="1922"/>
                    <a:pt x="81" y="1678"/>
                    <a:pt x="132" y="1404"/>
                  </a:cubicBezTo>
                  <a:cubicBezTo>
                    <a:pt x="213" y="1007"/>
                    <a:pt x="142" y="489"/>
                    <a:pt x="4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 name="Google Shape;1159;p31">
              <a:extLst>
                <a:ext uri="{FF2B5EF4-FFF2-40B4-BE49-F238E27FC236}">
                  <a16:creationId xmlns:a16="http://schemas.microsoft.com/office/drawing/2014/main" id="{62670818-D57A-4697-B053-930C5F80BD1C}"/>
                </a:ext>
              </a:extLst>
            </p:cNvPr>
            <p:cNvSpPr/>
            <p:nvPr/>
          </p:nvSpPr>
          <p:spPr>
            <a:xfrm>
              <a:off x="2796875" y="4962250"/>
              <a:ext cx="16800" cy="126875"/>
            </a:xfrm>
            <a:custGeom>
              <a:avLst/>
              <a:gdLst/>
              <a:ahLst/>
              <a:cxnLst/>
              <a:rect l="l" t="t" r="r" b="b"/>
              <a:pathLst>
                <a:path w="672" h="5075" extrusionOk="0">
                  <a:moveTo>
                    <a:pt x="335" y="1"/>
                  </a:moveTo>
                  <a:cubicBezTo>
                    <a:pt x="326" y="11"/>
                    <a:pt x="315" y="31"/>
                    <a:pt x="315" y="51"/>
                  </a:cubicBezTo>
                  <a:cubicBezTo>
                    <a:pt x="457" y="306"/>
                    <a:pt x="631" y="743"/>
                    <a:pt x="600" y="1271"/>
                  </a:cubicBezTo>
                  <a:cubicBezTo>
                    <a:pt x="579" y="1658"/>
                    <a:pt x="457" y="2044"/>
                    <a:pt x="346" y="2421"/>
                  </a:cubicBezTo>
                  <a:cubicBezTo>
                    <a:pt x="193" y="2939"/>
                    <a:pt x="51" y="3427"/>
                    <a:pt x="132" y="3865"/>
                  </a:cubicBezTo>
                  <a:cubicBezTo>
                    <a:pt x="213" y="4240"/>
                    <a:pt x="112" y="4688"/>
                    <a:pt x="0" y="5054"/>
                  </a:cubicBezTo>
                  <a:cubicBezTo>
                    <a:pt x="10" y="5064"/>
                    <a:pt x="21" y="5064"/>
                    <a:pt x="30" y="5074"/>
                  </a:cubicBezTo>
                  <a:cubicBezTo>
                    <a:pt x="152" y="4708"/>
                    <a:pt x="254" y="4240"/>
                    <a:pt x="173" y="3854"/>
                  </a:cubicBezTo>
                  <a:cubicBezTo>
                    <a:pt x="91" y="3427"/>
                    <a:pt x="234" y="2949"/>
                    <a:pt x="387" y="2441"/>
                  </a:cubicBezTo>
                  <a:cubicBezTo>
                    <a:pt x="498" y="2055"/>
                    <a:pt x="620" y="1658"/>
                    <a:pt x="640" y="1282"/>
                  </a:cubicBezTo>
                  <a:cubicBezTo>
                    <a:pt x="671" y="713"/>
                    <a:pt x="478" y="255"/>
                    <a:pt x="335"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 name="Google Shape;1160;p31">
              <a:extLst>
                <a:ext uri="{FF2B5EF4-FFF2-40B4-BE49-F238E27FC236}">
                  <a16:creationId xmlns:a16="http://schemas.microsoft.com/office/drawing/2014/main" id="{02F6E1BE-B6EA-46B7-AA76-BB1E31DF9A12}"/>
                </a:ext>
              </a:extLst>
            </p:cNvPr>
            <p:cNvSpPr/>
            <p:nvPr/>
          </p:nvSpPr>
          <p:spPr>
            <a:xfrm>
              <a:off x="2829650" y="4940125"/>
              <a:ext cx="2825" cy="6400"/>
            </a:xfrm>
            <a:custGeom>
              <a:avLst/>
              <a:gdLst/>
              <a:ahLst/>
              <a:cxnLst/>
              <a:rect l="l" t="t" r="r" b="b"/>
              <a:pathLst>
                <a:path w="113" h="256" extrusionOk="0">
                  <a:moveTo>
                    <a:pt x="41" y="1"/>
                  </a:moveTo>
                  <a:cubicBezTo>
                    <a:pt x="31" y="11"/>
                    <a:pt x="21" y="11"/>
                    <a:pt x="0" y="11"/>
                  </a:cubicBezTo>
                  <a:cubicBezTo>
                    <a:pt x="21" y="82"/>
                    <a:pt x="41" y="164"/>
                    <a:pt x="72" y="255"/>
                  </a:cubicBezTo>
                  <a:cubicBezTo>
                    <a:pt x="82" y="245"/>
                    <a:pt x="92" y="245"/>
                    <a:pt x="113" y="245"/>
                  </a:cubicBezTo>
                  <a:cubicBezTo>
                    <a:pt x="82" y="154"/>
                    <a:pt x="61" y="72"/>
                    <a:pt x="4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 name="Google Shape;1161;p31">
              <a:extLst>
                <a:ext uri="{FF2B5EF4-FFF2-40B4-BE49-F238E27FC236}">
                  <a16:creationId xmlns:a16="http://schemas.microsoft.com/office/drawing/2014/main" id="{FBCABCB2-A1E3-4EA1-9C61-B80B35BDE47B}"/>
                </a:ext>
              </a:extLst>
            </p:cNvPr>
            <p:cNvSpPr/>
            <p:nvPr/>
          </p:nvSpPr>
          <p:spPr>
            <a:xfrm>
              <a:off x="2612050" y="5015650"/>
              <a:ext cx="136550" cy="97875"/>
            </a:xfrm>
            <a:custGeom>
              <a:avLst/>
              <a:gdLst/>
              <a:ahLst/>
              <a:cxnLst/>
              <a:rect l="l" t="t" r="r" b="b"/>
              <a:pathLst>
                <a:path w="5462" h="3915" extrusionOk="0">
                  <a:moveTo>
                    <a:pt x="2289" y="0"/>
                  </a:moveTo>
                  <a:cubicBezTo>
                    <a:pt x="2289" y="0"/>
                    <a:pt x="2350" y="1332"/>
                    <a:pt x="1790" y="1901"/>
                  </a:cubicBezTo>
                  <a:cubicBezTo>
                    <a:pt x="1201" y="2135"/>
                    <a:pt x="439" y="2328"/>
                    <a:pt x="21" y="2420"/>
                  </a:cubicBezTo>
                  <a:lnTo>
                    <a:pt x="21" y="3792"/>
                  </a:lnTo>
                  <a:cubicBezTo>
                    <a:pt x="21" y="3792"/>
                    <a:pt x="21" y="3833"/>
                    <a:pt x="1" y="3914"/>
                  </a:cubicBezTo>
                  <a:cubicBezTo>
                    <a:pt x="561" y="3864"/>
                    <a:pt x="1171" y="3772"/>
                    <a:pt x="1811" y="3629"/>
                  </a:cubicBezTo>
                  <a:cubicBezTo>
                    <a:pt x="3591" y="3233"/>
                    <a:pt x="4628" y="2653"/>
                    <a:pt x="5461" y="2165"/>
                  </a:cubicBezTo>
                  <a:cubicBezTo>
                    <a:pt x="5197" y="2084"/>
                    <a:pt x="4922" y="1993"/>
                    <a:pt x="4678" y="1901"/>
                  </a:cubicBezTo>
                  <a:cubicBezTo>
                    <a:pt x="4119" y="1332"/>
                    <a:pt x="4180" y="0"/>
                    <a:pt x="4180"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 name="Google Shape;1162;p31">
              <a:extLst>
                <a:ext uri="{FF2B5EF4-FFF2-40B4-BE49-F238E27FC236}">
                  <a16:creationId xmlns:a16="http://schemas.microsoft.com/office/drawing/2014/main" id="{CF5154A5-B1AA-4314-8B18-BFF098494779}"/>
                </a:ext>
              </a:extLst>
            </p:cNvPr>
            <p:cNvSpPr/>
            <p:nvPr/>
          </p:nvSpPr>
          <p:spPr>
            <a:xfrm>
              <a:off x="2666450" y="5031650"/>
              <a:ext cx="52150" cy="11700"/>
            </a:xfrm>
            <a:custGeom>
              <a:avLst/>
              <a:gdLst/>
              <a:ahLst/>
              <a:cxnLst/>
              <a:rect l="l" t="t" r="r" b="b"/>
              <a:pathLst>
                <a:path w="2086" h="468" extrusionOk="0">
                  <a:moveTo>
                    <a:pt x="2034" y="0"/>
                  </a:moveTo>
                  <a:lnTo>
                    <a:pt x="2034" y="0"/>
                  </a:lnTo>
                  <a:cubicBezTo>
                    <a:pt x="2045" y="102"/>
                    <a:pt x="2055" y="214"/>
                    <a:pt x="2086" y="326"/>
                  </a:cubicBezTo>
                  <a:lnTo>
                    <a:pt x="2086" y="326"/>
                  </a:lnTo>
                  <a:cubicBezTo>
                    <a:pt x="2055" y="214"/>
                    <a:pt x="2045" y="102"/>
                    <a:pt x="2034" y="0"/>
                  </a:cubicBezTo>
                  <a:close/>
                  <a:moveTo>
                    <a:pt x="82" y="0"/>
                  </a:moveTo>
                  <a:cubicBezTo>
                    <a:pt x="62" y="153"/>
                    <a:pt x="41" y="305"/>
                    <a:pt x="1" y="468"/>
                  </a:cubicBezTo>
                  <a:lnTo>
                    <a:pt x="1" y="468"/>
                  </a:lnTo>
                  <a:cubicBezTo>
                    <a:pt x="41" y="305"/>
                    <a:pt x="62" y="153"/>
                    <a:pt x="82" y="0"/>
                  </a:cubicBez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 name="Google Shape;1163;p31">
              <a:extLst>
                <a:ext uri="{FF2B5EF4-FFF2-40B4-BE49-F238E27FC236}">
                  <a16:creationId xmlns:a16="http://schemas.microsoft.com/office/drawing/2014/main" id="{562EEE87-66FE-45D1-9E1B-E8CB950A7B6B}"/>
                </a:ext>
              </a:extLst>
            </p:cNvPr>
            <p:cNvSpPr/>
            <p:nvPr/>
          </p:nvSpPr>
          <p:spPr>
            <a:xfrm>
              <a:off x="2666450" y="5031650"/>
              <a:ext cx="52150" cy="11975"/>
            </a:xfrm>
            <a:custGeom>
              <a:avLst/>
              <a:gdLst/>
              <a:ahLst/>
              <a:cxnLst/>
              <a:rect l="l" t="t" r="r" b="b"/>
              <a:pathLst>
                <a:path w="2086" h="479" extrusionOk="0">
                  <a:moveTo>
                    <a:pt x="82" y="0"/>
                  </a:moveTo>
                  <a:cubicBezTo>
                    <a:pt x="62" y="153"/>
                    <a:pt x="41" y="305"/>
                    <a:pt x="1" y="468"/>
                  </a:cubicBezTo>
                  <a:cubicBezTo>
                    <a:pt x="123" y="478"/>
                    <a:pt x="265" y="478"/>
                    <a:pt x="408" y="478"/>
                  </a:cubicBezTo>
                  <a:cubicBezTo>
                    <a:pt x="896" y="478"/>
                    <a:pt x="1485" y="438"/>
                    <a:pt x="2086" y="326"/>
                  </a:cubicBezTo>
                  <a:cubicBezTo>
                    <a:pt x="2055" y="214"/>
                    <a:pt x="2045" y="102"/>
                    <a:pt x="2034" y="0"/>
                  </a:cubicBezTo>
                  <a:cubicBezTo>
                    <a:pt x="1729" y="51"/>
                    <a:pt x="1404" y="72"/>
                    <a:pt x="1058" y="72"/>
                  </a:cubicBezTo>
                  <a:cubicBezTo>
                    <a:pt x="713" y="72"/>
                    <a:pt x="387" y="51"/>
                    <a:pt x="82" y="0"/>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 name="Google Shape;1164;p31">
              <a:extLst>
                <a:ext uri="{FF2B5EF4-FFF2-40B4-BE49-F238E27FC236}">
                  <a16:creationId xmlns:a16="http://schemas.microsoft.com/office/drawing/2014/main" id="{36479B29-558D-416B-BF08-0B87D111EFE1}"/>
                </a:ext>
              </a:extLst>
            </p:cNvPr>
            <p:cNvSpPr/>
            <p:nvPr/>
          </p:nvSpPr>
          <p:spPr>
            <a:xfrm>
              <a:off x="2565300" y="5076125"/>
              <a:ext cx="58975" cy="38525"/>
            </a:xfrm>
            <a:custGeom>
              <a:avLst/>
              <a:gdLst/>
              <a:ahLst/>
              <a:cxnLst/>
              <a:rect l="l" t="t" r="r" b="b"/>
              <a:pathLst>
                <a:path w="2359" h="1541" extrusionOk="0">
                  <a:moveTo>
                    <a:pt x="1891" y="1"/>
                  </a:moveTo>
                  <a:cubicBezTo>
                    <a:pt x="1414" y="143"/>
                    <a:pt x="783" y="448"/>
                    <a:pt x="0" y="1516"/>
                  </a:cubicBezTo>
                  <a:cubicBezTo>
                    <a:pt x="245" y="1531"/>
                    <a:pt x="510" y="1540"/>
                    <a:pt x="795" y="1540"/>
                  </a:cubicBezTo>
                  <a:cubicBezTo>
                    <a:pt x="1265" y="1540"/>
                    <a:pt x="1789" y="1514"/>
                    <a:pt x="2359" y="1445"/>
                  </a:cubicBezTo>
                  <a:lnTo>
                    <a:pt x="2359" y="1"/>
                  </a:ln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 name="Google Shape;1165;p31">
              <a:extLst>
                <a:ext uri="{FF2B5EF4-FFF2-40B4-BE49-F238E27FC236}">
                  <a16:creationId xmlns:a16="http://schemas.microsoft.com/office/drawing/2014/main" id="{A802B495-68CF-4407-9E6E-A50D00256AD3}"/>
                </a:ext>
              </a:extLst>
            </p:cNvPr>
            <p:cNvSpPr/>
            <p:nvPr/>
          </p:nvSpPr>
          <p:spPr>
            <a:xfrm>
              <a:off x="2615875" y="5112225"/>
              <a:ext cx="8400" cy="775"/>
            </a:xfrm>
            <a:custGeom>
              <a:avLst/>
              <a:gdLst/>
              <a:ahLst/>
              <a:cxnLst/>
              <a:rect l="l" t="t" r="r" b="b"/>
              <a:pathLst>
                <a:path w="336" h="31" extrusionOk="0">
                  <a:moveTo>
                    <a:pt x="336" y="1"/>
                  </a:moveTo>
                  <a:lnTo>
                    <a:pt x="336" y="1"/>
                  </a:lnTo>
                  <a:lnTo>
                    <a:pt x="1" y="31"/>
                  </a:lnTo>
                  <a:close/>
                </a:path>
              </a:pathLst>
            </a:custGeom>
            <a:solidFill>
              <a:srgbClr val="AA78D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 name="Google Shape;1166;p31">
              <a:extLst>
                <a:ext uri="{FF2B5EF4-FFF2-40B4-BE49-F238E27FC236}">
                  <a16:creationId xmlns:a16="http://schemas.microsoft.com/office/drawing/2014/main" id="{17FAA532-DF33-40B9-BFC7-4F7C719AE6F2}"/>
                </a:ext>
              </a:extLst>
            </p:cNvPr>
            <p:cNvSpPr/>
            <p:nvPr/>
          </p:nvSpPr>
          <p:spPr>
            <a:xfrm>
              <a:off x="2510650" y="5112225"/>
              <a:ext cx="117975" cy="181525"/>
            </a:xfrm>
            <a:custGeom>
              <a:avLst/>
              <a:gdLst/>
              <a:ahLst/>
              <a:cxnLst/>
              <a:rect l="l" t="t" r="r" b="b"/>
              <a:pathLst>
                <a:path w="4719" h="7261" extrusionOk="0">
                  <a:moveTo>
                    <a:pt x="2156" y="1"/>
                  </a:moveTo>
                  <a:cubicBezTo>
                    <a:pt x="1881" y="367"/>
                    <a:pt x="1627" y="916"/>
                    <a:pt x="1322" y="1495"/>
                  </a:cubicBezTo>
                  <a:cubicBezTo>
                    <a:pt x="590" y="2868"/>
                    <a:pt x="0" y="4230"/>
                    <a:pt x="468" y="5135"/>
                  </a:cubicBezTo>
                  <a:cubicBezTo>
                    <a:pt x="844" y="5867"/>
                    <a:pt x="2288" y="7047"/>
                    <a:pt x="3701" y="7260"/>
                  </a:cubicBezTo>
                  <a:lnTo>
                    <a:pt x="4718" y="5135"/>
                  </a:lnTo>
                  <a:cubicBezTo>
                    <a:pt x="4718" y="5135"/>
                    <a:pt x="3569" y="4230"/>
                    <a:pt x="3305" y="3986"/>
                  </a:cubicBezTo>
                  <a:cubicBezTo>
                    <a:pt x="3305" y="3986"/>
                    <a:pt x="3579" y="3458"/>
                    <a:pt x="3905" y="2827"/>
                  </a:cubicBezTo>
                  <a:cubicBezTo>
                    <a:pt x="3823" y="2451"/>
                    <a:pt x="3803" y="2064"/>
                    <a:pt x="3833" y="1689"/>
                  </a:cubicBezTo>
                  <a:cubicBezTo>
                    <a:pt x="3915" y="966"/>
                    <a:pt x="4016" y="306"/>
                    <a:pt x="4057" y="51"/>
                  </a:cubicBezTo>
                  <a:lnTo>
                    <a:pt x="4057" y="51"/>
                  </a:lnTo>
                  <a:cubicBezTo>
                    <a:pt x="4057" y="51"/>
                    <a:pt x="3752" y="60"/>
                    <a:pt x="3374" y="60"/>
                  </a:cubicBezTo>
                  <a:cubicBezTo>
                    <a:pt x="2950" y="60"/>
                    <a:pt x="2435" y="49"/>
                    <a:pt x="2156"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 name="Google Shape;1167;p31">
              <a:extLst>
                <a:ext uri="{FF2B5EF4-FFF2-40B4-BE49-F238E27FC236}">
                  <a16:creationId xmlns:a16="http://schemas.microsoft.com/office/drawing/2014/main" id="{047F7763-4713-4264-8E99-22D55DE01BBE}"/>
                </a:ext>
              </a:extLst>
            </p:cNvPr>
            <p:cNvSpPr/>
            <p:nvPr/>
          </p:nvSpPr>
          <p:spPr>
            <a:xfrm>
              <a:off x="2602900" y="5182900"/>
              <a:ext cx="5375" cy="10425"/>
            </a:xfrm>
            <a:custGeom>
              <a:avLst/>
              <a:gdLst/>
              <a:ahLst/>
              <a:cxnLst/>
              <a:rect l="l" t="t" r="r" b="b"/>
              <a:pathLst>
                <a:path w="215" h="417" extrusionOk="0">
                  <a:moveTo>
                    <a:pt x="215" y="0"/>
                  </a:moveTo>
                  <a:cubicBezTo>
                    <a:pt x="143" y="152"/>
                    <a:pt x="72" y="295"/>
                    <a:pt x="1" y="417"/>
                  </a:cubicBezTo>
                  <a:lnTo>
                    <a:pt x="1" y="417"/>
                  </a:lnTo>
                  <a:cubicBezTo>
                    <a:pt x="72" y="295"/>
                    <a:pt x="143" y="152"/>
                    <a:pt x="215" y="0"/>
                  </a:cubicBez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 name="Google Shape;1168;p31">
              <a:extLst>
                <a:ext uri="{FF2B5EF4-FFF2-40B4-BE49-F238E27FC236}">
                  <a16:creationId xmlns:a16="http://schemas.microsoft.com/office/drawing/2014/main" id="{CAECD760-5373-4E32-89FD-C2CB07CBE3BC}"/>
                </a:ext>
              </a:extLst>
            </p:cNvPr>
            <p:cNvSpPr/>
            <p:nvPr/>
          </p:nvSpPr>
          <p:spPr>
            <a:xfrm>
              <a:off x="2594275" y="5113500"/>
              <a:ext cx="17800" cy="79825"/>
            </a:xfrm>
            <a:custGeom>
              <a:avLst/>
              <a:gdLst/>
              <a:ahLst/>
              <a:cxnLst/>
              <a:rect l="l" t="t" r="r" b="b"/>
              <a:pathLst>
                <a:path w="712" h="3193" extrusionOk="0">
                  <a:moveTo>
                    <a:pt x="712" y="0"/>
                  </a:moveTo>
                  <a:cubicBezTo>
                    <a:pt x="712" y="0"/>
                    <a:pt x="0" y="1597"/>
                    <a:pt x="255" y="3193"/>
                  </a:cubicBezTo>
                  <a:lnTo>
                    <a:pt x="346" y="3193"/>
                  </a:lnTo>
                  <a:cubicBezTo>
                    <a:pt x="417" y="3071"/>
                    <a:pt x="488" y="2928"/>
                    <a:pt x="560" y="2776"/>
                  </a:cubicBezTo>
                  <a:cubicBezTo>
                    <a:pt x="478" y="2420"/>
                    <a:pt x="458" y="2044"/>
                    <a:pt x="488" y="1678"/>
                  </a:cubicBezTo>
                  <a:lnTo>
                    <a:pt x="488" y="1668"/>
                  </a:lnTo>
                  <a:lnTo>
                    <a:pt x="488" y="1658"/>
                  </a:lnTo>
                  <a:lnTo>
                    <a:pt x="488" y="1638"/>
                  </a:lnTo>
                  <a:cubicBezTo>
                    <a:pt x="560" y="967"/>
                    <a:pt x="662" y="346"/>
                    <a:pt x="702" y="61"/>
                  </a:cubicBezTo>
                  <a:cubicBezTo>
                    <a:pt x="712" y="31"/>
                    <a:pt x="712" y="11"/>
                    <a:pt x="712" y="0"/>
                  </a:cubicBezTo>
                  <a:close/>
                </a:path>
              </a:pathLst>
            </a:custGeom>
            <a:solidFill>
              <a:srgbClr val="EBA03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 name="Google Shape;1169;p31">
              <a:extLst>
                <a:ext uri="{FF2B5EF4-FFF2-40B4-BE49-F238E27FC236}">
                  <a16:creationId xmlns:a16="http://schemas.microsoft.com/office/drawing/2014/main" id="{86218647-10D7-4B10-85AD-F9E1CA5BFCD1}"/>
                </a:ext>
              </a:extLst>
            </p:cNvPr>
            <p:cNvSpPr/>
            <p:nvPr/>
          </p:nvSpPr>
          <p:spPr>
            <a:xfrm>
              <a:off x="2757225" y="5076125"/>
              <a:ext cx="117950" cy="217625"/>
            </a:xfrm>
            <a:custGeom>
              <a:avLst/>
              <a:gdLst/>
              <a:ahLst/>
              <a:cxnLst/>
              <a:rect l="l" t="t" r="r" b="b"/>
              <a:pathLst>
                <a:path w="4718" h="8705" extrusionOk="0">
                  <a:moveTo>
                    <a:pt x="630" y="1"/>
                  </a:moveTo>
                  <a:lnTo>
                    <a:pt x="630" y="1373"/>
                  </a:lnTo>
                  <a:cubicBezTo>
                    <a:pt x="630" y="1373"/>
                    <a:pt x="783" y="2207"/>
                    <a:pt x="874" y="3133"/>
                  </a:cubicBezTo>
                  <a:cubicBezTo>
                    <a:pt x="915" y="3508"/>
                    <a:pt x="895" y="3895"/>
                    <a:pt x="813" y="4261"/>
                  </a:cubicBezTo>
                  <a:lnTo>
                    <a:pt x="1424" y="5440"/>
                  </a:lnTo>
                  <a:cubicBezTo>
                    <a:pt x="1169" y="5654"/>
                    <a:pt x="0" y="6579"/>
                    <a:pt x="0" y="6579"/>
                  </a:cubicBezTo>
                  <a:lnTo>
                    <a:pt x="1027" y="8704"/>
                  </a:lnTo>
                  <a:cubicBezTo>
                    <a:pt x="2511" y="8348"/>
                    <a:pt x="3792" y="7464"/>
                    <a:pt x="4250" y="6579"/>
                  </a:cubicBezTo>
                  <a:cubicBezTo>
                    <a:pt x="4718" y="5664"/>
                    <a:pt x="4118" y="4312"/>
                    <a:pt x="3396" y="2939"/>
                  </a:cubicBezTo>
                  <a:cubicBezTo>
                    <a:pt x="2206" y="682"/>
                    <a:pt x="1291" y="184"/>
                    <a:pt x="630"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 name="Google Shape;1170;p31">
              <a:extLst>
                <a:ext uri="{FF2B5EF4-FFF2-40B4-BE49-F238E27FC236}">
                  <a16:creationId xmlns:a16="http://schemas.microsoft.com/office/drawing/2014/main" id="{D4DC993E-7368-421C-A929-35FE9C6DED4A}"/>
                </a:ext>
              </a:extLst>
            </p:cNvPr>
            <p:cNvSpPr/>
            <p:nvPr/>
          </p:nvSpPr>
          <p:spPr>
            <a:xfrm>
              <a:off x="2772975" y="5110450"/>
              <a:ext cx="20100" cy="82875"/>
            </a:xfrm>
            <a:custGeom>
              <a:avLst/>
              <a:gdLst/>
              <a:ahLst/>
              <a:cxnLst/>
              <a:rect l="l" t="t" r="r" b="b"/>
              <a:pathLst>
                <a:path w="804" h="3315" extrusionOk="0">
                  <a:moveTo>
                    <a:pt x="0" y="0"/>
                  </a:moveTo>
                  <a:lnTo>
                    <a:pt x="0" y="0"/>
                  </a:lnTo>
                  <a:cubicBezTo>
                    <a:pt x="10" y="51"/>
                    <a:pt x="153" y="865"/>
                    <a:pt x="244" y="1760"/>
                  </a:cubicBezTo>
                  <a:lnTo>
                    <a:pt x="244" y="1769"/>
                  </a:lnTo>
                  <a:lnTo>
                    <a:pt x="244" y="1780"/>
                  </a:lnTo>
                  <a:cubicBezTo>
                    <a:pt x="285" y="2146"/>
                    <a:pt x="265" y="2522"/>
                    <a:pt x="183" y="2888"/>
                  </a:cubicBezTo>
                  <a:lnTo>
                    <a:pt x="407" y="3315"/>
                  </a:lnTo>
                  <a:lnTo>
                    <a:pt x="488" y="3315"/>
                  </a:lnTo>
                  <a:cubicBezTo>
                    <a:pt x="803" y="2065"/>
                    <a:pt x="1" y="1"/>
                    <a:pt x="0" y="0"/>
                  </a:cubicBezTo>
                  <a:close/>
                </a:path>
              </a:pathLst>
            </a:custGeom>
            <a:solidFill>
              <a:srgbClr val="EBA03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 name="Google Shape;1171;p31">
              <a:extLst>
                <a:ext uri="{FF2B5EF4-FFF2-40B4-BE49-F238E27FC236}">
                  <a16:creationId xmlns:a16="http://schemas.microsoft.com/office/drawing/2014/main" id="{D4FBC74F-1B31-4437-B3F7-64D08D1C14BA}"/>
                </a:ext>
              </a:extLst>
            </p:cNvPr>
            <p:cNvSpPr/>
            <p:nvPr/>
          </p:nvSpPr>
          <p:spPr>
            <a:xfrm>
              <a:off x="2590475" y="5068000"/>
              <a:ext cx="204900" cy="274800"/>
            </a:xfrm>
            <a:custGeom>
              <a:avLst/>
              <a:gdLst/>
              <a:ahLst/>
              <a:cxnLst/>
              <a:rect l="l" t="t" r="r" b="b"/>
              <a:pathLst>
                <a:path w="8196" h="10992" extrusionOk="0">
                  <a:moveTo>
                    <a:pt x="6324" y="1"/>
                  </a:moveTo>
                  <a:cubicBezTo>
                    <a:pt x="5491" y="498"/>
                    <a:pt x="4454" y="1139"/>
                    <a:pt x="2674" y="1535"/>
                  </a:cubicBezTo>
                  <a:cubicBezTo>
                    <a:pt x="2034" y="1678"/>
                    <a:pt x="1424" y="1770"/>
                    <a:pt x="864" y="1820"/>
                  </a:cubicBezTo>
                  <a:cubicBezTo>
                    <a:pt x="823" y="2075"/>
                    <a:pt x="722" y="2735"/>
                    <a:pt x="640" y="3458"/>
                  </a:cubicBezTo>
                  <a:cubicBezTo>
                    <a:pt x="600" y="3905"/>
                    <a:pt x="640" y="4362"/>
                    <a:pt x="773" y="4800"/>
                  </a:cubicBezTo>
                  <a:cubicBezTo>
                    <a:pt x="854" y="5084"/>
                    <a:pt x="966" y="5420"/>
                    <a:pt x="1128" y="5735"/>
                  </a:cubicBezTo>
                  <a:cubicBezTo>
                    <a:pt x="1128" y="7606"/>
                    <a:pt x="285" y="9375"/>
                    <a:pt x="0" y="10991"/>
                  </a:cubicBezTo>
                  <a:lnTo>
                    <a:pt x="8195" y="10991"/>
                  </a:lnTo>
                  <a:cubicBezTo>
                    <a:pt x="7910" y="9375"/>
                    <a:pt x="7066" y="7606"/>
                    <a:pt x="7066" y="5735"/>
                  </a:cubicBezTo>
                  <a:cubicBezTo>
                    <a:pt x="7219" y="5420"/>
                    <a:pt x="7341" y="5084"/>
                    <a:pt x="7422" y="4800"/>
                  </a:cubicBezTo>
                  <a:cubicBezTo>
                    <a:pt x="7554" y="4373"/>
                    <a:pt x="7595" y="3905"/>
                    <a:pt x="7544" y="3458"/>
                  </a:cubicBezTo>
                  <a:cubicBezTo>
                    <a:pt x="7453" y="2532"/>
                    <a:pt x="7300" y="1698"/>
                    <a:pt x="7300" y="1698"/>
                  </a:cubicBezTo>
                  <a:lnTo>
                    <a:pt x="7300" y="326"/>
                  </a:lnTo>
                  <a:cubicBezTo>
                    <a:pt x="7056" y="275"/>
                    <a:pt x="6700" y="112"/>
                    <a:pt x="6324"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 name="Google Shape;1172;p31">
              <a:extLst>
                <a:ext uri="{FF2B5EF4-FFF2-40B4-BE49-F238E27FC236}">
                  <a16:creationId xmlns:a16="http://schemas.microsoft.com/office/drawing/2014/main" id="{371E9CA0-812A-406E-8895-BE0EE35F890D}"/>
                </a:ext>
              </a:extLst>
            </p:cNvPr>
            <p:cNvSpPr/>
            <p:nvPr/>
          </p:nvSpPr>
          <p:spPr>
            <a:xfrm>
              <a:off x="2810325" y="4885125"/>
              <a:ext cx="47825" cy="56025"/>
            </a:xfrm>
            <a:custGeom>
              <a:avLst/>
              <a:gdLst/>
              <a:ahLst/>
              <a:cxnLst/>
              <a:rect l="l" t="t" r="r" b="b"/>
              <a:pathLst>
                <a:path w="1913" h="2241" extrusionOk="0">
                  <a:moveTo>
                    <a:pt x="941" y="0"/>
                  </a:moveTo>
                  <a:cubicBezTo>
                    <a:pt x="259" y="0"/>
                    <a:pt x="1" y="727"/>
                    <a:pt x="1" y="727"/>
                  </a:cubicBezTo>
                  <a:lnTo>
                    <a:pt x="1" y="1997"/>
                  </a:lnTo>
                  <a:cubicBezTo>
                    <a:pt x="117" y="2155"/>
                    <a:pt x="321" y="2241"/>
                    <a:pt x="554" y="2241"/>
                  </a:cubicBezTo>
                  <a:cubicBezTo>
                    <a:pt x="949" y="2241"/>
                    <a:pt x="1426" y="1992"/>
                    <a:pt x="1688" y="1428"/>
                  </a:cubicBezTo>
                  <a:cubicBezTo>
                    <a:pt x="1912" y="951"/>
                    <a:pt x="1790" y="188"/>
                    <a:pt x="1211" y="36"/>
                  </a:cubicBezTo>
                  <a:cubicBezTo>
                    <a:pt x="1115" y="11"/>
                    <a:pt x="1025" y="0"/>
                    <a:pt x="941"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0" name="Google Shape;1173;p31">
              <a:extLst>
                <a:ext uri="{FF2B5EF4-FFF2-40B4-BE49-F238E27FC236}">
                  <a16:creationId xmlns:a16="http://schemas.microsoft.com/office/drawing/2014/main" id="{9BD64617-AE75-4FA0-84A2-0E1D8694480E}"/>
                </a:ext>
              </a:extLst>
            </p:cNvPr>
            <p:cNvSpPr/>
            <p:nvPr/>
          </p:nvSpPr>
          <p:spPr>
            <a:xfrm>
              <a:off x="2815425" y="4894375"/>
              <a:ext cx="30000" cy="36050"/>
            </a:xfrm>
            <a:custGeom>
              <a:avLst/>
              <a:gdLst/>
              <a:ahLst/>
              <a:cxnLst/>
              <a:rect l="l" t="t" r="r" b="b"/>
              <a:pathLst>
                <a:path w="1200" h="1442" extrusionOk="0">
                  <a:moveTo>
                    <a:pt x="824" y="1"/>
                  </a:moveTo>
                  <a:cubicBezTo>
                    <a:pt x="682" y="1"/>
                    <a:pt x="539" y="41"/>
                    <a:pt x="417" y="123"/>
                  </a:cubicBezTo>
                  <a:cubicBezTo>
                    <a:pt x="305" y="204"/>
                    <a:pt x="214" y="306"/>
                    <a:pt x="142" y="428"/>
                  </a:cubicBezTo>
                  <a:cubicBezTo>
                    <a:pt x="72" y="540"/>
                    <a:pt x="31" y="672"/>
                    <a:pt x="0" y="804"/>
                  </a:cubicBezTo>
                  <a:lnTo>
                    <a:pt x="0" y="834"/>
                  </a:lnTo>
                  <a:cubicBezTo>
                    <a:pt x="5" y="840"/>
                    <a:pt x="13" y="842"/>
                    <a:pt x="21" y="842"/>
                  </a:cubicBezTo>
                  <a:cubicBezTo>
                    <a:pt x="28" y="842"/>
                    <a:pt x="36" y="840"/>
                    <a:pt x="41" y="834"/>
                  </a:cubicBezTo>
                  <a:cubicBezTo>
                    <a:pt x="112" y="784"/>
                    <a:pt x="194" y="743"/>
                    <a:pt x="275" y="712"/>
                  </a:cubicBezTo>
                  <a:cubicBezTo>
                    <a:pt x="346" y="682"/>
                    <a:pt x="427" y="662"/>
                    <a:pt x="508" y="651"/>
                  </a:cubicBezTo>
                  <a:cubicBezTo>
                    <a:pt x="590" y="651"/>
                    <a:pt x="651" y="672"/>
                    <a:pt x="702" y="723"/>
                  </a:cubicBezTo>
                  <a:lnTo>
                    <a:pt x="722" y="773"/>
                  </a:lnTo>
                  <a:cubicBezTo>
                    <a:pt x="732" y="794"/>
                    <a:pt x="743" y="804"/>
                    <a:pt x="752" y="825"/>
                  </a:cubicBezTo>
                  <a:cubicBezTo>
                    <a:pt x="763" y="865"/>
                    <a:pt x="773" y="906"/>
                    <a:pt x="783" y="936"/>
                  </a:cubicBezTo>
                  <a:cubicBezTo>
                    <a:pt x="783" y="1008"/>
                    <a:pt x="763" y="1078"/>
                    <a:pt x="712" y="1119"/>
                  </a:cubicBezTo>
                  <a:cubicBezTo>
                    <a:pt x="682" y="1139"/>
                    <a:pt x="651" y="1160"/>
                    <a:pt x="621" y="1170"/>
                  </a:cubicBezTo>
                  <a:cubicBezTo>
                    <a:pt x="580" y="1180"/>
                    <a:pt x="549" y="1180"/>
                    <a:pt x="499" y="1180"/>
                  </a:cubicBezTo>
                  <a:cubicBezTo>
                    <a:pt x="407" y="1191"/>
                    <a:pt x="316" y="1211"/>
                    <a:pt x="234" y="1231"/>
                  </a:cubicBezTo>
                  <a:cubicBezTo>
                    <a:pt x="183" y="1252"/>
                    <a:pt x="142" y="1261"/>
                    <a:pt x="102" y="1292"/>
                  </a:cubicBezTo>
                  <a:cubicBezTo>
                    <a:pt x="61" y="1313"/>
                    <a:pt x="20" y="1353"/>
                    <a:pt x="0" y="1404"/>
                  </a:cubicBezTo>
                  <a:cubicBezTo>
                    <a:pt x="0" y="1414"/>
                    <a:pt x="0" y="1435"/>
                    <a:pt x="11" y="1435"/>
                  </a:cubicBezTo>
                  <a:cubicBezTo>
                    <a:pt x="15" y="1439"/>
                    <a:pt x="20" y="1441"/>
                    <a:pt x="26" y="1441"/>
                  </a:cubicBezTo>
                  <a:cubicBezTo>
                    <a:pt x="35" y="1441"/>
                    <a:pt x="45" y="1436"/>
                    <a:pt x="51" y="1424"/>
                  </a:cubicBezTo>
                  <a:cubicBezTo>
                    <a:pt x="92" y="1363"/>
                    <a:pt x="173" y="1343"/>
                    <a:pt x="255" y="1322"/>
                  </a:cubicBezTo>
                  <a:cubicBezTo>
                    <a:pt x="336" y="1313"/>
                    <a:pt x="427" y="1302"/>
                    <a:pt x="508" y="1302"/>
                  </a:cubicBezTo>
                  <a:cubicBezTo>
                    <a:pt x="600" y="1302"/>
                    <a:pt x="702" y="1282"/>
                    <a:pt x="793" y="1211"/>
                  </a:cubicBezTo>
                  <a:cubicBezTo>
                    <a:pt x="834" y="1180"/>
                    <a:pt x="865" y="1130"/>
                    <a:pt x="885" y="1078"/>
                  </a:cubicBezTo>
                  <a:cubicBezTo>
                    <a:pt x="905" y="1028"/>
                    <a:pt x="905" y="977"/>
                    <a:pt x="905" y="926"/>
                  </a:cubicBezTo>
                  <a:cubicBezTo>
                    <a:pt x="895" y="875"/>
                    <a:pt x="885" y="825"/>
                    <a:pt x="865" y="784"/>
                  </a:cubicBezTo>
                  <a:cubicBezTo>
                    <a:pt x="854" y="764"/>
                    <a:pt x="844" y="733"/>
                    <a:pt x="834" y="712"/>
                  </a:cubicBezTo>
                  <a:cubicBezTo>
                    <a:pt x="813" y="692"/>
                    <a:pt x="804" y="672"/>
                    <a:pt x="783" y="651"/>
                  </a:cubicBezTo>
                  <a:cubicBezTo>
                    <a:pt x="763" y="631"/>
                    <a:pt x="752" y="611"/>
                    <a:pt x="722" y="601"/>
                  </a:cubicBezTo>
                  <a:cubicBezTo>
                    <a:pt x="702" y="590"/>
                    <a:pt x="682" y="570"/>
                    <a:pt x="651" y="560"/>
                  </a:cubicBezTo>
                  <a:cubicBezTo>
                    <a:pt x="615" y="553"/>
                    <a:pt x="579" y="546"/>
                    <a:pt x="543" y="546"/>
                  </a:cubicBezTo>
                  <a:cubicBezTo>
                    <a:pt x="528" y="546"/>
                    <a:pt x="513" y="547"/>
                    <a:pt x="499" y="550"/>
                  </a:cubicBezTo>
                  <a:cubicBezTo>
                    <a:pt x="407" y="560"/>
                    <a:pt x="316" y="590"/>
                    <a:pt x="234" y="642"/>
                  </a:cubicBezTo>
                  <a:cubicBezTo>
                    <a:pt x="185" y="666"/>
                    <a:pt x="139" y="691"/>
                    <a:pt x="95" y="720"/>
                  </a:cubicBezTo>
                  <a:lnTo>
                    <a:pt x="95" y="720"/>
                  </a:lnTo>
                  <a:cubicBezTo>
                    <a:pt x="106" y="692"/>
                    <a:pt x="118" y="665"/>
                    <a:pt x="133" y="642"/>
                  </a:cubicBezTo>
                  <a:lnTo>
                    <a:pt x="173" y="560"/>
                  </a:lnTo>
                  <a:lnTo>
                    <a:pt x="224" y="479"/>
                  </a:lnTo>
                  <a:cubicBezTo>
                    <a:pt x="295" y="377"/>
                    <a:pt x="386" y="285"/>
                    <a:pt x="488" y="224"/>
                  </a:cubicBezTo>
                  <a:cubicBezTo>
                    <a:pt x="590" y="154"/>
                    <a:pt x="702" y="113"/>
                    <a:pt x="824" y="102"/>
                  </a:cubicBezTo>
                  <a:cubicBezTo>
                    <a:pt x="835" y="101"/>
                    <a:pt x="846" y="101"/>
                    <a:pt x="857" y="101"/>
                  </a:cubicBezTo>
                  <a:cubicBezTo>
                    <a:pt x="959" y="101"/>
                    <a:pt x="1065" y="142"/>
                    <a:pt x="1139" y="224"/>
                  </a:cubicBezTo>
                  <a:cubicBezTo>
                    <a:pt x="1144" y="230"/>
                    <a:pt x="1152" y="232"/>
                    <a:pt x="1159" y="232"/>
                  </a:cubicBezTo>
                  <a:cubicBezTo>
                    <a:pt x="1167" y="232"/>
                    <a:pt x="1175" y="230"/>
                    <a:pt x="1179" y="224"/>
                  </a:cubicBezTo>
                  <a:cubicBezTo>
                    <a:pt x="1190" y="224"/>
                    <a:pt x="1200" y="204"/>
                    <a:pt x="1190" y="194"/>
                  </a:cubicBezTo>
                  <a:cubicBezTo>
                    <a:pt x="1149" y="123"/>
                    <a:pt x="1098" y="82"/>
                    <a:pt x="1027" y="41"/>
                  </a:cubicBezTo>
                  <a:cubicBezTo>
                    <a:pt x="966" y="21"/>
                    <a:pt x="895" y="1"/>
                    <a:pt x="824"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 name="Google Shape;1174;p31">
              <a:extLst>
                <a:ext uri="{FF2B5EF4-FFF2-40B4-BE49-F238E27FC236}">
                  <a16:creationId xmlns:a16="http://schemas.microsoft.com/office/drawing/2014/main" id="{553AFF14-38C8-4E7B-A144-67D85E1EE1E4}"/>
                </a:ext>
              </a:extLst>
            </p:cNvPr>
            <p:cNvSpPr/>
            <p:nvPr/>
          </p:nvSpPr>
          <p:spPr>
            <a:xfrm>
              <a:off x="2818475" y="4885225"/>
              <a:ext cx="16025" cy="5875"/>
            </a:xfrm>
            <a:custGeom>
              <a:avLst/>
              <a:gdLst/>
              <a:ahLst/>
              <a:cxnLst/>
              <a:rect l="l" t="t" r="r" b="b"/>
              <a:pathLst>
                <a:path w="641" h="235" extrusionOk="0">
                  <a:moveTo>
                    <a:pt x="11" y="235"/>
                  </a:moveTo>
                  <a:lnTo>
                    <a:pt x="0" y="235"/>
                  </a:lnTo>
                  <a:lnTo>
                    <a:pt x="0" y="235"/>
                  </a:lnTo>
                  <a:lnTo>
                    <a:pt x="11" y="235"/>
                  </a:lnTo>
                  <a:lnTo>
                    <a:pt x="11" y="235"/>
                  </a:lnTo>
                  <a:close/>
                  <a:moveTo>
                    <a:pt x="610" y="1"/>
                  </a:moveTo>
                  <a:cubicBezTo>
                    <a:pt x="356" y="1"/>
                    <a:pt x="153" y="102"/>
                    <a:pt x="11" y="235"/>
                  </a:cubicBezTo>
                  <a:lnTo>
                    <a:pt x="11" y="235"/>
                  </a:lnTo>
                  <a:cubicBezTo>
                    <a:pt x="153" y="102"/>
                    <a:pt x="356" y="1"/>
                    <a:pt x="610" y="1"/>
                  </a:cubicBezTo>
                  <a:lnTo>
                    <a:pt x="641" y="1"/>
                  </a:ln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 name="Google Shape;1175;p31">
              <a:extLst>
                <a:ext uri="{FF2B5EF4-FFF2-40B4-BE49-F238E27FC236}">
                  <a16:creationId xmlns:a16="http://schemas.microsoft.com/office/drawing/2014/main" id="{FFA19EB8-38E7-419B-9796-9F1E1D6193C1}"/>
                </a:ext>
              </a:extLst>
            </p:cNvPr>
            <p:cNvSpPr/>
            <p:nvPr/>
          </p:nvSpPr>
          <p:spPr>
            <a:xfrm>
              <a:off x="2812875" y="4885225"/>
              <a:ext cx="27750" cy="55200"/>
            </a:xfrm>
            <a:custGeom>
              <a:avLst/>
              <a:gdLst/>
              <a:ahLst/>
              <a:cxnLst/>
              <a:rect l="l" t="t" r="r" b="b"/>
              <a:pathLst>
                <a:path w="1110" h="2208" extrusionOk="0">
                  <a:moveTo>
                    <a:pt x="834" y="1"/>
                  </a:moveTo>
                  <a:cubicBezTo>
                    <a:pt x="580" y="1"/>
                    <a:pt x="377" y="102"/>
                    <a:pt x="235" y="235"/>
                  </a:cubicBezTo>
                  <a:lnTo>
                    <a:pt x="224" y="235"/>
                  </a:lnTo>
                  <a:cubicBezTo>
                    <a:pt x="214" y="468"/>
                    <a:pt x="204" y="682"/>
                    <a:pt x="183" y="895"/>
                  </a:cubicBezTo>
                  <a:cubicBezTo>
                    <a:pt x="204" y="865"/>
                    <a:pt x="224" y="825"/>
                    <a:pt x="244" y="794"/>
                  </a:cubicBezTo>
                  <a:cubicBezTo>
                    <a:pt x="316" y="672"/>
                    <a:pt x="407" y="570"/>
                    <a:pt x="519" y="489"/>
                  </a:cubicBezTo>
                  <a:cubicBezTo>
                    <a:pt x="590" y="438"/>
                    <a:pt x="671" y="407"/>
                    <a:pt x="753" y="387"/>
                  </a:cubicBezTo>
                  <a:cubicBezTo>
                    <a:pt x="946" y="123"/>
                    <a:pt x="1109" y="32"/>
                    <a:pt x="1109" y="32"/>
                  </a:cubicBezTo>
                  <a:cubicBezTo>
                    <a:pt x="1017" y="11"/>
                    <a:pt x="936" y="1"/>
                    <a:pt x="865" y="1"/>
                  </a:cubicBezTo>
                  <a:close/>
                  <a:moveTo>
                    <a:pt x="651" y="550"/>
                  </a:moveTo>
                  <a:cubicBezTo>
                    <a:pt x="631" y="560"/>
                    <a:pt x="610" y="570"/>
                    <a:pt x="590" y="590"/>
                  </a:cubicBezTo>
                  <a:cubicBezTo>
                    <a:pt x="488" y="651"/>
                    <a:pt x="397" y="743"/>
                    <a:pt x="326" y="845"/>
                  </a:cubicBezTo>
                  <a:lnTo>
                    <a:pt x="275" y="926"/>
                  </a:lnTo>
                  <a:lnTo>
                    <a:pt x="235" y="1008"/>
                  </a:lnTo>
                  <a:cubicBezTo>
                    <a:pt x="214" y="1038"/>
                    <a:pt x="204" y="1058"/>
                    <a:pt x="194" y="1089"/>
                  </a:cubicBezTo>
                  <a:cubicBezTo>
                    <a:pt x="244" y="1058"/>
                    <a:pt x="285" y="1028"/>
                    <a:pt x="336" y="1008"/>
                  </a:cubicBezTo>
                  <a:cubicBezTo>
                    <a:pt x="377" y="987"/>
                    <a:pt x="407" y="967"/>
                    <a:pt x="448" y="956"/>
                  </a:cubicBezTo>
                  <a:cubicBezTo>
                    <a:pt x="509" y="794"/>
                    <a:pt x="580" y="662"/>
                    <a:pt x="651" y="550"/>
                  </a:cubicBezTo>
                  <a:close/>
                  <a:moveTo>
                    <a:pt x="418" y="1058"/>
                  </a:moveTo>
                  <a:lnTo>
                    <a:pt x="418" y="1058"/>
                  </a:lnTo>
                  <a:cubicBezTo>
                    <a:pt x="407" y="1069"/>
                    <a:pt x="387" y="1078"/>
                    <a:pt x="377" y="1078"/>
                  </a:cubicBezTo>
                  <a:cubicBezTo>
                    <a:pt x="296" y="1109"/>
                    <a:pt x="224" y="1150"/>
                    <a:pt x="153" y="1191"/>
                  </a:cubicBezTo>
                  <a:cubicBezTo>
                    <a:pt x="113" y="1505"/>
                    <a:pt x="61" y="1810"/>
                    <a:pt x="0" y="2095"/>
                  </a:cubicBezTo>
                  <a:cubicBezTo>
                    <a:pt x="61" y="2146"/>
                    <a:pt x="133" y="2177"/>
                    <a:pt x="214" y="2207"/>
                  </a:cubicBezTo>
                  <a:cubicBezTo>
                    <a:pt x="265" y="2024"/>
                    <a:pt x="305" y="1851"/>
                    <a:pt x="336" y="1699"/>
                  </a:cubicBezTo>
                  <a:lnTo>
                    <a:pt x="336" y="1699"/>
                  </a:lnTo>
                  <a:cubicBezTo>
                    <a:pt x="265" y="1709"/>
                    <a:pt x="183" y="1740"/>
                    <a:pt x="153" y="1790"/>
                  </a:cubicBezTo>
                  <a:cubicBezTo>
                    <a:pt x="143" y="1801"/>
                    <a:pt x="143" y="1810"/>
                    <a:pt x="133" y="1810"/>
                  </a:cubicBezTo>
                  <a:cubicBezTo>
                    <a:pt x="122" y="1810"/>
                    <a:pt x="122" y="1810"/>
                    <a:pt x="113" y="1801"/>
                  </a:cubicBezTo>
                  <a:cubicBezTo>
                    <a:pt x="102" y="1801"/>
                    <a:pt x="102" y="1780"/>
                    <a:pt x="102" y="1770"/>
                  </a:cubicBezTo>
                  <a:cubicBezTo>
                    <a:pt x="122" y="1719"/>
                    <a:pt x="163" y="1679"/>
                    <a:pt x="204" y="1658"/>
                  </a:cubicBezTo>
                  <a:cubicBezTo>
                    <a:pt x="244" y="1627"/>
                    <a:pt x="285" y="1618"/>
                    <a:pt x="336" y="1597"/>
                  </a:cubicBezTo>
                  <a:lnTo>
                    <a:pt x="346" y="1597"/>
                  </a:lnTo>
                  <a:cubicBezTo>
                    <a:pt x="397" y="1353"/>
                    <a:pt x="418" y="1150"/>
                    <a:pt x="418" y="1058"/>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 name="Google Shape;1176;p31">
              <a:extLst>
                <a:ext uri="{FF2B5EF4-FFF2-40B4-BE49-F238E27FC236}">
                  <a16:creationId xmlns:a16="http://schemas.microsoft.com/office/drawing/2014/main" id="{49E7FAD6-E23A-4092-B82B-097217CC4542}"/>
                </a:ext>
              </a:extLst>
            </p:cNvPr>
            <p:cNvSpPr/>
            <p:nvPr/>
          </p:nvSpPr>
          <p:spPr>
            <a:xfrm>
              <a:off x="2815425" y="4894900"/>
              <a:ext cx="16275" cy="35600"/>
            </a:xfrm>
            <a:custGeom>
              <a:avLst/>
              <a:gdLst/>
              <a:ahLst/>
              <a:cxnLst/>
              <a:rect l="l" t="t" r="r" b="b"/>
              <a:pathLst>
                <a:path w="651" h="1424" extrusionOk="0">
                  <a:moveTo>
                    <a:pt x="651" y="0"/>
                  </a:moveTo>
                  <a:cubicBezTo>
                    <a:pt x="569" y="20"/>
                    <a:pt x="488" y="51"/>
                    <a:pt x="417" y="102"/>
                  </a:cubicBezTo>
                  <a:cubicBezTo>
                    <a:pt x="305" y="183"/>
                    <a:pt x="214" y="285"/>
                    <a:pt x="142" y="407"/>
                  </a:cubicBezTo>
                  <a:cubicBezTo>
                    <a:pt x="122" y="438"/>
                    <a:pt x="102" y="478"/>
                    <a:pt x="81" y="508"/>
                  </a:cubicBezTo>
                  <a:cubicBezTo>
                    <a:pt x="72" y="610"/>
                    <a:pt x="61" y="712"/>
                    <a:pt x="51" y="804"/>
                  </a:cubicBezTo>
                  <a:cubicBezTo>
                    <a:pt x="122" y="763"/>
                    <a:pt x="194" y="722"/>
                    <a:pt x="275" y="691"/>
                  </a:cubicBezTo>
                  <a:cubicBezTo>
                    <a:pt x="285" y="691"/>
                    <a:pt x="305" y="682"/>
                    <a:pt x="316" y="671"/>
                  </a:cubicBezTo>
                  <a:cubicBezTo>
                    <a:pt x="325" y="641"/>
                    <a:pt x="325" y="621"/>
                    <a:pt x="325" y="621"/>
                  </a:cubicBezTo>
                  <a:cubicBezTo>
                    <a:pt x="336" y="600"/>
                    <a:pt x="336" y="590"/>
                    <a:pt x="346" y="569"/>
                  </a:cubicBezTo>
                  <a:lnTo>
                    <a:pt x="346" y="569"/>
                  </a:lnTo>
                  <a:cubicBezTo>
                    <a:pt x="305" y="580"/>
                    <a:pt x="275" y="600"/>
                    <a:pt x="234" y="621"/>
                  </a:cubicBezTo>
                  <a:cubicBezTo>
                    <a:pt x="183" y="641"/>
                    <a:pt x="142" y="671"/>
                    <a:pt x="92" y="702"/>
                  </a:cubicBezTo>
                  <a:cubicBezTo>
                    <a:pt x="102" y="671"/>
                    <a:pt x="112" y="651"/>
                    <a:pt x="133" y="621"/>
                  </a:cubicBezTo>
                  <a:lnTo>
                    <a:pt x="173" y="539"/>
                  </a:lnTo>
                  <a:lnTo>
                    <a:pt x="224" y="458"/>
                  </a:lnTo>
                  <a:cubicBezTo>
                    <a:pt x="295" y="356"/>
                    <a:pt x="386" y="264"/>
                    <a:pt x="488" y="203"/>
                  </a:cubicBezTo>
                  <a:cubicBezTo>
                    <a:pt x="508" y="183"/>
                    <a:pt x="529" y="173"/>
                    <a:pt x="549" y="163"/>
                  </a:cubicBezTo>
                  <a:cubicBezTo>
                    <a:pt x="580" y="102"/>
                    <a:pt x="621" y="51"/>
                    <a:pt x="651" y="0"/>
                  </a:cubicBezTo>
                  <a:close/>
                  <a:moveTo>
                    <a:pt x="234" y="1210"/>
                  </a:moveTo>
                  <a:cubicBezTo>
                    <a:pt x="183" y="1231"/>
                    <a:pt x="142" y="1240"/>
                    <a:pt x="102" y="1271"/>
                  </a:cubicBezTo>
                  <a:cubicBezTo>
                    <a:pt x="61" y="1292"/>
                    <a:pt x="20" y="1332"/>
                    <a:pt x="0" y="1383"/>
                  </a:cubicBezTo>
                  <a:cubicBezTo>
                    <a:pt x="0" y="1393"/>
                    <a:pt x="0" y="1414"/>
                    <a:pt x="11" y="1414"/>
                  </a:cubicBezTo>
                  <a:cubicBezTo>
                    <a:pt x="20" y="1423"/>
                    <a:pt x="20" y="1423"/>
                    <a:pt x="31" y="1423"/>
                  </a:cubicBezTo>
                  <a:cubicBezTo>
                    <a:pt x="41" y="1423"/>
                    <a:pt x="41" y="1414"/>
                    <a:pt x="51" y="1403"/>
                  </a:cubicBezTo>
                  <a:cubicBezTo>
                    <a:pt x="81" y="1353"/>
                    <a:pt x="163" y="1322"/>
                    <a:pt x="234" y="1312"/>
                  </a:cubicBezTo>
                  <a:cubicBezTo>
                    <a:pt x="234" y="1271"/>
                    <a:pt x="244" y="1240"/>
                    <a:pt x="244" y="1210"/>
                  </a:cubicBezTo>
                  <a:close/>
                </a:path>
              </a:pathLst>
            </a:custGeom>
            <a:solidFill>
              <a:srgbClr val="8E554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 name="Google Shape;1177;p31">
              <a:extLst>
                <a:ext uri="{FF2B5EF4-FFF2-40B4-BE49-F238E27FC236}">
                  <a16:creationId xmlns:a16="http://schemas.microsoft.com/office/drawing/2014/main" id="{5C132F07-3045-4F0E-AC8B-8BD7206B1C33}"/>
                </a:ext>
              </a:extLst>
            </p:cNvPr>
            <p:cNvSpPr/>
            <p:nvPr/>
          </p:nvSpPr>
          <p:spPr>
            <a:xfrm>
              <a:off x="2527675" y="4885125"/>
              <a:ext cx="47800" cy="56025"/>
            </a:xfrm>
            <a:custGeom>
              <a:avLst/>
              <a:gdLst/>
              <a:ahLst/>
              <a:cxnLst/>
              <a:rect l="l" t="t" r="r" b="b"/>
              <a:pathLst>
                <a:path w="1912" h="2241" extrusionOk="0">
                  <a:moveTo>
                    <a:pt x="969" y="0"/>
                  </a:moveTo>
                  <a:cubicBezTo>
                    <a:pt x="886" y="0"/>
                    <a:pt x="797" y="11"/>
                    <a:pt x="702" y="36"/>
                  </a:cubicBezTo>
                  <a:cubicBezTo>
                    <a:pt x="122" y="188"/>
                    <a:pt x="0" y="951"/>
                    <a:pt x="224" y="1428"/>
                  </a:cubicBezTo>
                  <a:cubicBezTo>
                    <a:pt x="487" y="1992"/>
                    <a:pt x="960" y="2241"/>
                    <a:pt x="1355" y="2241"/>
                  </a:cubicBezTo>
                  <a:cubicBezTo>
                    <a:pt x="1587" y="2241"/>
                    <a:pt x="1792" y="2155"/>
                    <a:pt x="1912" y="1997"/>
                  </a:cubicBezTo>
                  <a:lnTo>
                    <a:pt x="1912" y="727"/>
                  </a:lnTo>
                  <a:cubicBezTo>
                    <a:pt x="1912" y="727"/>
                    <a:pt x="1646" y="0"/>
                    <a:pt x="969"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 name="Google Shape;1178;p31">
              <a:extLst>
                <a:ext uri="{FF2B5EF4-FFF2-40B4-BE49-F238E27FC236}">
                  <a16:creationId xmlns:a16="http://schemas.microsoft.com/office/drawing/2014/main" id="{C102C77F-97BA-42A2-AB4D-500799D7CCBE}"/>
                </a:ext>
              </a:extLst>
            </p:cNvPr>
            <p:cNvSpPr/>
            <p:nvPr/>
          </p:nvSpPr>
          <p:spPr>
            <a:xfrm>
              <a:off x="2540375" y="4894375"/>
              <a:ext cx="30025" cy="36125"/>
            </a:xfrm>
            <a:custGeom>
              <a:avLst/>
              <a:gdLst/>
              <a:ahLst/>
              <a:cxnLst/>
              <a:rect l="l" t="t" r="r" b="b"/>
              <a:pathLst>
                <a:path w="1201" h="1445" extrusionOk="0">
                  <a:moveTo>
                    <a:pt x="377" y="1"/>
                  </a:moveTo>
                  <a:cubicBezTo>
                    <a:pt x="306" y="1"/>
                    <a:pt x="235" y="21"/>
                    <a:pt x="174" y="41"/>
                  </a:cubicBezTo>
                  <a:cubicBezTo>
                    <a:pt x="102" y="82"/>
                    <a:pt x="41" y="123"/>
                    <a:pt x="11" y="194"/>
                  </a:cubicBezTo>
                  <a:cubicBezTo>
                    <a:pt x="1" y="204"/>
                    <a:pt x="11" y="215"/>
                    <a:pt x="21" y="224"/>
                  </a:cubicBezTo>
                  <a:cubicBezTo>
                    <a:pt x="26" y="230"/>
                    <a:pt x="31" y="232"/>
                    <a:pt x="36" y="232"/>
                  </a:cubicBezTo>
                  <a:cubicBezTo>
                    <a:pt x="42" y="232"/>
                    <a:pt x="47" y="230"/>
                    <a:pt x="52" y="224"/>
                  </a:cubicBezTo>
                  <a:lnTo>
                    <a:pt x="62" y="224"/>
                  </a:lnTo>
                  <a:cubicBezTo>
                    <a:pt x="126" y="142"/>
                    <a:pt x="232" y="101"/>
                    <a:pt x="342" y="101"/>
                  </a:cubicBezTo>
                  <a:cubicBezTo>
                    <a:pt x="354" y="101"/>
                    <a:pt x="365" y="101"/>
                    <a:pt x="377" y="102"/>
                  </a:cubicBezTo>
                  <a:cubicBezTo>
                    <a:pt x="499" y="113"/>
                    <a:pt x="611" y="154"/>
                    <a:pt x="712" y="224"/>
                  </a:cubicBezTo>
                  <a:cubicBezTo>
                    <a:pt x="814" y="285"/>
                    <a:pt x="895" y="377"/>
                    <a:pt x="967" y="479"/>
                  </a:cubicBezTo>
                  <a:lnTo>
                    <a:pt x="1028" y="560"/>
                  </a:lnTo>
                  <a:lnTo>
                    <a:pt x="1069" y="642"/>
                  </a:lnTo>
                  <a:cubicBezTo>
                    <a:pt x="1082" y="665"/>
                    <a:pt x="1094" y="692"/>
                    <a:pt x="1106" y="720"/>
                  </a:cubicBezTo>
                  <a:lnTo>
                    <a:pt x="1106" y="720"/>
                  </a:lnTo>
                  <a:cubicBezTo>
                    <a:pt x="1062" y="691"/>
                    <a:pt x="1016" y="666"/>
                    <a:pt x="967" y="642"/>
                  </a:cubicBezTo>
                  <a:cubicBezTo>
                    <a:pt x="886" y="590"/>
                    <a:pt x="794" y="560"/>
                    <a:pt x="692" y="550"/>
                  </a:cubicBezTo>
                  <a:cubicBezTo>
                    <a:pt x="680" y="547"/>
                    <a:pt x="668" y="546"/>
                    <a:pt x="654" y="546"/>
                  </a:cubicBezTo>
                  <a:cubicBezTo>
                    <a:pt x="622" y="546"/>
                    <a:pt x="586" y="553"/>
                    <a:pt x="550" y="560"/>
                  </a:cubicBezTo>
                  <a:cubicBezTo>
                    <a:pt x="520" y="570"/>
                    <a:pt x="499" y="590"/>
                    <a:pt x="468" y="601"/>
                  </a:cubicBezTo>
                  <a:cubicBezTo>
                    <a:pt x="448" y="611"/>
                    <a:pt x="428" y="631"/>
                    <a:pt x="407" y="651"/>
                  </a:cubicBezTo>
                  <a:cubicBezTo>
                    <a:pt x="398" y="672"/>
                    <a:pt x="377" y="692"/>
                    <a:pt x="367" y="712"/>
                  </a:cubicBezTo>
                  <a:cubicBezTo>
                    <a:pt x="357" y="733"/>
                    <a:pt x="346" y="764"/>
                    <a:pt x="337" y="784"/>
                  </a:cubicBezTo>
                  <a:cubicBezTo>
                    <a:pt x="316" y="825"/>
                    <a:pt x="306" y="875"/>
                    <a:pt x="296" y="926"/>
                  </a:cubicBezTo>
                  <a:cubicBezTo>
                    <a:pt x="296" y="977"/>
                    <a:pt x="296" y="1028"/>
                    <a:pt x="316" y="1078"/>
                  </a:cubicBezTo>
                  <a:cubicBezTo>
                    <a:pt x="337" y="1130"/>
                    <a:pt x="367" y="1180"/>
                    <a:pt x="407" y="1211"/>
                  </a:cubicBezTo>
                  <a:cubicBezTo>
                    <a:pt x="489" y="1282"/>
                    <a:pt x="601" y="1302"/>
                    <a:pt x="692" y="1302"/>
                  </a:cubicBezTo>
                  <a:cubicBezTo>
                    <a:pt x="773" y="1302"/>
                    <a:pt x="865" y="1313"/>
                    <a:pt x="947" y="1322"/>
                  </a:cubicBezTo>
                  <a:cubicBezTo>
                    <a:pt x="1028" y="1343"/>
                    <a:pt x="1109" y="1363"/>
                    <a:pt x="1150" y="1424"/>
                  </a:cubicBezTo>
                  <a:cubicBezTo>
                    <a:pt x="1150" y="1435"/>
                    <a:pt x="1170" y="1444"/>
                    <a:pt x="1180" y="1444"/>
                  </a:cubicBezTo>
                  <a:cubicBezTo>
                    <a:pt x="1191" y="1435"/>
                    <a:pt x="1200" y="1414"/>
                    <a:pt x="1200" y="1404"/>
                  </a:cubicBezTo>
                  <a:cubicBezTo>
                    <a:pt x="1180" y="1353"/>
                    <a:pt x="1139" y="1313"/>
                    <a:pt x="1099" y="1292"/>
                  </a:cubicBezTo>
                  <a:cubicBezTo>
                    <a:pt x="1058" y="1261"/>
                    <a:pt x="1008" y="1252"/>
                    <a:pt x="967" y="1231"/>
                  </a:cubicBezTo>
                  <a:cubicBezTo>
                    <a:pt x="875" y="1211"/>
                    <a:pt x="784" y="1191"/>
                    <a:pt x="703" y="1180"/>
                  </a:cubicBezTo>
                  <a:cubicBezTo>
                    <a:pt x="651" y="1180"/>
                    <a:pt x="621" y="1180"/>
                    <a:pt x="581" y="1170"/>
                  </a:cubicBezTo>
                  <a:cubicBezTo>
                    <a:pt x="550" y="1160"/>
                    <a:pt x="509" y="1139"/>
                    <a:pt x="489" y="1119"/>
                  </a:cubicBezTo>
                  <a:cubicBezTo>
                    <a:pt x="438" y="1078"/>
                    <a:pt x="407" y="1008"/>
                    <a:pt x="418" y="936"/>
                  </a:cubicBezTo>
                  <a:cubicBezTo>
                    <a:pt x="418" y="906"/>
                    <a:pt x="438" y="865"/>
                    <a:pt x="448" y="825"/>
                  </a:cubicBezTo>
                  <a:cubicBezTo>
                    <a:pt x="459" y="804"/>
                    <a:pt x="468" y="794"/>
                    <a:pt x="468" y="773"/>
                  </a:cubicBezTo>
                  <a:lnTo>
                    <a:pt x="499" y="723"/>
                  </a:lnTo>
                  <a:cubicBezTo>
                    <a:pt x="540" y="672"/>
                    <a:pt x="611" y="651"/>
                    <a:pt x="692" y="651"/>
                  </a:cubicBezTo>
                  <a:cubicBezTo>
                    <a:pt x="764" y="662"/>
                    <a:pt x="845" y="682"/>
                    <a:pt x="926" y="712"/>
                  </a:cubicBezTo>
                  <a:cubicBezTo>
                    <a:pt x="1008" y="743"/>
                    <a:pt x="1078" y="784"/>
                    <a:pt x="1150" y="834"/>
                  </a:cubicBezTo>
                  <a:lnTo>
                    <a:pt x="1160" y="834"/>
                  </a:lnTo>
                  <a:cubicBezTo>
                    <a:pt x="1160" y="834"/>
                    <a:pt x="1164" y="839"/>
                    <a:pt x="1170" y="839"/>
                  </a:cubicBezTo>
                  <a:cubicBezTo>
                    <a:pt x="1174" y="839"/>
                    <a:pt x="1177" y="838"/>
                    <a:pt x="1180" y="834"/>
                  </a:cubicBezTo>
                  <a:cubicBezTo>
                    <a:pt x="1191" y="834"/>
                    <a:pt x="1200" y="825"/>
                    <a:pt x="1200" y="804"/>
                  </a:cubicBezTo>
                  <a:cubicBezTo>
                    <a:pt x="1170" y="672"/>
                    <a:pt x="1130" y="540"/>
                    <a:pt x="1058" y="428"/>
                  </a:cubicBezTo>
                  <a:cubicBezTo>
                    <a:pt x="987" y="306"/>
                    <a:pt x="895" y="204"/>
                    <a:pt x="773" y="123"/>
                  </a:cubicBezTo>
                  <a:cubicBezTo>
                    <a:pt x="662" y="41"/>
                    <a:pt x="520" y="1"/>
                    <a:pt x="377"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 name="Google Shape;1179;p31">
              <a:extLst>
                <a:ext uri="{FF2B5EF4-FFF2-40B4-BE49-F238E27FC236}">
                  <a16:creationId xmlns:a16="http://schemas.microsoft.com/office/drawing/2014/main" id="{DB6D840F-4452-47C2-9097-2F4BB5DF8CC6}"/>
                </a:ext>
              </a:extLst>
            </p:cNvPr>
            <p:cNvSpPr/>
            <p:nvPr/>
          </p:nvSpPr>
          <p:spPr>
            <a:xfrm>
              <a:off x="2548775" y="4885225"/>
              <a:ext cx="18575" cy="5875"/>
            </a:xfrm>
            <a:custGeom>
              <a:avLst/>
              <a:gdLst/>
              <a:ahLst/>
              <a:cxnLst/>
              <a:rect l="l" t="t" r="r" b="b"/>
              <a:pathLst>
                <a:path w="743" h="235" extrusionOk="0">
                  <a:moveTo>
                    <a:pt x="733" y="235"/>
                  </a:moveTo>
                  <a:lnTo>
                    <a:pt x="733" y="235"/>
                  </a:lnTo>
                  <a:lnTo>
                    <a:pt x="742" y="235"/>
                  </a:lnTo>
                  <a:lnTo>
                    <a:pt x="742" y="235"/>
                  </a:lnTo>
                  <a:lnTo>
                    <a:pt x="733" y="235"/>
                  </a:lnTo>
                  <a:close/>
                  <a:moveTo>
                    <a:pt x="1" y="11"/>
                  </a:moveTo>
                  <a:lnTo>
                    <a:pt x="1" y="11"/>
                  </a:lnTo>
                  <a:lnTo>
                    <a:pt x="1" y="11"/>
                  </a:lnTo>
                  <a:close/>
                  <a:moveTo>
                    <a:pt x="132" y="1"/>
                  </a:moveTo>
                  <a:lnTo>
                    <a:pt x="10" y="1"/>
                  </a:lnTo>
                  <a:lnTo>
                    <a:pt x="132" y="1"/>
                  </a:lnTo>
                  <a:cubicBezTo>
                    <a:pt x="387" y="1"/>
                    <a:pt x="580" y="102"/>
                    <a:pt x="733" y="235"/>
                  </a:cubicBezTo>
                  <a:lnTo>
                    <a:pt x="733" y="235"/>
                  </a:lnTo>
                  <a:cubicBezTo>
                    <a:pt x="580" y="102"/>
                    <a:pt x="387" y="1"/>
                    <a:pt x="132" y="1"/>
                  </a:cubicBez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 name="Google Shape;1180;p31">
              <a:extLst>
                <a:ext uri="{FF2B5EF4-FFF2-40B4-BE49-F238E27FC236}">
                  <a16:creationId xmlns:a16="http://schemas.microsoft.com/office/drawing/2014/main" id="{12D4FB62-DD6E-486E-93D2-6D3210C96B16}"/>
                </a:ext>
              </a:extLst>
            </p:cNvPr>
            <p:cNvSpPr/>
            <p:nvPr/>
          </p:nvSpPr>
          <p:spPr>
            <a:xfrm>
              <a:off x="2545225" y="4885225"/>
              <a:ext cx="27725" cy="55200"/>
            </a:xfrm>
            <a:custGeom>
              <a:avLst/>
              <a:gdLst/>
              <a:ahLst/>
              <a:cxnLst/>
              <a:rect l="l" t="t" r="r" b="b"/>
              <a:pathLst>
                <a:path w="1109" h="2208" extrusionOk="0">
                  <a:moveTo>
                    <a:pt x="152" y="1"/>
                  </a:moveTo>
                  <a:cubicBezTo>
                    <a:pt x="143" y="1"/>
                    <a:pt x="143" y="11"/>
                    <a:pt x="143" y="11"/>
                  </a:cubicBezTo>
                  <a:cubicBezTo>
                    <a:pt x="102" y="11"/>
                    <a:pt x="51" y="21"/>
                    <a:pt x="10" y="32"/>
                  </a:cubicBezTo>
                  <a:lnTo>
                    <a:pt x="0" y="32"/>
                  </a:lnTo>
                  <a:cubicBezTo>
                    <a:pt x="0" y="32"/>
                    <a:pt x="152" y="123"/>
                    <a:pt x="346" y="387"/>
                  </a:cubicBezTo>
                  <a:cubicBezTo>
                    <a:pt x="437" y="407"/>
                    <a:pt x="509" y="438"/>
                    <a:pt x="579" y="489"/>
                  </a:cubicBezTo>
                  <a:cubicBezTo>
                    <a:pt x="701" y="570"/>
                    <a:pt x="793" y="672"/>
                    <a:pt x="864" y="794"/>
                  </a:cubicBezTo>
                  <a:cubicBezTo>
                    <a:pt x="884" y="825"/>
                    <a:pt x="905" y="865"/>
                    <a:pt x="925" y="895"/>
                  </a:cubicBezTo>
                  <a:cubicBezTo>
                    <a:pt x="905" y="682"/>
                    <a:pt x="884" y="468"/>
                    <a:pt x="884" y="235"/>
                  </a:cubicBezTo>
                  <a:lnTo>
                    <a:pt x="875" y="235"/>
                  </a:lnTo>
                  <a:cubicBezTo>
                    <a:pt x="722" y="102"/>
                    <a:pt x="529" y="1"/>
                    <a:pt x="274" y="1"/>
                  </a:cubicBezTo>
                  <a:close/>
                  <a:moveTo>
                    <a:pt x="457" y="550"/>
                  </a:moveTo>
                  <a:lnTo>
                    <a:pt x="457" y="550"/>
                  </a:lnTo>
                  <a:cubicBezTo>
                    <a:pt x="529" y="662"/>
                    <a:pt x="590" y="794"/>
                    <a:pt x="661" y="956"/>
                  </a:cubicBezTo>
                  <a:cubicBezTo>
                    <a:pt x="692" y="967"/>
                    <a:pt x="732" y="987"/>
                    <a:pt x="773" y="1008"/>
                  </a:cubicBezTo>
                  <a:cubicBezTo>
                    <a:pt x="814" y="1028"/>
                    <a:pt x="864" y="1058"/>
                    <a:pt x="915" y="1089"/>
                  </a:cubicBezTo>
                  <a:cubicBezTo>
                    <a:pt x="895" y="1058"/>
                    <a:pt x="884" y="1038"/>
                    <a:pt x="875" y="1008"/>
                  </a:cubicBezTo>
                  <a:lnTo>
                    <a:pt x="834" y="926"/>
                  </a:lnTo>
                  <a:lnTo>
                    <a:pt x="773" y="845"/>
                  </a:lnTo>
                  <a:cubicBezTo>
                    <a:pt x="701" y="743"/>
                    <a:pt x="620" y="651"/>
                    <a:pt x="518" y="590"/>
                  </a:cubicBezTo>
                  <a:cubicBezTo>
                    <a:pt x="498" y="570"/>
                    <a:pt x="478" y="560"/>
                    <a:pt x="457" y="550"/>
                  </a:cubicBezTo>
                  <a:close/>
                  <a:moveTo>
                    <a:pt x="681" y="1058"/>
                  </a:moveTo>
                  <a:lnTo>
                    <a:pt x="681" y="1058"/>
                  </a:lnTo>
                  <a:cubicBezTo>
                    <a:pt x="692" y="1150"/>
                    <a:pt x="712" y="1353"/>
                    <a:pt x="753" y="1597"/>
                  </a:cubicBezTo>
                  <a:lnTo>
                    <a:pt x="773" y="1597"/>
                  </a:lnTo>
                  <a:cubicBezTo>
                    <a:pt x="814" y="1618"/>
                    <a:pt x="864" y="1627"/>
                    <a:pt x="905" y="1658"/>
                  </a:cubicBezTo>
                  <a:cubicBezTo>
                    <a:pt x="945" y="1679"/>
                    <a:pt x="986" y="1719"/>
                    <a:pt x="1006" y="1770"/>
                  </a:cubicBezTo>
                  <a:cubicBezTo>
                    <a:pt x="1006" y="1780"/>
                    <a:pt x="997" y="1801"/>
                    <a:pt x="986" y="1810"/>
                  </a:cubicBezTo>
                  <a:lnTo>
                    <a:pt x="976" y="1810"/>
                  </a:lnTo>
                  <a:cubicBezTo>
                    <a:pt x="966" y="1810"/>
                    <a:pt x="956" y="1801"/>
                    <a:pt x="956" y="1790"/>
                  </a:cubicBezTo>
                  <a:cubicBezTo>
                    <a:pt x="915" y="1740"/>
                    <a:pt x="844" y="1709"/>
                    <a:pt x="773" y="1699"/>
                  </a:cubicBezTo>
                  <a:lnTo>
                    <a:pt x="773" y="1699"/>
                  </a:lnTo>
                  <a:cubicBezTo>
                    <a:pt x="803" y="1851"/>
                    <a:pt x="844" y="2024"/>
                    <a:pt x="884" y="2207"/>
                  </a:cubicBezTo>
                  <a:cubicBezTo>
                    <a:pt x="976" y="2177"/>
                    <a:pt x="1047" y="2146"/>
                    <a:pt x="1108" y="2095"/>
                  </a:cubicBezTo>
                  <a:cubicBezTo>
                    <a:pt x="1047" y="1810"/>
                    <a:pt x="997" y="1505"/>
                    <a:pt x="956" y="1191"/>
                  </a:cubicBezTo>
                  <a:cubicBezTo>
                    <a:pt x="884" y="1150"/>
                    <a:pt x="814" y="1109"/>
                    <a:pt x="732" y="1078"/>
                  </a:cubicBezTo>
                  <a:cubicBezTo>
                    <a:pt x="722" y="1078"/>
                    <a:pt x="701" y="1069"/>
                    <a:pt x="681" y="1058"/>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 name="Google Shape;1181;p31">
              <a:extLst>
                <a:ext uri="{FF2B5EF4-FFF2-40B4-BE49-F238E27FC236}">
                  <a16:creationId xmlns:a16="http://schemas.microsoft.com/office/drawing/2014/main" id="{210AF031-EB16-4491-A600-1003C3F60D00}"/>
                </a:ext>
              </a:extLst>
            </p:cNvPr>
            <p:cNvSpPr/>
            <p:nvPr/>
          </p:nvSpPr>
          <p:spPr>
            <a:xfrm>
              <a:off x="2553850" y="4894900"/>
              <a:ext cx="16550" cy="35600"/>
            </a:xfrm>
            <a:custGeom>
              <a:avLst/>
              <a:gdLst/>
              <a:ahLst/>
              <a:cxnLst/>
              <a:rect l="l" t="t" r="r" b="b"/>
              <a:pathLst>
                <a:path w="662" h="1424" extrusionOk="0">
                  <a:moveTo>
                    <a:pt x="1" y="0"/>
                  </a:moveTo>
                  <a:lnTo>
                    <a:pt x="1" y="0"/>
                  </a:lnTo>
                  <a:cubicBezTo>
                    <a:pt x="42" y="51"/>
                    <a:pt x="72" y="102"/>
                    <a:pt x="112" y="163"/>
                  </a:cubicBezTo>
                  <a:cubicBezTo>
                    <a:pt x="133" y="173"/>
                    <a:pt x="153" y="183"/>
                    <a:pt x="173" y="203"/>
                  </a:cubicBezTo>
                  <a:cubicBezTo>
                    <a:pt x="275" y="264"/>
                    <a:pt x="356" y="356"/>
                    <a:pt x="428" y="458"/>
                  </a:cubicBezTo>
                  <a:lnTo>
                    <a:pt x="489" y="539"/>
                  </a:lnTo>
                  <a:lnTo>
                    <a:pt x="530" y="621"/>
                  </a:lnTo>
                  <a:cubicBezTo>
                    <a:pt x="539" y="651"/>
                    <a:pt x="550" y="671"/>
                    <a:pt x="570" y="702"/>
                  </a:cubicBezTo>
                  <a:cubicBezTo>
                    <a:pt x="519" y="671"/>
                    <a:pt x="469" y="641"/>
                    <a:pt x="428" y="621"/>
                  </a:cubicBezTo>
                  <a:cubicBezTo>
                    <a:pt x="387" y="600"/>
                    <a:pt x="347" y="580"/>
                    <a:pt x="316" y="569"/>
                  </a:cubicBezTo>
                  <a:lnTo>
                    <a:pt x="316" y="569"/>
                  </a:lnTo>
                  <a:cubicBezTo>
                    <a:pt x="316" y="590"/>
                    <a:pt x="326" y="600"/>
                    <a:pt x="336" y="621"/>
                  </a:cubicBezTo>
                  <a:lnTo>
                    <a:pt x="336" y="671"/>
                  </a:lnTo>
                  <a:cubicBezTo>
                    <a:pt x="356" y="682"/>
                    <a:pt x="377" y="691"/>
                    <a:pt x="387" y="691"/>
                  </a:cubicBezTo>
                  <a:cubicBezTo>
                    <a:pt x="469" y="722"/>
                    <a:pt x="539" y="763"/>
                    <a:pt x="611" y="804"/>
                  </a:cubicBezTo>
                  <a:cubicBezTo>
                    <a:pt x="600" y="712"/>
                    <a:pt x="591" y="610"/>
                    <a:pt x="580" y="508"/>
                  </a:cubicBezTo>
                  <a:cubicBezTo>
                    <a:pt x="560" y="478"/>
                    <a:pt x="539" y="438"/>
                    <a:pt x="519" y="407"/>
                  </a:cubicBezTo>
                  <a:cubicBezTo>
                    <a:pt x="448" y="285"/>
                    <a:pt x="356" y="183"/>
                    <a:pt x="234" y="102"/>
                  </a:cubicBezTo>
                  <a:cubicBezTo>
                    <a:pt x="164" y="51"/>
                    <a:pt x="92" y="20"/>
                    <a:pt x="1" y="0"/>
                  </a:cubicBezTo>
                  <a:close/>
                  <a:moveTo>
                    <a:pt x="408" y="1210"/>
                  </a:moveTo>
                  <a:cubicBezTo>
                    <a:pt x="417" y="1240"/>
                    <a:pt x="417" y="1271"/>
                    <a:pt x="428" y="1312"/>
                  </a:cubicBezTo>
                  <a:cubicBezTo>
                    <a:pt x="499" y="1322"/>
                    <a:pt x="570" y="1353"/>
                    <a:pt x="611" y="1403"/>
                  </a:cubicBezTo>
                  <a:cubicBezTo>
                    <a:pt x="611" y="1414"/>
                    <a:pt x="621" y="1423"/>
                    <a:pt x="631" y="1423"/>
                  </a:cubicBezTo>
                  <a:lnTo>
                    <a:pt x="641" y="1423"/>
                  </a:lnTo>
                  <a:cubicBezTo>
                    <a:pt x="652" y="1414"/>
                    <a:pt x="661" y="1393"/>
                    <a:pt x="661" y="1383"/>
                  </a:cubicBezTo>
                  <a:cubicBezTo>
                    <a:pt x="641" y="1332"/>
                    <a:pt x="600" y="1292"/>
                    <a:pt x="560" y="1271"/>
                  </a:cubicBezTo>
                  <a:cubicBezTo>
                    <a:pt x="519" y="1240"/>
                    <a:pt x="469" y="1231"/>
                    <a:pt x="428" y="1210"/>
                  </a:cubicBezTo>
                  <a:close/>
                </a:path>
              </a:pathLst>
            </a:custGeom>
            <a:solidFill>
              <a:srgbClr val="8E554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 name="Google Shape;1182;p31">
              <a:extLst>
                <a:ext uri="{FF2B5EF4-FFF2-40B4-BE49-F238E27FC236}">
                  <a16:creationId xmlns:a16="http://schemas.microsoft.com/office/drawing/2014/main" id="{F2FBE7E6-5C4C-4EBB-9354-ED49772CEADB}"/>
                </a:ext>
              </a:extLst>
            </p:cNvPr>
            <p:cNvSpPr/>
            <p:nvPr/>
          </p:nvSpPr>
          <p:spPr>
            <a:xfrm>
              <a:off x="2563000" y="4736775"/>
              <a:ext cx="259825" cy="296675"/>
            </a:xfrm>
            <a:custGeom>
              <a:avLst/>
              <a:gdLst/>
              <a:ahLst/>
              <a:cxnLst/>
              <a:rect l="l" t="t" r="r" b="b"/>
              <a:pathLst>
                <a:path w="10393" h="11867" extrusionOk="0">
                  <a:moveTo>
                    <a:pt x="5196" y="1"/>
                  </a:moveTo>
                  <a:cubicBezTo>
                    <a:pt x="1994" y="1"/>
                    <a:pt x="306" y="2065"/>
                    <a:pt x="173" y="5064"/>
                  </a:cubicBezTo>
                  <a:cubicBezTo>
                    <a:pt x="1" y="9192"/>
                    <a:pt x="1495" y="11867"/>
                    <a:pt x="5196" y="11867"/>
                  </a:cubicBezTo>
                  <a:cubicBezTo>
                    <a:pt x="8897" y="11867"/>
                    <a:pt x="10392" y="9192"/>
                    <a:pt x="10219" y="5064"/>
                  </a:cubicBezTo>
                  <a:cubicBezTo>
                    <a:pt x="10087" y="2065"/>
                    <a:pt x="8399" y="1"/>
                    <a:pt x="5196" y="1"/>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 name="Google Shape;1183;p31">
              <a:extLst>
                <a:ext uri="{FF2B5EF4-FFF2-40B4-BE49-F238E27FC236}">
                  <a16:creationId xmlns:a16="http://schemas.microsoft.com/office/drawing/2014/main" id="{21865EBF-67DD-4CBE-A04D-F18673E17B48}"/>
                </a:ext>
              </a:extLst>
            </p:cNvPr>
            <p:cNvSpPr/>
            <p:nvPr/>
          </p:nvSpPr>
          <p:spPr>
            <a:xfrm>
              <a:off x="2743725" y="4885225"/>
              <a:ext cx="23675" cy="32050"/>
            </a:xfrm>
            <a:custGeom>
              <a:avLst/>
              <a:gdLst/>
              <a:ahLst/>
              <a:cxnLst/>
              <a:rect l="l" t="t" r="r" b="b"/>
              <a:pathLst>
                <a:path w="947" h="1282" extrusionOk="0">
                  <a:moveTo>
                    <a:pt x="479" y="1"/>
                  </a:moveTo>
                  <a:cubicBezTo>
                    <a:pt x="215" y="1"/>
                    <a:pt x="1" y="285"/>
                    <a:pt x="1" y="642"/>
                  </a:cubicBezTo>
                  <a:cubicBezTo>
                    <a:pt x="1" y="997"/>
                    <a:pt x="215" y="1282"/>
                    <a:pt x="479" y="1282"/>
                  </a:cubicBezTo>
                  <a:cubicBezTo>
                    <a:pt x="733" y="1282"/>
                    <a:pt x="947" y="997"/>
                    <a:pt x="947" y="642"/>
                  </a:cubicBezTo>
                  <a:cubicBezTo>
                    <a:pt x="947" y="285"/>
                    <a:pt x="733" y="1"/>
                    <a:pt x="479" y="1"/>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1" name="Google Shape;1184;p31">
              <a:extLst>
                <a:ext uri="{FF2B5EF4-FFF2-40B4-BE49-F238E27FC236}">
                  <a16:creationId xmlns:a16="http://schemas.microsoft.com/office/drawing/2014/main" id="{CEDFC452-6817-425C-8061-B46F4D014C15}"/>
                </a:ext>
              </a:extLst>
            </p:cNvPr>
            <p:cNvSpPr/>
            <p:nvPr/>
          </p:nvSpPr>
          <p:spPr>
            <a:xfrm>
              <a:off x="2733825" y="4882450"/>
              <a:ext cx="43475" cy="16450"/>
            </a:xfrm>
            <a:custGeom>
              <a:avLst/>
              <a:gdLst/>
              <a:ahLst/>
              <a:cxnLst/>
              <a:rect l="l" t="t" r="r" b="b"/>
              <a:pathLst>
                <a:path w="1739" h="658" extrusionOk="0">
                  <a:moveTo>
                    <a:pt x="864" y="0"/>
                  </a:moveTo>
                  <a:cubicBezTo>
                    <a:pt x="681" y="0"/>
                    <a:pt x="489" y="61"/>
                    <a:pt x="336" y="173"/>
                  </a:cubicBezTo>
                  <a:cubicBezTo>
                    <a:pt x="184" y="285"/>
                    <a:pt x="62" y="437"/>
                    <a:pt x="1" y="610"/>
                  </a:cubicBezTo>
                  <a:cubicBezTo>
                    <a:pt x="1" y="620"/>
                    <a:pt x="1" y="640"/>
                    <a:pt x="21" y="651"/>
                  </a:cubicBezTo>
                  <a:cubicBezTo>
                    <a:pt x="25" y="655"/>
                    <a:pt x="31" y="657"/>
                    <a:pt x="37" y="657"/>
                  </a:cubicBezTo>
                  <a:cubicBezTo>
                    <a:pt x="46" y="657"/>
                    <a:pt x="55" y="652"/>
                    <a:pt x="62" y="640"/>
                  </a:cubicBezTo>
                  <a:cubicBezTo>
                    <a:pt x="173" y="509"/>
                    <a:pt x="295" y="396"/>
                    <a:pt x="428" y="326"/>
                  </a:cubicBezTo>
                  <a:cubicBezTo>
                    <a:pt x="570" y="254"/>
                    <a:pt x="722" y="213"/>
                    <a:pt x="875" y="213"/>
                  </a:cubicBezTo>
                  <a:cubicBezTo>
                    <a:pt x="1027" y="213"/>
                    <a:pt x="1169" y="254"/>
                    <a:pt x="1312" y="326"/>
                  </a:cubicBezTo>
                  <a:cubicBezTo>
                    <a:pt x="1454" y="396"/>
                    <a:pt x="1576" y="509"/>
                    <a:pt x="1678" y="640"/>
                  </a:cubicBezTo>
                  <a:cubicBezTo>
                    <a:pt x="1688" y="651"/>
                    <a:pt x="1698" y="651"/>
                    <a:pt x="1719" y="651"/>
                  </a:cubicBezTo>
                  <a:cubicBezTo>
                    <a:pt x="1729" y="640"/>
                    <a:pt x="1739" y="620"/>
                    <a:pt x="1739" y="610"/>
                  </a:cubicBezTo>
                  <a:cubicBezTo>
                    <a:pt x="1678" y="437"/>
                    <a:pt x="1556" y="285"/>
                    <a:pt x="1404" y="173"/>
                  </a:cubicBezTo>
                  <a:cubicBezTo>
                    <a:pt x="1251" y="61"/>
                    <a:pt x="1058" y="0"/>
                    <a:pt x="864"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 name="Google Shape;1185;p31">
              <a:extLst>
                <a:ext uri="{FF2B5EF4-FFF2-40B4-BE49-F238E27FC236}">
                  <a16:creationId xmlns:a16="http://schemas.microsoft.com/office/drawing/2014/main" id="{D99B8B0E-2DEE-45A5-9442-FFC96ECE850B}"/>
                </a:ext>
              </a:extLst>
            </p:cNvPr>
            <p:cNvSpPr/>
            <p:nvPr/>
          </p:nvSpPr>
          <p:spPr>
            <a:xfrm>
              <a:off x="2729250" y="4856475"/>
              <a:ext cx="52900" cy="13225"/>
            </a:xfrm>
            <a:custGeom>
              <a:avLst/>
              <a:gdLst/>
              <a:ahLst/>
              <a:cxnLst/>
              <a:rect l="l" t="t" r="r" b="b"/>
              <a:pathLst>
                <a:path w="2116" h="529" extrusionOk="0">
                  <a:moveTo>
                    <a:pt x="980" y="0"/>
                  </a:moveTo>
                  <a:cubicBezTo>
                    <a:pt x="803" y="0"/>
                    <a:pt x="627" y="31"/>
                    <a:pt x="458" y="93"/>
                  </a:cubicBezTo>
                  <a:cubicBezTo>
                    <a:pt x="356" y="124"/>
                    <a:pt x="265" y="165"/>
                    <a:pt x="184" y="236"/>
                  </a:cubicBezTo>
                  <a:cubicBezTo>
                    <a:pt x="102" y="297"/>
                    <a:pt x="41" y="378"/>
                    <a:pt x="1" y="480"/>
                  </a:cubicBezTo>
                  <a:lnTo>
                    <a:pt x="1" y="510"/>
                  </a:lnTo>
                  <a:cubicBezTo>
                    <a:pt x="7" y="517"/>
                    <a:pt x="20" y="525"/>
                    <a:pt x="33" y="525"/>
                  </a:cubicBezTo>
                  <a:cubicBezTo>
                    <a:pt x="39" y="525"/>
                    <a:pt x="45" y="523"/>
                    <a:pt x="51" y="520"/>
                  </a:cubicBezTo>
                  <a:cubicBezTo>
                    <a:pt x="224" y="449"/>
                    <a:pt x="376" y="388"/>
                    <a:pt x="539" y="327"/>
                  </a:cubicBezTo>
                  <a:cubicBezTo>
                    <a:pt x="702" y="266"/>
                    <a:pt x="875" y="246"/>
                    <a:pt x="1058" y="236"/>
                  </a:cubicBezTo>
                  <a:cubicBezTo>
                    <a:pt x="1087" y="234"/>
                    <a:pt x="1116" y="233"/>
                    <a:pt x="1144" y="233"/>
                  </a:cubicBezTo>
                  <a:cubicBezTo>
                    <a:pt x="1288" y="233"/>
                    <a:pt x="1432" y="253"/>
                    <a:pt x="1576" y="287"/>
                  </a:cubicBezTo>
                  <a:cubicBezTo>
                    <a:pt x="1749" y="337"/>
                    <a:pt x="1922" y="409"/>
                    <a:pt x="2064" y="520"/>
                  </a:cubicBezTo>
                  <a:cubicBezTo>
                    <a:pt x="2070" y="526"/>
                    <a:pt x="2075" y="528"/>
                    <a:pt x="2080" y="528"/>
                  </a:cubicBezTo>
                  <a:cubicBezTo>
                    <a:pt x="2085" y="528"/>
                    <a:pt x="2090" y="526"/>
                    <a:pt x="2095" y="520"/>
                  </a:cubicBezTo>
                  <a:cubicBezTo>
                    <a:pt x="2115" y="510"/>
                    <a:pt x="2115" y="500"/>
                    <a:pt x="2105" y="480"/>
                  </a:cubicBezTo>
                  <a:cubicBezTo>
                    <a:pt x="1993" y="317"/>
                    <a:pt x="1820" y="195"/>
                    <a:pt x="1637" y="124"/>
                  </a:cubicBezTo>
                  <a:cubicBezTo>
                    <a:pt x="1454" y="43"/>
                    <a:pt x="1251" y="12"/>
                    <a:pt x="1058" y="2"/>
                  </a:cubicBezTo>
                  <a:cubicBezTo>
                    <a:pt x="1032" y="1"/>
                    <a:pt x="1006" y="0"/>
                    <a:pt x="980"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 name="Google Shape;1186;p31">
              <a:extLst>
                <a:ext uri="{FF2B5EF4-FFF2-40B4-BE49-F238E27FC236}">
                  <a16:creationId xmlns:a16="http://schemas.microsoft.com/office/drawing/2014/main" id="{CC9214D9-B3BF-44ED-A834-DFC7AC37D19F}"/>
                </a:ext>
              </a:extLst>
            </p:cNvPr>
            <p:cNvSpPr/>
            <p:nvPr/>
          </p:nvSpPr>
          <p:spPr>
            <a:xfrm>
              <a:off x="2772700" y="4887900"/>
              <a:ext cx="13000" cy="7000"/>
            </a:xfrm>
            <a:custGeom>
              <a:avLst/>
              <a:gdLst/>
              <a:ahLst/>
              <a:cxnLst/>
              <a:rect l="l" t="t" r="r" b="b"/>
              <a:pathLst>
                <a:path w="520" h="280" extrusionOk="0">
                  <a:moveTo>
                    <a:pt x="469" y="0"/>
                  </a:moveTo>
                  <a:cubicBezTo>
                    <a:pt x="459" y="0"/>
                    <a:pt x="449" y="5"/>
                    <a:pt x="438" y="16"/>
                  </a:cubicBezTo>
                  <a:cubicBezTo>
                    <a:pt x="296" y="169"/>
                    <a:pt x="42" y="199"/>
                    <a:pt x="42" y="199"/>
                  </a:cubicBezTo>
                  <a:cubicBezTo>
                    <a:pt x="11" y="199"/>
                    <a:pt x="1" y="219"/>
                    <a:pt x="1" y="250"/>
                  </a:cubicBezTo>
                  <a:cubicBezTo>
                    <a:pt x="1" y="270"/>
                    <a:pt x="21" y="280"/>
                    <a:pt x="42" y="280"/>
                  </a:cubicBezTo>
                  <a:cubicBezTo>
                    <a:pt x="62" y="280"/>
                    <a:pt x="326" y="250"/>
                    <a:pt x="499" y="77"/>
                  </a:cubicBezTo>
                  <a:cubicBezTo>
                    <a:pt x="520" y="56"/>
                    <a:pt x="520" y="26"/>
                    <a:pt x="499" y="16"/>
                  </a:cubicBezTo>
                  <a:cubicBezTo>
                    <a:pt x="489" y="5"/>
                    <a:pt x="479" y="0"/>
                    <a:pt x="469"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 name="Google Shape;1187;p31">
              <a:extLst>
                <a:ext uri="{FF2B5EF4-FFF2-40B4-BE49-F238E27FC236}">
                  <a16:creationId xmlns:a16="http://schemas.microsoft.com/office/drawing/2014/main" id="{144BAAA7-18E9-47F1-89C4-5C9444826503}"/>
                </a:ext>
              </a:extLst>
            </p:cNvPr>
            <p:cNvSpPr/>
            <p:nvPr/>
          </p:nvSpPr>
          <p:spPr>
            <a:xfrm>
              <a:off x="2618150" y="4885225"/>
              <a:ext cx="23925" cy="32050"/>
            </a:xfrm>
            <a:custGeom>
              <a:avLst/>
              <a:gdLst/>
              <a:ahLst/>
              <a:cxnLst/>
              <a:rect l="l" t="t" r="r" b="b"/>
              <a:pathLst>
                <a:path w="957" h="1282" extrusionOk="0">
                  <a:moveTo>
                    <a:pt x="479" y="1"/>
                  </a:moveTo>
                  <a:cubicBezTo>
                    <a:pt x="215" y="1"/>
                    <a:pt x="1" y="285"/>
                    <a:pt x="1" y="642"/>
                  </a:cubicBezTo>
                  <a:cubicBezTo>
                    <a:pt x="1" y="997"/>
                    <a:pt x="215" y="1282"/>
                    <a:pt x="479" y="1282"/>
                  </a:cubicBezTo>
                  <a:cubicBezTo>
                    <a:pt x="744" y="1282"/>
                    <a:pt x="957" y="997"/>
                    <a:pt x="957" y="642"/>
                  </a:cubicBezTo>
                  <a:cubicBezTo>
                    <a:pt x="957" y="285"/>
                    <a:pt x="744" y="1"/>
                    <a:pt x="479" y="1"/>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5" name="Google Shape;1188;p31">
              <a:extLst>
                <a:ext uri="{FF2B5EF4-FFF2-40B4-BE49-F238E27FC236}">
                  <a16:creationId xmlns:a16="http://schemas.microsoft.com/office/drawing/2014/main" id="{A86C4B86-96A3-4AAC-BEB0-15AFCF4BD2F9}"/>
                </a:ext>
              </a:extLst>
            </p:cNvPr>
            <p:cNvSpPr/>
            <p:nvPr/>
          </p:nvSpPr>
          <p:spPr>
            <a:xfrm>
              <a:off x="2608250" y="4882450"/>
              <a:ext cx="43750" cy="16375"/>
            </a:xfrm>
            <a:custGeom>
              <a:avLst/>
              <a:gdLst/>
              <a:ahLst/>
              <a:cxnLst/>
              <a:rect l="l" t="t" r="r" b="b"/>
              <a:pathLst>
                <a:path w="1750" h="655" extrusionOk="0">
                  <a:moveTo>
                    <a:pt x="875" y="0"/>
                  </a:moveTo>
                  <a:cubicBezTo>
                    <a:pt x="682" y="0"/>
                    <a:pt x="499" y="61"/>
                    <a:pt x="336" y="173"/>
                  </a:cubicBezTo>
                  <a:cubicBezTo>
                    <a:pt x="184" y="285"/>
                    <a:pt x="72" y="437"/>
                    <a:pt x="11" y="610"/>
                  </a:cubicBezTo>
                  <a:cubicBezTo>
                    <a:pt x="1" y="620"/>
                    <a:pt x="11" y="640"/>
                    <a:pt x="21" y="640"/>
                  </a:cubicBezTo>
                  <a:cubicBezTo>
                    <a:pt x="30" y="649"/>
                    <a:pt x="38" y="652"/>
                    <a:pt x="46" y="652"/>
                  </a:cubicBezTo>
                  <a:cubicBezTo>
                    <a:pt x="57" y="652"/>
                    <a:pt x="66" y="646"/>
                    <a:pt x="72" y="640"/>
                  </a:cubicBezTo>
                  <a:cubicBezTo>
                    <a:pt x="173" y="509"/>
                    <a:pt x="295" y="396"/>
                    <a:pt x="438" y="326"/>
                  </a:cubicBezTo>
                  <a:cubicBezTo>
                    <a:pt x="570" y="254"/>
                    <a:pt x="722" y="213"/>
                    <a:pt x="875" y="213"/>
                  </a:cubicBezTo>
                  <a:cubicBezTo>
                    <a:pt x="1027" y="213"/>
                    <a:pt x="1180" y="254"/>
                    <a:pt x="1323" y="326"/>
                  </a:cubicBezTo>
                  <a:cubicBezTo>
                    <a:pt x="1454" y="396"/>
                    <a:pt x="1576" y="509"/>
                    <a:pt x="1678" y="640"/>
                  </a:cubicBezTo>
                  <a:cubicBezTo>
                    <a:pt x="1686" y="648"/>
                    <a:pt x="1698" y="655"/>
                    <a:pt x="1708" y="655"/>
                  </a:cubicBezTo>
                  <a:cubicBezTo>
                    <a:pt x="1712" y="655"/>
                    <a:pt x="1716" y="654"/>
                    <a:pt x="1719" y="651"/>
                  </a:cubicBezTo>
                  <a:cubicBezTo>
                    <a:pt x="1739" y="651"/>
                    <a:pt x="1750" y="631"/>
                    <a:pt x="1739" y="610"/>
                  </a:cubicBezTo>
                  <a:cubicBezTo>
                    <a:pt x="1689" y="437"/>
                    <a:pt x="1567" y="285"/>
                    <a:pt x="1414" y="173"/>
                  </a:cubicBezTo>
                  <a:cubicBezTo>
                    <a:pt x="1262" y="61"/>
                    <a:pt x="1068" y="0"/>
                    <a:pt x="875"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 name="Google Shape;1189;p31">
              <a:extLst>
                <a:ext uri="{FF2B5EF4-FFF2-40B4-BE49-F238E27FC236}">
                  <a16:creationId xmlns:a16="http://schemas.microsoft.com/office/drawing/2014/main" id="{3AE9BA04-05CA-4707-9E66-E7C763015A99}"/>
                </a:ext>
              </a:extLst>
            </p:cNvPr>
            <p:cNvSpPr/>
            <p:nvPr/>
          </p:nvSpPr>
          <p:spPr>
            <a:xfrm>
              <a:off x="2600125" y="4887900"/>
              <a:ext cx="12975" cy="7000"/>
            </a:xfrm>
            <a:custGeom>
              <a:avLst/>
              <a:gdLst/>
              <a:ahLst/>
              <a:cxnLst/>
              <a:rect l="l" t="t" r="r" b="b"/>
              <a:pathLst>
                <a:path w="519" h="280" extrusionOk="0">
                  <a:moveTo>
                    <a:pt x="47" y="0"/>
                  </a:moveTo>
                  <a:cubicBezTo>
                    <a:pt x="36" y="0"/>
                    <a:pt x="26" y="5"/>
                    <a:pt x="21" y="16"/>
                  </a:cubicBezTo>
                  <a:cubicBezTo>
                    <a:pt x="0" y="26"/>
                    <a:pt x="0" y="56"/>
                    <a:pt x="21" y="77"/>
                  </a:cubicBezTo>
                  <a:cubicBezTo>
                    <a:pt x="183" y="250"/>
                    <a:pt x="458" y="280"/>
                    <a:pt x="468" y="280"/>
                  </a:cubicBezTo>
                  <a:lnTo>
                    <a:pt x="478" y="280"/>
                  </a:lnTo>
                  <a:cubicBezTo>
                    <a:pt x="498" y="280"/>
                    <a:pt x="519" y="270"/>
                    <a:pt x="519" y="250"/>
                  </a:cubicBezTo>
                  <a:cubicBezTo>
                    <a:pt x="519" y="219"/>
                    <a:pt x="498" y="199"/>
                    <a:pt x="478" y="199"/>
                  </a:cubicBezTo>
                  <a:cubicBezTo>
                    <a:pt x="478" y="199"/>
                    <a:pt x="224" y="169"/>
                    <a:pt x="82" y="16"/>
                  </a:cubicBezTo>
                  <a:cubicBezTo>
                    <a:pt x="72" y="5"/>
                    <a:pt x="59" y="0"/>
                    <a:pt x="47"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1190;p31">
              <a:extLst>
                <a:ext uri="{FF2B5EF4-FFF2-40B4-BE49-F238E27FC236}">
                  <a16:creationId xmlns:a16="http://schemas.microsoft.com/office/drawing/2014/main" id="{3E60BCB2-F6E8-4CEA-9442-EF7DE80CAF30}"/>
                </a:ext>
              </a:extLst>
            </p:cNvPr>
            <p:cNvSpPr/>
            <p:nvPr/>
          </p:nvSpPr>
          <p:spPr>
            <a:xfrm>
              <a:off x="2760000" y="4917250"/>
              <a:ext cx="39175" cy="39175"/>
            </a:xfrm>
            <a:custGeom>
              <a:avLst/>
              <a:gdLst/>
              <a:ahLst/>
              <a:cxnLst/>
              <a:rect l="l" t="t" r="r" b="b"/>
              <a:pathLst>
                <a:path w="1567" h="1567" extrusionOk="0">
                  <a:moveTo>
                    <a:pt x="784" y="1"/>
                  </a:moveTo>
                  <a:cubicBezTo>
                    <a:pt x="346" y="1"/>
                    <a:pt x="0" y="357"/>
                    <a:pt x="0" y="784"/>
                  </a:cubicBezTo>
                  <a:cubicBezTo>
                    <a:pt x="0" y="1221"/>
                    <a:pt x="346" y="1567"/>
                    <a:pt x="784" y="1567"/>
                  </a:cubicBezTo>
                  <a:cubicBezTo>
                    <a:pt x="1221" y="1567"/>
                    <a:pt x="1566" y="1221"/>
                    <a:pt x="1566" y="784"/>
                  </a:cubicBezTo>
                  <a:cubicBezTo>
                    <a:pt x="1566" y="357"/>
                    <a:pt x="1221" y="1"/>
                    <a:pt x="784" y="1"/>
                  </a:cubicBezTo>
                  <a:close/>
                </a:path>
              </a:pathLst>
            </a:custGeom>
            <a:solidFill>
              <a:srgbClr val="C8705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 name="Google Shape;1191;p31">
              <a:extLst>
                <a:ext uri="{FF2B5EF4-FFF2-40B4-BE49-F238E27FC236}">
                  <a16:creationId xmlns:a16="http://schemas.microsoft.com/office/drawing/2014/main" id="{D2ADB289-E3EC-4315-AF83-0D2645FE4C1A}"/>
                </a:ext>
              </a:extLst>
            </p:cNvPr>
            <p:cNvSpPr/>
            <p:nvPr/>
          </p:nvSpPr>
          <p:spPr>
            <a:xfrm>
              <a:off x="2586650" y="4917250"/>
              <a:ext cx="39150" cy="39175"/>
            </a:xfrm>
            <a:custGeom>
              <a:avLst/>
              <a:gdLst/>
              <a:ahLst/>
              <a:cxnLst/>
              <a:rect l="l" t="t" r="r" b="b"/>
              <a:pathLst>
                <a:path w="1566" h="1567" extrusionOk="0">
                  <a:moveTo>
                    <a:pt x="783" y="1"/>
                  </a:moveTo>
                  <a:cubicBezTo>
                    <a:pt x="346" y="1"/>
                    <a:pt x="0" y="357"/>
                    <a:pt x="0" y="784"/>
                  </a:cubicBezTo>
                  <a:cubicBezTo>
                    <a:pt x="0" y="1221"/>
                    <a:pt x="346" y="1567"/>
                    <a:pt x="783" y="1567"/>
                  </a:cubicBezTo>
                  <a:cubicBezTo>
                    <a:pt x="1211" y="1567"/>
                    <a:pt x="1566" y="1221"/>
                    <a:pt x="1566" y="784"/>
                  </a:cubicBezTo>
                  <a:cubicBezTo>
                    <a:pt x="1566" y="357"/>
                    <a:pt x="1211" y="1"/>
                    <a:pt x="783" y="1"/>
                  </a:cubicBezTo>
                  <a:close/>
                </a:path>
              </a:pathLst>
            </a:custGeom>
            <a:solidFill>
              <a:srgbClr val="C8705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 name="Google Shape;1192;p31">
              <a:extLst>
                <a:ext uri="{FF2B5EF4-FFF2-40B4-BE49-F238E27FC236}">
                  <a16:creationId xmlns:a16="http://schemas.microsoft.com/office/drawing/2014/main" id="{9896E421-C43F-4ADA-BA17-06AD813B7AFB}"/>
                </a:ext>
              </a:extLst>
            </p:cNvPr>
            <p:cNvSpPr/>
            <p:nvPr/>
          </p:nvSpPr>
          <p:spPr>
            <a:xfrm rot="10800000" flipH="1">
              <a:off x="2664175" y="4975475"/>
              <a:ext cx="57475" cy="6875"/>
            </a:xfrm>
            <a:custGeom>
              <a:avLst/>
              <a:gdLst/>
              <a:ahLst/>
              <a:cxnLst/>
              <a:rect l="l" t="t" r="r" b="b"/>
              <a:pathLst>
                <a:path w="2299" h="275" extrusionOk="0">
                  <a:moveTo>
                    <a:pt x="41" y="1"/>
                  </a:moveTo>
                  <a:cubicBezTo>
                    <a:pt x="21" y="1"/>
                    <a:pt x="10" y="10"/>
                    <a:pt x="1" y="21"/>
                  </a:cubicBezTo>
                  <a:cubicBezTo>
                    <a:pt x="1" y="31"/>
                    <a:pt x="1" y="51"/>
                    <a:pt x="21" y="62"/>
                  </a:cubicBezTo>
                  <a:cubicBezTo>
                    <a:pt x="193" y="143"/>
                    <a:pt x="387" y="193"/>
                    <a:pt x="570" y="224"/>
                  </a:cubicBezTo>
                  <a:cubicBezTo>
                    <a:pt x="763" y="254"/>
                    <a:pt x="956" y="275"/>
                    <a:pt x="1149" y="275"/>
                  </a:cubicBezTo>
                  <a:cubicBezTo>
                    <a:pt x="1343" y="275"/>
                    <a:pt x="1536" y="254"/>
                    <a:pt x="1729" y="224"/>
                  </a:cubicBezTo>
                  <a:cubicBezTo>
                    <a:pt x="1912" y="193"/>
                    <a:pt x="2105" y="143"/>
                    <a:pt x="2278" y="62"/>
                  </a:cubicBezTo>
                  <a:cubicBezTo>
                    <a:pt x="2288" y="51"/>
                    <a:pt x="2299" y="41"/>
                    <a:pt x="2299" y="21"/>
                  </a:cubicBezTo>
                  <a:cubicBezTo>
                    <a:pt x="2288" y="10"/>
                    <a:pt x="2278" y="1"/>
                    <a:pt x="2258" y="1"/>
                  </a:cubicBezTo>
                  <a:lnTo>
                    <a:pt x="2258" y="10"/>
                  </a:lnTo>
                  <a:lnTo>
                    <a:pt x="1983" y="71"/>
                  </a:lnTo>
                  <a:cubicBezTo>
                    <a:pt x="1892" y="92"/>
                    <a:pt x="1800" y="102"/>
                    <a:pt x="1709" y="112"/>
                  </a:cubicBezTo>
                  <a:cubicBezTo>
                    <a:pt x="1526" y="143"/>
                    <a:pt x="1332" y="153"/>
                    <a:pt x="1149" y="153"/>
                  </a:cubicBezTo>
                  <a:cubicBezTo>
                    <a:pt x="956" y="153"/>
                    <a:pt x="773" y="143"/>
                    <a:pt x="590" y="112"/>
                  </a:cubicBezTo>
                  <a:cubicBezTo>
                    <a:pt x="499" y="102"/>
                    <a:pt x="407" y="92"/>
                    <a:pt x="315" y="71"/>
                  </a:cubicBezTo>
                  <a:lnTo>
                    <a:pt x="41" y="10"/>
                  </a:lnTo>
                  <a:lnTo>
                    <a:pt x="41" y="1"/>
                  </a:ln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 name="Google Shape;1193;p31">
              <a:extLst>
                <a:ext uri="{FF2B5EF4-FFF2-40B4-BE49-F238E27FC236}">
                  <a16:creationId xmlns:a16="http://schemas.microsoft.com/office/drawing/2014/main" id="{D976F57F-2FDA-44CF-9B4D-F4742862B9FC}"/>
                </a:ext>
              </a:extLst>
            </p:cNvPr>
            <p:cNvSpPr/>
            <p:nvPr/>
          </p:nvSpPr>
          <p:spPr>
            <a:xfrm>
              <a:off x="2691875" y="4897175"/>
              <a:ext cx="15775" cy="57725"/>
            </a:xfrm>
            <a:custGeom>
              <a:avLst/>
              <a:gdLst/>
              <a:ahLst/>
              <a:cxnLst/>
              <a:rect l="l" t="t" r="r" b="b"/>
              <a:pathLst>
                <a:path w="631" h="2309" extrusionOk="0">
                  <a:moveTo>
                    <a:pt x="41" y="1"/>
                  </a:moveTo>
                  <a:cubicBezTo>
                    <a:pt x="21" y="1"/>
                    <a:pt x="1" y="21"/>
                    <a:pt x="1" y="42"/>
                  </a:cubicBezTo>
                  <a:cubicBezTo>
                    <a:pt x="1" y="255"/>
                    <a:pt x="41" y="469"/>
                    <a:pt x="102" y="682"/>
                  </a:cubicBezTo>
                  <a:cubicBezTo>
                    <a:pt x="153" y="896"/>
                    <a:pt x="235" y="1099"/>
                    <a:pt x="336" y="1292"/>
                  </a:cubicBezTo>
                  <a:cubicBezTo>
                    <a:pt x="367" y="1343"/>
                    <a:pt x="387" y="1384"/>
                    <a:pt x="418" y="1434"/>
                  </a:cubicBezTo>
                  <a:cubicBezTo>
                    <a:pt x="448" y="1485"/>
                    <a:pt x="468" y="1515"/>
                    <a:pt x="479" y="1567"/>
                  </a:cubicBezTo>
                  <a:cubicBezTo>
                    <a:pt x="499" y="1658"/>
                    <a:pt x="499" y="1750"/>
                    <a:pt x="459" y="1831"/>
                  </a:cubicBezTo>
                  <a:cubicBezTo>
                    <a:pt x="407" y="1922"/>
                    <a:pt x="357" y="2004"/>
                    <a:pt x="285" y="2075"/>
                  </a:cubicBezTo>
                  <a:cubicBezTo>
                    <a:pt x="204" y="2146"/>
                    <a:pt x="123" y="2197"/>
                    <a:pt x="31" y="2238"/>
                  </a:cubicBezTo>
                  <a:cubicBezTo>
                    <a:pt x="11" y="2248"/>
                    <a:pt x="1" y="2268"/>
                    <a:pt x="11" y="2278"/>
                  </a:cubicBezTo>
                  <a:cubicBezTo>
                    <a:pt x="11" y="2299"/>
                    <a:pt x="31" y="2309"/>
                    <a:pt x="52" y="2309"/>
                  </a:cubicBezTo>
                  <a:cubicBezTo>
                    <a:pt x="265" y="2248"/>
                    <a:pt x="459" y="2095"/>
                    <a:pt x="560" y="1892"/>
                  </a:cubicBezTo>
                  <a:cubicBezTo>
                    <a:pt x="621" y="1780"/>
                    <a:pt x="631" y="1648"/>
                    <a:pt x="601" y="1526"/>
                  </a:cubicBezTo>
                  <a:cubicBezTo>
                    <a:pt x="581" y="1475"/>
                    <a:pt x="550" y="1414"/>
                    <a:pt x="520" y="1373"/>
                  </a:cubicBezTo>
                  <a:cubicBezTo>
                    <a:pt x="499" y="1323"/>
                    <a:pt x="468" y="1282"/>
                    <a:pt x="448" y="1231"/>
                  </a:cubicBezTo>
                  <a:cubicBezTo>
                    <a:pt x="346" y="1048"/>
                    <a:pt x="265" y="855"/>
                    <a:pt x="204" y="652"/>
                  </a:cubicBezTo>
                  <a:cubicBezTo>
                    <a:pt x="143" y="448"/>
                    <a:pt x="92" y="245"/>
                    <a:pt x="72" y="42"/>
                  </a:cubicBezTo>
                  <a:lnTo>
                    <a:pt x="72" y="31"/>
                  </a:lnTo>
                  <a:cubicBezTo>
                    <a:pt x="72" y="21"/>
                    <a:pt x="62" y="1"/>
                    <a:pt x="41"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 name="Google Shape;1194;p31">
              <a:extLst>
                <a:ext uri="{FF2B5EF4-FFF2-40B4-BE49-F238E27FC236}">
                  <a16:creationId xmlns:a16="http://schemas.microsoft.com/office/drawing/2014/main" id="{9D9C30F9-F4D5-4239-9264-F8BFFF952F1B}"/>
                </a:ext>
              </a:extLst>
            </p:cNvPr>
            <p:cNvSpPr/>
            <p:nvPr/>
          </p:nvSpPr>
          <p:spPr>
            <a:xfrm>
              <a:off x="2603675" y="4856475"/>
              <a:ext cx="52900" cy="13275"/>
            </a:xfrm>
            <a:custGeom>
              <a:avLst/>
              <a:gdLst/>
              <a:ahLst/>
              <a:cxnLst/>
              <a:rect l="l" t="t" r="r" b="b"/>
              <a:pathLst>
                <a:path w="2116" h="531" extrusionOk="0">
                  <a:moveTo>
                    <a:pt x="1136" y="0"/>
                  </a:moveTo>
                  <a:cubicBezTo>
                    <a:pt x="1110" y="0"/>
                    <a:pt x="1084" y="1"/>
                    <a:pt x="1058" y="2"/>
                  </a:cubicBezTo>
                  <a:cubicBezTo>
                    <a:pt x="865" y="12"/>
                    <a:pt x="661" y="43"/>
                    <a:pt x="478" y="124"/>
                  </a:cubicBezTo>
                  <a:cubicBezTo>
                    <a:pt x="295" y="195"/>
                    <a:pt x="123" y="317"/>
                    <a:pt x="11" y="480"/>
                  </a:cubicBezTo>
                  <a:cubicBezTo>
                    <a:pt x="1" y="490"/>
                    <a:pt x="1" y="510"/>
                    <a:pt x="11" y="520"/>
                  </a:cubicBezTo>
                  <a:cubicBezTo>
                    <a:pt x="16" y="526"/>
                    <a:pt x="24" y="528"/>
                    <a:pt x="31" y="528"/>
                  </a:cubicBezTo>
                  <a:cubicBezTo>
                    <a:pt x="39" y="528"/>
                    <a:pt x="46" y="526"/>
                    <a:pt x="51" y="520"/>
                  </a:cubicBezTo>
                  <a:cubicBezTo>
                    <a:pt x="194" y="409"/>
                    <a:pt x="367" y="337"/>
                    <a:pt x="530" y="287"/>
                  </a:cubicBezTo>
                  <a:cubicBezTo>
                    <a:pt x="673" y="253"/>
                    <a:pt x="824" y="233"/>
                    <a:pt x="971" y="233"/>
                  </a:cubicBezTo>
                  <a:cubicBezTo>
                    <a:pt x="1000" y="233"/>
                    <a:pt x="1029" y="234"/>
                    <a:pt x="1058" y="236"/>
                  </a:cubicBezTo>
                  <a:cubicBezTo>
                    <a:pt x="1241" y="246"/>
                    <a:pt x="1414" y="266"/>
                    <a:pt x="1576" y="327"/>
                  </a:cubicBezTo>
                  <a:cubicBezTo>
                    <a:pt x="1739" y="388"/>
                    <a:pt x="1892" y="449"/>
                    <a:pt x="2064" y="520"/>
                  </a:cubicBezTo>
                  <a:cubicBezTo>
                    <a:pt x="2075" y="531"/>
                    <a:pt x="2085" y="531"/>
                    <a:pt x="2095" y="531"/>
                  </a:cubicBezTo>
                  <a:cubicBezTo>
                    <a:pt x="2105" y="520"/>
                    <a:pt x="2116" y="500"/>
                    <a:pt x="2116" y="480"/>
                  </a:cubicBezTo>
                  <a:cubicBezTo>
                    <a:pt x="2075" y="378"/>
                    <a:pt x="2003" y="297"/>
                    <a:pt x="1922" y="236"/>
                  </a:cubicBezTo>
                  <a:cubicBezTo>
                    <a:pt x="1841" y="165"/>
                    <a:pt x="1750" y="124"/>
                    <a:pt x="1658" y="93"/>
                  </a:cubicBezTo>
                  <a:cubicBezTo>
                    <a:pt x="1490" y="31"/>
                    <a:pt x="1313" y="0"/>
                    <a:pt x="1136"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 name="Google Shape;1195;p31">
              <a:extLst>
                <a:ext uri="{FF2B5EF4-FFF2-40B4-BE49-F238E27FC236}">
                  <a16:creationId xmlns:a16="http://schemas.microsoft.com/office/drawing/2014/main" id="{E0953DAF-5A67-4063-8F32-EED604C1BA98}"/>
                </a:ext>
              </a:extLst>
            </p:cNvPr>
            <p:cNvSpPr/>
            <p:nvPr/>
          </p:nvSpPr>
          <p:spPr>
            <a:xfrm>
              <a:off x="2554625" y="4721025"/>
              <a:ext cx="276575" cy="170075"/>
            </a:xfrm>
            <a:custGeom>
              <a:avLst/>
              <a:gdLst/>
              <a:ahLst/>
              <a:cxnLst/>
              <a:rect l="l" t="t" r="r" b="b"/>
              <a:pathLst>
                <a:path w="11063" h="6803" extrusionOk="0">
                  <a:moveTo>
                    <a:pt x="5531" y="0"/>
                  </a:moveTo>
                  <a:cubicBezTo>
                    <a:pt x="3111" y="0"/>
                    <a:pt x="1200" y="1312"/>
                    <a:pt x="600" y="3091"/>
                  </a:cubicBezTo>
                  <a:cubicBezTo>
                    <a:pt x="0" y="4860"/>
                    <a:pt x="499" y="6803"/>
                    <a:pt x="499" y="6803"/>
                  </a:cubicBezTo>
                  <a:cubicBezTo>
                    <a:pt x="499" y="6803"/>
                    <a:pt x="905" y="6498"/>
                    <a:pt x="1281" y="5847"/>
                  </a:cubicBezTo>
                  <a:cubicBezTo>
                    <a:pt x="1647" y="5196"/>
                    <a:pt x="1759" y="4607"/>
                    <a:pt x="2186" y="3823"/>
                  </a:cubicBezTo>
                  <a:lnTo>
                    <a:pt x="2186" y="3823"/>
                  </a:lnTo>
                  <a:cubicBezTo>
                    <a:pt x="2186" y="3824"/>
                    <a:pt x="1729" y="4871"/>
                    <a:pt x="1759" y="6081"/>
                  </a:cubicBezTo>
                  <a:cubicBezTo>
                    <a:pt x="1759" y="6081"/>
                    <a:pt x="1993" y="5949"/>
                    <a:pt x="2532" y="5867"/>
                  </a:cubicBezTo>
                  <a:cubicBezTo>
                    <a:pt x="2562" y="5471"/>
                    <a:pt x="2644" y="4840"/>
                    <a:pt x="2847" y="4342"/>
                  </a:cubicBezTo>
                  <a:lnTo>
                    <a:pt x="2847" y="4342"/>
                  </a:lnTo>
                  <a:cubicBezTo>
                    <a:pt x="2847" y="4343"/>
                    <a:pt x="2766" y="5115"/>
                    <a:pt x="2806" y="5837"/>
                  </a:cubicBezTo>
                  <a:cubicBezTo>
                    <a:pt x="2950" y="5824"/>
                    <a:pt x="3109" y="5816"/>
                    <a:pt x="3285" y="5816"/>
                  </a:cubicBezTo>
                  <a:cubicBezTo>
                    <a:pt x="3396" y="5816"/>
                    <a:pt x="3514" y="5819"/>
                    <a:pt x="3640" y="5827"/>
                  </a:cubicBezTo>
                  <a:cubicBezTo>
                    <a:pt x="4586" y="4983"/>
                    <a:pt x="5531" y="3763"/>
                    <a:pt x="5531" y="3762"/>
                  </a:cubicBezTo>
                  <a:lnTo>
                    <a:pt x="5531" y="3762"/>
                  </a:lnTo>
                  <a:cubicBezTo>
                    <a:pt x="5165" y="4627"/>
                    <a:pt x="4453" y="5440"/>
                    <a:pt x="4057" y="5857"/>
                  </a:cubicBezTo>
                  <a:cubicBezTo>
                    <a:pt x="4322" y="5877"/>
                    <a:pt x="4606" y="5928"/>
                    <a:pt x="4932" y="5979"/>
                  </a:cubicBezTo>
                  <a:cubicBezTo>
                    <a:pt x="4932" y="5979"/>
                    <a:pt x="6162" y="5542"/>
                    <a:pt x="6721" y="4189"/>
                  </a:cubicBezTo>
                  <a:cubicBezTo>
                    <a:pt x="7341" y="2705"/>
                    <a:pt x="7982" y="2594"/>
                    <a:pt x="7982" y="2594"/>
                  </a:cubicBezTo>
                  <a:cubicBezTo>
                    <a:pt x="7982" y="2594"/>
                    <a:pt x="8500" y="3021"/>
                    <a:pt x="8877" y="3823"/>
                  </a:cubicBezTo>
                  <a:cubicBezTo>
                    <a:pt x="9253" y="4627"/>
                    <a:pt x="9405" y="5196"/>
                    <a:pt x="9781" y="5847"/>
                  </a:cubicBezTo>
                  <a:cubicBezTo>
                    <a:pt x="10147" y="6498"/>
                    <a:pt x="10565" y="6803"/>
                    <a:pt x="10565" y="6803"/>
                  </a:cubicBezTo>
                  <a:cubicBezTo>
                    <a:pt x="10565" y="6803"/>
                    <a:pt x="11062" y="4860"/>
                    <a:pt x="10463" y="3091"/>
                  </a:cubicBezTo>
                  <a:cubicBezTo>
                    <a:pt x="9863" y="1312"/>
                    <a:pt x="7951" y="0"/>
                    <a:pt x="5531"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 name="Google Shape;1196;p31">
              <a:extLst>
                <a:ext uri="{FF2B5EF4-FFF2-40B4-BE49-F238E27FC236}">
                  <a16:creationId xmlns:a16="http://schemas.microsoft.com/office/drawing/2014/main" id="{5DDEECEA-1FC4-4B18-AFA9-6F9340CFA6E1}"/>
                </a:ext>
              </a:extLst>
            </p:cNvPr>
            <p:cNvSpPr/>
            <p:nvPr/>
          </p:nvSpPr>
          <p:spPr>
            <a:xfrm>
              <a:off x="2550300" y="4707800"/>
              <a:ext cx="142625" cy="146450"/>
            </a:xfrm>
            <a:custGeom>
              <a:avLst/>
              <a:gdLst/>
              <a:ahLst/>
              <a:cxnLst/>
              <a:rect l="l" t="t" r="r" b="b"/>
              <a:pathLst>
                <a:path w="5705" h="5858" extrusionOk="0">
                  <a:moveTo>
                    <a:pt x="5704" y="1"/>
                  </a:moveTo>
                  <a:cubicBezTo>
                    <a:pt x="5176" y="82"/>
                    <a:pt x="4464" y="418"/>
                    <a:pt x="3732" y="845"/>
                  </a:cubicBezTo>
                  <a:cubicBezTo>
                    <a:pt x="3793" y="825"/>
                    <a:pt x="3854" y="804"/>
                    <a:pt x="3925" y="784"/>
                  </a:cubicBezTo>
                  <a:cubicBezTo>
                    <a:pt x="3966" y="753"/>
                    <a:pt x="4016" y="733"/>
                    <a:pt x="4057" y="703"/>
                  </a:cubicBezTo>
                  <a:lnTo>
                    <a:pt x="4210" y="581"/>
                  </a:lnTo>
                  <a:lnTo>
                    <a:pt x="4240" y="611"/>
                  </a:lnTo>
                  <a:cubicBezTo>
                    <a:pt x="4789" y="316"/>
                    <a:pt x="5308" y="102"/>
                    <a:pt x="5704" y="41"/>
                  </a:cubicBezTo>
                  <a:lnTo>
                    <a:pt x="5704" y="1"/>
                  </a:lnTo>
                  <a:close/>
                  <a:moveTo>
                    <a:pt x="1576" y="2248"/>
                  </a:moveTo>
                  <a:lnTo>
                    <a:pt x="1576" y="2248"/>
                  </a:lnTo>
                  <a:cubicBezTo>
                    <a:pt x="1424" y="2350"/>
                    <a:pt x="1291" y="2451"/>
                    <a:pt x="1160" y="2543"/>
                  </a:cubicBezTo>
                  <a:cubicBezTo>
                    <a:pt x="132" y="3295"/>
                    <a:pt x="1" y="4983"/>
                    <a:pt x="92" y="5857"/>
                  </a:cubicBezTo>
                  <a:lnTo>
                    <a:pt x="132" y="5857"/>
                  </a:lnTo>
                  <a:cubicBezTo>
                    <a:pt x="41" y="4983"/>
                    <a:pt x="173" y="3326"/>
                    <a:pt x="1190" y="2573"/>
                  </a:cubicBezTo>
                  <a:cubicBezTo>
                    <a:pt x="1271" y="2512"/>
                    <a:pt x="1363" y="2451"/>
                    <a:pt x="1465" y="2380"/>
                  </a:cubicBezTo>
                  <a:cubicBezTo>
                    <a:pt x="1495" y="2339"/>
                    <a:pt x="1536" y="2289"/>
                    <a:pt x="1576" y="2248"/>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1197;p31">
              <a:extLst>
                <a:ext uri="{FF2B5EF4-FFF2-40B4-BE49-F238E27FC236}">
                  <a16:creationId xmlns:a16="http://schemas.microsoft.com/office/drawing/2014/main" id="{1F6BF016-B7E7-4405-B37B-8678FF377D2E}"/>
                </a:ext>
              </a:extLst>
            </p:cNvPr>
            <p:cNvSpPr/>
            <p:nvPr/>
          </p:nvSpPr>
          <p:spPr>
            <a:xfrm>
              <a:off x="2586900" y="4727375"/>
              <a:ext cx="61550" cy="39925"/>
            </a:xfrm>
            <a:custGeom>
              <a:avLst/>
              <a:gdLst/>
              <a:ahLst/>
              <a:cxnLst/>
              <a:rect l="l" t="t" r="r" b="b"/>
              <a:pathLst>
                <a:path w="2462" h="1597" extrusionOk="0">
                  <a:moveTo>
                    <a:pt x="2461" y="1"/>
                  </a:moveTo>
                  <a:lnTo>
                    <a:pt x="2461" y="1"/>
                  </a:lnTo>
                  <a:cubicBezTo>
                    <a:pt x="2390" y="21"/>
                    <a:pt x="2329" y="42"/>
                    <a:pt x="2268" y="62"/>
                  </a:cubicBezTo>
                  <a:cubicBezTo>
                    <a:pt x="1506" y="499"/>
                    <a:pt x="733" y="1018"/>
                    <a:pt x="112" y="1465"/>
                  </a:cubicBezTo>
                  <a:cubicBezTo>
                    <a:pt x="72" y="1506"/>
                    <a:pt x="31" y="1556"/>
                    <a:pt x="1" y="1597"/>
                  </a:cubicBezTo>
                  <a:cubicBezTo>
                    <a:pt x="682" y="1099"/>
                    <a:pt x="1597" y="478"/>
                    <a:pt x="2461"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5" name="Google Shape;1198;p31">
              <a:extLst>
                <a:ext uri="{FF2B5EF4-FFF2-40B4-BE49-F238E27FC236}">
                  <a16:creationId xmlns:a16="http://schemas.microsoft.com/office/drawing/2014/main" id="{3D2BB7C6-80F4-4D3F-BFB7-3F9064D5E8DA}"/>
                </a:ext>
              </a:extLst>
            </p:cNvPr>
            <p:cNvSpPr/>
            <p:nvPr/>
          </p:nvSpPr>
          <p:spPr>
            <a:xfrm>
              <a:off x="2649950" y="4722300"/>
              <a:ext cx="6375" cy="4600"/>
            </a:xfrm>
            <a:custGeom>
              <a:avLst/>
              <a:gdLst/>
              <a:ahLst/>
              <a:cxnLst/>
              <a:rect l="l" t="t" r="r" b="b"/>
              <a:pathLst>
                <a:path w="255" h="184" extrusionOk="0">
                  <a:moveTo>
                    <a:pt x="224" y="1"/>
                  </a:moveTo>
                  <a:lnTo>
                    <a:pt x="71" y="123"/>
                  </a:lnTo>
                  <a:cubicBezTo>
                    <a:pt x="51" y="143"/>
                    <a:pt x="30" y="163"/>
                    <a:pt x="0" y="184"/>
                  </a:cubicBezTo>
                  <a:cubicBezTo>
                    <a:pt x="41" y="173"/>
                    <a:pt x="71" y="163"/>
                    <a:pt x="102" y="153"/>
                  </a:cubicBezTo>
                  <a:lnTo>
                    <a:pt x="254" y="31"/>
                  </a:lnTo>
                  <a:lnTo>
                    <a:pt x="224" y="1"/>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6" name="Google Shape;1199;p31">
              <a:extLst>
                <a:ext uri="{FF2B5EF4-FFF2-40B4-BE49-F238E27FC236}">
                  <a16:creationId xmlns:a16="http://schemas.microsoft.com/office/drawing/2014/main" id="{AC8AD37B-D8A4-431B-A34D-A4643BC3A8BB}"/>
                </a:ext>
              </a:extLst>
            </p:cNvPr>
            <p:cNvSpPr/>
            <p:nvPr/>
          </p:nvSpPr>
          <p:spPr>
            <a:xfrm>
              <a:off x="2567825" y="4726100"/>
              <a:ext cx="84675" cy="126100"/>
            </a:xfrm>
            <a:custGeom>
              <a:avLst/>
              <a:gdLst/>
              <a:ahLst/>
              <a:cxnLst/>
              <a:rect l="l" t="t" r="r" b="b"/>
              <a:pathLst>
                <a:path w="3387" h="5044" extrusionOk="0">
                  <a:moveTo>
                    <a:pt x="3387" y="1"/>
                  </a:moveTo>
                  <a:lnTo>
                    <a:pt x="3387" y="1"/>
                  </a:lnTo>
                  <a:cubicBezTo>
                    <a:pt x="3356" y="11"/>
                    <a:pt x="3326" y="21"/>
                    <a:pt x="3285" y="32"/>
                  </a:cubicBezTo>
                  <a:cubicBezTo>
                    <a:pt x="3224" y="82"/>
                    <a:pt x="3153" y="143"/>
                    <a:pt x="3082" y="204"/>
                  </a:cubicBezTo>
                  <a:cubicBezTo>
                    <a:pt x="2380" y="773"/>
                    <a:pt x="1414" y="1557"/>
                    <a:pt x="1150" y="2197"/>
                  </a:cubicBezTo>
                  <a:cubicBezTo>
                    <a:pt x="1048" y="2452"/>
                    <a:pt x="947" y="2766"/>
                    <a:pt x="835" y="3092"/>
                  </a:cubicBezTo>
                  <a:cubicBezTo>
                    <a:pt x="601" y="3794"/>
                    <a:pt x="337" y="4587"/>
                    <a:pt x="1" y="5014"/>
                  </a:cubicBezTo>
                  <a:lnTo>
                    <a:pt x="32" y="5044"/>
                  </a:lnTo>
                  <a:cubicBezTo>
                    <a:pt x="377" y="4607"/>
                    <a:pt x="642" y="3814"/>
                    <a:pt x="875" y="3102"/>
                  </a:cubicBezTo>
                  <a:cubicBezTo>
                    <a:pt x="987" y="2777"/>
                    <a:pt x="1089" y="2461"/>
                    <a:pt x="1191" y="2217"/>
                  </a:cubicBezTo>
                  <a:cubicBezTo>
                    <a:pt x="1445" y="1577"/>
                    <a:pt x="2411" y="804"/>
                    <a:pt x="3112" y="235"/>
                  </a:cubicBezTo>
                  <a:cubicBezTo>
                    <a:pt x="3204" y="154"/>
                    <a:pt x="3306" y="72"/>
                    <a:pt x="3387"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7" name="Google Shape;1200;p31">
              <a:extLst>
                <a:ext uri="{FF2B5EF4-FFF2-40B4-BE49-F238E27FC236}">
                  <a16:creationId xmlns:a16="http://schemas.microsoft.com/office/drawing/2014/main" id="{3F0BEA18-66C6-4D67-9307-6512CF6EE386}"/>
                </a:ext>
              </a:extLst>
            </p:cNvPr>
            <p:cNvSpPr/>
            <p:nvPr/>
          </p:nvSpPr>
          <p:spPr>
            <a:xfrm>
              <a:off x="2636225" y="4741625"/>
              <a:ext cx="114400" cy="112625"/>
            </a:xfrm>
            <a:custGeom>
              <a:avLst/>
              <a:gdLst/>
              <a:ahLst/>
              <a:cxnLst/>
              <a:rect l="l" t="t" r="r" b="b"/>
              <a:pathLst>
                <a:path w="4576" h="4505" extrusionOk="0">
                  <a:moveTo>
                    <a:pt x="3945" y="0"/>
                  </a:moveTo>
                  <a:cubicBezTo>
                    <a:pt x="3579" y="0"/>
                    <a:pt x="3213" y="173"/>
                    <a:pt x="2949" y="396"/>
                  </a:cubicBezTo>
                  <a:cubicBezTo>
                    <a:pt x="2694" y="600"/>
                    <a:pt x="2420" y="773"/>
                    <a:pt x="2135" y="946"/>
                  </a:cubicBezTo>
                  <a:cubicBezTo>
                    <a:pt x="1647" y="1241"/>
                    <a:pt x="1139" y="1546"/>
                    <a:pt x="661" y="2084"/>
                  </a:cubicBezTo>
                  <a:cubicBezTo>
                    <a:pt x="274" y="2522"/>
                    <a:pt x="122" y="3162"/>
                    <a:pt x="61" y="3620"/>
                  </a:cubicBezTo>
                  <a:cubicBezTo>
                    <a:pt x="0" y="4108"/>
                    <a:pt x="30" y="4504"/>
                    <a:pt x="30" y="4504"/>
                  </a:cubicBezTo>
                  <a:lnTo>
                    <a:pt x="82" y="4504"/>
                  </a:lnTo>
                  <a:cubicBezTo>
                    <a:pt x="82" y="4494"/>
                    <a:pt x="41" y="4108"/>
                    <a:pt x="102" y="3620"/>
                  </a:cubicBezTo>
                  <a:cubicBezTo>
                    <a:pt x="163" y="3173"/>
                    <a:pt x="305" y="2542"/>
                    <a:pt x="701" y="2115"/>
                  </a:cubicBezTo>
                  <a:cubicBezTo>
                    <a:pt x="1169" y="1576"/>
                    <a:pt x="1668" y="1271"/>
                    <a:pt x="2156" y="976"/>
                  </a:cubicBezTo>
                  <a:cubicBezTo>
                    <a:pt x="2440" y="803"/>
                    <a:pt x="2715" y="640"/>
                    <a:pt x="2969" y="427"/>
                  </a:cubicBezTo>
                  <a:cubicBezTo>
                    <a:pt x="3234" y="213"/>
                    <a:pt x="3589" y="41"/>
                    <a:pt x="3935" y="41"/>
                  </a:cubicBezTo>
                  <a:cubicBezTo>
                    <a:pt x="4158" y="41"/>
                    <a:pt x="4362" y="102"/>
                    <a:pt x="4555" y="274"/>
                  </a:cubicBezTo>
                  <a:lnTo>
                    <a:pt x="4576" y="244"/>
                  </a:lnTo>
                  <a:cubicBezTo>
                    <a:pt x="4382" y="61"/>
                    <a:pt x="4169" y="0"/>
                    <a:pt x="3945" y="0"/>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8" name="Google Shape;1201;p31">
              <a:extLst>
                <a:ext uri="{FF2B5EF4-FFF2-40B4-BE49-F238E27FC236}">
                  <a16:creationId xmlns:a16="http://schemas.microsoft.com/office/drawing/2014/main" id="{D252A56B-CADD-4BCC-BAE8-33F507080C23}"/>
                </a:ext>
              </a:extLst>
            </p:cNvPr>
            <p:cNvSpPr/>
            <p:nvPr/>
          </p:nvSpPr>
          <p:spPr>
            <a:xfrm>
              <a:off x="2677900" y="4758400"/>
              <a:ext cx="72475" cy="103975"/>
            </a:xfrm>
            <a:custGeom>
              <a:avLst/>
              <a:gdLst/>
              <a:ahLst/>
              <a:cxnLst/>
              <a:rect l="l" t="t" r="r" b="b"/>
              <a:pathLst>
                <a:path w="2899" h="4159" extrusionOk="0">
                  <a:moveTo>
                    <a:pt x="2848" y="0"/>
                  </a:moveTo>
                  <a:cubicBezTo>
                    <a:pt x="2075" y="0"/>
                    <a:pt x="1811" y="1058"/>
                    <a:pt x="1637" y="1770"/>
                  </a:cubicBezTo>
                  <a:lnTo>
                    <a:pt x="1607" y="1901"/>
                  </a:lnTo>
                  <a:cubicBezTo>
                    <a:pt x="1404" y="2694"/>
                    <a:pt x="743" y="3610"/>
                    <a:pt x="1" y="4128"/>
                  </a:cubicBezTo>
                  <a:lnTo>
                    <a:pt x="21" y="4159"/>
                  </a:lnTo>
                  <a:cubicBezTo>
                    <a:pt x="773" y="3640"/>
                    <a:pt x="1434" y="2715"/>
                    <a:pt x="1637" y="1912"/>
                  </a:cubicBezTo>
                  <a:lnTo>
                    <a:pt x="1678" y="1779"/>
                  </a:lnTo>
                  <a:cubicBezTo>
                    <a:pt x="1861" y="1047"/>
                    <a:pt x="2105" y="41"/>
                    <a:pt x="2837" y="41"/>
                  </a:cubicBezTo>
                  <a:lnTo>
                    <a:pt x="2898" y="41"/>
                  </a:lnTo>
                  <a:lnTo>
                    <a:pt x="2898" y="0"/>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9" name="Google Shape;1202;p31">
              <a:extLst>
                <a:ext uri="{FF2B5EF4-FFF2-40B4-BE49-F238E27FC236}">
                  <a16:creationId xmlns:a16="http://schemas.microsoft.com/office/drawing/2014/main" id="{0C2203A4-C157-4754-9256-B30C209F30F8}"/>
                </a:ext>
              </a:extLst>
            </p:cNvPr>
            <p:cNvSpPr/>
            <p:nvPr/>
          </p:nvSpPr>
          <p:spPr>
            <a:xfrm>
              <a:off x="2655275" y="4753050"/>
              <a:ext cx="66100" cy="81375"/>
            </a:xfrm>
            <a:custGeom>
              <a:avLst/>
              <a:gdLst/>
              <a:ahLst/>
              <a:cxnLst/>
              <a:rect l="l" t="t" r="r" b="b"/>
              <a:pathLst>
                <a:path w="2644" h="3255" extrusionOk="0">
                  <a:moveTo>
                    <a:pt x="2603" y="0"/>
                  </a:moveTo>
                  <a:cubicBezTo>
                    <a:pt x="2228" y="499"/>
                    <a:pt x="1526" y="1292"/>
                    <a:pt x="906" y="1862"/>
                  </a:cubicBezTo>
                  <a:cubicBezTo>
                    <a:pt x="326" y="2400"/>
                    <a:pt x="11" y="3234"/>
                    <a:pt x="0" y="3244"/>
                  </a:cubicBezTo>
                  <a:lnTo>
                    <a:pt x="41" y="3254"/>
                  </a:lnTo>
                  <a:cubicBezTo>
                    <a:pt x="52" y="3244"/>
                    <a:pt x="357" y="2420"/>
                    <a:pt x="936" y="1892"/>
                  </a:cubicBezTo>
                  <a:cubicBezTo>
                    <a:pt x="1556" y="1322"/>
                    <a:pt x="2268" y="519"/>
                    <a:pt x="2644" y="21"/>
                  </a:cubicBezTo>
                  <a:lnTo>
                    <a:pt x="2603" y="0"/>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0" name="Google Shape;1203;p31">
              <a:extLst>
                <a:ext uri="{FF2B5EF4-FFF2-40B4-BE49-F238E27FC236}">
                  <a16:creationId xmlns:a16="http://schemas.microsoft.com/office/drawing/2014/main" id="{A4AEF6A7-37B5-4617-ADA8-E849FD94DBAA}"/>
                </a:ext>
              </a:extLst>
            </p:cNvPr>
            <p:cNvSpPr/>
            <p:nvPr/>
          </p:nvSpPr>
          <p:spPr>
            <a:xfrm>
              <a:off x="2769650" y="4736275"/>
              <a:ext cx="68675" cy="132975"/>
            </a:xfrm>
            <a:custGeom>
              <a:avLst/>
              <a:gdLst/>
              <a:ahLst/>
              <a:cxnLst/>
              <a:rect l="l" t="t" r="r" b="b"/>
              <a:pathLst>
                <a:path w="2747" h="5319" extrusionOk="0">
                  <a:moveTo>
                    <a:pt x="11" y="0"/>
                  </a:moveTo>
                  <a:lnTo>
                    <a:pt x="1" y="41"/>
                  </a:lnTo>
                  <a:cubicBezTo>
                    <a:pt x="112" y="72"/>
                    <a:pt x="272" y="121"/>
                    <a:pt x="461" y="201"/>
                  </a:cubicBezTo>
                  <a:lnTo>
                    <a:pt x="461" y="201"/>
                  </a:lnTo>
                  <a:cubicBezTo>
                    <a:pt x="459" y="198"/>
                    <a:pt x="459" y="194"/>
                    <a:pt x="459" y="194"/>
                  </a:cubicBezTo>
                  <a:lnTo>
                    <a:pt x="479" y="163"/>
                  </a:lnTo>
                  <a:cubicBezTo>
                    <a:pt x="286" y="82"/>
                    <a:pt x="123" y="31"/>
                    <a:pt x="11" y="0"/>
                  </a:cubicBezTo>
                  <a:close/>
                  <a:moveTo>
                    <a:pt x="461" y="201"/>
                  </a:moveTo>
                  <a:cubicBezTo>
                    <a:pt x="463" y="202"/>
                    <a:pt x="465" y="204"/>
                    <a:pt x="469" y="204"/>
                  </a:cubicBezTo>
                  <a:cubicBezTo>
                    <a:pt x="466" y="203"/>
                    <a:pt x="464" y="202"/>
                    <a:pt x="461" y="201"/>
                  </a:cubicBezTo>
                  <a:close/>
                  <a:moveTo>
                    <a:pt x="479" y="163"/>
                  </a:moveTo>
                  <a:cubicBezTo>
                    <a:pt x="499" y="174"/>
                    <a:pt x="560" y="214"/>
                    <a:pt x="652" y="285"/>
                  </a:cubicBezTo>
                  <a:cubicBezTo>
                    <a:pt x="1343" y="590"/>
                    <a:pt x="2248" y="1211"/>
                    <a:pt x="2309" y="2298"/>
                  </a:cubicBezTo>
                  <a:cubicBezTo>
                    <a:pt x="2339" y="3010"/>
                    <a:pt x="2400" y="3854"/>
                    <a:pt x="2502" y="4495"/>
                  </a:cubicBezTo>
                  <a:cubicBezTo>
                    <a:pt x="2543" y="4566"/>
                    <a:pt x="2563" y="4617"/>
                    <a:pt x="2563" y="4617"/>
                  </a:cubicBezTo>
                  <a:lnTo>
                    <a:pt x="2533" y="4637"/>
                  </a:lnTo>
                  <a:lnTo>
                    <a:pt x="2522" y="4627"/>
                  </a:lnTo>
                  <a:lnTo>
                    <a:pt x="2522" y="4627"/>
                  </a:lnTo>
                  <a:cubicBezTo>
                    <a:pt x="2574" y="4922"/>
                    <a:pt x="2635" y="5156"/>
                    <a:pt x="2705" y="5318"/>
                  </a:cubicBezTo>
                  <a:lnTo>
                    <a:pt x="2746" y="5308"/>
                  </a:lnTo>
                  <a:cubicBezTo>
                    <a:pt x="2563" y="4891"/>
                    <a:pt x="2431" y="3823"/>
                    <a:pt x="2350" y="2298"/>
                  </a:cubicBezTo>
                  <a:cubicBezTo>
                    <a:pt x="2278" y="1078"/>
                    <a:pt x="1201" y="448"/>
                    <a:pt x="479" y="163"/>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1" name="Google Shape;1204;p31">
              <a:extLst>
                <a:ext uri="{FF2B5EF4-FFF2-40B4-BE49-F238E27FC236}">
                  <a16:creationId xmlns:a16="http://schemas.microsoft.com/office/drawing/2014/main" id="{552B6F75-4015-41A4-BE1C-ADAF278C952C}"/>
                </a:ext>
              </a:extLst>
            </p:cNvPr>
            <p:cNvSpPr/>
            <p:nvPr/>
          </p:nvSpPr>
          <p:spPr>
            <a:xfrm>
              <a:off x="2781100" y="4740350"/>
              <a:ext cx="52650" cy="111850"/>
            </a:xfrm>
            <a:custGeom>
              <a:avLst/>
              <a:gdLst/>
              <a:ahLst/>
              <a:cxnLst/>
              <a:rect l="l" t="t" r="r" b="b"/>
              <a:pathLst>
                <a:path w="2106" h="4474" extrusionOk="0">
                  <a:moveTo>
                    <a:pt x="21" y="0"/>
                  </a:moveTo>
                  <a:lnTo>
                    <a:pt x="1" y="31"/>
                  </a:lnTo>
                  <a:cubicBezTo>
                    <a:pt x="1" y="31"/>
                    <a:pt x="1" y="41"/>
                    <a:pt x="11" y="41"/>
                  </a:cubicBezTo>
                  <a:cubicBezTo>
                    <a:pt x="102" y="102"/>
                    <a:pt x="1058" y="722"/>
                    <a:pt x="1149" y="1729"/>
                  </a:cubicBezTo>
                  <a:cubicBezTo>
                    <a:pt x="1160" y="1759"/>
                    <a:pt x="1180" y="1790"/>
                    <a:pt x="1190" y="1821"/>
                  </a:cubicBezTo>
                  <a:lnTo>
                    <a:pt x="1190" y="1780"/>
                  </a:lnTo>
                  <a:cubicBezTo>
                    <a:pt x="1140" y="936"/>
                    <a:pt x="509" y="356"/>
                    <a:pt x="194" y="122"/>
                  </a:cubicBezTo>
                  <a:cubicBezTo>
                    <a:pt x="102" y="51"/>
                    <a:pt x="41" y="11"/>
                    <a:pt x="21" y="0"/>
                  </a:cubicBezTo>
                  <a:close/>
                  <a:moveTo>
                    <a:pt x="1648" y="3468"/>
                  </a:moveTo>
                  <a:lnTo>
                    <a:pt x="1648" y="3468"/>
                  </a:lnTo>
                  <a:cubicBezTo>
                    <a:pt x="1658" y="3518"/>
                    <a:pt x="1658" y="3569"/>
                    <a:pt x="1668" y="3610"/>
                  </a:cubicBezTo>
                  <a:cubicBezTo>
                    <a:pt x="1861" y="4078"/>
                    <a:pt x="2044" y="4423"/>
                    <a:pt x="2064" y="4464"/>
                  </a:cubicBezTo>
                  <a:lnTo>
                    <a:pt x="2075" y="4474"/>
                  </a:lnTo>
                  <a:lnTo>
                    <a:pt x="2105" y="4454"/>
                  </a:lnTo>
                  <a:cubicBezTo>
                    <a:pt x="2105" y="4454"/>
                    <a:pt x="2085" y="4403"/>
                    <a:pt x="2044" y="4332"/>
                  </a:cubicBezTo>
                  <a:cubicBezTo>
                    <a:pt x="1963" y="4169"/>
                    <a:pt x="1811" y="3854"/>
                    <a:pt x="1648" y="3468"/>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2" name="Google Shape;1205;p31">
              <a:extLst>
                <a:ext uri="{FF2B5EF4-FFF2-40B4-BE49-F238E27FC236}">
                  <a16:creationId xmlns:a16="http://schemas.microsoft.com/office/drawing/2014/main" id="{55BF4892-C9F5-477A-9D6C-05999EE40E5F}"/>
                </a:ext>
              </a:extLst>
            </p:cNvPr>
            <p:cNvSpPr/>
            <p:nvPr/>
          </p:nvSpPr>
          <p:spPr>
            <a:xfrm>
              <a:off x="2809825" y="4783550"/>
              <a:ext cx="13000" cy="47050"/>
            </a:xfrm>
            <a:custGeom>
              <a:avLst/>
              <a:gdLst/>
              <a:ahLst/>
              <a:cxnLst/>
              <a:rect l="l" t="t" r="r" b="b"/>
              <a:pathLst>
                <a:path w="520" h="1882" extrusionOk="0">
                  <a:moveTo>
                    <a:pt x="0" y="1"/>
                  </a:moveTo>
                  <a:lnTo>
                    <a:pt x="0" y="52"/>
                  </a:lnTo>
                  <a:cubicBezTo>
                    <a:pt x="31" y="631"/>
                    <a:pt x="285" y="1343"/>
                    <a:pt x="519" y="1882"/>
                  </a:cubicBezTo>
                  <a:cubicBezTo>
                    <a:pt x="509" y="1841"/>
                    <a:pt x="509" y="1790"/>
                    <a:pt x="499" y="1740"/>
                  </a:cubicBezTo>
                  <a:cubicBezTo>
                    <a:pt x="296" y="1231"/>
                    <a:pt x="82" y="621"/>
                    <a:pt x="41" y="93"/>
                  </a:cubicBezTo>
                  <a:cubicBezTo>
                    <a:pt x="31" y="62"/>
                    <a:pt x="11" y="31"/>
                    <a:pt x="0"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3" name="Google Shape;1206;p31">
              <a:extLst>
                <a:ext uri="{FF2B5EF4-FFF2-40B4-BE49-F238E27FC236}">
                  <a16:creationId xmlns:a16="http://schemas.microsoft.com/office/drawing/2014/main" id="{814FCF74-1ABD-4E6A-86E9-FDE39E73152C}"/>
                </a:ext>
              </a:extLst>
            </p:cNvPr>
            <p:cNvSpPr/>
            <p:nvPr/>
          </p:nvSpPr>
          <p:spPr>
            <a:xfrm>
              <a:off x="2767125" y="4767275"/>
              <a:ext cx="49325" cy="87225"/>
            </a:xfrm>
            <a:custGeom>
              <a:avLst/>
              <a:gdLst/>
              <a:ahLst/>
              <a:cxnLst/>
              <a:rect l="l" t="t" r="r" b="b"/>
              <a:pathLst>
                <a:path w="1973" h="3489" extrusionOk="0">
                  <a:moveTo>
                    <a:pt x="21" y="1"/>
                  </a:moveTo>
                  <a:lnTo>
                    <a:pt x="0" y="32"/>
                  </a:lnTo>
                  <a:cubicBezTo>
                    <a:pt x="509" y="306"/>
                    <a:pt x="946" y="1282"/>
                    <a:pt x="1150" y="2116"/>
                  </a:cubicBezTo>
                  <a:cubicBezTo>
                    <a:pt x="1292" y="2736"/>
                    <a:pt x="1566" y="3193"/>
                    <a:pt x="1943" y="3489"/>
                  </a:cubicBezTo>
                  <a:lnTo>
                    <a:pt x="1973" y="3458"/>
                  </a:lnTo>
                  <a:cubicBezTo>
                    <a:pt x="1597" y="3173"/>
                    <a:pt x="1333" y="2716"/>
                    <a:pt x="1190" y="2106"/>
                  </a:cubicBezTo>
                  <a:cubicBezTo>
                    <a:pt x="976" y="1262"/>
                    <a:pt x="539" y="276"/>
                    <a:pt x="21"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4" name="Google Shape;1207;p31">
              <a:extLst>
                <a:ext uri="{FF2B5EF4-FFF2-40B4-BE49-F238E27FC236}">
                  <a16:creationId xmlns:a16="http://schemas.microsoft.com/office/drawing/2014/main" id="{586B97EA-9B62-4F73-B1DB-D0CD117D7DCE}"/>
                </a:ext>
              </a:extLst>
            </p:cNvPr>
            <p:cNvSpPr/>
            <p:nvPr/>
          </p:nvSpPr>
          <p:spPr>
            <a:xfrm>
              <a:off x="2565300" y="5377350"/>
              <a:ext cx="254975" cy="11700"/>
            </a:xfrm>
            <a:custGeom>
              <a:avLst/>
              <a:gdLst/>
              <a:ahLst/>
              <a:cxnLst/>
              <a:rect l="l" t="t" r="r" b="b"/>
              <a:pathLst>
                <a:path w="10199" h="468" extrusionOk="0">
                  <a:moveTo>
                    <a:pt x="0" y="0"/>
                  </a:moveTo>
                  <a:lnTo>
                    <a:pt x="51" y="366"/>
                  </a:lnTo>
                  <a:cubicBezTo>
                    <a:pt x="61" y="427"/>
                    <a:pt x="112" y="468"/>
                    <a:pt x="163" y="468"/>
                  </a:cubicBezTo>
                  <a:lnTo>
                    <a:pt x="10036" y="468"/>
                  </a:lnTo>
                  <a:cubicBezTo>
                    <a:pt x="10097" y="468"/>
                    <a:pt x="10147" y="427"/>
                    <a:pt x="10158" y="366"/>
                  </a:cubicBezTo>
                  <a:lnTo>
                    <a:pt x="10199" y="0"/>
                  </a:lnTo>
                  <a:close/>
                </a:path>
              </a:pathLst>
            </a:custGeom>
            <a:solidFill>
              <a:srgbClr val="82A5F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5" name="Google Shape;1208;p31">
              <a:extLst>
                <a:ext uri="{FF2B5EF4-FFF2-40B4-BE49-F238E27FC236}">
                  <a16:creationId xmlns:a16="http://schemas.microsoft.com/office/drawing/2014/main" id="{40128945-06DE-4A1C-B4AB-0418CD67B0F4}"/>
                </a:ext>
              </a:extLst>
            </p:cNvPr>
            <p:cNvSpPr/>
            <p:nvPr/>
          </p:nvSpPr>
          <p:spPr>
            <a:xfrm>
              <a:off x="2544700" y="5193300"/>
              <a:ext cx="296425" cy="184075"/>
            </a:xfrm>
            <a:custGeom>
              <a:avLst/>
              <a:gdLst/>
              <a:ahLst/>
              <a:cxnLst/>
              <a:rect l="l" t="t" r="r" b="b"/>
              <a:pathLst>
                <a:path w="11857" h="7363" extrusionOk="0">
                  <a:moveTo>
                    <a:pt x="377" y="1"/>
                  </a:moveTo>
                  <a:cubicBezTo>
                    <a:pt x="286" y="1"/>
                    <a:pt x="194" y="41"/>
                    <a:pt x="133" y="113"/>
                  </a:cubicBezTo>
                  <a:lnTo>
                    <a:pt x="31" y="204"/>
                  </a:lnTo>
                  <a:cubicBezTo>
                    <a:pt x="11" y="224"/>
                    <a:pt x="1" y="265"/>
                    <a:pt x="1" y="296"/>
                  </a:cubicBezTo>
                  <a:lnTo>
                    <a:pt x="580" y="7251"/>
                  </a:lnTo>
                  <a:cubicBezTo>
                    <a:pt x="591" y="7312"/>
                    <a:pt x="641" y="7362"/>
                    <a:pt x="702" y="7362"/>
                  </a:cubicBezTo>
                  <a:lnTo>
                    <a:pt x="11154" y="7362"/>
                  </a:lnTo>
                  <a:cubicBezTo>
                    <a:pt x="11215" y="7362"/>
                    <a:pt x="11267" y="7312"/>
                    <a:pt x="11276" y="7251"/>
                  </a:cubicBezTo>
                  <a:lnTo>
                    <a:pt x="11856" y="296"/>
                  </a:lnTo>
                  <a:cubicBezTo>
                    <a:pt x="11856" y="265"/>
                    <a:pt x="11846" y="224"/>
                    <a:pt x="11816" y="204"/>
                  </a:cubicBezTo>
                  <a:lnTo>
                    <a:pt x="11724" y="113"/>
                  </a:lnTo>
                  <a:cubicBezTo>
                    <a:pt x="11653" y="41"/>
                    <a:pt x="11572" y="1"/>
                    <a:pt x="11470"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6" name="Google Shape;1209;p31">
              <a:extLst>
                <a:ext uri="{FF2B5EF4-FFF2-40B4-BE49-F238E27FC236}">
                  <a16:creationId xmlns:a16="http://schemas.microsoft.com/office/drawing/2014/main" id="{E6328391-E2ED-49BD-B285-1C27900BC9F0}"/>
                </a:ext>
              </a:extLst>
            </p:cNvPr>
            <p:cNvSpPr/>
            <p:nvPr/>
          </p:nvSpPr>
          <p:spPr>
            <a:xfrm>
              <a:off x="2544700" y="5199400"/>
              <a:ext cx="296425" cy="177975"/>
            </a:xfrm>
            <a:custGeom>
              <a:avLst/>
              <a:gdLst/>
              <a:ahLst/>
              <a:cxnLst/>
              <a:rect l="l" t="t" r="r" b="b"/>
              <a:pathLst>
                <a:path w="11857" h="7119" extrusionOk="0">
                  <a:moveTo>
                    <a:pt x="123" y="1"/>
                  </a:moveTo>
                  <a:cubicBezTo>
                    <a:pt x="51" y="1"/>
                    <a:pt x="1" y="62"/>
                    <a:pt x="11" y="123"/>
                  </a:cubicBezTo>
                  <a:lnTo>
                    <a:pt x="580" y="7007"/>
                  </a:lnTo>
                  <a:cubicBezTo>
                    <a:pt x="591" y="7068"/>
                    <a:pt x="641" y="7118"/>
                    <a:pt x="702" y="7118"/>
                  </a:cubicBezTo>
                  <a:lnTo>
                    <a:pt x="11154" y="7118"/>
                  </a:lnTo>
                  <a:cubicBezTo>
                    <a:pt x="11215" y="7118"/>
                    <a:pt x="11267" y="7068"/>
                    <a:pt x="11276" y="7007"/>
                  </a:cubicBezTo>
                  <a:lnTo>
                    <a:pt x="11846" y="123"/>
                  </a:lnTo>
                  <a:cubicBezTo>
                    <a:pt x="11856" y="62"/>
                    <a:pt x="11795" y="1"/>
                    <a:pt x="11724" y="1"/>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7" name="Google Shape;1210;p31">
              <a:extLst>
                <a:ext uri="{FF2B5EF4-FFF2-40B4-BE49-F238E27FC236}">
                  <a16:creationId xmlns:a16="http://schemas.microsoft.com/office/drawing/2014/main" id="{238E1AE5-1DF5-4A3B-9FF5-520F8A02E1A5}"/>
                </a:ext>
              </a:extLst>
            </p:cNvPr>
            <p:cNvSpPr/>
            <p:nvPr/>
          </p:nvSpPr>
          <p:spPr>
            <a:xfrm>
              <a:off x="2658825" y="5267800"/>
              <a:ext cx="68150" cy="40925"/>
            </a:xfrm>
            <a:custGeom>
              <a:avLst/>
              <a:gdLst/>
              <a:ahLst/>
              <a:cxnLst/>
              <a:rect l="l" t="t" r="r" b="b"/>
              <a:pathLst>
                <a:path w="2726" h="1637" extrusionOk="0">
                  <a:moveTo>
                    <a:pt x="32" y="0"/>
                  </a:moveTo>
                  <a:cubicBezTo>
                    <a:pt x="11" y="0"/>
                    <a:pt x="1" y="21"/>
                    <a:pt x="1" y="30"/>
                  </a:cubicBezTo>
                  <a:lnTo>
                    <a:pt x="133" y="1617"/>
                  </a:lnTo>
                  <a:cubicBezTo>
                    <a:pt x="133" y="1627"/>
                    <a:pt x="143" y="1637"/>
                    <a:pt x="163" y="1637"/>
                  </a:cubicBezTo>
                  <a:lnTo>
                    <a:pt x="2563" y="1637"/>
                  </a:lnTo>
                  <a:cubicBezTo>
                    <a:pt x="2574" y="1637"/>
                    <a:pt x="2583" y="1627"/>
                    <a:pt x="2594" y="1617"/>
                  </a:cubicBezTo>
                  <a:lnTo>
                    <a:pt x="2726" y="30"/>
                  </a:lnTo>
                  <a:cubicBezTo>
                    <a:pt x="2726" y="21"/>
                    <a:pt x="2705" y="0"/>
                    <a:pt x="2696" y="0"/>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8" name="Google Shape;1211;p31">
              <a:extLst>
                <a:ext uri="{FF2B5EF4-FFF2-40B4-BE49-F238E27FC236}">
                  <a16:creationId xmlns:a16="http://schemas.microsoft.com/office/drawing/2014/main" id="{C9514253-357F-48B0-AD97-C91B4A5E7DC6}"/>
                </a:ext>
              </a:extLst>
            </p:cNvPr>
            <p:cNvSpPr/>
            <p:nvPr/>
          </p:nvSpPr>
          <p:spPr>
            <a:xfrm>
              <a:off x="2658825" y="5268050"/>
              <a:ext cx="68150" cy="40675"/>
            </a:xfrm>
            <a:custGeom>
              <a:avLst/>
              <a:gdLst/>
              <a:ahLst/>
              <a:cxnLst/>
              <a:rect l="l" t="t" r="r" b="b"/>
              <a:pathLst>
                <a:path w="2726" h="1627" extrusionOk="0">
                  <a:moveTo>
                    <a:pt x="11" y="0"/>
                  </a:moveTo>
                  <a:cubicBezTo>
                    <a:pt x="11" y="11"/>
                    <a:pt x="1" y="11"/>
                    <a:pt x="1" y="20"/>
                  </a:cubicBezTo>
                  <a:lnTo>
                    <a:pt x="133" y="1607"/>
                  </a:lnTo>
                  <a:cubicBezTo>
                    <a:pt x="133" y="1617"/>
                    <a:pt x="143" y="1627"/>
                    <a:pt x="163" y="1627"/>
                  </a:cubicBezTo>
                  <a:lnTo>
                    <a:pt x="2563" y="1627"/>
                  </a:lnTo>
                  <a:cubicBezTo>
                    <a:pt x="2574" y="1627"/>
                    <a:pt x="2583" y="1617"/>
                    <a:pt x="2594" y="1607"/>
                  </a:cubicBezTo>
                  <a:lnTo>
                    <a:pt x="2726" y="20"/>
                  </a:lnTo>
                  <a:cubicBezTo>
                    <a:pt x="2726" y="11"/>
                    <a:pt x="2716" y="11"/>
                    <a:pt x="2716" y="0"/>
                  </a:cubicBezTo>
                  <a:lnTo>
                    <a:pt x="2594" y="1485"/>
                  </a:lnTo>
                  <a:cubicBezTo>
                    <a:pt x="2583" y="1495"/>
                    <a:pt x="2574" y="1505"/>
                    <a:pt x="2563" y="1505"/>
                  </a:cubicBezTo>
                  <a:lnTo>
                    <a:pt x="163" y="1505"/>
                  </a:lnTo>
                  <a:cubicBezTo>
                    <a:pt x="143" y="1505"/>
                    <a:pt x="133" y="1495"/>
                    <a:pt x="133" y="1485"/>
                  </a:cubicBezTo>
                  <a:lnTo>
                    <a:pt x="11" y="0"/>
                  </a:lnTo>
                  <a:close/>
                </a:path>
              </a:pathLst>
            </a:custGeom>
            <a:solidFill>
              <a:srgbClr val="9EB9F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79" name="Google Shape;4566;p66">
            <a:extLst>
              <a:ext uri="{FF2B5EF4-FFF2-40B4-BE49-F238E27FC236}">
                <a16:creationId xmlns:a16="http://schemas.microsoft.com/office/drawing/2014/main" id="{DF15BB8F-015E-4200-98E9-A04467D74055}"/>
              </a:ext>
            </a:extLst>
          </p:cNvPr>
          <p:cNvGrpSpPr/>
          <p:nvPr/>
        </p:nvGrpSpPr>
        <p:grpSpPr>
          <a:xfrm>
            <a:off x="9160674" y="13198585"/>
            <a:ext cx="4053836" cy="1875747"/>
            <a:chOff x="1135300" y="2272525"/>
            <a:chExt cx="375925" cy="368075"/>
          </a:xfrm>
          <a:solidFill>
            <a:srgbClr val="FF7030"/>
          </a:solidFill>
        </p:grpSpPr>
        <p:sp>
          <p:nvSpPr>
            <p:cNvPr id="380" name="Google Shape;4567;p66">
              <a:extLst>
                <a:ext uri="{FF2B5EF4-FFF2-40B4-BE49-F238E27FC236}">
                  <a16:creationId xmlns:a16="http://schemas.microsoft.com/office/drawing/2014/main" id="{4555BD8D-1068-4E3E-AF2E-2F8CD0BE6F47}"/>
                </a:ext>
              </a:extLst>
            </p:cNvPr>
            <p:cNvSpPr/>
            <p:nvPr/>
          </p:nvSpPr>
          <p:spPr>
            <a:xfrm>
              <a:off x="1388825" y="2272575"/>
              <a:ext cx="1175" cy="625"/>
            </a:xfrm>
            <a:custGeom>
              <a:avLst/>
              <a:gdLst/>
              <a:ahLst/>
              <a:cxnLst/>
              <a:rect l="l" t="t" r="r" b="b"/>
              <a:pathLst>
                <a:path w="47" h="25" extrusionOk="0">
                  <a:moveTo>
                    <a:pt x="47" y="1"/>
                  </a:moveTo>
                  <a:cubicBezTo>
                    <a:pt x="23" y="1"/>
                    <a:pt x="12" y="13"/>
                    <a:pt x="0" y="24"/>
                  </a:cubicBezTo>
                  <a:cubicBezTo>
                    <a:pt x="12" y="24"/>
                    <a:pt x="23" y="13"/>
                    <a:pt x="47" y="1"/>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4568;p66">
              <a:extLst>
                <a:ext uri="{FF2B5EF4-FFF2-40B4-BE49-F238E27FC236}">
                  <a16:creationId xmlns:a16="http://schemas.microsoft.com/office/drawing/2014/main" id="{2208736A-431F-438D-AF50-2391025FF540}"/>
                </a:ext>
              </a:extLst>
            </p:cNvPr>
            <p:cNvSpPr/>
            <p:nvPr/>
          </p:nvSpPr>
          <p:spPr>
            <a:xfrm>
              <a:off x="1135300" y="2272525"/>
              <a:ext cx="261425" cy="208025"/>
            </a:xfrm>
            <a:custGeom>
              <a:avLst/>
              <a:gdLst/>
              <a:ahLst/>
              <a:cxnLst/>
              <a:rect l="l" t="t" r="r" b="b"/>
              <a:pathLst>
                <a:path w="10457" h="8321" extrusionOk="0">
                  <a:moveTo>
                    <a:pt x="9260" y="631"/>
                  </a:moveTo>
                  <a:lnTo>
                    <a:pt x="9260" y="631"/>
                  </a:lnTo>
                  <a:cubicBezTo>
                    <a:pt x="9257" y="632"/>
                    <a:pt x="9255" y="633"/>
                    <a:pt x="9253" y="634"/>
                  </a:cubicBezTo>
                  <a:cubicBezTo>
                    <a:pt x="9255" y="633"/>
                    <a:pt x="9257" y="632"/>
                    <a:pt x="9260" y="631"/>
                  </a:cubicBezTo>
                  <a:close/>
                  <a:moveTo>
                    <a:pt x="7719" y="3069"/>
                  </a:moveTo>
                  <a:cubicBezTo>
                    <a:pt x="7716" y="3072"/>
                    <a:pt x="7714" y="3074"/>
                    <a:pt x="7711" y="3076"/>
                  </a:cubicBezTo>
                  <a:cubicBezTo>
                    <a:pt x="7715" y="3076"/>
                    <a:pt x="7717" y="3073"/>
                    <a:pt x="7719" y="3069"/>
                  </a:cubicBezTo>
                  <a:close/>
                  <a:moveTo>
                    <a:pt x="742" y="8221"/>
                  </a:moveTo>
                  <a:cubicBezTo>
                    <a:pt x="744" y="8221"/>
                    <a:pt x="746" y="8223"/>
                    <a:pt x="749" y="8227"/>
                  </a:cubicBezTo>
                  <a:lnTo>
                    <a:pt x="694" y="8262"/>
                  </a:lnTo>
                  <a:lnTo>
                    <a:pt x="694" y="8262"/>
                  </a:lnTo>
                  <a:cubicBezTo>
                    <a:pt x="722" y="8240"/>
                    <a:pt x="734" y="8221"/>
                    <a:pt x="742" y="8221"/>
                  </a:cubicBezTo>
                  <a:close/>
                  <a:moveTo>
                    <a:pt x="10238" y="1"/>
                  </a:moveTo>
                  <a:cubicBezTo>
                    <a:pt x="10209" y="1"/>
                    <a:pt x="10150" y="42"/>
                    <a:pt x="10118" y="73"/>
                  </a:cubicBezTo>
                  <a:lnTo>
                    <a:pt x="10130" y="96"/>
                  </a:lnTo>
                  <a:cubicBezTo>
                    <a:pt x="10101" y="125"/>
                    <a:pt x="10092" y="130"/>
                    <a:pt x="10085" y="130"/>
                  </a:cubicBezTo>
                  <a:cubicBezTo>
                    <a:pt x="10082" y="130"/>
                    <a:pt x="10080" y="129"/>
                    <a:pt x="10075" y="129"/>
                  </a:cubicBezTo>
                  <a:cubicBezTo>
                    <a:pt x="10068" y="129"/>
                    <a:pt x="10055" y="133"/>
                    <a:pt x="10024" y="155"/>
                  </a:cubicBezTo>
                  <a:cubicBezTo>
                    <a:pt x="10001" y="132"/>
                    <a:pt x="10083" y="85"/>
                    <a:pt x="10141" y="26"/>
                  </a:cubicBezTo>
                  <a:lnTo>
                    <a:pt x="10141" y="26"/>
                  </a:lnTo>
                  <a:cubicBezTo>
                    <a:pt x="10083" y="73"/>
                    <a:pt x="10013" y="96"/>
                    <a:pt x="10001" y="132"/>
                  </a:cubicBezTo>
                  <a:cubicBezTo>
                    <a:pt x="9987" y="140"/>
                    <a:pt x="9979" y="143"/>
                    <a:pt x="9974" y="143"/>
                  </a:cubicBezTo>
                  <a:cubicBezTo>
                    <a:pt x="9964" y="143"/>
                    <a:pt x="9967" y="131"/>
                    <a:pt x="9954" y="131"/>
                  </a:cubicBezTo>
                  <a:cubicBezTo>
                    <a:pt x="9947" y="131"/>
                    <a:pt x="9937" y="134"/>
                    <a:pt x="9920" y="143"/>
                  </a:cubicBezTo>
                  <a:cubicBezTo>
                    <a:pt x="9873" y="190"/>
                    <a:pt x="9826" y="248"/>
                    <a:pt x="9767" y="272"/>
                  </a:cubicBezTo>
                  <a:cubicBezTo>
                    <a:pt x="9616" y="342"/>
                    <a:pt x="9593" y="447"/>
                    <a:pt x="9452" y="517"/>
                  </a:cubicBezTo>
                  <a:lnTo>
                    <a:pt x="9464" y="493"/>
                  </a:lnTo>
                  <a:lnTo>
                    <a:pt x="9464" y="493"/>
                  </a:lnTo>
                  <a:cubicBezTo>
                    <a:pt x="9407" y="516"/>
                    <a:pt x="9339" y="595"/>
                    <a:pt x="9260" y="631"/>
                  </a:cubicBezTo>
                  <a:lnTo>
                    <a:pt x="9260" y="631"/>
                  </a:lnTo>
                  <a:cubicBezTo>
                    <a:pt x="9266" y="628"/>
                    <a:pt x="9272" y="627"/>
                    <a:pt x="9276" y="627"/>
                  </a:cubicBezTo>
                  <a:cubicBezTo>
                    <a:pt x="9286" y="627"/>
                    <a:pt x="9287" y="635"/>
                    <a:pt x="9265" y="657"/>
                  </a:cubicBezTo>
                  <a:cubicBezTo>
                    <a:pt x="9160" y="716"/>
                    <a:pt x="9113" y="774"/>
                    <a:pt x="9032" y="797"/>
                  </a:cubicBezTo>
                  <a:lnTo>
                    <a:pt x="8985" y="867"/>
                  </a:lnTo>
                  <a:cubicBezTo>
                    <a:pt x="8681" y="1077"/>
                    <a:pt x="7490" y="1977"/>
                    <a:pt x="7197" y="2222"/>
                  </a:cubicBezTo>
                  <a:lnTo>
                    <a:pt x="7209" y="2211"/>
                  </a:lnTo>
                  <a:lnTo>
                    <a:pt x="7209" y="2211"/>
                  </a:lnTo>
                  <a:cubicBezTo>
                    <a:pt x="6753" y="2562"/>
                    <a:pt x="5807" y="3274"/>
                    <a:pt x="5351" y="3660"/>
                  </a:cubicBezTo>
                  <a:cubicBezTo>
                    <a:pt x="5258" y="3694"/>
                    <a:pt x="5164" y="3777"/>
                    <a:pt x="5083" y="3823"/>
                  </a:cubicBezTo>
                  <a:cubicBezTo>
                    <a:pt x="5097" y="3816"/>
                    <a:pt x="5107" y="3814"/>
                    <a:pt x="5112" y="3814"/>
                  </a:cubicBezTo>
                  <a:cubicBezTo>
                    <a:pt x="5127" y="3814"/>
                    <a:pt x="5119" y="3830"/>
                    <a:pt x="5094" y="3847"/>
                  </a:cubicBezTo>
                  <a:cubicBezTo>
                    <a:pt x="4861" y="4021"/>
                    <a:pt x="5094" y="3881"/>
                    <a:pt x="4861" y="4057"/>
                  </a:cubicBezTo>
                  <a:cubicBezTo>
                    <a:pt x="4604" y="4278"/>
                    <a:pt x="3541" y="5038"/>
                    <a:pt x="3284" y="5202"/>
                  </a:cubicBezTo>
                  <a:cubicBezTo>
                    <a:pt x="3178" y="5330"/>
                    <a:pt x="3004" y="5423"/>
                    <a:pt x="2887" y="5540"/>
                  </a:cubicBezTo>
                  <a:lnTo>
                    <a:pt x="2898" y="5517"/>
                  </a:lnTo>
                  <a:lnTo>
                    <a:pt x="2898" y="5517"/>
                  </a:lnTo>
                  <a:cubicBezTo>
                    <a:pt x="2828" y="5576"/>
                    <a:pt x="2607" y="5739"/>
                    <a:pt x="2373" y="5903"/>
                  </a:cubicBezTo>
                  <a:cubicBezTo>
                    <a:pt x="2127" y="6066"/>
                    <a:pt x="1893" y="6230"/>
                    <a:pt x="1812" y="6288"/>
                  </a:cubicBezTo>
                  <a:lnTo>
                    <a:pt x="1835" y="6277"/>
                  </a:lnTo>
                  <a:lnTo>
                    <a:pt x="1835" y="6277"/>
                  </a:lnTo>
                  <a:cubicBezTo>
                    <a:pt x="1707" y="6393"/>
                    <a:pt x="1707" y="6347"/>
                    <a:pt x="1590" y="6417"/>
                  </a:cubicBezTo>
                  <a:cubicBezTo>
                    <a:pt x="1625" y="6440"/>
                    <a:pt x="1520" y="6545"/>
                    <a:pt x="1473" y="6580"/>
                  </a:cubicBezTo>
                  <a:lnTo>
                    <a:pt x="1473" y="6568"/>
                  </a:lnTo>
                  <a:cubicBezTo>
                    <a:pt x="1403" y="6615"/>
                    <a:pt x="1263" y="6755"/>
                    <a:pt x="1158" y="6848"/>
                  </a:cubicBezTo>
                  <a:lnTo>
                    <a:pt x="1146" y="6825"/>
                  </a:lnTo>
                  <a:cubicBezTo>
                    <a:pt x="1064" y="6907"/>
                    <a:pt x="878" y="7024"/>
                    <a:pt x="807" y="7071"/>
                  </a:cubicBezTo>
                  <a:cubicBezTo>
                    <a:pt x="655" y="7176"/>
                    <a:pt x="387" y="7316"/>
                    <a:pt x="188" y="7479"/>
                  </a:cubicBezTo>
                  <a:lnTo>
                    <a:pt x="24" y="7526"/>
                  </a:lnTo>
                  <a:lnTo>
                    <a:pt x="1" y="7538"/>
                  </a:lnTo>
                  <a:cubicBezTo>
                    <a:pt x="1" y="7538"/>
                    <a:pt x="197" y="8300"/>
                    <a:pt x="547" y="8300"/>
                  </a:cubicBezTo>
                  <a:cubicBezTo>
                    <a:pt x="559" y="8300"/>
                    <a:pt x="572" y="8299"/>
                    <a:pt x="585" y="8297"/>
                  </a:cubicBezTo>
                  <a:lnTo>
                    <a:pt x="597" y="8320"/>
                  </a:lnTo>
                  <a:lnTo>
                    <a:pt x="655" y="8286"/>
                  </a:lnTo>
                  <a:cubicBezTo>
                    <a:pt x="664" y="8280"/>
                    <a:pt x="672" y="8275"/>
                    <a:pt x="677" y="8272"/>
                  </a:cubicBezTo>
                  <a:lnTo>
                    <a:pt x="677" y="8272"/>
                  </a:lnTo>
                  <a:lnTo>
                    <a:pt x="655" y="8286"/>
                  </a:lnTo>
                  <a:cubicBezTo>
                    <a:pt x="667" y="8280"/>
                    <a:pt x="677" y="8274"/>
                    <a:pt x="685" y="8268"/>
                  </a:cubicBezTo>
                  <a:lnTo>
                    <a:pt x="685" y="8268"/>
                  </a:lnTo>
                  <a:cubicBezTo>
                    <a:pt x="688" y="8267"/>
                    <a:pt x="690" y="8266"/>
                    <a:pt x="691" y="8266"/>
                  </a:cubicBezTo>
                  <a:cubicBezTo>
                    <a:pt x="700" y="8266"/>
                    <a:pt x="675" y="8296"/>
                    <a:pt x="667" y="8320"/>
                  </a:cubicBezTo>
                  <a:cubicBezTo>
                    <a:pt x="691" y="8297"/>
                    <a:pt x="725" y="8286"/>
                    <a:pt x="749" y="8274"/>
                  </a:cubicBezTo>
                  <a:cubicBezTo>
                    <a:pt x="753" y="8266"/>
                    <a:pt x="753" y="8263"/>
                    <a:pt x="751" y="8263"/>
                  </a:cubicBezTo>
                  <a:cubicBezTo>
                    <a:pt x="746" y="8263"/>
                    <a:pt x="733" y="8274"/>
                    <a:pt x="725" y="8274"/>
                  </a:cubicBezTo>
                  <a:cubicBezTo>
                    <a:pt x="749" y="8239"/>
                    <a:pt x="795" y="8192"/>
                    <a:pt x="842" y="8169"/>
                  </a:cubicBezTo>
                  <a:cubicBezTo>
                    <a:pt x="861" y="8156"/>
                    <a:pt x="872" y="8152"/>
                    <a:pt x="879" y="8152"/>
                  </a:cubicBezTo>
                  <a:cubicBezTo>
                    <a:pt x="889" y="8152"/>
                    <a:pt x="891" y="8163"/>
                    <a:pt x="904" y="8163"/>
                  </a:cubicBezTo>
                  <a:cubicBezTo>
                    <a:pt x="912" y="8163"/>
                    <a:pt x="925" y="8159"/>
                    <a:pt x="948" y="8146"/>
                  </a:cubicBezTo>
                  <a:cubicBezTo>
                    <a:pt x="1379" y="7865"/>
                    <a:pt x="1812" y="7596"/>
                    <a:pt x="2233" y="7292"/>
                  </a:cubicBezTo>
                  <a:cubicBezTo>
                    <a:pt x="2256" y="7292"/>
                    <a:pt x="2244" y="7305"/>
                    <a:pt x="2233" y="7316"/>
                  </a:cubicBezTo>
                  <a:cubicBezTo>
                    <a:pt x="2350" y="7222"/>
                    <a:pt x="2466" y="7141"/>
                    <a:pt x="2583" y="7048"/>
                  </a:cubicBezTo>
                  <a:cubicBezTo>
                    <a:pt x="2595" y="7044"/>
                    <a:pt x="2605" y="7042"/>
                    <a:pt x="2614" y="7042"/>
                  </a:cubicBezTo>
                  <a:cubicBezTo>
                    <a:pt x="2632" y="7042"/>
                    <a:pt x="2645" y="7048"/>
                    <a:pt x="2653" y="7048"/>
                  </a:cubicBezTo>
                  <a:cubicBezTo>
                    <a:pt x="2641" y="7048"/>
                    <a:pt x="2793" y="6931"/>
                    <a:pt x="2957" y="6814"/>
                  </a:cubicBezTo>
                  <a:cubicBezTo>
                    <a:pt x="3050" y="6755"/>
                    <a:pt x="3121" y="6685"/>
                    <a:pt x="3191" y="6638"/>
                  </a:cubicBezTo>
                  <a:cubicBezTo>
                    <a:pt x="3249" y="6591"/>
                    <a:pt x="3295" y="6568"/>
                    <a:pt x="3295" y="6568"/>
                  </a:cubicBezTo>
                  <a:lnTo>
                    <a:pt x="3284" y="6521"/>
                  </a:lnTo>
                  <a:cubicBezTo>
                    <a:pt x="3328" y="6486"/>
                    <a:pt x="3347" y="6479"/>
                    <a:pt x="3359" y="6479"/>
                  </a:cubicBezTo>
                  <a:cubicBezTo>
                    <a:pt x="3368" y="6479"/>
                    <a:pt x="3373" y="6482"/>
                    <a:pt x="3380" y="6482"/>
                  </a:cubicBezTo>
                  <a:cubicBezTo>
                    <a:pt x="3391" y="6482"/>
                    <a:pt x="3408" y="6475"/>
                    <a:pt x="3448" y="6440"/>
                  </a:cubicBezTo>
                  <a:cubicBezTo>
                    <a:pt x="3459" y="6358"/>
                    <a:pt x="3646" y="6311"/>
                    <a:pt x="3669" y="6253"/>
                  </a:cubicBezTo>
                  <a:cubicBezTo>
                    <a:pt x="3669" y="6253"/>
                    <a:pt x="3712" y="6227"/>
                    <a:pt x="3725" y="6227"/>
                  </a:cubicBezTo>
                  <a:cubicBezTo>
                    <a:pt x="3727" y="6227"/>
                    <a:pt x="3728" y="6228"/>
                    <a:pt x="3728" y="6230"/>
                  </a:cubicBezTo>
                  <a:cubicBezTo>
                    <a:pt x="3728" y="6194"/>
                    <a:pt x="3786" y="6183"/>
                    <a:pt x="3821" y="6148"/>
                  </a:cubicBezTo>
                  <a:cubicBezTo>
                    <a:pt x="3821" y="6144"/>
                    <a:pt x="3819" y="6143"/>
                    <a:pt x="3815" y="6143"/>
                  </a:cubicBezTo>
                  <a:cubicBezTo>
                    <a:pt x="3807" y="6143"/>
                    <a:pt x="3794" y="6148"/>
                    <a:pt x="3786" y="6148"/>
                  </a:cubicBezTo>
                  <a:lnTo>
                    <a:pt x="3856" y="6077"/>
                  </a:lnTo>
                  <a:cubicBezTo>
                    <a:pt x="3868" y="6074"/>
                    <a:pt x="3878" y="6073"/>
                    <a:pt x="3886" y="6073"/>
                  </a:cubicBezTo>
                  <a:cubicBezTo>
                    <a:pt x="3906" y="6073"/>
                    <a:pt x="3905" y="6084"/>
                    <a:pt x="3879" y="6101"/>
                  </a:cubicBezTo>
                  <a:cubicBezTo>
                    <a:pt x="4102" y="5961"/>
                    <a:pt x="5130" y="5225"/>
                    <a:pt x="5351" y="5049"/>
                  </a:cubicBezTo>
                  <a:cubicBezTo>
                    <a:pt x="5305" y="5049"/>
                    <a:pt x="5247" y="5108"/>
                    <a:pt x="5200" y="5108"/>
                  </a:cubicBezTo>
                  <a:cubicBezTo>
                    <a:pt x="5247" y="5038"/>
                    <a:pt x="5293" y="5038"/>
                    <a:pt x="5305" y="5003"/>
                  </a:cubicBezTo>
                  <a:cubicBezTo>
                    <a:pt x="5312" y="5007"/>
                    <a:pt x="5321" y="5009"/>
                    <a:pt x="5329" y="5009"/>
                  </a:cubicBezTo>
                  <a:cubicBezTo>
                    <a:pt x="5382" y="5009"/>
                    <a:pt x="5448" y="4932"/>
                    <a:pt x="5516" y="4932"/>
                  </a:cubicBezTo>
                  <a:cubicBezTo>
                    <a:pt x="5519" y="4932"/>
                    <a:pt x="5523" y="4932"/>
                    <a:pt x="5527" y="4933"/>
                  </a:cubicBezTo>
                  <a:lnTo>
                    <a:pt x="5527" y="4886"/>
                  </a:lnTo>
                  <a:lnTo>
                    <a:pt x="5562" y="4886"/>
                  </a:lnTo>
                  <a:cubicBezTo>
                    <a:pt x="5807" y="4664"/>
                    <a:pt x="5621" y="4828"/>
                    <a:pt x="5854" y="4664"/>
                  </a:cubicBezTo>
                  <a:cubicBezTo>
                    <a:pt x="5982" y="4559"/>
                    <a:pt x="6029" y="4465"/>
                    <a:pt x="6111" y="4431"/>
                  </a:cubicBezTo>
                  <a:cubicBezTo>
                    <a:pt x="6106" y="4431"/>
                    <a:pt x="6096" y="4432"/>
                    <a:pt x="6088" y="4432"/>
                  </a:cubicBezTo>
                  <a:cubicBezTo>
                    <a:pt x="6075" y="4432"/>
                    <a:pt x="6066" y="4428"/>
                    <a:pt x="6088" y="4407"/>
                  </a:cubicBezTo>
                  <a:lnTo>
                    <a:pt x="6088" y="4407"/>
                  </a:lnTo>
                  <a:cubicBezTo>
                    <a:pt x="6090" y="4410"/>
                    <a:pt x="6093" y="4411"/>
                    <a:pt x="6096" y="4411"/>
                  </a:cubicBezTo>
                  <a:cubicBezTo>
                    <a:pt x="6121" y="4411"/>
                    <a:pt x="6167" y="4336"/>
                    <a:pt x="6199" y="4336"/>
                  </a:cubicBezTo>
                  <a:cubicBezTo>
                    <a:pt x="6201" y="4336"/>
                    <a:pt x="6203" y="4337"/>
                    <a:pt x="6205" y="4337"/>
                  </a:cubicBezTo>
                  <a:cubicBezTo>
                    <a:pt x="6228" y="4302"/>
                    <a:pt x="6345" y="4220"/>
                    <a:pt x="6286" y="4220"/>
                  </a:cubicBezTo>
                  <a:cubicBezTo>
                    <a:pt x="6302" y="4220"/>
                    <a:pt x="6360" y="4185"/>
                    <a:pt x="6376" y="4185"/>
                  </a:cubicBezTo>
                  <a:cubicBezTo>
                    <a:pt x="6383" y="4185"/>
                    <a:pt x="6382" y="4191"/>
                    <a:pt x="6368" y="4208"/>
                  </a:cubicBezTo>
                  <a:cubicBezTo>
                    <a:pt x="6403" y="4185"/>
                    <a:pt x="6438" y="4174"/>
                    <a:pt x="6462" y="4138"/>
                  </a:cubicBezTo>
                  <a:lnTo>
                    <a:pt x="6462" y="4138"/>
                  </a:lnTo>
                  <a:lnTo>
                    <a:pt x="6403" y="4162"/>
                  </a:lnTo>
                  <a:cubicBezTo>
                    <a:pt x="6520" y="4080"/>
                    <a:pt x="6602" y="4057"/>
                    <a:pt x="6649" y="3975"/>
                  </a:cubicBezTo>
                  <a:lnTo>
                    <a:pt x="6649" y="3975"/>
                  </a:lnTo>
                  <a:lnTo>
                    <a:pt x="6602" y="3987"/>
                  </a:lnTo>
                  <a:cubicBezTo>
                    <a:pt x="6654" y="3945"/>
                    <a:pt x="6707" y="3903"/>
                    <a:pt x="6751" y="3903"/>
                  </a:cubicBezTo>
                  <a:cubicBezTo>
                    <a:pt x="6756" y="3903"/>
                    <a:pt x="6761" y="3903"/>
                    <a:pt x="6765" y="3905"/>
                  </a:cubicBezTo>
                  <a:lnTo>
                    <a:pt x="6707" y="3963"/>
                  </a:lnTo>
                  <a:cubicBezTo>
                    <a:pt x="6812" y="3881"/>
                    <a:pt x="6882" y="3834"/>
                    <a:pt x="6964" y="3741"/>
                  </a:cubicBezTo>
                  <a:lnTo>
                    <a:pt x="6964" y="3741"/>
                  </a:lnTo>
                  <a:lnTo>
                    <a:pt x="6929" y="3764"/>
                  </a:lnTo>
                  <a:cubicBezTo>
                    <a:pt x="7022" y="3648"/>
                    <a:pt x="7630" y="3157"/>
                    <a:pt x="7711" y="3040"/>
                  </a:cubicBezTo>
                  <a:lnTo>
                    <a:pt x="7711" y="3040"/>
                  </a:lnTo>
                  <a:lnTo>
                    <a:pt x="7641" y="3052"/>
                  </a:lnTo>
                  <a:lnTo>
                    <a:pt x="7723" y="2960"/>
                  </a:lnTo>
                  <a:lnTo>
                    <a:pt x="7723" y="2960"/>
                  </a:lnTo>
                  <a:cubicBezTo>
                    <a:pt x="7714" y="2972"/>
                    <a:pt x="7728" y="3047"/>
                    <a:pt x="7719" y="3069"/>
                  </a:cubicBezTo>
                  <a:lnTo>
                    <a:pt x="7719" y="3069"/>
                  </a:lnTo>
                  <a:cubicBezTo>
                    <a:pt x="7935" y="2893"/>
                    <a:pt x="8952" y="2127"/>
                    <a:pt x="9160" y="2012"/>
                  </a:cubicBezTo>
                  <a:cubicBezTo>
                    <a:pt x="9180" y="2001"/>
                    <a:pt x="9192" y="1996"/>
                    <a:pt x="9200" y="1996"/>
                  </a:cubicBezTo>
                  <a:cubicBezTo>
                    <a:pt x="9222" y="1996"/>
                    <a:pt x="9195" y="2038"/>
                    <a:pt x="9195" y="2048"/>
                  </a:cubicBezTo>
                  <a:cubicBezTo>
                    <a:pt x="9289" y="1965"/>
                    <a:pt x="9219" y="1989"/>
                    <a:pt x="9300" y="1931"/>
                  </a:cubicBezTo>
                  <a:cubicBezTo>
                    <a:pt x="9303" y="1929"/>
                    <a:pt x="9306" y="1928"/>
                    <a:pt x="9308" y="1928"/>
                  </a:cubicBezTo>
                  <a:cubicBezTo>
                    <a:pt x="9320" y="1928"/>
                    <a:pt x="9310" y="1956"/>
                    <a:pt x="9300" y="1965"/>
                  </a:cubicBezTo>
                  <a:cubicBezTo>
                    <a:pt x="9336" y="1942"/>
                    <a:pt x="9370" y="1931"/>
                    <a:pt x="9359" y="1907"/>
                  </a:cubicBezTo>
                  <a:lnTo>
                    <a:pt x="9359" y="1907"/>
                  </a:lnTo>
                  <a:cubicBezTo>
                    <a:pt x="9348" y="1913"/>
                    <a:pt x="9339" y="1915"/>
                    <a:pt x="9332" y="1915"/>
                  </a:cubicBezTo>
                  <a:cubicBezTo>
                    <a:pt x="9310" y="1915"/>
                    <a:pt x="9304" y="1893"/>
                    <a:pt x="9277" y="1884"/>
                  </a:cubicBezTo>
                  <a:lnTo>
                    <a:pt x="9382" y="1814"/>
                  </a:lnTo>
                  <a:lnTo>
                    <a:pt x="9393" y="1837"/>
                  </a:lnTo>
                  <a:cubicBezTo>
                    <a:pt x="9417" y="1825"/>
                    <a:pt x="9406" y="1744"/>
                    <a:pt x="9522" y="1685"/>
                  </a:cubicBezTo>
                  <a:cubicBezTo>
                    <a:pt x="9686" y="1568"/>
                    <a:pt x="9861" y="1428"/>
                    <a:pt x="10036" y="1311"/>
                  </a:cubicBezTo>
                  <a:lnTo>
                    <a:pt x="10036" y="1311"/>
                  </a:lnTo>
                  <a:cubicBezTo>
                    <a:pt x="10048" y="1334"/>
                    <a:pt x="10013" y="1358"/>
                    <a:pt x="9978" y="1393"/>
                  </a:cubicBezTo>
                  <a:cubicBezTo>
                    <a:pt x="9998" y="1382"/>
                    <a:pt x="10029" y="1354"/>
                    <a:pt x="10052" y="1348"/>
                  </a:cubicBezTo>
                  <a:lnTo>
                    <a:pt x="10052" y="1348"/>
                  </a:lnTo>
                  <a:cubicBezTo>
                    <a:pt x="10052" y="1348"/>
                    <a:pt x="10052" y="1348"/>
                    <a:pt x="10053" y="1348"/>
                  </a:cubicBezTo>
                  <a:cubicBezTo>
                    <a:pt x="10054" y="1348"/>
                    <a:pt x="10057" y="1347"/>
                    <a:pt x="10060" y="1347"/>
                  </a:cubicBezTo>
                  <a:cubicBezTo>
                    <a:pt x="10057" y="1347"/>
                    <a:pt x="10055" y="1347"/>
                    <a:pt x="10052" y="1348"/>
                  </a:cubicBezTo>
                  <a:lnTo>
                    <a:pt x="10052" y="1348"/>
                  </a:lnTo>
                  <a:cubicBezTo>
                    <a:pt x="10032" y="1347"/>
                    <a:pt x="10102" y="1296"/>
                    <a:pt x="10094" y="1296"/>
                  </a:cubicBezTo>
                  <a:cubicBezTo>
                    <a:pt x="10092" y="1296"/>
                    <a:pt x="10089" y="1297"/>
                    <a:pt x="10083" y="1300"/>
                  </a:cubicBezTo>
                  <a:cubicBezTo>
                    <a:pt x="10177" y="1160"/>
                    <a:pt x="10364" y="1090"/>
                    <a:pt x="10457" y="973"/>
                  </a:cubicBezTo>
                  <a:cubicBezTo>
                    <a:pt x="10434" y="926"/>
                    <a:pt x="10188" y="96"/>
                    <a:pt x="10164" y="49"/>
                  </a:cubicBezTo>
                  <a:cubicBezTo>
                    <a:pt x="10188" y="26"/>
                    <a:pt x="10223" y="3"/>
                    <a:pt x="10247" y="3"/>
                  </a:cubicBezTo>
                  <a:cubicBezTo>
                    <a:pt x="10244" y="2"/>
                    <a:pt x="10241" y="1"/>
                    <a:pt x="10238" y="1"/>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4569;p66">
              <a:extLst>
                <a:ext uri="{FF2B5EF4-FFF2-40B4-BE49-F238E27FC236}">
                  <a16:creationId xmlns:a16="http://schemas.microsoft.com/office/drawing/2014/main" id="{756AA982-FE7B-42D5-9240-7DBDB778E574}"/>
                </a:ext>
              </a:extLst>
            </p:cNvPr>
            <p:cNvSpPr/>
            <p:nvPr/>
          </p:nvSpPr>
          <p:spPr>
            <a:xfrm>
              <a:off x="1427075" y="2293325"/>
              <a:ext cx="1200" cy="900"/>
            </a:xfrm>
            <a:custGeom>
              <a:avLst/>
              <a:gdLst/>
              <a:ahLst/>
              <a:cxnLst/>
              <a:rect l="l" t="t" r="r" b="b"/>
              <a:pathLst>
                <a:path w="48" h="36" extrusionOk="0">
                  <a:moveTo>
                    <a:pt x="48" y="1"/>
                  </a:moveTo>
                  <a:cubicBezTo>
                    <a:pt x="24" y="12"/>
                    <a:pt x="12" y="24"/>
                    <a:pt x="1" y="35"/>
                  </a:cubicBezTo>
                  <a:cubicBezTo>
                    <a:pt x="12" y="24"/>
                    <a:pt x="24" y="12"/>
                    <a:pt x="48" y="1"/>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4570;p66">
              <a:extLst>
                <a:ext uri="{FF2B5EF4-FFF2-40B4-BE49-F238E27FC236}">
                  <a16:creationId xmlns:a16="http://schemas.microsoft.com/office/drawing/2014/main" id="{0CE5C95E-162B-4179-A5AD-A60D6073CEC0}"/>
                </a:ext>
              </a:extLst>
            </p:cNvPr>
            <p:cNvSpPr/>
            <p:nvPr/>
          </p:nvSpPr>
          <p:spPr>
            <a:xfrm>
              <a:off x="1175925" y="2293025"/>
              <a:ext cx="260225" cy="219950"/>
            </a:xfrm>
            <a:custGeom>
              <a:avLst/>
              <a:gdLst/>
              <a:ahLst/>
              <a:cxnLst/>
              <a:rect l="l" t="t" r="r" b="b"/>
              <a:pathLst>
                <a:path w="10409" h="8798" extrusionOk="0">
                  <a:moveTo>
                    <a:pt x="7677" y="3189"/>
                  </a:moveTo>
                  <a:cubicBezTo>
                    <a:pt x="7676" y="3189"/>
                    <a:pt x="7676" y="3190"/>
                    <a:pt x="7675" y="3190"/>
                  </a:cubicBezTo>
                  <a:cubicBezTo>
                    <a:pt x="7676" y="3190"/>
                    <a:pt x="7677" y="3190"/>
                    <a:pt x="7677" y="3189"/>
                  </a:cubicBezTo>
                  <a:close/>
                  <a:moveTo>
                    <a:pt x="6039" y="4580"/>
                  </a:moveTo>
                  <a:cubicBezTo>
                    <a:pt x="6033" y="4584"/>
                    <a:pt x="6027" y="4588"/>
                    <a:pt x="6021" y="4592"/>
                  </a:cubicBezTo>
                  <a:lnTo>
                    <a:pt x="6021" y="4592"/>
                  </a:lnTo>
                  <a:cubicBezTo>
                    <a:pt x="6028" y="4592"/>
                    <a:pt x="6039" y="4586"/>
                    <a:pt x="6039" y="4580"/>
                  </a:cubicBezTo>
                  <a:close/>
                  <a:moveTo>
                    <a:pt x="3837" y="6317"/>
                  </a:moveTo>
                  <a:lnTo>
                    <a:pt x="3837" y="6317"/>
                  </a:lnTo>
                  <a:cubicBezTo>
                    <a:pt x="3836" y="6318"/>
                    <a:pt x="3834" y="6320"/>
                    <a:pt x="3832" y="6321"/>
                  </a:cubicBezTo>
                  <a:cubicBezTo>
                    <a:pt x="3834" y="6320"/>
                    <a:pt x="3836" y="6318"/>
                    <a:pt x="3837" y="6317"/>
                  </a:cubicBezTo>
                  <a:close/>
                  <a:moveTo>
                    <a:pt x="846" y="8675"/>
                  </a:moveTo>
                  <a:cubicBezTo>
                    <a:pt x="848" y="8675"/>
                    <a:pt x="850" y="8677"/>
                    <a:pt x="853" y="8681"/>
                  </a:cubicBezTo>
                  <a:lnTo>
                    <a:pt x="788" y="8729"/>
                  </a:lnTo>
                  <a:lnTo>
                    <a:pt x="788" y="8729"/>
                  </a:lnTo>
                  <a:cubicBezTo>
                    <a:pt x="823" y="8700"/>
                    <a:pt x="837" y="8675"/>
                    <a:pt x="846" y="8675"/>
                  </a:cubicBezTo>
                  <a:close/>
                  <a:moveTo>
                    <a:pt x="10152" y="0"/>
                  </a:moveTo>
                  <a:cubicBezTo>
                    <a:pt x="10128" y="0"/>
                    <a:pt x="10058" y="47"/>
                    <a:pt x="10035" y="83"/>
                  </a:cubicBezTo>
                  <a:lnTo>
                    <a:pt x="10047" y="106"/>
                  </a:lnTo>
                  <a:cubicBezTo>
                    <a:pt x="10006" y="141"/>
                    <a:pt x="9997" y="141"/>
                    <a:pt x="9990" y="141"/>
                  </a:cubicBezTo>
                  <a:cubicBezTo>
                    <a:pt x="9982" y="141"/>
                    <a:pt x="9976" y="141"/>
                    <a:pt x="9941" y="176"/>
                  </a:cubicBezTo>
                  <a:cubicBezTo>
                    <a:pt x="9918" y="153"/>
                    <a:pt x="9988" y="94"/>
                    <a:pt x="10047" y="47"/>
                  </a:cubicBezTo>
                  <a:lnTo>
                    <a:pt x="10047" y="47"/>
                  </a:lnTo>
                  <a:cubicBezTo>
                    <a:pt x="9988" y="83"/>
                    <a:pt x="9918" y="117"/>
                    <a:pt x="9918" y="153"/>
                  </a:cubicBezTo>
                  <a:cubicBezTo>
                    <a:pt x="9901" y="161"/>
                    <a:pt x="9890" y="164"/>
                    <a:pt x="9884" y="164"/>
                  </a:cubicBezTo>
                  <a:cubicBezTo>
                    <a:pt x="9870" y="164"/>
                    <a:pt x="9872" y="153"/>
                    <a:pt x="9859" y="153"/>
                  </a:cubicBezTo>
                  <a:cubicBezTo>
                    <a:pt x="9852" y="153"/>
                    <a:pt x="9842" y="155"/>
                    <a:pt x="9825" y="164"/>
                  </a:cubicBezTo>
                  <a:cubicBezTo>
                    <a:pt x="9790" y="211"/>
                    <a:pt x="9743" y="281"/>
                    <a:pt x="9673" y="304"/>
                  </a:cubicBezTo>
                  <a:cubicBezTo>
                    <a:pt x="9533" y="386"/>
                    <a:pt x="9510" y="491"/>
                    <a:pt x="9369" y="561"/>
                  </a:cubicBezTo>
                  <a:lnTo>
                    <a:pt x="9381" y="538"/>
                  </a:lnTo>
                  <a:lnTo>
                    <a:pt x="9381" y="538"/>
                  </a:lnTo>
                  <a:cubicBezTo>
                    <a:pt x="9323" y="561"/>
                    <a:pt x="9253" y="643"/>
                    <a:pt x="9170" y="690"/>
                  </a:cubicBezTo>
                  <a:cubicBezTo>
                    <a:pt x="9179" y="686"/>
                    <a:pt x="9189" y="683"/>
                    <a:pt x="9196" y="683"/>
                  </a:cubicBezTo>
                  <a:cubicBezTo>
                    <a:pt x="9209" y="683"/>
                    <a:pt x="9212" y="691"/>
                    <a:pt x="9182" y="714"/>
                  </a:cubicBezTo>
                  <a:cubicBezTo>
                    <a:pt x="9089" y="771"/>
                    <a:pt x="9042" y="830"/>
                    <a:pt x="8960" y="854"/>
                  </a:cubicBezTo>
                  <a:lnTo>
                    <a:pt x="8913" y="924"/>
                  </a:lnTo>
                  <a:cubicBezTo>
                    <a:pt x="8610" y="1157"/>
                    <a:pt x="7453" y="2115"/>
                    <a:pt x="7150" y="2349"/>
                  </a:cubicBezTo>
                  <a:lnTo>
                    <a:pt x="7161" y="2337"/>
                  </a:lnTo>
                  <a:lnTo>
                    <a:pt x="7161" y="2337"/>
                  </a:lnTo>
                  <a:cubicBezTo>
                    <a:pt x="6694" y="2700"/>
                    <a:pt x="5736" y="3424"/>
                    <a:pt x="5281" y="3821"/>
                  </a:cubicBezTo>
                  <a:cubicBezTo>
                    <a:pt x="5187" y="3856"/>
                    <a:pt x="5094" y="3938"/>
                    <a:pt x="5011" y="3996"/>
                  </a:cubicBezTo>
                  <a:cubicBezTo>
                    <a:pt x="5025" y="3989"/>
                    <a:pt x="5035" y="3986"/>
                    <a:pt x="5041" y="3986"/>
                  </a:cubicBezTo>
                  <a:cubicBezTo>
                    <a:pt x="5055" y="3986"/>
                    <a:pt x="5048" y="4003"/>
                    <a:pt x="5024" y="4019"/>
                  </a:cubicBezTo>
                  <a:cubicBezTo>
                    <a:pt x="4790" y="4195"/>
                    <a:pt x="5011" y="4043"/>
                    <a:pt x="4790" y="4242"/>
                  </a:cubicBezTo>
                  <a:cubicBezTo>
                    <a:pt x="4521" y="4475"/>
                    <a:pt x="3458" y="5270"/>
                    <a:pt x="3201" y="5444"/>
                  </a:cubicBezTo>
                  <a:cubicBezTo>
                    <a:pt x="3096" y="5573"/>
                    <a:pt x="2921" y="5678"/>
                    <a:pt x="2804" y="5795"/>
                  </a:cubicBezTo>
                  <a:lnTo>
                    <a:pt x="2804" y="5784"/>
                  </a:lnTo>
                  <a:cubicBezTo>
                    <a:pt x="2745" y="5842"/>
                    <a:pt x="2511" y="6005"/>
                    <a:pt x="2278" y="6192"/>
                  </a:cubicBezTo>
                  <a:cubicBezTo>
                    <a:pt x="2056" y="6379"/>
                    <a:pt x="1823" y="6566"/>
                    <a:pt x="1753" y="6636"/>
                  </a:cubicBezTo>
                  <a:lnTo>
                    <a:pt x="1776" y="6625"/>
                  </a:lnTo>
                  <a:lnTo>
                    <a:pt x="1776" y="6625"/>
                  </a:lnTo>
                  <a:cubicBezTo>
                    <a:pt x="1647" y="6753"/>
                    <a:pt x="1647" y="6706"/>
                    <a:pt x="1530" y="6788"/>
                  </a:cubicBezTo>
                  <a:cubicBezTo>
                    <a:pt x="1566" y="6812"/>
                    <a:pt x="1472" y="6929"/>
                    <a:pt x="1425" y="6963"/>
                  </a:cubicBezTo>
                  <a:cubicBezTo>
                    <a:pt x="1355" y="7022"/>
                    <a:pt x="1226" y="7173"/>
                    <a:pt x="1122" y="7267"/>
                  </a:cubicBezTo>
                  <a:lnTo>
                    <a:pt x="1110" y="7256"/>
                  </a:lnTo>
                  <a:cubicBezTo>
                    <a:pt x="1039" y="7349"/>
                    <a:pt x="853" y="7489"/>
                    <a:pt x="795" y="7547"/>
                  </a:cubicBezTo>
                  <a:cubicBezTo>
                    <a:pt x="631" y="7664"/>
                    <a:pt x="374" y="7828"/>
                    <a:pt x="198" y="8027"/>
                  </a:cubicBezTo>
                  <a:lnTo>
                    <a:pt x="24" y="8085"/>
                  </a:lnTo>
                  <a:lnTo>
                    <a:pt x="0" y="8108"/>
                  </a:lnTo>
                  <a:cubicBezTo>
                    <a:pt x="0" y="8108"/>
                    <a:pt x="280" y="8782"/>
                    <a:pt x="635" y="8782"/>
                  </a:cubicBezTo>
                  <a:cubicBezTo>
                    <a:pt x="657" y="8782"/>
                    <a:pt x="679" y="8780"/>
                    <a:pt x="701" y="8774"/>
                  </a:cubicBezTo>
                  <a:lnTo>
                    <a:pt x="701" y="8798"/>
                  </a:lnTo>
                  <a:lnTo>
                    <a:pt x="759" y="8751"/>
                  </a:lnTo>
                  <a:cubicBezTo>
                    <a:pt x="781" y="8736"/>
                    <a:pt x="792" y="8731"/>
                    <a:pt x="798" y="8731"/>
                  </a:cubicBezTo>
                  <a:cubicBezTo>
                    <a:pt x="810" y="8731"/>
                    <a:pt x="791" y="8758"/>
                    <a:pt x="782" y="8774"/>
                  </a:cubicBezTo>
                  <a:cubicBezTo>
                    <a:pt x="806" y="8762"/>
                    <a:pt x="829" y="8739"/>
                    <a:pt x="853" y="8728"/>
                  </a:cubicBezTo>
                  <a:cubicBezTo>
                    <a:pt x="857" y="8720"/>
                    <a:pt x="857" y="8717"/>
                    <a:pt x="855" y="8717"/>
                  </a:cubicBezTo>
                  <a:cubicBezTo>
                    <a:pt x="850" y="8717"/>
                    <a:pt x="837" y="8728"/>
                    <a:pt x="829" y="8728"/>
                  </a:cubicBezTo>
                  <a:cubicBezTo>
                    <a:pt x="853" y="8692"/>
                    <a:pt x="888" y="8645"/>
                    <a:pt x="935" y="8611"/>
                  </a:cubicBezTo>
                  <a:cubicBezTo>
                    <a:pt x="955" y="8597"/>
                    <a:pt x="966" y="8594"/>
                    <a:pt x="974" y="8594"/>
                  </a:cubicBezTo>
                  <a:cubicBezTo>
                    <a:pt x="984" y="8594"/>
                    <a:pt x="988" y="8600"/>
                    <a:pt x="997" y="8600"/>
                  </a:cubicBezTo>
                  <a:cubicBezTo>
                    <a:pt x="1004" y="8600"/>
                    <a:pt x="1016" y="8595"/>
                    <a:pt x="1039" y="8575"/>
                  </a:cubicBezTo>
                  <a:cubicBezTo>
                    <a:pt x="1449" y="8260"/>
                    <a:pt x="1846" y="7957"/>
                    <a:pt x="2243" y="7617"/>
                  </a:cubicBezTo>
                  <a:cubicBezTo>
                    <a:pt x="2267" y="7617"/>
                    <a:pt x="2254" y="7629"/>
                    <a:pt x="2243" y="7641"/>
                  </a:cubicBezTo>
                  <a:cubicBezTo>
                    <a:pt x="2360" y="7524"/>
                    <a:pt x="2465" y="7443"/>
                    <a:pt x="2570" y="7337"/>
                  </a:cubicBezTo>
                  <a:cubicBezTo>
                    <a:pt x="2605" y="7326"/>
                    <a:pt x="2617" y="7326"/>
                    <a:pt x="2640" y="7326"/>
                  </a:cubicBezTo>
                  <a:cubicBezTo>
                    <a:pt x="2605" y="7326"/>
                    <a:pt x="3225" y="6800"/>
                    <a:pt x="3248" y="6800"/>
                  </a:cubicBezTo>
                  <a:lnTo>
                    <a:pt x="3225" y="6765"/>
                  </a:lnTo>
                  <a:cubicBezTo>
                    <a:pt x="3276" y="6727"/>
                    <a:pt x="3297" y="6722"/>
                    <a:pt x="3311" y="6722"/>
                  </a:cubicBezTo>
                  <a:cubicBezTo>
                    <a:pt x="3317" y="6722"/>
                    <a:pt x="3322" y="6723"/>
                    <a:pt x="3327" y="6723"/>
                  </a:cubicBezTo>
                  <a:cubicBezTo>
                    <a:pt x="3339" y="6723"/>
                    <a:pt x="3354" y="6716"/>
                    <a:pt x="3399" y="6671"/>
                  </a:cubicBezTo>
                  <a:cubicBezTo>
                    <a:pt x="3411" y="6601"/>
                    <a:pt x="3598" y="6531"/>
                    <a:pt x="3610" y="6485"/>
                  </a:cubicBezTo>
                  <a:cubicBezTo>
                    <a:pt x="3610" y="6485"/>
                    <a:pt x="3647" y="6455"/>
                    <a:pt x="3668" y="6455"/>
                  </a:cubicBezTo>
                  <a:cubicBezTo>
                    <a:pt x="3673" y="6455"/>
                    <a:pt x="3677" y="6457"/>
                    <a:pt x="3680" y="6461"/>
                  </a:cubicBezTo>
                  <a:cubicBezTo>
                    <a:pt x="3680" y="6426"/>
                    <a:pt x="3726" y="6414"/>
                    <a:pt x="3762" y="6379"/>
                  </a:cubicBezTo>
                  <a:cubicBezTo>
                    <a:pt x="3766" y="6371"/>
                    <a:pt x="3766" y="6369"/>
                    <a:pt x="3763" y="6369"/>
                  </a:cubicBezTo>
                  <a:cubicBezTo>
                    <a:pt x="3758" y="6369"/>
                    <a:pt x="3742" y="6379"/>
                    <a:pt x="3726" y="6379"/>
                  </a:cubicBezTo>
                  <a:lnTo>
                    <a:pt x="3809" y="6309"/>
                  </a:lnTo>
                  <a:cubicBezTo>
                    <a:pt x="3822" y="6300"/>
                    <a:pt x="3833" y="6296"/>
                    <a:pt x="3840" y="6296"/>
                  </a:cubicBezTo>
                  <a:cubicBezTo>
                    <a:pt x="3851" y="6296"/>
                    <a:pt x="3853" y="6305"/>
                    <a:pt x="3837" y="6317"/>
                  </a:cubicBezTo>
                  <a:lnTo>
                    <a:pt x="3837" y="6317"/>
                  </a:lnTo>
                  <a:cubicBezTo>
                    <a:pt x="4059" y="6156"/>
                    <a:pt x="5072" y="5408"/>
                    <a:pt x="5292" y="5223"/>
                  </a:cubicBezTo>
                  <a:cubicBezTo>
                    <a:pt x="5249" y="5223"/>
                    <a:pt x="5196" y="5282"/>
                    <a:pt x="5152" y="5282"/>
                  </a:cubicBezTo>
                  <a:cubicBezTo>
                    <a:pt x="5148" y="5282"/>
                    <a:pt x="5144" y="5282"/>
                    <a:pt x="5140" y="5281"/>
                  </a:cubicBezTo>
                  <a:cubicBezTo>
                    <a:pt x="5187" y="5223"/>
                    <a:pt x="5222" y="5223"/>
                    <a:pt x="5245" y="5176"/>
                  </a:cubicBezTo>
                  <a:cubicBezTo>
                    <a:pt x="5251" y="5181"/>
                    <a:pt x="5258" y="5183"/>
                    <a:pt x="5265" y="5183"/>
                  </a:cubicBezTo>
                  <a:cubicBezTo>
                    <a:pt x="5313" y="5183"/>
                    <a:pt x="5385" y="5094"/>
                    <a:pt x="5455" y="5094"/>
                  </a:cubicBezTo>
                  <a:lnTo>
                    <a:pt x="5455" y="5059"/>
                  </a:lnTo>
                  <a:lnTo>
                    <a:pt x="5502" y="5047"/>
                  </a:lnTo>
                  <a:cubicBezTo>
                    <a:pt x="5736" y="4826"/>
                    <a:pt x="5549" y="4989"/>
                    <a:pt x="5782" y="4814"/>
                  </a:cubicBezTo>
                  <a:cubicBezTo>
                    <a:pt x="5911" y="4717"/>
                    <a:pt x="5952" y="4640"/>
                    <a:pt x="6021" y="4592"/>
                  </a:cubicBezTo>
                  <a:lnTo>
                    <a:pt x="6021" y="4592"/>
                  </a:lnTo>
                  <a:cubicBezTo>
                    <a:pt x="6021" y="4592"/>
                    <a:pt x="6021" y="4592"/>
                    <a:pt x="6021" y="4592"/>
                  </a:cubicBezTo>
                  <a:cubicBezTo>
                    <a:pt x="6013" y="4592"/>
                    <a:pt x="6010" y="4586"/>
                    <a:pt x="6028" y="4569"/>
                  </a:cubicBezTo>
                  <a:cubicBezTo>
                    <a:pt x="6029" y="4569"/>
                    <a:pt x="6030" y="4570"/>
                    <a:pt x="6030" y="4570"/>
                  </a:cubicBezTo>
                  <a:cubicBezTo>
                    <a:pt x="6046" y="4570"/>
                    <a:pt x="6104" y="4486"/>
                    <a:pt x="6129" y="4486"/>
                  </a:cubicBezTo>
                  <a:cubicBezTo>
                    <a:pt x="6130" y="4486"/>
                    <a:pt x="6132" y="4486"/>
                    <a:pt x="6133" y="4486"/>
                  </a:cubicBezTo>
                  <a:cubicBezTo>
                    <a:pt x="6168" y="4452"/>
                    <a:pt x="6285" y="4370"/>
                    <a:pt x="6226" y="4370"/>
                  </a:cubicBezTo>
                  <a:cubicBezTo>
                    <a:pt x="6243" y="4370"/>
                    <a:pt x="6300" y="4335"/>
                    <a:pt x="6316" y="4335"/>
                  </a:cubicBezTo>
                  <a:cubicBezTo>
                    <a:pt x="6323" y="4335"/>
                    <a:pt x="6322" y="4341"/>
                    <a:pt x="6309" y="4358"/>
                  </a:cubicBezTo>
                  <a:cubicBezTo>
                    <a:pt x="6343" y="4335"/>
                    <a:pt x="6379" y="4312"/>
                    <a:pt x="6402" y="4288"/>
                  </a:cubicBezTo>
                  <a:lnTo>
                    <a:pt x="6402" y="4288"/>
                  </a:lnTo>
                  <a:lnTo>
                    <a:pt x="6355" y="4312"/>
                  </a:lnTo>
                  <a:cubicBezTo>
                    <a:pt x="6460" y="4229"/>
                    <a:pt x="6542" y="4206"/>
                    <a:pt x="6600" y="4113"/>
                  </a:cubicBezTo>
                  <a:lnTo>
                    <a:pt x="6600" y="4113"/>
                  </a:lnTo>
                  <a:lnTo>
                    <a:pt x="6542" y="4136"/>
                  </a:lnTo>
                  <a:cubicBezTo>
                    <a:pt x="6612" y="4078"/>
                    <a:pt x="6670" y="4043"/>
                    <a:pt x="6717" y="4043"/>
                  </a:cubicBezTo>
                  <a:lnTo>
                    <a:pt x="6647" y="4113"/>
                  </a:lnTo>
                  <a:cubicBezTo>
                    <a:pt x="6764" y="4019"/>
                    <a:pt x="6834" y="3972"/>
                    <a:pt x="6916" y="3879"/>
                  </a:cubicBezTo>
                  <a:lnTo>
                    <a:pt x="6916" y="3879"/>
                  </a:lnTo>
                  <a:lnTo>
                    <a:pt x="6881" y="3902"/>
                  </a:lnTo>
                  <a:cubicBezTo>
                    <a:pt x="6974" y="3786"/>
                    <a:pt x="7582" y="3284"/>
                    <a:pt x="7664" y="3155"/>
                  </a:cubicBezTo>
                  <a:lnTo>
                    <a:pt x="7664" y="3155"/>
                  </a:lnTo>
                  <a:lnTo>
                    <a:pt x="7605" y="3178"/>
                  </a:lnTo>
                  <a:lnTo>
                    <a:pt x="7674" y="3086"/>
                  </a:lnTo>
                  <a:lnTo>
                    <a:pt x="7674" y="3086"/>
                  </a:lnTo>
                  <a:cubicBezTo>
                    <a:pt x="7666" y="3100"/>
                    <a:pt x="7684" y="3176"/>
                    <a:pt x="7677" y="3189"/>
                  </a:cubicBezTo>
                  <a:lnTo>
                    <a:pt x="7677" y="3189"/>
                  </a:lnTo>
                  <a:cubicBezTo>
                    <a:pt x="7892" y="3032"/>
                    <a:pt x="8926" y="2196"/>
                    <a:pt x="9124" y="2069"/>
                  </a:cubicBezTo>
                  <a:cubicBezTo>
                    <a:pt x="9144" y="2057"/>
                    <a:pt x="9156" y="2053"/>
                    <a:pt x="9164" y="2053"/>
                  </a:cubicBezTo>
                  <a:cubicBezTo>
                    <a:pt x="9186" y="2053"/>
                    <a:pt x="9162" y="2095"/>
                    <a:pt x="9170" y="2103"/>
                  </a:cubicBezTo>
                  <a:cubicBezTo>
                    <a:pt x="9253" y="2022"/>
                    <a:pt x="9182" y="2045"/>
                    <a:pt x="9264" y="1986"/>
                  </a:cubicBezTo>
                  <a:cubicBezTo>
                    <a:pt x="9267" y="1985"/>
                    <a:pt x="9270" y="1984"/>
                    <a:pt x="9271" y="1984"/>
                  </a:cubicBezTo>
                  <a:cubicBezTo>
                    <a:pt x="9284" y="1984"/>
                    <a:pt x="9274" y="2011"/>
                    <a:pt x="9264" y="2022"/>
                  </a:cubicBezTo>
                  <a:cubicBezTo>
                    <a:pt x="9299" y="1986"/>
                    <a:pt x="9334" y="1975"/>
                    <a:pt x="9334" y="1963"/>
                  </a:cubicBezTo>
                  <a:lnTo>
                    <a:pt x="9334" y="1963"/>
                  </a:lnTo>
                  <a:cubicBezTo>
                    <a:pt x="9322" y="1968"/>
                    <a:pt x="9313" y="1970"/>
                    <a:pt x="9305" y="1970"/>
                  </a:cubicBezTo>
                  <a:cubicBezTo>
                    <a:pt x="9275" y="1970"/>
                    <a:pt x="9269" y="1940"/>
                    <a:pt x="9240" y="1940"/>
                  </a:cubicBezTo>
                  <a:lnTo>
                    <a:pt x="9346" y="1858"/>
                  </a:lnTo>
                  <a:lnTo>
                    <a:pt x="9357" y="1882"/>
                  </a:lnTo>
                  <a:cubicBezTo>
                    <a:pt x="9381" y="1870"/>
                    <a:pt x="9369" y="1788"/>
                    <a:pt x="9486" y="1718"/>
                  </a:cubicBezTo>
                  <a:cubicBezTo>
                    <a:pt x="9650" y="1601"/>
                    <a:pt x="9825" y="1449"/>
                    <a:pt x="10000" y="1321"/>
                  </a:cubicBezTo>
                  <a:lnTo>
                    <a:pt x="10000" y="1321"/>
                  </a:lnTo>
                  <a:cubicBezTo>
                    <a:pt x="10011" y="1344"/>
                    <a:pt x="9977" y="1368"/>
                    <a:pt x="9941" y="1402"/>
                  </a:cubicBezTo>
                  <a:cubicBezTo>
                    <a:pt x="9962" y="1392"/>
                    <a:pt x="9993" y="1363"/>
                    <a:pt x="10015" y="1357"/>
                  </a:cubicBezTo>
                  <a:lnTo>
                    <a:pt x="10015" y="1357"/>
                  </a:lnTo>
                  <a:cubicBezTo>
                    <a:pt x="10016" y="1357"/>
                    <a:pt x="10016" y="1357"/>
                    <a:pt x="10016" y="1357"/>
                  </a:cubicBezTo>
                  <a:cubicBezTo>
                    <a:pt x="10018" y="1357"/>
                    <a:pt x="10020" y="1356"/>
                    <a:pt x="10024" y="1356"/>
                  </a:cubicBezTo>
                  <a:cubicBezTo>
                    <a:pt x="10021" y="1356"/>
                    <a:pt x="10018" y="1356"/>
                    <a:pt x="10015" y="1357"/>
                  </a:cubicBezTo>
                  <a:lnTo>
                    <a:pt x="10015" y="1357"/>
                  </a:lnTo>
                  <a:cubicBezTo>
                    <a:pt x="9996" y="1356"/>
                    <a:pt x="10076" y="1296"/>
                    <a:pt x="10054" y="1296"/>
                  </a:cubicBezTo>
                  <a:cubicBezTo>
                    <a:pt x="10053" y="1296"/>
                    <a:pt x="10050" y="1297"/>
                    <a:pt x="10047" y="1298"/>
                  </a:cubicBezTo>
                  <a:cubicBezTo>
                    <a:pt x="10140" y="1157"/>
                    <a:pt x="10327" y="1075"/>
                    <a:pt x="10409" y="958"/>
                  </a:cubicBezTo>
                  <a:cubicBezTo>
                    <a:pt x="10385" y="912"/>
                    <a:pt x="10105" y="106"/>
                    <a:pt x="10070" y="59"/>
                  </a:cubicBezTo>
                  <a:cubicBezTo>
                    <a:pt x="10105" y="36"/>
                    <a:pt x="10128" y="13"/>
                    <a:pt x="10152" y="0"/>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4571;p66">
              <a:extLst>
                <a:ext uri="{FF2B5EF4-FFF2-40B4-BE49-F238E27FC236}">
                  <a16:creationId xmlns:a16="http://schemas.microsoft.com/office/drawing/2014/main" id="{98C32B9A-0507-4C70-A6CB-AC2A1511F5D8}"/>
                </a:ext>
              </a:extLst>
            </p:cNvPr>
            <p:cNvSpPr/>
            <p:nvPr/>
          </p:nvSpPr>
          <p:spPr>
            <a:xfrm>
              <a:off x="1448400" y="2344425"/>
              <a:ext cx="900" cy="925"/>
            </a:xfrm>
            <a:custGeom>
              <a:avLst/>
              <a:gdLst/>
              <a:ahLst/>
              <a:cxnLst/>
              <a:rect l="l" t="t" r="r" b="b"/>
              <a:pathLst>
                <a:path w="36" h="37" extrusionOk="0">
                  <a:moveTo>
                    <a:pt x="36" y="1"/>
                  </a:moveTo>
                  <a:lnTo>
                    <a:pt x="0" y="36"/>
                  </a:ln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4572;p66">
              <a:extLst>
                <a:ext uri="{FF2B5EF4-FFF2-40B4-BE49-F238E27FC236}">
                  <a16:creationId xmlns:a16="http://schemas.microsoft.com/office/drawing/2014/main" id="{6BD59958-6F06-432B-9621-6D049E2F0FEF}"/>
                </a:ext>
              </a:extLst>
            </p:cNvPr>
            <p:cNvSpPr/>
            <p:nvPr/>
          </p:nvSpPr>
          <p:spPr>
            <a:xfrm>
              <a:off x="1184375" y="2344375"/>
              <a:ext cx="271050" cy="211825"/>
            </a:xfrm>
            <a:custGeom>
              <a:avLst/>
              <a:gdLst/>
              <a:ahLst/>
              <a:cxnLst/>
              <a:rect l="l" t="t" r="r" b="b"/>
              <a:pathLst>
                <a:path w="10842" h="8473" extrusionOk="0">
                  <a:moveTo>
                    <a:pt x="9632" y="631"/>
                  </a:moveTo>
                  <a:lnTo>
                    <a:pt x="9632" y="631"/>
                  </a:lnTo>
                  <a:cubicBezTo>
                    <a:pt x="9630" y="632"/>
                    <a:pt x="9628" y="633"/>
                    <a:pt x="9627" y="633"/>
                  </a:cubicBezTo>
                  <a:cubicBezTo>
                    <a:pt x="9628" y="633"/>
                    <a:pt x="9630" y="632"/>
                    <a:pt x="9632" y="631"/>
                  </a:cubicBezTo>
                  <a:close/>
                  <a:moveTo>
                    <a:pt x="7970" y="3085"/>
                  </a:moveTo>
                  <a:lnTo>
                    <a:pt x="7970" y="3085"/>
                  </a:lnTo>
                  <a:cubicBezTo>
                    <a:pt x="7969" y="3086"/>
                    <a:pt x="7968" y="3086"/>
                    <a:pt x="7968" y="3087"/>
                  </a:cubicBezTo>
                  <a:cubicBezTo>
                    <a:pt x="7969" y="3087"/>
                    <a:pt x="7969" y="3086"/>
                    <a:pt x="7970" y="3085"/>
                  </a:cubicBezTo>
                  <a:close/>
                  <a:moveTo>
                    <a:pt x="6286" y="4454"/>
                  </a:moveTo>
                  <a:lnTo>
                    <a:pt x="6286" y="4454"/>
                  </a:lnTo>
                  <a:cubicBezTo>
                    <a:pt x="6282" y="4456"/>
                    <a:pt x="6279" y="4457"/>
                    <a:pt x="6276" y="4459"/>
                  </a:cubicBezTo>
                  <a:lnTo>
                    <a:pt x="6276" y="4459"/>
                  </a:lnTo>
                  <a:cubicBezTo>
                    <a:pt x="6280" y="4458"/>
                    <a:pt x="6283" y="4456"/>
                    <a:pt x="6286" y="4454"/>
                  </a:cubicBezTo>
                  <a:close/>
                  <a:moveTo>
                    <a:pt x="3986" y="6159"/>
                  </a:moveTo>
                  <a:cubicBezTo>
                    <a:pt x="3986" y="6159"/>
                    <a:pt x="3985" y="6159"/>
                    <a:pt x="3985" y="6160"/>
                  </a:cubicBezTo>
                  <a:cubicBezTo>
                    <a:pt x="3985" y="6159"/>
                    <a:pt x="3986" y="6159"/>
                    <a:pt x="3986" y="6159"/>
                  </a:cubicBezTo>
                  <a:close/>
                  <a:moveTo>
                    <a:pt x="2294" y="7398"/>
                  </a:moveTo>
                  <a:cubicBezTo>
                    <a:pt x="2293" y="7399"/>
                    <a:pt x="2292" y="7400"/>
                    <a:pt x="2291" y="7401"/>
                  </a:cubicBezTo>
                  <a:lnTo>
                    <a:pt x="2291" y="7401"/>
                  </a:lnTo>
                  <a:cubicBezTo>
                    <a:pt x="2295" y="7399"/>
                    <a:pt x="2297" y="7398"/>
                    <a:pt x="2294" y="7398"/>
                  </a:cubicBezTo>
                  <a:close/>
                  <a:moveTo>
                    <a:pt x="2291" y="7401"/>
                  </a:moveTo>
                  <a:cubicBezTo>
                    <a:pt x="2287" y="7402"/>
                    <a:pt x="2283" y="7405"/>
                    <a:pt x="2279" y="7409"/>
                  </a:cubicBezTo>
                  <a:cubicBezTo>
                    <a:pt x="2283" y="7406"/>
                    <a:pt x="2287" y="7403"/>
                    <a:pt x="2291" y="7401"/>
                  </a:cubicBezTo>
                  <a:close/>
                  <a:moveTo>
                    <a:pt x="10658" y="1"/>
                  </a:moveTo>
                  <a:cubicBezTo>
                    <a:pt x="10629" y="1"/>
                    <a:pt x="10570" y="42"/>
                    <a:pt x="10538" y="73"/>
                  </a:cubicBezTo>
                  <a:lnTo>
                    <a:pt x="10550" y="96"/>
                  </a:lnTo>
                  <a:cubicBezTo>
                    <a:pt x="10516" y="125"/>
                    <a:pt x="10504" y="130"/>
                    <a:pt x="10496" y="130"/>
                  </a:cubicBezTo>
                  <a:cubicBezTo>
                    <a:pt x="10492" y="130"/>
                    <a:pt x="10489" y="129"/>
                    <a:pt x="10484" y="129"/>
                  </a:cubicBezTo>
                  <a:cubicBezTo>
                    <a:pt x="10476" y="129"/>
                    <a:pt x="10464" y="133"/>
                    <a:pt x="10433" y="155"/>
                  </a:cubicBezTo>
                  <a:cubicBezTo>
                    <a:pt x="10421" y="143"/>
                    <a:pt x="10491" y="85"/>
                    <a:pt x="10561" y="38"/>
                  </a:cubicBezTo>
                  <a:lnTo>
                    <a:pt x="10561" y="38"/>
                  </a:lnTo>
                  <a:cubicBezTo>
                    <a:pt x="10491" y="73"/>
                    <a:pt x="10421" y="96"/>
                    <a:pt x="10410" y="143"/>
                  </a:cubicBezTo>
                  <a:cubicBezTo>
                    <a:pt x="10399" y="147"/>
                    <a:pt x="10392" y="148"/>
                    <a:pt x="10387" y="148"/>
                  </a:cubicBezTo>
                  <a:cubicBezTo>
                    <a:pt x="10371" y="148"/>
                    <a:pt x="10377" y="131"/>
                    <a:pt x="10361" y="131"/>
                  </a:cubicBezTo>
                  <a:cubicBezTo>
                    <a:pt x="10355" y="131"/>
                    <a:pt x="10345" y="134"/>
                    <a:pt x="10328" y="143"/>
                  </a:cubicBezTo>
                  <a:cubicBezTo>
                    <a:pt x="10281" y="189"/>
                    <a:pt x="10234" y="248"/>
                    <a:pt x="10164" y="283"/>
                  </a:cubicBezTo>
                  <a:lnTo>
                    <a:pt x="10164" y="272"/>
                  </a:lnTo>
                  <a:cubicBezTo>
                    <a:pt x="10013" y="342"/>
                    <a:pt x="9977" y="446"/>
                    <a:pt x="9837" y="517"/>
                  </a:cubicBezTo>
                  <a:lnTo>
                    <a:pt x="9837" y="505"/>
                  </a:lnTo>
                  <a:cubicBezTo>
                    <a:pt x="9791" y="516"/>
                    <a:pt x="9712" y="596"/>
                    <a:pt x="9632" y="631"/>
                  </a:cubicBezTo>
                  <a:lnTo>
                    <a:pt x="9632" y="631"/>
                  </a:lnTo>
                  <a:cubicBezTo>
                    <a:pt x="9638" y="629"/>
                    <a:pt x="9645" y="627"/>
                    <a:pt x="9650" y="627"/>
                  </a:cubicBezTo>
                  <a:cubicBezTo>
                    <a:pt x="9665" y="627"/>
                    <a:pt x="9670" y="638"/>
                    <a:pt x="9639" y="669"/>
                  </a:cubicBezTo>
                  <a:cubicBezTo>
                    <a:pt x="9533" y="716"/>
                    <a:pt x="9475" y="774"/>
                    <a:pt x="9393" y="797"/>
                  </a:cubicBezTo>
                  <a:lnTo>
                    <a:pt x="9346" y="867"/>
                  </a:lnTo>
                  <a:cubicBezTo>
                    <a:pt x="9031" y="1089"/>
                    <a:pt x="7770" y="1977"/>
                    <a:pt x="7466" y="2222"/>
                  </a:cubicBezTo>
                  <a:lnTo>
                    <a:pt x="7477" y="2211"/>
                  </a:lnTo>
                  <a:lnTo>
                    <a:pt x="7477" y="2211"/>
                  </a:lnTo>
                  <a:cubicBezTo>
                    <a:pt x="6999" y="2573"/>
                    <a:pt x="6005" y="3286"/>
                    <a:pt x="5538" y="3671"/>
                  </a:cubicBezTo>
                  <a:cubicBezTo>
                    <a:pt x="5444" y="3706"/>
                    <a:pt x="5340" y="3788"/>
                    <a:pt x="5258" y="3846"/>
                  </a:cubicBezTo>
                  <a:cubicBezTo>
                    <a:pt x="5271" y="3840"/>
                    <a:pt x="5281" y="3837"/>
                    <a:pt x="5287" y="3837"/>
                  </a:cubicBezTo>
                  <a:cubicBezTo>
                    <a:pt x="5301" y="3837"/>
                    <a:pt x="5294" y="3853"/>
                    <a:pt x="5270" y="3870"/>
                  </a:cubicBezTo>
                  <a:cubicBezTo>
                    <a:pt x="5024" y="4045"/>
                    <a:pt x="5258" y="3893"/>
                    <a:pt x="5024" y="4091"/>
                  </a:cubicBezTo>
                  <a:cubicBezTo>
                    <a:pt x="4756" y="4314"/>
                    <a:pt x="3658" y="5085"/>
                    <a:pt x="3388" y="5260"/>
                  </a:cubicBezTo>
                  <a:cubicBezTo>
                    <a:pt x="3284" y="5389"/>
                    <a:pt x="3097" y="5482"/>
                    <a:pt x="2980" y="5599"/>
                  </a:cubicBezTo>
                  <a:lnTo>
                    <a:pt x="2980" y="5587"/>
                  </a:lnTo>
                  <a:cubicBezTo>
                    <a:pt x="2851" y="5703"/>
                    <a:pt x="2022" y="6253"/>
                    <a:pt x="1858" y="6381"/>
                  </a:cubicBezTo>
                  <a:lnTo>
                    <a:pt x="1893" y="6370"/>
                  </a:lnTo>
                  <a:lnTo>
                    <a:pt x="1893" y="6370"/>
                  </a:lnTo>
                  <a:cubicBezTo>
                    <a:pt x="1753" y="6498"/>
                    <a:pt x="1753" y="6440"/>
                    <a:pt x="1636" y="6521"/>
                  </a:cubicBezTo>
                  <a:cubicBezTo>
                    <a:pt x="1672" y="6545"/>
                    <a:pt x="1566" y="6650"/>
                    <a:pt x="1519" y="6685"/>
                  </a:cubicBezTo>
                  <a:lnTo>
                    <a:pt x="1508" y="6674"/>
                  </a:lnTo>
                  <a:cubicBezTo>
                    <a:pt x="1449" y="6732"/>
                    <a:pt x="1309" y="6872"/>
                    <a:pt x="1192" y="6965"/>
                  </a:cubicBezTo>
                  <a:lnTo>
                    <a:pt x="1181" y="6942"/>
                  </a:lnTo>
                  <a:cubicBezTo>
                    <a:pt x="1099" y="7035"/>
                    <a:pt x="901" y="7152"/>
                    <a:pt x="842" y="7211"/>
                  </a:cubicBezTo>
                  <a:cubicBezTo>
                    <a:pt x="667" y="7316"/>
                    <a:pt x="398" y="7456"/>
                    <a:pt x="200" y="7643"/>
                  </a:cubicBezTo>
                  <a:lnTo>
                    <a:pt x="24" y="7689"/>
                  </a:lnTo>
                  <a:lnTo>
                    <a:pt x="1" y="7702"/>
                  </a:lnTo>
                  <a:cubicBezTo>
                    <a:pt x="1" y="7702"/>
                    <a:pt x="205" y="8454"/>
                    <a:pt x="561" y="8454"/>
                  </a:cubicBezTo>
                  <a:cubicBezTo>
                    <a:pt x="577" y="8454"/>
                    <a:pt x="592" y="8452"/>
                    <a:pt x="608" y="8449"/>
                  </a:cubicBezTo>
                  <a:lnTo>
                    <a:pt x="620" y="8473"/>
                  </a:lnTo>
                  <a:lnTo>
                    <a:pt x="678" y="8426"/>
                  </a:lnTo>
                  <a:cubicBezTo>
                    <a:pt x="735" y="8397"/>
                    <a:pt x="754" y="8361"/>
                    <a:pt x="765" y="8361"/>
                  </a:cubicBezTo>
                  <a:cubicBezTo>
                    <a:pt x="767" y="8361"/>
                    <a:pt x="769" y="8363"/>
                    <a:pt x="772" y="8367"/>
                  </a:cubicBezTo>
                  <a:lnTo>
                    <a:pt x="678" y="8437"/>
                  </a:lnTo>
                  <a:cubicBezTo>
                    <a:pt x="700" y="8423"/>
                    <a:pt x="712" y="8417"/>
                    <a:pt x="717" y="8417"/>
                  </a:cubicBezTo>
                  <a:cubicBezTo>
                    <a:pt x="728" y="8417"/>
                    <a:pt x="706" y="8444"/>
                    <a:pt x="690" y="8460"/>
                  </a:cubicBezTo>
                  <a:cubicBezTo>
                    <a:pt x="725" y="8437"/>
                    <a:pt x="748" y="8426"/>
                    <a:pt x="772" y="8414"/>
                  </a:cubicBezTo>
                  <a:cubicBezTo>
                    <a:pt x="776" y="8410"/>
                    <a:pt x="776" y="8409"/>
                    <a:pt x="774" y="8409"/>
                  </a:cubicBezTo>
                  <a:cubicBezTo>
                    <a:pt x="769" y="8409"/>
                    <a:pt x="756" y="8414"/>
                    <a:pt x="748" y="8414"/>
                  </a:cubicBezTo>
                  <a:cubicBezTo>
                    <a:pt x="784" y="8379"/>
                    <a:pt x="818" y="8332"/>
                    <a:pt x="865" y="8309"/>
                  </a:cubicBezTo>
                  <a:cubicBezTo>
                    <a:pt x="889" y="8296"/>
                    <a:pt x="902" y="8292"/>
                    <a:pt x="910" y="8292"/>
                  </a:cubicBezTo>
                  <a:cubicBezTo>
                    <a:pt x="921" y="8292"/>
                    <a:pt x="924" y="8299"/>
                    <a:pt x="934" y="8299"/>
                  </a:cubicBezTo>
                  <a:cubicBezTo>
                    <a:pt x="942" y="8299"/>
                    <a:pt x="955" y="8293"/>
                    <a:pt x="982" y="8274"/>
                  </a:cubicBezTo>
                  <a:cubicBezTo>
                    <a:pt x="1426" y="7982"/>
                    <a:pt x="1858" y="7713"/>
                    <a:pt x="2290" y="7398"/>
                  </a:cubicBezTo>
                  <a:cubicBezTo>
                    <a:pt x="2292" y="7398"/>
                    <a:pt x="2294" y="7398"/>
                    <a:pt x="2294" y="7398"/>
                  </a:cubicBezTo>
                  <a:lnTo>
                    <a:pt x="2294" y="7398"/>
                  </a:lnTo>
                  <a:cubicBezTo>
                    <a:pt x="2416" y="7309"/>
                    <a:pt x="2529" y="7231"/>
                    <a:pt x="2641" y="7141"/>
                  </a:cubicBezTo>
                  <a:cubicBezTo>
                    <a:pt x="2659" y="7129"/>
                    <a:pt x="2674" y="7126"/>
                    <a:pt x="2686" y="7126"/>
                  </a:cubicBezTo>
                  <a:cubicBezTo>
                    <a:pt x="2697" y="7126"/>
                    <a:pt x="2705" y="7129"/>
                    <a:pt x="2711" y="7129"/>
                  </a:cubicBezTo>
                  <a:cubicBezTo>
                    <a:pt x="2700" y="7129"/>
                    <a:pt x="2863" y="7001"/>
                    <a:pt x="3027" y="6884"/>
                  </a:cubicBezTo>
                  <a:cubicBezTo>
                    <a:pt x="3108" y="6825"/>
                    <a:pt x="3201" y="6755"/>
                    <a:pt x="3260" y="6708"/>
                  </a:cubicBezTo>
                  <a:cubicBezTo>
                    <a:pt x="3330" y="6661"/>
                    <a:pt x="3377" y="6638"/>
                    <a:pt x="3377" y="6638"/>
                  </a:cubicBezTo>
                  <a:lnTo>
                    <a:pt x="3354" y="6591"/>
                  </a:lnTo>
                  <a:cubicBezTo>
                    <a:pt x="3402" y="6556"/>
                    <a:pt x="3424" y="6549"/>
                    <a:pt x="3439" y="6549"/>
                  </a:cubicBezTo>
                  <a:cubicBezTo>
                    <a:pt x="3448" y="6549"/>
                    <a:pt x="3455" y="6552"/>
                    <a:pt x="3464" y="6552"/>
                  </a:cubicBezTo>
                  <a:cubicBezTo>
                    <a:pt x="3478" y="6552"/>
                    <a:pt x="3497" y="6545"/>
                    <a:pt x="3541" y="6510"/>
                  </a:cubicBezTo>
                  <a:cubicBezTo>
                    <a:pt x="3552" y="6428"/>
                    <a:pt x="3739" y="6370"/>
                    <a:pt x="3762" y="6311"/>
                  </a:cubicBezTo>
                  <a:cubicBezTo>
                    <a:pt x="3762" y="6312"/>
                    <a:pt x="3763" y="6313"/>
                    <a:pt x="3765" y="6313"/>
                  </a:cubicBezTo>
                  <a:cubicBezTo>
                    <a:pt x="3773" y="6313"/>
                    <a:pt x="3802" y="6293"/>
                    <a:pt x="3815" y="6293"/>
                  </a:cubicBezTo>
                  <a:cubicBezTo>
                    <a:pt x="3819" y="6293"/>
                    <a:pt x="3821" y="6295"/>
                    <a:pt x="3821" y="6300"/>
                  </a:cubicBezTo>
                  <a:cubicBezTo>
                    <a:pt x="3821" y="6253"/>
                    <a:pt x="3879" y="6241"/>
                    <a:pt x="3915" y="6217"/>
                  </a:cubicBezTo>
                  <a:cubicBezTo>
                    <a:pt x="3918" y="6210"/>
                    <a:pt x="3918" y="6207"/>
                    <a:pt x="3916" y="6207"/>
                  </a:cubicBezTo>
                  <a:cubicBezTo>
                    <a:pt x="3910" y="6207"/>
                    <a:pt x="3895" y="6217"/>
                    <a:pt x="3879" y="6217"/>
                  </a:cubicBezTo>
                  <a:lnTo>
                    <a:pt x="3961" y="6147"/>
                  </a:lnTo>
                  <a:cubicBezTo>
                    <a:pt x="3974" y="6139"/>
                    <a:pt x="3986" y="6135"/>
                    <a:pt x="3993" y="6135"/>
                  </a:cubicBezTo>
                  <a:cubicBezTo>
                    <a:pt x="4005" y="6135"/>
                    <a:pt x="4006" y="6145"/>
                    <a:pt x="3986" y="6159"/>
                  </a:cubicBezTo>
                  <a:lnTo>
                    <a:pt x="3986" y="6159"/>
                  </a:lnTo>
                  <a:cubicBezTo>
                    <a:pt x="4211" y="6004"/>
                    <a:pt x="5270" y="5271"/>
                    <a:pt x="5503" y="5085"/>
                  </a:cubicBezTo>
                  <a:cubicBezTo>
                    <a:pt x="5460" y="5085"/>
                    <a:pt x="5407" y="5144"/>
                    <a:pt x="5354" y="5144"/>
                  </a:cubicBezTo>
                  <a:cubicBezTo>
                    <a:pt x="5349" y="5144"/>
                    <a:pt x="5344" y="5144"/>
                    <a:pt x="5340" y="5143"/>
                  </a:cubicBezTo>
                  <a:cubicBezTo>
                    <a:pt x="5398" y="5073"/>
                    <a:pt x="5444" y="5073"/>
                    <a:pt x="5457" y="5038"/>
                  </a:cubicBezTo>
                  <a:cubicBezTo>
                    <a:pt x="5464" y="5043"/>
                    <a:pt x="5472" y="5044"/>
                    <a:pt x="5480" y="5044"/>
                  </a:cubicBezTo>
                  <a:cubicBezTo>
                    <a:pt x="5536" y="5044"/>
                    <a:pt x="5607" y="4956"/>
                    <a:pt x="5678" y="4956"/>
                  </a:cubicBezTo>
                  <a:lnTo>
                    <a:pt x="5678" y="4921"/>
                  </a:lnTo>
                  <a:lnTo>
                    <a:pt x="5725" y="4921"/>
                  </a:lnTo>
                  <a:cubicBezTo>
                    <a:pt x="5971" y="4688"/>
                    <a:pt x="5772" y="4851"/>
                    <a:pt x="6017" y="4688"/>
                  </a:cubicBezTo>
                  <a:cubicBezTo>
                    <a:pt x="6153" y="4586"/>
                    <a:pt x="6190" y="4506"/>
                    <a:pt x="6276" y="4459"/>
                  </a:cubicBezTo>
                  <a:lnTo>
                    <a:pt x="6276" y="4459"/>
                  </a:lnTo>
                  <a:cubicBezTo>
                    <a:pt x="6272" y="4460"/>
                    <a:pt x="6269" y="4461"/>
                    <a:pt x="6265" y="4461"/>
                  </a:cubicBezTo>
                  <a:cubicBezTo>
                    <a:pt x="6251" y="4461"/>
                    <a:pt x="6240" y="4453"/>
                    <a:pt x="6262" y="4431"/>
                  </a:cubicBezTo>
                  <a:lnTo>
                    <a:pt x="6262" y="4431"/>
                  </a:lnTo>
                  <a:cubicBezTo>
                    <a:pt x="6265" y="4433"/>
                    <a:pt x="6267" y="4434"/>
                    <a:pt x="6270" y="4434"/>
                  </a:cubicBezTo>
                  <a:cubicBezTo>
                    <a:pt x="6296" y="4434"/>
                    <a:pt x="6342" y="4360"/>
                    <a:pt x="6373" y="4360"/>
                  </a:cubicBezTo>
                  <a:cubicBezTo>
                    <a:pt x="6375" y="4360"/>
                    <a:pt x="6377" y="4360"/>
                    <a:pt x="6379" y="4360"/>
                  </a:cubicBezTo>
                  <a:cubicBezTo>
                    <a:pt x="6415" y="4325"/>
                    <a:pt x="6531" y="4244"/>
                    <a:pt x="6473" y="4244"/>
                  </a:cubicBezTo>
                  <a:cubicBezTo>
                    <a:pt x="6498" y="4244"/>
                    <a:pt x="6557" y="4209"/>
                    <a:pt x="6570" y="4209"/>
                  </a:cubicBezTo>
                  <a:cubicBezTo>
                    <a:pt x="6575" y="4209"/>
                    <a:pt x="6572" y="4215"/>
                    <a:pt x="6555" y="4232"/>
                  </a:cubicBezTo>
                  <a:cubicBezTo>
                    <a:pt x="6589" y="4208"/>
                    <a:pt x="6636" y="4197"/>
                    <a:pt x="6648" y="4161"/>
                  </a:cubicBezTo>
                  <a:lnTo>
                    <a:pt x="6648" y="4161"/>
                  </a:lnTo>
                  <a:lnTo>
                    <a:pt x="6601" y="4185"/>
                  </a:lnTo>
                  <a:cubicBezTo>
                    <a:pt x="6718" y="4103"/>
                    <a:pt x="6800" y="4080"/>
                    <a:pt x="6846" y="3998"/>
                  </a:cubicBezTo>
                  <a:lnTo>
                    <a:pt x="6846" y="3998"/>
                  </a:lnTo>
                  <a:lnTo>
                    <a:pt x="6800" y="4010"/>
                  </a:lnTo>
                  <a:cubicBezTo>
                    <a:pt x="6863" y="3968"/>
                    <a:pt x="6916" y="3926"/>
                    <a:pt x="6961" y="3926"/>
                  </a:cubicBezTo>
                  <a:cubicBezTo>
                    <a:pt x="6966" y="3926"/>
                    <a:pt x="6971" y="3927"/>
                    <a:pt x="6975" y="3928"/>
                  </a:cubicBezTo>
                  <a:lnTo>
                    <a:pt x="6905" y="3987"/>
                  </a:lnTo>
                  <a:cubicBezTo>
                    <a:pt x="7022" y="3904"/>
                    <a:pt x="7092" y="3846"/>
                    <a:pt x="7173" y="3764"/>
                  </a:cubicBezTo>
                  <a:lnTo>
                    <a:pt x="7173" y="3764"/>
                  </a:lnTo>
                  <a:lnTo>
                    <a:pt x="7139" y="3788"/>
                  </a:lnTo>
                  <a:cubicBezTo>
                    <a:pt x="7244" y="3671"/>
                    <a:pt x="7874" y="3169"/>
                    <a:pt x="7957" y="3052"/>
                  </a:cubicBezTo>
                  <a:lnTo>
                    <a:pt x="7957" y="3052"/>
                  </a:lnTo>
                  <a:lnTo>
                    <a:pt x="7887" y="3063"/>
                  </a:lnTo>
                  <a:lnTo>
                    <a:pt x="7975" y="2975"/>
                  </a:lnTo>
                  <a:lnTo>
                    <a:pt x="7975" y="2975"/>
                  </a:lnTo>
                  <a:cubicBezTo>
                    <a:pt x="7961" y="2997"/>
                    <a:pt x="7976" y="3074"/>
                    <a:pt x="7970" y="3085"/>
                  </a:cubicBezTo>
                  <a:lnTo>
                    <a:pt x="7970" y="3085"/>
                  </a:lnTo>
                  <a:cubicBezTo>
                    <a:pt x="8077" y="3013"/>
                    <a:pt x="8390" y="2758"/>
                    <a:pt x="8715" y="2538"/>
                  </a:cubicBezTo>
                  <a:cubicBezTo>
                    <a:pt x="9043" y="2304"/>
                    <a:pt x="9370" y="2082"/>
                    <a:pt x="9475" y="2024"/>
                  </a:cubicBezTo>
                  <a:cubicBezTo>
                    <a:pt x="9498" y="2013"/>
                    <a:pt x="9512" y="2008"/>
                    <a:pt x="9520" y="2008"/>
                  </a:cubicBezTo>
                  <a:cubicBezTo>
                    <a:pt x="9544" y="2008"/>
                    <a:pt x="9513" y="2050"/>
                    <a:pt x="9522" y="2059"/>
                  </a:cubicBezTo>
                  <a:cubicBezTo>
                    <a:pt x="9603" y="1977"/>
                    <a:pt x="9545" y="2001"/>
                    <a:pt x="9627" y="1942"/>
                  </a:cubicBezTo>
                  <a:cubicBezTo>
                    <a:pt x="9650" y="1942"/>
                    <a:pt x="9627" y="1965"/>
                    <a:pt x="9627" y="1977"/>
                  </a:cubicBezTo>
                  <a:cubicBezTo>
                    <a:pt x="9662" y="1954"/>
                    <a:pt x="9697" y="1942"/>
                    <a:pt x="9686" y="1931"/>
                  </a:cubicBezTo>
                  <a:lnTo>
                    <a:pt x="9686" y="1931"/>
                  </a:lnTo>
                  <a:cubicBezTo>
                    <a:pt x="9676" y="1935"/>
                    <a:pt x="9669" y="1937"/>
                    <a:pt x="9663" y="1937"/>
                  </a:cubicBezTo>
                  <a:cubicBezTo>
                    <a:pt x="9638" y="1937"/>
                    <a:pt x="9632" y="1905"/>
                    <a:pt x="9603" y="1895"/>
                  </a:cubicBezTo>
                  <a:lnTo>
                    <a:pt x="9709" y="1825"/>
                  </a:lnTo>
                  <a:lnTo>
                    <a:pt x="9720" y="1848"/>
                  </a:lnTo>
                  <a:cubicBezTo>
                    <a:pt x="9744" y="1837"/>
                    <a:pt x="9744" y="1755"/>
                    <a:pt x="9860" y="1697"/>
                  </a:cubicBezTo>
                  <a:cubicBezTo>
                    <a:pt x="10036" y="1580"/>
                    <a:pt x="10223" y="1451"/>
                    <a:pt x="10398" y="1334"/>
                  </a:cubicBezTo>
                  <a:lnTo>
                    <a:pt x="10398" y="1334"/>
                  </a:lnTo>
                  <a:cubicBezTo>
                    <a:pt x="10410" y="1346"/>
                    <a:pt x="10374" y="1381"/>
                    <a:pt x="10340" y="1404"/>
                  </a:cubicBezTo>
                  <a:cubicBezTo>
                    <a:pt x="10363" y="1393"/>
                    <a:pt x="10398" y="1370"/>
                    <a:pt x="10433" y="1358"/>
                  </a:cubicBezTo>
                  <a:lnTo>
                    <a:pt x="10433" y="1358"/>
                  </a:lnTo>
                  <a:cubicBezTo>
                    <a:pt x="10429" y="1359"/>
                    <a:pt x="10425" y="1359"/>
                    <a:pt x="10422" y="1359"/>
                  </a:cubicBezTo>
                  <a:cubicBezTo>
                    <a:pt x="10395" y="1359"/>
                    <a:pt x="10474" y="1310"/>
                    <a:pt x="10462" y="1310"/>
                  </a:cubicBezTo>
                  <a:cubicBezTo>
                    <a:pt x="10461" y="1310"/>
                    <a:pt x="10459" y="1310"/>
                    <a:pt x="10457" y="1311"/>
                  </a:cubicBezTo>
                  <a:cubicBezTo>
                    <a:pt x="10550" y="1171"/>
                    <a:pt x="10748" y="1101"/>
                    <a:pt x="10842" y="996"/>
                  </a:cubicBezTo>
                  <a:cubicBezTo>
                    <a:pt x="10818" y="937"/>
                    <a:pt x="10608" y="96"/>
                    <a:pt x="10573" y="49"/>
                  </a:cubicBezTo>
                  <a:cubicBezTo>
                    <a:pt x="10608" y="26"/>
                    <a:pt x="10644" y="3"/>
                    <a:pt x="10667" y="3"/>
                  </a:cubicBezTo>
                  <a:cubicBezTo>
                    <a:pt x="10664" y="1"/>
                    <a:pt x="10662" y="1"/>
                    <a:pt x="10658" y="1"/>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4573;p66">
              <a:extLst>
                <a:ext uri="{FF2B5EF4-FFF2-40B4-BE49-F238E27FC236}">
                  <a16:creationId xmlns:a16="http://schemas.microsoft.com/office/drawing/2014/main" id="{02D0C022-0534-47C6-97D0-801A1C12F94B}"/>
                </a:ext>
              </a:extLst>
            </p:cNvPr>
            <p:cNvSpPr/>
            <p:nvPr/>
          </p:nvSpPr>
          <p:spPr>
            <a:xfrm>
              <a:off x="1210650" y="2597350"/>
              <a:ext cx="3850" cy="1775"/>
            </a:xfrm>
            <a:custGeom>
              <a:avLst/>
              <a:gdLst/>
              <a:ahLst/>
              <a:cxnLst/>
              <a:rect l="l" t="t" r="r" b="b"/>
              <a:pathLst>
                <a:path w="154" h="71" extrusionOk="0">
                  <a:moveTo>
                    <a:pt x="153" y="0"/>
                  </a:moveTo>
                  <a:cubicBezTo>
                    <a:pt x="107" y="0"/>
                    <a:pt x="48" y="24"/>
                    <a:pt x="1" y="70"/>
                  </a:cubicBezTo>
                  <a:cubicBezTo>
                    <a:pt x="48" y="70"/>
                    <a:pt x="107" y="24"/>
                    <a:pt x="153" y="0"/>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4574;p66">
              <a:extLst>
                <a:ext uri="{FF2B5EF4-FFF2-40B4-BE49-F238E27FC236}">
                  <a16:creationId xmlns:a16="http://schemas.microsoft.com/office/drawing/2014/main" id="{9FF9FADE-2C21-454C-80D0-91EA78DF5AC3}"/>
                </a:ext>
              </a:extLst>
            </p:cNvPr>
            <p:cNvSpPr/>
            <p:nvPr/>
          </p:nvSpPr>
          <p:spPr>
            <a:xfrm>
              <a:off x="1214475" y="2597350"/>
              <a:ext cx="25" cy="25"/>
            </a:xfrm>
            <a:custGeom>
              <a:avLst/>
              <a:gdLst/>
              <a:ahLst/>
              <a:cxnLst/>
              <a:rect l="l" t="t" r="r" b="b"/>
              <a:pathLst>
                <a:path w="1" h="1" extrusionOk="0">
                  <a:moveTo>
                    <a:pt x="0" y="0"/>
                  </a:moveTo>
                  <a:lnTo>
                    <a:pt x="0" y="0"/>
                  </a:ln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4575;p66">
              <a:extLst>
                <a:ext uri="{FF2B5EF4-FFF2-40B4-BE49-F238E27FC236}">
                  <a16:creationId xmlns:a16="http://schemas.microsoft.com/office/drawing/2014/main" id="{994EBD80-F6DF-4E75-910B-45D8A3FBADE6}"/>
                </a:ext>
              </a:extLst>
            </p:cNvPr>
            <p:cNvSpPr/>
            <p:nvPr/>
          </p:nvSpPr>
          <p:spPr>
            <a:xfrm>
              <a:off x="1448125" y="2391750"/>
              <a:ext cx="1175" cy="900"/>
            </a:xfrm>
            <a:custGeom>
              <a:avLst/>
              <a:gdLst/>
              <a:ahLst/>
              <a:cxnLst/>
              <a:rect l="l" t="t" r="r" b="b"/>
              <a:pathLst>
                <a:path w="47" h="36" extrusionOk="0">
                  <a:moveTo>
                    <a:pt x="47" y="0"/>
                  </a:moveTo>
                  <a:lnTo>
                    <a:pt x="47" y="0"/>
                  </a:lnTo>
                  <a:cubicBezTo>
                    <a:pt x="23" y="12"/>
                    <a:pt x="11" y="23"/>
                    <a:pt x="0" y="36"/>
                  </a:cubicBezTo>
                  <a:cubicBezTo>
                    <a:pt x="11" y="23"/>
                    <a:pt x="35" y="12"/>
                    <a:pt x="47" y="0"/>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4576;p66">
              <a:extLst>
                <a:ext uri="{FF2B5EF4-FFF2-40B4-BE49-F238E27FC236}">
                  <a16:creationId xmlns:a16="http://schemas.microsoft.com/office/drawing/2014/main" id="{7639A13F-8C25-4E92-8085-94CCB66A6FAB}"/>
                </a:ext>
              </a:extLst>
            </p:cNvPr>
            <p:cNvSpPr/>
            <p:nvPr/>
          </p:nvSpPr>
          <p:spPr>
            <a:xfrm>
              <a:off x="1196950" y="2391750"/>
              <a:ext cx="260525" cy="205625"/>
            </a:xfrm>
            <a:custGeom>
              <a:avLst/>
              <a:gdLst/>
              <a:ahLst/>
              <a:cxnLst/>
              <a:rect l="l" t="t" r="r" b="b"/>
              <a:pathLst>
                <a:path w="10421" h="8225" extrusionOk="0">
                  <a:moveTo>
                    <a:pt x="10152" y="0"/>
                  </a:moveTo>
                  <a:cubicBezTo>
                    <a:pt x="10148" y="0"/>
                    <a:pt x="10144" y="1"/>
                    <a:pt x="10140" y="2"/>
                  </a:cubicBezTo>
                  <a:lnTo>
                    <a:pt x="10140" y="2"/>
                  </a:lnTo>
                  <a:cubicBezTo>
                    <a:pt x="10145" y="1"/>
                    <a:pt x="10149" y="0"/>
                    <a:pt x="10152" y="0"/>
                  </a:cubicBezTo>
                  <a:close/>
                  <a:moveTo>
                    <a:pt x="10047" y="1332"/>
                  </a:moveTo>
                  <a:cubicBezTo>
                    <a:pt x="10045" y="1332"/>
                    <a:pt x="10042" y="1332"/>
                    <a:pt x="10039" y="1333"/>
                  </a:cubicBezTo>
                  <a:lnTo>
                    <a:pt x="10039" y="1333"/>
                  </a:lnTo>
                  <a:cubicBezTo>
                    <a:pt x="10041" y="1333"/>
                    <a:pt x="10044" y="1332"/>
                    <a:pt x="10047" y="1332"/>
                  </a:cubicBezTo>
                  <a:close/>
                  <a:moveTo>
                    <a:pt x="7736" y="3106"/>
                  </a:moveTo>
                  <a:cubicBezTo>
                    <a:pt x="7735" y="3106"/>
                    <a:pt x="7735" y="3107"/>
                    <a:pt x="7734" y="3108"/>
                  </a:cubicBezTo>
                  <a:cubicBezTo>
                    <a:pt x="7735" y="3108"/>
                    <a:pt x="7735" y="3107"/>
                    <a:pt x="7736" y="3106"/>
                  </a:cubicBezTo>
                  <a:close/>
                  <a:moveTo>
                    <a:pt x="6110" y="4428"/>
                  </a:moveTo>
                  <a:lnTo>
                    <a:pt x="6110" y="4428"/>
                  </a:lnTo>
                  <a:cubicBezTo>
                    <a:pt x="6105" y="4430"/>
                    <a:pt x="6100" y="4432"/>
                    <a:pt x="6095" y="4434"/>
                  </a:cubicBezTo>
                  <a:lnTo>
                    <a:pt x="6095" y="4434"/>
                  </a:lnTo>
                  <a:cubicBezTo>
                    <a:pt x="6101" y="4433"/>
                    <a:pt x="6107" y="4431"/>
                    <a:pt x="6110" y="4428"/>
                  </a:cubicBezTo>
                  <a:close/>
                  <a:moveTo>
                    <a:pt x="776" y="8125"/>
                  </a:moveTo>
                  <a:cubicBezTo>
                    <a:pt x="778" y="8125"/>
                    <a:pt x="780" y="8127"/>
                    <a:pt x="783" y="8131"/>
                  </a:cubicBezTo>
                  <a:lnTo>
                    <a:pt x="728" y="8165"/>
                  </a:lnTo>
                  <a:lnTo>
                    <a:pt x="728" y="8165"/>
                  </a:lnTo>
                  <a:cubicBezTo>
                    <a:pt x="756" y="8144"/>
                    <a:pt x="768" y="8125"/>
                    <a:pt x="776" y="8125"/>
                  </a:cubicBezTo>
                  <a:close/>
                  <a:moveTo>
                    <a:pt x="10140" y="2"/>
                  </a:moveTo>
                  <a:cubicBezTo>
                    <a:pt x="10110" y="10"/>
                    <a:pt x="10055" y="40"/>
                    <a:pt x="10035" y="70"/>
                  </a:cubicBezTo>
                  <a:lnTo>
                    <a:pt x="10047" y="106"/>
                  </a:lnTo>
                  <a:cubicBezTo>
                    <a:pt x="10018" y="135"/>
                    <a:pt x="10007" y="140"/>
                    <a:pt x="9999" y="140"/>
                  </a:cubicBezTo>
                  <a:cubicBezTo>
                    <a:pt x="9995" y="140"/>
                    <a:pt x="9991" y="138"/>
                    <a:pt x="9987" y="138"/>
                  </a:cubicBezTo>
                  <a:cubicBezTo>
                    <a:pt x="9979" y="138"/>
                    <a:pt x="9967" y="142"/>
                    <a:pt x="9941" y="164"/>
                  </a:cubicBezTo>
                  <a:cubicBezTo>
                    <a:pt x="9918" y="140"/>
                    <a:pt x="9988" y="82"/>
                    <a:pt x="10047" y="36"/>
                  </a:cubicBezTo>
                  <a:lnTo>
                    <a:pt x="10047" y="36"/>
                  </a:lnTo>
                  <a:cubicBezTo>
                    <a:pt x="9988" y="82"/>
                    <a:pt x="9918" y="106"/>
                    <a:pt x="9918" y="140"/>
                  </a:cubicBezTo>
                  <a:cubicBezTo>
                    <a:pt x="9904" y="149"/>
                    <a:pt x="9896" y="152"/>
                    <a:pt x="9891" y="152"/>
                  </a:cubicBezTo>
                  <a:cubicBezTo>
                    <a:pt x="9881" y="152"/>
                    <a:pt x="9884" y="141"/>
                    <a:pt x="9871" y="141"/>
                  </a:cubicBezTo>
                  <a:cubicBezTo>
                    <a:pt x="9865" y="141"/>
                    <a:pt x="9854" y="143"/>
                    <a:pt x="9837" y="152"/>
                  </a:cubicBezTo>
                  <a:cubicBezTo>
                    <a:pt x="9790" y="199"/>
                    <a:pt x="9755" y="257"/>
                    <a:pt x="9684" y="293"/>
                  </a:cubicBezTo>
                  <a:lnTo>
                    <a:pt x="9684" y="280"/>
                  </a:lnTo>
                  <a:cubicBezTo>
                    <a:pt x="9544" y="363"/>
                    <a:pt x="9521" y="467"/>
                    <a:pt x="9393" y="526"/>
                  </a:cubicBezTo>
                  <a:lnTo>
                    <a:pt x="9393" y="514"/>
                  </a:lnTo>
                  <a:cubicBezTo>
                    <a:pt x="9346" y="537"/>
                    <a:pt x="9276" y="608"/>
                    <a:pt x="9194" y="654"/>
                  </a:cubicBezTo>
                  <a:cubicBezTo>
                    <a:pt x="9202" y="650"/>
                    <a:pt x="9212" y="648"/>
                    <a:pt x="9220" y="648"/>
                  </a:cubicBezTo>
                  <a:cubicBezTo>
                    <a:pt x="9232" y="648"/>
                    <a:pt x="9236" y="656"/>
                    <a:pt x="9206" y="678"/>
                  </a:cubicBezTo>
                  <a:cubicBezTo>
                    <a:pt x="9112" y="737"/>
                    <a:pt x="9066" y="794"/>
                    <a:pt x="8996" y="818"/>
                  </a:cubicBezTo>
                  <a:lnTo>
                    <a:pt x="8949" y="888"/>
                  </a:lnTo>
                  <a:cubicBezTo>
                    <a:pt x="8656" y="1110"/>
                    <a:pt x="7524" y="2045"/>
                    <a:pt x="7220" y="2255"/>
                  </a:cubicBezTo>
                  <a:lnTo>
                    <a:pt x="7220" y="2243"/>
                  </a:lnTo>
                  <a:cubicBezTo>
                    <a:pt x="6776" y="2582"/>
                    <a:pt x="5829" y="3260"/>
                    <a:pt x="5374" y="3634"/>
                  </a:cubicBezTo>
                  <a:cubicBezTo>
                    <a:pt x="5281" y="3668"/>
                    <a:pt x="5187" y="3751"/>
                    <a:pt x="5105" y="3797"/>
                  </a:cubicBezTo>
                  <a:cubicBezTo>
                    <a:pt x="5119" y="3790"/>
                    <a:pt x="5128" y="3788"/>
                    <a:pt x="5134" y="3788"/>
                  </a:cubicBezTo>
                  <a:cubicBezTo>
                    <a:pt x="5149" y="3788"/>
                    <a:pt x="5142" y="3804"/>
                    <a:pt x="5117" y="3821"/>
                  </a:cubicBezTo>
                  <a:cubicBezTo>
                    <a:pt x="4871" y="3984"/>
                    <a:pt x="5105" y="3855"/>
                    <a:pt x="4871" y="4031"/>
                  </a:cubicBezTo>
                  <a:cubicBezTo>
                    <a:pt x="4614" y="4241"/>
                    <a:pt x="3540" y="4965"/>
                    <a:pt x="3283" y="5117"/>
                  </a:cubicBezTo>
                  <a:cubicBezTo>
                    <a:pt x="3178" y="5246"/>
                    <a:pt x="2991" y="5339"/>
                    <a:pt x="2874" y="5444"/>
                  </a:cubicBezTo>
                  <a:lnTo>
                    <a:pt x="2885" y="5433"/>
                  </a:lnTo>
                  <a:lnTo>
                    <a:pt x="2885" y="5433"/>
                  </a:lnTo>
                  <a:cubicBezTo>
                    <a:pt x="2757" y="5537"/>
                    <a:pt x="1951" y="6064"/>
                    <a:pt x="1799" y="6192"/>
                  </a:cubicBezTo>
                  <a:lnTo>
                    <a:pt x="1823" y="6180"/>
                  </a:lnTo>
                  <a:lnTo>
                    <a:pt x="1823" y="6180"/>
                  </a:lnTo>
                  <a:cubicBezTo>
                    <a:pt x="1706" y="6297"/>
                    <a:pt x="1694" y="6251"/>
                    <a:pt x="1577" y="6321"/>
                  </a:cubicBezTo>
                  <a:cubicBezTo>
                    <a:pt x="1612" y="6344"/>
                    <a:pt x="1507" y="6449"/>
                    <a:pt x="1472" y="6484"/>
                  </a:cubicBezTo>
                  <a:lnTo>
                    <a:pt x="1460" y="6472"/>
                  </a:lnTo>
                  <a:cubicBezTo>
                    <a:pt x="1402" y="6531"/>
                    <a:pt x="1262" y="6671"/>
                    <a:pt x="1156" y="6752"/>
                  </a:cubicBezTo>
                  <a:lnTo>
                    <a:pt x="1145" y="6741"/>
                  </a:lnTo>
                  <a:cubicBezTo>
                    <a:pt x="1063" y="6823"/>
                    <a:pt x="876" y="6939"/>
                    <a:pt x="806" y="6998"/>
                  </a:cubicBezTo>
                  <a:cubicBezTo>
                    <a:pt x="655" y="7103"/>
                    <a:pt x="385" y="7243"/>
                    <a:pt x="198" y="7407"/>
                  </a:cubicBezTo>
                  <a:lnTo>
                    <a:pt x="24" y="7453"/>
                  </a:lnTo>
                  <a:lnTo>
                    <a:pt x="0" y="7477"/>
                  </a:lnTo>
                  <a:cubicBezTo>
                    <a:pt x="0" y="7477"/>
                    <a:pt x="236" y="8205"/>
                    <a:pt x="584" y="8205"/>
                  </a:cubicBezTo>
                  <a:cubicBezTo>
                    <a:pt x="600" y="8205"/>
                    <a:pt x="615" y="8204"/>
                    <a:pt x="631" y="8201"/>
                  </a:cubicBezTo>
                  <a:lnTo>
                    <a:pt x="631" y="8224"/>
                  </a:lnTo>
                  <a:lnTo>
                    <a:pt x="689" y="8190"/>
                  </a:lnTo>
                  <a:cubicBezTo>
                    <a:pt x="696" y="8185"/>
                    <a:pt x="702" y="8182"/>
                    <a:pt x="707" y="8179"/>
                  </a:cubicBezTo>
                  <a:lnTo>
                    <a:pt x="707" y="8179"/>
                  </a:lnTo>
                  <a:lnTo>
                    <a:pt x="689" y="8190"/>
                  </a:lnTo>
                  <a:cubicBezTo>
                    <a:pt x="700" y="8184"/>
                    <a:pt x="709" y="8179"/>
                    <a:pt x="717" y="8173"/>
                  </a:cubicBezTo>
                  <a:lnTo>
                    <a:pt x="717" y="8173"/>
                  </a:lnTo>
                  <a:cubicBezTo>
                    <a:pt x="722" y="8171"/>
                    <a:pt x="725" y="8170"/>
                    <a:pt x="727" y="8170"/>
                  </a:cubicBezTo>
                  <a:cubicBezTo>
                    <a:pt x="739" y="8170"/>
                    <a:pt x="718" y="8200"/>
                    <a:pt x="701" y="8224"/>
                  </a:cubicBezTo>
                  <a:cubicBezTo>
                    <a:pt x="736" y="8201"/>
                    <a:pt x="759" y="8190"/>
                    <a:pt x="795" y="8178"/>
                  </a:cubicBezTo>
                  <a:cubicBezTo>
                    <a:pt x="795" y="8170"/>
                    <a:pt x="792" y="8167"/>
                    <a:pt x="788" y="8167"/>
                  </a:cubicBezTo>
                  <a:cubicBezTo>
                    <a:pt x="780" y="8167"/>
                    <a:pt x="767" y="8178"/>
                    <a:pt x="759" y="8178"/>
                  </a:cubicBezTo>
                  <a:cubicBezTo>
                    <a:pt x="795" y="8143"/>
                    <a:pt x="829" y="8096"/>
                    <a:pt x="876" y="8073"/>
                  </a:cubicBezTo>
                  <a:cubicBezTo>
                    <a:pt x="895" y="8060"/>
                    <a:pt x="906" y="8056"/>
                    <a:pt x="913" y="8056"/>
                  </a:cubicBezTo>
                  <a:cubicBezTo>
                    <a:pt x="923" y="8056"/>
                    <a:pt x="925" y="8067"/>
                    <a:pt x="938" y="8067"/>
                  </a:cubicBezTo>
                  <a:cubicBezTo>
                    <a:pt x="946" y="8067"/>
                    <a:pt x="959" y="8063"/>
                    <a:pt x="982" y="8050"/>
                  </a:cubicBezTo>
                  <a:cubicBezTo>
                    <a:pt x="1402" y="7769"/>
                    <a:pt x="1823" y="7500"/>
                    <a:pt x="2231" y="7196"/>
                  </a:cubicBezTo>
                  <a:cubicBezTo>
                    <a:pt x="2243" y="7196"/>
                    <a:pt x="2231" y="7208"/>
                    <a:pt x="2231" y="7220"/>
                  </a:cubicBezTo>
                  <a:cubicBezTo>
                    <a:pt x="2348" y="7126"/>
                    <a:pt x="2465" y="7045"/>
                    <a:pt x="2570" y="6951"/>
                  </a:cubicBezTo>
                  <a:cubicBezTo>
                    <a:pt x="2582" y="6947"/>
                    <a:pt x="2592" y="6946"/>
                    <a:pt x="2601" y="6946"/>
                  </a:cubicBezTo>
                  <a:cubicBezTo>
                    <a:pt x="2619" y="6946"/>
                    <a:pt x="2632" y="6951"/>
                    <a:pt x="2641" y="6951"/>
                  </a:cubicBezTo>
                  <a:cubicBezTo>
                    <a:pt x="2628" y="6951"/>
                    <a:pt x="2781" y="6823"/>
                    <a:pt x="2932" y="6706"/>
                  </a:cubicBezTo>
                  <a:cubicBezTo>
                    <a:pt x="3014" y="6659"/>
                    <a:pt x="3096" y="6589"/>
                    <a:pt x="3166" y="6554"/>
                  </a:cubicBezTo>
                  <a:cubicBezTo>
                    <a:pt x="3225" y="6508"/>
                    <a:pt x="3271" y="6472"/>
                    <a:pt x="3271" y="6472"/>
                  </a:cubicBezTo>
                  <a:lnTo>
                    <a:pt x="3259" y="6437"/>
                  </a:lnTo>
                  <a:cubicBezTo>
                    <a:pt x="3304" y="6402"/>
                    <a:pt x="3323" y="6395"/>
                    <a:pt x="3335" y="6395"/>
                  </a:cubicBezTo>
                  <a:cubicBezTo>
                    <a:pt x="3343" y="6395"/>
                    <a:pt x="3348" y="6398"/>
                    <a:pt x="3355" y="6398"/>
                  </a:cubicBezTo>
                  <a:cubicBezTo>
                    <a:pt x="3367" y="6398"/>
                    <a:pt x="3383" y="6391"/>
                    <a:pt x="3423" y="6355"/>
                  </a:cubicBezTo>
                  <a:cubicBezTo>
                    <a:pt x="3435" y="6285"/>
                    <a:pt x="3622" y="6227"/>
                    <a:pt x="3645" y="6180"/>
                  </a:cubicBezTo>
                  <a:cubicBezTo>
                    <a:pt x="3645" y="6180"/>
                    <a:pt x="3687" y="6155"/>
                    <a:pt x="3707" y="6155"/>
                  </a:cubicBezTo>
                  <a:cubicBezTo>
                    <a:pt x="3711" y="6155"/>
                    <a:pt x="3714" y="6155"/>
                    <a:pt x="3715" y="6157"/>
                  </a:cubicBezTo>
                  <a:cubicBezTo>
                    <a:pt x="3715" y="6122"/>
                    <a:pt x="3762" y="6110"/>
                    <a:pt x="3797" y="6087"/>
                  </a:cubicBezTo>
                  <a:cubicBezTo>
                    <a:pt x="3797" y="6075"/>
                    <a:pt x="3794" y="6072"/>
                    <a:pt x="3788" y="6072"/>
                  </a:cubicBezTo>
                  <a:cubicBezTo>
                    <a:pt x="3782" y="6072"/>
                    <a:pt x="3773" y="6075"/>
                    <a:pt x="3762" y="6075"/>
                  </a:cubicBezTo>
                  <a:lnTo>
                    <a:pt x="3843" y="6017"/>
                  </a:lnTo>
                  <a:cubicBezTo>
                    <a:pt x="3856" y="6009"/>
                    <a:pt x="3866" y="6005"/>
                    <a:pt x="3872" y="6005"/>
                  </a:cubicBezTo>
                  <a:cubicBezTo>
                    <a:pt x="3882" y="6005"/>
                    <a:pt x="3882" y="6017"/>
                    <a:pt x="3867" y="6040"/>
                  </a:cubicBezTo>
                  <a:cubicBezTo>
                    <a:pt x="4077" y="5900"/>
                    <a:pt x="5117" y="5199"/>
                    <a:pt x="5339" y="5023"/>
                  </a:cubicBezTo>
                  <a:cubicBezTo>
                    <a:pt x="5307" y="5023"/>
                    <a:pt x="5244" y="5084"/>
                    <a:pt x="5198" y="5084"/>
                  </a:cubicBezTo>
                  <a:cubicBezTo>
                    <a:pt x="5194" y="5084"/>
                    <a:pt x="5191" y="5083"/>
                    <a:pt x="5187" y="5082"/>
                  </a:cubicBezTo>
                  <a:cubicBezTo>
                    <a:pt x="5234" y="5012"/>
                    <a:pt x="5281" y="5023"/>
                    <a:pt x="5292" y="4989"/>
                  </a:cubicBezTo>
                  <a:cubicBezTo>
                    <a:pt x="5297" y="4991"/>
                    <a:pt x="5303" y="4992"/>
                    <a:pt x="5309" y="4992"/>
                  </a:cubicBezTo>
                  <a:cubicBezTo>
                    <a:pt x="5360" y="4992"/>
                    <a:pt x="5425" y="4916"/>
                    <a:pt x="5492" y="4916"/>
                  </a:cubicBezTo>
                  <a:cubicBezTo>
                    <a:pt x="5499" y="4916"/>
                    <a:pt x="5507" y="4917"/>
                    <a:pt x="5514" y="4919"/>
                  </a:cubicBezTo>
                  <a:lnTo>
                    <a:pt x="5514" y="4872"/>
                  </a:lnTo>
                  <a:lnTo>
                    <a:pt x="5561" y="4872"/>
                  </a:lnTo>
                  <a:cubicBezTo>
                    <a:pt x="5806" y="4650"/>
                    <a:pt x="5608" y="4813"/>
                    <a:pt x="5853" y="4650"/>
                  </a:cubicBezTo>
                  <a:cubicBezTo>
                    <a:pt x="5975" y="4561"/>
                    <a:pt x="6012" y="4473"/>
                    <a:pt x="6095" y="4434"/>
                  </a:cubicBezTo>
                  <a:lnTo>
                    <a:pt x="6095" y="4434"/>
                  </a:lnTo>
                  <a:cubicBezTo>
                    <a:pt x="6093" y="4435"/>
                    <a:pt x="6091" y="4435"/>
                    <a:pt x="6089" y="4435"/>
                  </a:cubicBezTo>
                  <a:cubicBezTo>
                    <a:pt x="6075" y="4435"/>
                    <a:pt x="6064" y="4427"/>
                    <a:pt x="6086" y="4405"/>
                  </a:cubicBezTo>
                  <a:lnTo>
                    <a:pt x="6086" y="4405"/>
                  </a:lnTo>
                  <a:cubicBezTo>
                    <a:pt x="6089" y="4407"/>
                    <a:pt x="6091" y="4408"/>
                    <a:pt x="6094" y="4408"/>
                  </a:cubicBezTo>
                  <a:cubicBezTo>
                    <a:pt x="6120" y="4408"/>
                    <a:pt x="6166" y="4334"/>
                    <a:pt x="6197" y="4334"/>
                  </a:cubicBezTo>
                  <a:cubicBezTo>
                    <a:pt x="6199" y="4334"/>
                    <a:pt x="6201" y="4334"/>
                    <a:pt x="6203" y="4335"/>
                  </a:cubicBezTo>
                  <a:cubicBezTo>
                    <a:pt x="6227" y="4311"/>
                    <a:pt x="6343" y="4229"/>
                    <a:pt x="6285" y="4229"/>
                  </a:cubicBezTo>
                  <a:cubicBezTo>
                    <a:pt x="6310" y="4229"/>
                    <a:pt x="6363" y="4194"/>
                    <a:pt x="6377" y="4194"/>
                  </a:cubicBezTo>
                  <a:cubicBezTo>
                    <a:pt x="6382" y="4194"/>
                    <a:pt x="6381" y="4200"/>
                    <a:pt x="6367" y="4218"/>
                  </a:cubicBezTo>
                  <a:cubicBezTo>
                    <a:pt x="6402" y="4194"/>
                    <a:pt x="6437" y="4171"/>
                    <a:pt x="6460" y="4148"/>
                  </a:cubicBezTo>
                  <a:lnTo>
                    <a:pt x="6460" y="4148"/>
                  </a:lnTo>
                  <a:lnTo>
                    <a:pt x="6413" y="4171"/>
                  </a:lnTo>
                  <a:cubicBezTo>
                    <a:pt x="6519" y="4089"/>
                    <a:pt x="6600" y="4065"/>
                    <a:pt x="6647" y="3984"/>
                  </a:cubicBezTo>
                  <a:lnTo>
                    <a:pt x="6647" y="3984"/>
                  </a:lnTo>
                  <a:lnTo>
                    <a:pt x="6600" y="4008"/>
                  </a:lnTo>
                  <a:cubicBezTo>
                    <a:pt x="6663" y="3955"/>
                    <a:pt x="6716" y="3912"/>
                    <a:pt x="6761" y="3912"/>
                  </a:cubicBezTo>
                  <a:cubicBezTo>
                    <a:pt x="6766" y="3912"/>
                    <a:pt x="6771" y="3913"/>
                    <a:pt x="6776" y="3914"/>
                  </a:cubicBezTo>
                  <a:lnTo>
                    <a:pt x="6706" y="3984"/>
                  </a:lnTo>
                  <a:cubicBezTo>
                    <a:pt x="6823" y="3891"/>
                    <a:pt x="6893" y="3844"/>
                    <a:pt x="6974" y="3762"/>
                  </a:cubicBezTo>
                  <a:lnTo>
                    <a:pt x="6974" y="3762"/>
                  </a:lnTo>
                  <a:lnTo>
                    <a:pt x="6940" y="3785"/>
                  </a:lnTo>
                  <a:cubicBezTo>
                    <a:pt x="7033" y="3668"/>
                    <a:pt x="7641" y="3190"/>
                    <a:pt x="7722" y="3073"/>
                  </a:cubicBezTo>
                  <a:lnTo>
                    <a:pt x="7722" y="3073"/>
                  </a:lnTo>
                  <a:lnTo>
                    <a:pt x="7652" y="3084"/>
                  </a:lnTo>
                  <a:lnTo>
                    <a:pt x="7734" y="2991"/>
                  </a:lnTo>
                  <a:lnTo>
                    <a:pt x="7734" y="2991"/>
                  </a:lnTo>
                  <a:cubicBezTo>
                    <a:pt x="7723" y="3004"/>
                    <a:pt x="7742" y="3092"/>
                    <a:pt x="7736" y="3106"/>
                  </a:cubicBezTo>
                  <a:lnTo>
                    <a:pt x="7736" y="3106"/>
                  </a:lnTo>
                  <a:cubicBezTo>
                    <a:pt x="7832" y="3023"/>
                    <a:pt x="8145" y="2802"/>
                    <a:pt x="8446" y="2559"/>
                  </a:cubicBezTo>
                  <a:cubicBezTo>
                    <a:pt x="8750" y="2325"/>
                    <a:pt x="9054" y="2092"/>
                    <a:pt x="9159" y="2022"/>
                  </a:cubicBezTo>
                  <a:cubicBezTo>
                    <a:pt x="9179" y="2010"/>
                    <a:pt x="9191" y="2006"/>
                    <a:pt x="9199" y="2006"/>
                  </a:cubicBezTo>
                  <a:cubicBezTo>
                    <a:pt x="9220" y="2006"/>
                    <a:pt x="9194" y="2048"/>
                    <a:pt x="9194" y="2056"/>
                  </a:cubicBezTo>
                  <a:cubicBezTo>
                    <a:pt x="9287" y="1975"/>
                    <a:pt x="9217" y="1998"/>
                    <a:pt x="9299" y="1939"/>
                  </a:cubicBezTo>
                  <a:cubicBezTo>
                    <a:pt x="9303" y="1938"/>
                    <a:pt x="9305" y="1937"/>
                    <a:pt x="9307" y="1937"/>
                  </a:cubicBezTo>
                  <a:cubicBezTo>
                    <a:pt x="9319" y="1937"/>
                    <a:pt x="9309" y="1964"/>
                    <a:pt x="9299" y="1975"/>
                  </a:cubicBezTo>
                  <a:cubicBezTo>
                    <a:pt x="9334" y="1951"/>
                    <a:pt x="9370" y="1928"/>
                    <a:pt x="9357" y="1916"/>
                  </a:cubicBezTo>
                  <a:lnTo>
                    <a:pt x="9357" y="1916"/>
                  </a:lnTo>
                  <a:cubicBezTo>
                    <a:pt x="9346" y="1922"/>
                    <a:pt x="9337" y="1924"/>
                    <a:pt x="9330" y="1924"/>
                  </a:cubicBezTo>
                  <a:cubicBezTo>
                    <a:pt x="9309" y="1924"/>
                    <a:pt x="9302" y="1902"/>
                    <a:pt x="9276" y="1893"/>
                  </a:cubicBezTo>
                  <a:lnTo>
                    <a:pt x="9381" y="1822"/>
                  </a:lnTo>
                  <a:lnTo>
                    <a:pt x="9381" y="1846"/>
                  </a:lnTo>
                  <a:cubicBezTo>
                    <a:pt x="9404" y="1822"/>
                    <a:pt x="9404" y="1752"/>
                    <a:pt x="9510" y="1682"/>
                  </a:cubicBezTo>
                  <a:cubicBezTo>
                    <a:pt x="9673" y="1565"/>
                    <a:pt x="9848" y="1425"/>
                    <a:pt x="10012" y="1297"/>
                  </a:cubicBezTo>
                  <a:lnTo>
                    <a:pt x="10012" y="1297"/>
                  </a:lnTo>
                  <a:cubicBezTo>
                    <a:pt x="10024" y="1308"/>
                    <a:pt x="9988" y="1344"/>
                    <a:pt x="9965" y="1379"/>
                  </a:cubicBezTo>
                  <a:cubicBezTo>
                    <a:pt x="9986" y="1369"/>
                    <a:pt x="10016" y="1339"/>
                    <a:pt x="10039" y="1333"/>
                  </a:cubicBezTo>
                  <a:lnTo>
                    <a:pt x="10039" y="1333"/>
                  </a:lnTo>
                  <a:cubicBezTo>
                    <a:pt x="10038" y="1333"/>
                    <a:pt x="10038" y="1333"/>
                    <a:pt x="10037" y="1333"/>
                  </a:cubicBezTo>
                  <a:cubicBezTo>
                    <a:pt x="10006" y="1333"/>
                    <a:pt x="10089" y="1273"/>
                    <a:pt x="10076" y="1273"/>
                  </a:cubicBezTo>
                  <a:cubicBezTo>
                    <a:pt x="10074" y="1273"/>
                    <a:pt x="10073" y="1273"/>
                    <a:pt x="10070" y="1274"/>
                  </a:cubicBezTo>
                  <a:cubicBezTo>
                    <a:pt x="10152" y="1145"/>
                    <a:pt x="10339" y="1064"/>
                    <a:pt x="10421" y="947"/>
                  </a:cubicBezTo>
                  <a:cubicBezTo>
                    <a:pt x="10398" y="900"/>
                    <a:pt x="10105" y="94"/>
                    <a:pt x="10070" y="47"/>
                  </a:cubicBezTo>
                  <a:cubicBezTo>
                    <a:pt x="10099" y="27"/>
                    <a:pt x="10120" y="8"/>
                    <a:pt x="10140" y="2"/>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4577;p66">
              <a:extLst>
                <a:ext uri="{FF2B5EF4-FFF2-40B4-BE49-F238E27FC236}">
                  <a16:creationId xmlns:a16="http://schemas.microsoft.com/office/drawing/2014/main" id="{31BDB345-FB42-4B6E-AA35-FCF2D3453A75}"/>
                </a:ext>
              </a:extLst>
            </p:cNvPr>
            <p:cNvSpPr/>
            <p:nvPr/>
          </p:nvSpPr>
          <p:spPr>
            <a:xfrm>
              <a:off x="1248350" y="2638225"/>
              <a:ext cx="4100" cy="2375"/>
            </a:xfrm>
            <a:custGeom>
              <a:avLst/>
              <a:gdLst/>
              <a:ahLst/>
              <a:cxnLst/>
              <a:rect l="l" t="t" r="r" b="b"/>
              <a:pathLst>
                <a:path w="164" h="95" extrusionOk="0">
                  <a:moveTo>
                    <a:pt x="164" y="1"/>
                  </a:moveTo>
                  <a:cubicBezTo>
                    <a:pt x="105" y="13"/>
                    <a:pt x="47" y="36"/>
                    <a:pt x="0" y="94"/>
                  </a:cubicBezTo>
                  <a:cubicBezTo>
                    <a:pt x="47" y="83"/>
                    <a:pt x="105" y="36"/>
                    <a:pt x="164" y="1"/>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4578;p66">
              <a:extLst>
                <a:ext uri="{FF2B5EF4-FFF2-40B4-BE49-F238E27FC236}">
                  <a16:creationId xmlns:a16="http://schemas.microsoft.com/office/drawing/2014/main" id="{63649F2A-AF0C-4BC6-BD42-9AA01FDC9D36}"/>
                </a:ext>
              </a:extLst>
            </p:cNvPr>
            <p:cNvSpPr/>
            <p:nvPr/>
          </p:nvSpPr>
          <p:spPr>
            <a:xfrm>
              <a:off x="1252425" y="2638225"/>
              <a:ext cx="25" cy="25"/>
            </a:xfrm>
            <a:custGeom>
              <a:avLst/>
              <a:gdLst/>
              <a:ahLst/>
              <a:cxnLst/>
              <a:rect l="l" t="t" r="r" b="b"/>
              <a:pathLst>
                <a:path w="1" h="1" extrusionOk="0">
                  <a:moveTo>
                    <a:pt x="1" y="1"/>
                  </a:moveTo>
                  <a:lnTo>
                    <a:pt x="1" y="1"/>
                  </a:ln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4579;p66">
              <a:extLst>
                <a:ext uri="{FF2B5EF4-FFF2-40B4-BE49-F238E27FC236}">
                  <a16:creationId xmlns:a16="http://schemas.microsoft.com/office/drawing/2014/main" id="{00925BB9-2E1A-4E38-8D8D-A3042001BD20}"/>
                </a:ext>
              </a:extLst>
            </p:cNvPr>
            <p:cNvSpPr/>
            <p:nvPr/>
          </p:nvSpPr>
          <p:spPr>
            <a:xfrm>
              <a:off x="1233450" y="2414200"/>
              <a:ext cx="277775" cy="224375"/>
            </a:xfrm>
            <a:custGeom>
              <a:avLst/>
              <a:gdLst/>
              <a:ahLst/>
              <a:cxnLst/>
              <a:rect l="l" t="t" r="r" b="b"/>
              <a:pathLst>
                <a:path w="11111" h="8975" extrusionOk="0">
                  <a:moveTo>
                    <a:pt x="9870" y="664"/>
                  </a:moveTo>
                  <a:cubicBezTo>
                    <a:pt x="9866" y="665"/>
                    <a:pt x="9863" y="666"/>
                    <a:pt x="9860" y="667"/>
                  </a:cubicBezTo>
                  <a:cubicBezTo>
                    <a:pt x="9863" y="666"/>
                    <a:pt x="9867" y="665"/>
                    <a:pt x="9870" y="664"/>
                  </a:cubicBezTo>
                  <a:close/>
                  <a:moveTo>
                    <a:pt x="8139" y="3185"/>
                  </a:moveTo>
                  <a:cubicBezTo>
                    <a:pt x="8136" y="3187"/>
                    <a:pt x="8133" y="3189"/>
                    <a:pt x="8131" y="3191"/>
                  </a:cubicBezTo>
                  <a:cubicBezTo>
                    <a:pt x="8134" y="3191"/>
                    <a:pt x="8137" y="3189"/>
                    <a:pt x="8139" y="3185"/>
                  </a:cubicBezTo>
                  <a:close/>
                  <a:moveTo>
                    <a:pt x="4038" y="6410"/>
                  </a:moveTo>
                  <a:cubicBezTo>
                    <a:pt x="4035" y="6412"/>
                    <a:pt x="4033" y="6414"/>
                    <a:pt x="4031" y="6415"/>
                  </a:cubicBezTo>
                  <a:cubicBezTo>
                    <a:pt x="4033" y="6413"/>
                    <a:pt x="4036" y="6412"/>
                    <a:pt x="4038" y="6410"/>
                  </a:cubicBezTo>
                  <a:close/>
                  <a:moveTo>
                    <a:pt x="1881" y="6742"/>
                  </a:moveTo>
                  <a:lnTo>
                    <a:pt x="1858" y="6766"/>
                  </a:lnTo>
                  <a:cubicBezTo>
                    <a:pt x="1863" y="6761"/>
                    <a:pt x="1868" y="6756"/>
                    <a:pt x="1874" y="6750"/>
                  </a:cubicBezTo>
                  <a:lnTo>
                    <a:pt x="1874" y="6750"/>
                  </a:lnTo>
                  <a:cubicBezTo>
                    <a:pt x="1876" y="6748"/>
                    <a:pt x="1879" y="6745"/>
                    <a:pt x="1881" y="6742"/>
                  </a:cubicBezTo>
                  <a:close/>
                  <a:moveTo>
                    <a:pt x="10925" y="0"/>
                  </a:moveTo>
                  <a:cubicBezTo>
                    <a:pt x="10894" y="0"/>
                    <a:pt x="10827" y="41"/>
                    <a:pt x="10807" y="72"/>
                  </a:cubicBezTo>
                  <a:lnTo>
                    <a:pt x="10818" y="107"/>
                  </a:lnTo>
                  <a:cubicBezTo>
                    <a:pt x="10784" y="136"/>
                    <a:pt x="10772" y="141"/>
                    <a:pt x="10764" y="141"/>
                  </a:cubicBezTo>
                  <a:cubicBezTo>
                    <a:pt x="10760" y="141"/>
                    <a:pt x="10757" y="140"/>
                    <a:pt x="10753" y="140"/>
                  </a:cubicBezTo>
                  <a:cubicBezTo>
                    <a:pt x="10745" y="140"/>
                    <a:pt x="10732" y="144"/>
                    <a:pt x="10701" y="166"/>
                  </a:cubicBezTo>
                  <a:cubicBezTo>
                    <a:pt x="10678" y="142"/>
                    <a:pt x="10748" y="83"/>
                    <a:pt x="10818" y="37"/>
                  </a:cubicBezTo>
                  <a:lnTo>
                    <a:pt x="10818" y="37"/>
                  </a:lnTo>
                  <a:cubicBezTo>
                    <a:pt x="10760" y="72"/>
                    <a:pt x="10678" y="107"/>
                    <a:pt x="10678" y="142"/>
                  </a:cubicBezTo>
                  <a:cubicBezTo>
                    <a:pt x="10660" y="151"/>
                    <a:pt x="10651" y="154"/>
                    <a:pt x="10645" y="154"/>
                  </a:cubicBezTo>
                  <a:cubicBezTo>
                    <a:pt x="10634" y="154"/>
                    <a:pt x="10638" y="142"/>
                    <a:pt x="10624" y="142"/>
                  </a:cubicBezTo>
                  <a:cubicBezTo>
                    <a:pt x="10616" y="142"/>
                    <a:pt x="10605" y="145"/>
                    <a:pt x="10584" y="153"/>
                  </a:cubicBezTo>
                  <a:cubicBezTo>
                    <a:pt x="10538" y="200"/>
                    <a:pt x="10491" y="270"/>
                    <a:pt x="10421" y="294"/>
                  </a:cubicBezTo>
                  <a:cubicBezTo>
                    <a:pt x="10257" y="364"/>
                    <a:pt x="10223" y="481"/>
                    <a:pt x="10082" y="539"/>
                  </a:cubicBezTo>
                  <a:lnTo>
                    <a:pt x="10082" y="527"/>
                  </a:lnTo>
                  <a:cubicBezTo>
                    <a:pt x="10037" y="550"/>
                    <a:pt x="9959" y="627"/>
                    <a:pt x="9870" y="664"/>
                  </a:cubicBezTo>
                  <a:lnTo>
                    <a:pt x="9870" y="664"/>
                  </a:lnTo>
                  <a:cubicBezTo>
                    <a:pt x="9875" y="662"/>
                    <a:pt x="9879" y="661"/>
                    <a:pt x="9884" y="661"/>
                  </a:cubicBezTo>
                  <a:cubicBezTo>
                    <a:pt x="9898" y="661"/>
                    <a:pt x="9903" y="672"/>
                    <a:pt x="9872" y="703"/>
                  </a:cubicBezTo>
                  <a:cubicBezTo>
                    <a:pt x="9767" y="750"/>
                    <a:pt x="9709" y="808"/>
                    <a:pt x="9626" y="843"/>
                  </a:cubicBezTo>
                  <a:lnTo>
                    <a:pt x="9580" y="913"/>
                  </a:lnTo>
                  <a:cubicBezTo>
                    <a:pt x="9241" y="1135"/>
                    <a:pt x="7956" y="2082"/>
                    <a:pt x="7640" y="2326"/>
                  </a:cubicBezTo>
                  <a:lnTo>
                    <a:pt x="7640" y="2315"/>
                  </a:lnTo>
                  <a:cubicBezTo>
                    <a:pt x="7150" y="2689"/>
                    <a:pt x="6122" y="3437"/>
                    <a:pt x="5631" y="3845"/>
                  </a:cubicBezTo>
                  <a:cubicBezTo>
                    <a:pt x="5538" y="3881"/>
                    <a:pt x="5421" y="3962"/>
                    <a:pt x="5339" y="4021"/>
                  </a:cubicBezTo>
                  <a:cubicBezTo>
                    <a:pt x="5353" y="4014"/>
                    <a:pt x="5363" y="4011"/>
                    <a:pt x="5369" y="4011"/>
                  </a:cubicBezTo>
                  <a:cubicBezTo>
                    <a:pt x="5383" y="4011"/>
                    <a:pt x="5376" y="4028"/>
                    <a:pt x="5351" y="4044"/>
                  </a:cubicBezTo>
                  <a:cubicBezTo>
                    <a:pt x="5094" y="4231"/>
                    <a:pt x="5339" y="4067"/>
                    <a:pt x="5094" y="4278"/>
                  </a:cubicBezTo>
                  <a:cubicBezTo>
                    <a:pt x="4813" y="4511"/>
                    <a:pt x="3681" y="5340"/>
                    <a:pt x="3411" y="5527"/>
                  </a:cubicBezTo>
                  <a:cubicBezTo>
                    <a:pt x="3295" y="5656"/>
                    <a:pt x="3108" y="5773"/>
                    <a:pt x="2980" y="5890"/>
                  </a:cubicBezTo>
                  <a:lnTo>
                    <a:pt x="2991" y="5878"/>
                  </a:lnTo>
                  <a:lnTo>
                    <a:pt x="2991" y="5878"/>
                  </a:lnTo>
                  <a:cubicBezTo>
                    <a:pt x="2921" y="5937"/>
                    <a:pt x="2676" y="6111"/>
                    <a:pt x="2430" y="6310"/>
                  </a:cubicBezTo>
                  <a:cubicBezTo>
                    <a:pt x="2200" y="6486"/>
                    <a:pt x="1968" y="6662"/>
                    <a:pt x="1874" y="6750"/>
                  </a:cubicBezTo>
                  <a:lnTo>
                    <a:pt x="1874" y="6750"/>
                  </a:lnTo>
                  <a:cubicBezTo>
                    <a:pt x="1752" y="6881"/>
                    <a:pt x="1750" y="6837"/>
                    <a:pt x="1624" y="6918"/>
                  </a:cubicBezTo>
                  <a:cubicBezTo>
                    <a:pt x="1671" y="6941"/>
                    <a:pt x="1554" y="7058"/>
                    <a:pt x="1519" y="7093"/>
                  </a:cubicBezTo>
                  <a:lnTo>
                    <a:pt x="1508" y="7093"/>
                  </a:lnTo>
                  <a:cubicBezTo>
                    <a:pt x="1438" y="7152"/>
                    <a:pt x="1309" y="7315"/>
                    <a:pt x="1192" y="7409"/>
                  </a:cubicBezTo>
                  <a:lnTo>
                    <a:pt x="1181" y="7385"/>
                  </a:lnTo>
                  <a:cubicBezTo>
                    <a:pt x="1098" y="7490"/>
                    <a:pt x="900" y="7630"/>
                    <a:pt x="841" y="7689"/>
                  </a:cubicBezTo>
                  <a:cubicBezTo>
                    <a:pt x="667" y="7817"/>
                    <a:pt x="397" y="7981"/>
                    <a:pt x="199" y="8180"/>
                  </a:cubicBezTo>
                  <a:lnTo>
                    <a:pt x="12" y="8250"/>
                  </a:lnTo>
                  <a:lnTo>
                    <a:pt x="0" y="8273"/>
                  </a:lnTo>
                  <a:cubicBezTo>
                    <a:pt x="0" y="8273"/>
                    <a:pt x="246" y="8960"/>
                    <a:pt x="604" y="8960"/>
                  </a:cubicBezTo>
                  <a:cubicBezTo>
                    <a:pt x="628" y="8960"/>
                    <a:pt x="653" y="8957"/>
                    <a:pt x="678" y="8951"/>
                  </a:cubicBezTo>
                  <a:lnTo>
                    <a:pt x="690" y="8974"/>
                  </a:lnTo>
                  <a:lnTo>
                    <a:pt x="737" y="8927"/>
                  </a:lnTo>
                  <a:cubicBezTo>
                    <a:pt x="794" y="8889"/>
                    <a:pt x="820" y="8851"/>
                    <a:pt x="834" y="8851"/>
                  </a:cubicBezTo>
                  <a:cubicBezTo>
                    <a:pt x="837" y="8851"/>
                    <a:pt x="839" y="8853"/>
                    <a:pt x="841" y="8857"/>
                  </a:cubicBezTo>
                  <a:lnTo>
                    <a:pt x="748" y="8927"/>
                  </a:lnTo>
                  <a:cubicBezTo>
                    <a:pt x="769" y="8913"/>
                    <a:pt x="779" y="8908"/>
                    <a:pt x="784" y="8908"/>
                  </a:cubicBezTo>
                  <a:cubicBezTo>
                    <a:pt x="793" y="8908"/>
                    <a:pt x="768" y="8938"/>
                    <a:pt x="760" y="8962"/>
                  </a:cubicBezTo>
                  <a:cubicBezTo>
                    <a:pt x="783" y="8939"/>
                    <a:pt x="818" y="8915"/>
                    <a:pt x="841" y="8904"/>
                  </a:cubicBezTo>
                  <a:cubicBezTo>
                    <a:pt x="845" y="8900"/>
                    <a:pt x="845" y="8899"/>
                    <a:pt x="843" y="8899"/>
                  </a:cubicBezTo>
                  <a:cubicBezTo>
                    <a:pt x="839" y="8899"/>
                    <a:pt x="826" y="8904"/>
                    <a:pt x="818" y="8904"/>
                  </a:cubicBezTo>
                  <a:cubicBezTo>
                    <a:pt x="841" y="8868"/>
                    <a:pt x="877" y="8810"/>
                    <a:pt x="935" y="8787"/>
                  </a:cubicBezTo>
                  <a:cubicBezTo>
                    <a:pt x="956" y="8770"/>
                    <a:pt x="966" y="8765"/>
                    <a:pt x="973" y="8765"/>
                  </a:cubicBezTo>
                  <a:cubicBezTo>
                    <a:pt x="982" y="8765"/>
                    <a:pt x="984" y="8774"/>
                    <a:pt x="995" y="8774"/>
                  </a:cubicBezTo>
                  <a:cubicBezTo>
                    <a:pt x="1003" y="8774"/>
                    <a:pt x="1016" y="8769"/>
                    <a:pt x="1040" y="8752"/>
                  </a:cubicBezTo>
                  <a:cubicBezTo>
                    <a:pt x="1484" y="8425"/>
                    <a:pt x="1905" y="8110"/>
                    <a:pt x="2337" y="7759"/>
                  </a:cubicBezTo>
                  <a:cubicBezTo>
                    <a:pt x="2349" y="7759"/>
                    <a:pt x="2337" y="7759"/>
                    <a:pt x="2325" y="7782"/>
                  </a:cubicBezTo>
                  <a:cubicBezTo>
                    <a:pt x="2453" y="7666"/>
                    <a:pt x="2570" y="7572"/>
                    <a:pt x="2676" y="7467"/>
                  </a:cubicBezTo>
                  <a:cubicBezTo>
                    <a:pt x="2723" y="7455"/>
                    <a:pt x="2734" y="7455"/>
                    <a:pt x="2746" y="7455"/>
                  </a:cubicBezTo>
                  <a:cubicBezTo>
                    <a:pt x="2723" y="7455"/>
                    <a:pt x="3388" y="6918"/>
                    <a:pt x="3400" y="6918"/>
                  </a:cubicBezTo>
                  <a:lnTo>
                    <a:pt x="3388" y="6871"/>
                  </a:lnTo>
                  <a:cubicBezTo>
                    <a:pt x="3437" y="6836"/>
                    <a:pt x="3459" y="6829"/>
                    <a:pt x="3474" y="6829"/>
                  </a:cubicBezTo>
                  <a:cubicBezTo>
                    <a:pt x="3483" y="6829"/>
                    <a:pt x="3489" y="6831"/>
                    <a:pt x="3498" y="6831"/>
                  </a:cubicBezTo>
                  <a:cubicBezTo>
                    <a:pt x="3511" y="6831"/>
                    <a:pt x="3530" y="6825"/>
                    <a:pt x="3575" y="6789"/>
                  </a:cubicBezTo>
                  <a:cubicBezTo>
                    <a:pt x="3587" y="6708"/>
                    <a:pt x="3774" y="6638"/>
                    <a:pt x="3797" y="6579"/>
                  </a:cubicBezTo>
                  <a:cubicBezTo>
                    <a:pt x="3797" y="6579"/>
                    <a:pt x="3840" y="6553"/>
                    <a:pt x="3860" y="6553"/>
                  </a:cubicBezTo>
                  <a:cubicBezTo>
                    <a:pt x="3863" y="6553"/>
                    <a:pt x="3866" y="6554"/>
                    <a:pt x="3867" y="6555"/>
                  </a:cubicBezTo>
                  <a:cubicBezTo>
                    <a:pt x="3867" y="6521"/>
                    <a:pt x="3925" y="6509"/>
                    <a:pt x="3949" y="6474"/>
                  </a:cubicBezTo>
                  <a:cubicBezTo>
                    <a:pt x="3953" y="6466"/>
                    <a:pt x="3953" y="6464"/>
                    <a:pt x="3951" y="6464"/>
                  </a:cubicBezTo>
                  <a:cubicBezTo>
                    <a:pt x="3947" y="6464"/>
                    <a:pt x="3933" y="6474"/>
                    <a:pt x="3925" y="6474"/>
                  </a:cubicBezTo>
                  <a:lnTo>
                    <a:pt x="3995" y="6392"/>
                  </a:lnTo>
                  <a:cubicBezTo>
                    <a:pt x="4008" y="6389"/>
                    <a:pt x="4019" y="6387"/>
                    <a:pt x="4027" y="6387"/>
                  </a:cubicBezTo>
                  <a:cubicBezTo>
                    <a:pt x="4048" y="6387"/>
                    <a:pt x="4055" y="6396"/>
                    <a:pt x="4038" y="6410"/>
                  </a:cubicBezTo>
                  <a:lnTo>
                    <a:pt x="4038" y="6410"/>
                  </a:lnTo>
                  <a:cubicBezTo>
                    <a:pt x="4273" y="6237"/>
                    <a:pt x="5353" y="5467"/>
                    <a:pt x="5573" y="5270"/>
                  </a:cubicBezTo>
                  <a:cubicBezTo>
                    <a:pt x="5526" y="5270"/>
                    <a:pt x="5467" y="5340"/>
                    <a:pt x="5421" y="5340"/>
                  </a:cubicBezTo>
                  <a:cubicBezTo>
                    <a:pt x="5467" y="5270"/>
                    <a:pt x="5514" y="5270"/>
                    <a:pt x="5526" y="5236"/>
                  </a:cubicBezTo>
                  <a:cubicBezTo>
                    <a:pt x="5531" y="5238"/>
                    <a:pt x="5536" y="5239"/>
                    <a:pt x="5542" y="5239"/>
                  </a:cubicBezTo>
                  <a:cubicBezTo>
                    <a:pt x="5597" y="5239"/>
                    <a:pt x="5676" y="5141"/>
                    <a:pt x="5749" y="5141"/>
                  </a:cubicBezTo>
                  <a:cubicBezTo>
                    <a:pt x="5753" y="5141"/>
                    <a:pt x="5756" y="5142"/>
                    <a:pt x="5760" y="5142"/>
                  </a:cubicBezTo>
                  <a:lnTo>
                    <a:pt x="5760" y="5107"/>
                  </a:lnTo>
                  <a:lnTo>
                    <a:pt x="5795" y="5096"/>
                  </a:lnTo>
                  <a:cubicBezTo>
                    <a:pt x="6064" y="4862"/>
                    <a:pt x="5853" y="5037"/>
                    <a:pt x="6110" y="4850"/>
                  </a:cubicBezTo>
                  <a:cubicBezTo>
                    <a:pt x="6251" y="4745"/>
                    <a:pt x="6297" y="4663"/>
                    <a:pt x="6391" y="4616"/>
                  </a:cubicBezTo>
                  <a:cubicBezTo>
                    <a:pt x="6386" y="4616"/>
                    <a:pt x="6375" y="4618"/>
                    <a:pt x="6367" y="4618"/>
                  </a:cubicBezTo>
                  <a:cubicBezTo>
                    <a:pt x="6354" y="4618"/>
                    <a:pt x="6346" y="4614"/>
                    <a:pt x="6367" y="4593"/>
                  </a:cubicBezTo>
                  <a:cubicBezTo>
                    <a:pt x="6370" y="4595"/>
                    <a:pt x="6372" y="4596"/>
                    <a:pt x="6375" y="4596"/>
                  </a:cubicBezTo>
                  <a:cubicBezTo>
                    <a:pt x="6402" y="4596"/>
                    <a:pt x="6452" y="4511"/>
                    <a:pt x="6484" y="4511"/>
                  </a:cubicBezTo>
                  <a:cubicBezTo>
                    <a:pt x="6519" y="4488"/>
                    <a:pt x="6648" y="4406"/>
                    <a:pt x="6578" y="4406"/>
                  </a:cubicBezTo>
                  <a:cubicBezTo>
                    <a:pt x="6602" y="4406"/>
                    <a:pt x="6666" y="4366"/>
                    <a:pt x="6683" y="4366"/>
                  </a:cubicBezTo>
                  <a:cubicBezTo>
                    <a:pt x="6690" y="4366"/>
                    <a:pt x="6689" y="4373"/>
                    <a:pt x="6671" y="4395"/>
                  </a:cubicBezTo>
                  <a:cubicBezTo>
                    <a:pt x="6706" y="4359"/>
                    <a:pt x="6741" y="4348"/>
                    <a:pt x="6765" y="4312"/>
                  </a:cubicBezTo>
                  <a:lnTo>
                    <a:pt x="6765" y="4312"/>
                  </a:lnTo>
                  <a:lnTo>
                    <a:pt x="6718" y="4348"/>
                  </a:lnTo>
                  <a:cubicBezTo>
                    <a:pt x="6835" y="4254"/>
                    <a:pt x="6916" y="4219"/>
                    <a:pt x="6975" y="4138"/>
                  </a:cubicBezTo>
                  <a:lnTo>
                    <a:pt x="6975" y="4138"/>
                  </a:lnTo>
                  <a:lnTo>
                    <a:pt x="6916" y="4161"/>
                  </a:lnTo>
                  <a:cubicBezTo>
                    <a:pt x="6979" y="4108"/>
                    <a:pt x="7041" y="4066"/>
                    <a:pt x="7087" y="4066"/>
                  </a:cubicBezTo>
                  <a:cubicBezTo>
                    <a:pt x="7093" y="4066"/>
                    <a:pt x="7098" y="4066"/>
                    <a:pt x="7103" y="4067"/>
                  </a:cubicBezTo>
                  <a:lnTo>
                    <a:pt x="7033" y="4138"/>
                  </a:lnTo>
                  <a:cubicBezTo>
                    <a:pt x="7150" y="4044"/>
                    <a:pt x="7232" y="3985"/>
                    <a:pt x="7313" y="3904"/>
                  </a:cubicBezTo>
                  <a:lnTo>
                    <a:pt x="7313" y="3904"/>
                  </a:lnTo>
                  <a:lnTo>
                    <a:pt x="7279" y="3927"/>
                  </a:lnTo>
                  <a:cubicBezTo>
                    <a:pt x="7383" y="3798"/>
                    <a:pt x="8038" y="3284"/>
                    <a:pt x="8131" y="3167"/>
                  </a:cubicBezTo>
                  <a:lnTo>
                    <a:pt x="8131" y="3167"/>
                  </a:lnTo>
                  <a:lnTo>
                    <a:pt x="8061" y="3180"/>
                  </a:lnTo>
                  <a:lnTo>
                    <a:pt x="8061" y="3180"/>
                  </a:lnTo>
                  <a:lnTo>
                    <a:pt x="8142" y="3087"/>
                  </a:lnTo>
                  <a:lnTo>
                    <a:pt x="8142" y="3087"/>
                  </a:lnTo>
                  <a:cubicBezTo>
                    <a:pt x="8134" y="3099"/>
                    <a:pt x="8148" y="3166"/>
                    <a:pt x="8139" y="3185"/>
                  </a:cubicBezTo>
                  <a:lnTo>
                    <a:pt x="8139" y="3185"/>
                  </a:lnTo>
                  <a:cubicBezTo>
                    <a:pt x="8378" y="3010"/>
                    <a:pt x="9488" y="2208"/>
                    <a:pt x="9696" y="2082"/>
                  </a:cubicBezTo>
                  <a:cubicBezTo>
                    <a:pt x="9719" y="2070"/>
                    <a:pt x="9734" y="2066"/>
                    <a:pt x="9743" y="2066"/>
                  </a:cubicBezTo>
                  <a:cubicBezTo>
                    <a:pt x="9770" y="2066"/>
                    <a:pt x="9743" y="2108"/>
                    <a:pt x="9743" y="2116"/>
                  </a:cubicBezTo>
                  <a:cubicBezTo>
                    <a:pt x="9837" y="2035"/>
                    <a:pt x="9767" y="2058"/>
                    <a:pt x="9849" y="1999"/>
                  </a:cubicBezTo>
                  <a:cubicBezTo>
                    <a:pt x="9853" y="1998"/>
                    <a:pt x="9857" y="1997"/>
                    <a:pt x="9860" y="1997"/>
                  </a:cubicBezTo>
                  <a:cubicBezTo>
                    <a:pt x="9877" y="1997"/>
                    <a:pt x="9858" y="2024"/>
                    <a:pt x="9849" y="2035"/>
                  </a:cubicBezTo>
                  <a:cubicBezTo>
                    <a:pt x="9883" y="1999"/>
                    <a:pt x="9930" y="1988"/>
                    <a:pt x="9919" y="1976"/>
                  </a:cubicBezTo>
                  <a:lnTo>
                    <a:pt x="9919" y="1976"/>
                  </a:lnTo>
                  <a:cubicBezTo>
                    <a:pt x="9910" y="1981"/>
                    <a:pt x="9902" y="1982"/>
                    <a:pt x="9896" y="1982"/>
                  </a:cubicBezTo>
                  <a:cubicBezTo>
                    <a:pt x="9871" y="1982"/>
                    <a:pt x="9865" y="1953"/>
                    <a:pt x="9837" y="1953"/>
                  </a:cubicBezTo>
                  <a:lnTo>
                    <a:pt x="9942" y="1871"/>
                  </a:lnTo>
                  <a:lnTo>
                    <a:pt x="9953" y="1895"/>
                  </a:lnTo>
                  <a:cubicBezTo>
                    <a:pt x="9977" y="1882"/>
                    <a:pt x="9977" y="1801"/>
                    <a:pt x="10094" y="1731"/>
                  </a:cubicBezTo>
                  <a:cubicBezTo>
                    <a:pt x="10281" y="1614"/>
                    <a:pt x="10480" y="1474"/>
                    <a:pt x="10667" y="1345"/>
                  </a:cubicBezTo>
                  <a:lnTo>
                    <a:pt x="10667" y="1345"/>
                  </a:lnTo>
                  <a:cubicBezTo>
                    <a:pt x="10667" y="1357"/>
                    <a:pt x="10631" y="1392"/>
                    <a:pt x="10596" y="1427"/>
                  </a:cubicBezTo>
                  <a:cubicBezTo>
                    <a:pt x="10617" y="1416"/>
                    <a:pt x="10647" y="1387"/>
                    <a:pt x="10679" y="1382"/>
                  </a:cubicBezTo>
                  <a:lnTo>
                    <a:pt x="10679" y="1382"/>
                  </a:lnTo>
                  <a:cubicBezTo>
                    <a:pt x="10680" y="1382"/>
                    <a:pt x="10680" y="1382"/>
                    <a:pt x="10681" y="1382"/>
                  </a:cubicBezTo>
                  <a:cubicBezTo>
                    <a:pt x="10683" y="1382"/>
                    <a:pt x="10686" y="1381"/>
                    <a:pt x="10690" y="1381"/>
                  </a:cubicBezTo>
                  <a:cubicBezTo>
                    <a:pt x="10686" y="1381"/>
                    <a:pt x="10683" y="1381"/>
                    <a:pt x="10679" y="1382"/>
                  </a:cubicBezTo>
                  <a:lnTo>
                    <a:pt x="10679" y="1382"/>
                  </a:lnTo>
                  <a:cubicBezTo>
                    <a:pt x="10653" y="1379"/>
                    <a:pt x="10742" y="1321"/>
                    <a:pt x="10720" y="1321"/>
                  </a:cubicBezTo>
                  <a:cubicBezTo>
                    <a:pt x="10719" y="1321"/>
                    <a:pt x="10716" y="1321"/>
                    <a:pt x="10713" y="1322"/>
                  </a:cubicBezTo>
                  <a:cubicBezTo>
                    <a:pt x="10818" y="1181"/>
                    <a:pt x="11017" y="1100"/>
                    <a:pt x="11110" y="995"/>
                  </a:cubicBezTo>
                  <a:cubicBezTo>
                    <a:pt x="11098" y="948"/>
                    <a:pt x="10877" y="107"/>
                    <a:pt x="10841" y="49"/>
                  </a:cubicBezTo>
                  <a:cubicBezTo>
                    <a:pt x="10877" y="25"/>
                    <a:pt x="10911" y="2"/>
                    <a:pt x="10935" y="2"/>
                  </a:cubicBezTo>
                  <a:cubicBezTo>
                    <a:pt x="10932" y="1"/>
                    <a:pt x="10929" y="0"/>
                    <a:pt x="10925" y="0"/>
                  </a:cubicBezTo>
                  <a:close/>
                </a:path>
              </a:pathLst>
            </a:custGeom>
            <a:grpFill/>
            <a:ln>
              <a:solidFill>
                <a:srgbClr val="FF703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283961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53"/>
        <p:cNvGrpSpPr/>
        <p:nvPr/>
      </p:nvGrpSpPr>
      <p:grpSpPr>
        <a:xfrm>
          <a:off x="0" y="0"/>
          <a:ext cx="0" cy="0"/>
          <a:chOff x="0" y="0"/>
          <a:chExt cx="0" cy="0"/>
        </a:xfrm>
      </p:grpSpPr>
      <p:sp>
        <p:nvSpPr>
          <p:cNvPr id="2754" name="Google Shape;2754;p45"/>
          <p:cNvSpPr/>
          <p:nvPr/>
        </p:nvSpPr>
        <p:spPr>
          <a:xfrm>
            <a:off x="2519000" y="11678400"/>
            <a:ext cx="19354400" cy="1613600"/>
          </a:xfrm>
          <a:prstGeom prst="roundRect">
            <a:avLst>
              <a:gd name="adj" fmla="val 50000"/>
            </a:avLst>
          </a:prstGeom>
          <a:solidFill>
            <a:schemeClr val="accent5"/>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55" name="Google Shape;2755;p45"/>
          <p:cNvSpPr txBox="1">
            <a:spLocks noGrp="1"/>
          </p:cNvSpPr>
          <p:nvPr>
            <p:ph type="body" idx="1"/>
          </p:nvPr>
        </p:nvSpPr>
        <p:spPr>
          <a:xfrm>
            <a:off x="2066400" y="11678400"/>
            <a:ext cx="20251200" cy="1613600"/>
          </a:xfrm>
          <a:prstGeom prst="rect">
            <a:avLst/>
          </a:prstGeom>
        </p:spPr>
        <p:txBody>
          <a:bodyPr spcFirstLastPara="1" wrap="square" lIns="243800" tIns="243800" rIns="243800" bIns="243800" anchor="ctr" anchorCtr="0">
            <a:noAutofit/>
          </a:bodyPr>
          <a:lstStyle/>
          <a:p>
            <a:pPr marL="0" indent="0"/>
            <a:r>
              <a:rPr lang="es-ES" sz="6600" b="1" dirty="0"/>
              <a:t>Reporte Comité de evaluación y seguimiento</a:t>
            </a:r>
          </a:p>
        </p:txBody>
      </p:sp>
      <p:grpSp>
        <p:nvGrpSpPr>
          <p:cNvPr id="2756" name="Google Shape;2756;p45"/>
          <p:cNvGrpSpPr/>
          <p:nvPr/>
        </p:nvGrpSpPr>
        <p:grpSpPr>
          <a:xfrm>
            <a:off x="1252236" y="11152557"/>
            <a:ext cx="2557736" cy="1729387"/>
            <a:chOff x="1228775" y="238225"/>
            <a:chExt cx="804050" cy="543650"/>
          </a:xfrm>
        </p:grpSpPr>
        <p:sp>
          <p:nvSpPr>
            <p:cNvPr id="2757" name="Google Shape;2757;p45"/>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58" name="Google Shape;2758;p45"/>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59" name="Google Shape;2759;p45"/>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0" name="Google Shape;2760;p45"/>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1" name="Google Shape;2761;p45"/>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2" name="Google Shape;2762;p45"/>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3" name="Google Shape;2763;p45"/>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4" name="Google Shape;2764;p45"/>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5" name="Google Shape;2765;p45"/>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6" name="Google Shape;2766;p45"/>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7" name="Google Shape;2767;p45"/>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8" name="Google Shape;2768;p45"/>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69" name="Google Shape;2769;p45"/>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0" name="Google Shape;2770;p45"/>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1" name="Google Shape;2771;p45"/>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2" name="Google Shape;2772;p45"/>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3" name="Google Shape;2773;p45"/>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4" name="Google Shape;2774;p45"/>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5" name="Google Shape;2775;p45"/>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6" name="Google Shape;2776;p45"/>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7" name="Google Shape;2777;p45"/>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8" name="Google Shape;2778;p45"/>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79" name="Google Shape;2779;p45"/>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80" name="Google Shape;2780;p45"/>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81" name="Google Shape;2781;p45"/>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grpSp>
      <p:grpSp>
        <p:nvGrpSpPr>
          <p:cNvPr id="2782" name="Google Shape;2782;p45"/>
          <p:cNvGrpSpPr/>
          <p:nvPr/>
        </p:nvGrpSpPr>
        <p:grpSpPr>
          <a:xfrm rot="10800000">
            <a:off x="20175703" y="12244624"/>
            <a:ext cx="2557736" cy="1729387"/>
            <a:chOff x="1228775" y="238225"/>
            <a:chExt cx="804050" cy="543650"/>
          </a:xfrm>
        </p:grpSpPr>
        <p:sp>
          <p:nvSpPr>
            <p:cNvPr id="2783" name="Google Shape;2783;p45"/>
            <p:cNvSpPr/>
            <p:nvPr/>
          </p:nvSpPr>
          <p:spPr>
            <a:xfrm>
              <a:off x="1508650" y="332725"/>
              <a:ext cx="82600" cy="49100"/>
            </a:xfrm>
            <a:custGeom>
              <a:avLst/>
              <a:gdLst/>
              <a:ahLst/>
              <a:cxnLst/>
              <a:rect l="l" t="t" r="r" b="b"/>
              <a:pathLst>
                <a:path w="3304" h="1964" extrusionOk="0">
                  <a:moveTo>
                    <a:pt x="2625" y="0"/>
                  </a:moveTo>
                  <a:cubicBezTo>
                    <a:pt x="2584" y="0"/>
                    <a:pt x="2542" y="4"/>
                    <a:pt x="2497" y="13"/>
                  </a:cubicBezTo>
                  <a:cubicBezTo>
                    <a:pt x="2310" y="48"/>
                    <a:pt x="2193" y="153"/>
                    <a:pt x="2042" y="270"/>
                  </a:cubicBezTo>
                  <a:cubicBezTo>
                    <a:pt x="1843" y="410"/>
                    <a:pt x="1609" y="538"/>
                    <a:pt x="1387" y="655"/>
                  </a:cubicBezTo>
                  <a:cubicBezTo>
                    <a:pt x="1177" y="772"/>
                    <a:pt x="955" y="854"/>
                    <a:pt x="745" y="982"/>
                  </a:cubicBezTo>
                  <a:cubicBezTo>
                    <a:pt x="604" y="1076"/>
                    <a:pt x="476" y="1216"/>
                    <a:pt x="324" y="1298"/>
                  </a:cubicBezTo>
                  <a:cubicBezTo>
                    <a:pt x="1" y="1448"/>
                    <a:pt x="157" y="1964"/>
                    <a:pt x="488" y="1964"/>
                  </a:cubicBezTo>
                  <a:cubicBezTo>
                    <a:pt x="492" y="1964"/>
                    <a:pt x="496" y="1964"/>
                    <a:pt x="500" y="1964"/>
                  </a:cubicBezTo>
                  <a:cubicBezTo>
                    <a:pt x="885" y="1952"/>
                    <a:pt x="1235" y="1683"/>
                    <a:pt x="1586" y="1532"/>
                  </a:cubicBezTo>
                  <a:cubicBezTo>
                    <a:pt x="1796" y="1450"/>
                    <a:pt x="1995" y="1368"/>
                    <a:pt x="2205" y="1263"/>
                  </a:cubicBezTo>
                  <a:cubicBezTo>
                    <a:pt x="2287" y="1216"/>
                    <a:pt x="2380" y="1181"/>
                    <a:pt x="2473" y="1135"/>
                  </a:cubicBezTo>
                  <a:cubicBezTo>
                    <a:pt x="2463" y="1135"/>
                    <a:pt x="2757" y="992"/>
                    <a:pt x="2654" y="992"/>
                  </a:cubicBezTo>
                  <a:cubicBezTo>
                    <a:pt x="2649" y="992"/>
                    <a:pt x="2643" y="993"/>
                    <a:pt x="2635" y="993"/>
                  </a:cubicBezTo>
                  <a:lnTo>
                    <a:pt x="2635" y="993"/>
                  </a:lnTo>
                  <a:cubicBezTo>
                    <a:pt x="3304" y="909"/>
                    <a:pt x="3221" y="0"/>
                    <a:pt x="2625"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84" name="Google Shape;2784;p45"/>
            <p:cNvSpPr/>
            <p:nvPr/>
          </p:nvSpPr>
          <p:spPr>
            <a:xfrm>
              <a:off x="1358750" y="286525"/>
              <a:ext cx="70025" cy="46050"/>
            </a:xfrm>
            <a:custGeom>
              <a:avLst/>
              <a:gdLst/>
              <a:ahLst/>
              <a:cxnLst/>
              <a:rect l="l" t="t" r="r" b="b"/>
              <a:pathLst>
                <a:path w="2801" h="1842" extrusionOk="0">
                  <a:moveTo>
                    <a:pt x="2226" y="0"/>
                  </a:moveTo>
                  <a:cubicBezTo>
                    <a:pt x="2209" y="0"/>
                    <a:pt x="2191" y="1"/>
                    <a:pt x="2173" y="3"/>
                  </a:cubicBezTo>
                  <a:cubicBezTo>
                    <a:pt x="1916" y="39"/>
                    <a:pt x="1846" y="132"/>
                    <a:pt x="1670" y="296"/>
                  </a:cubicBezTo>
                  <a:cubicBezTo>
                    <a:pt x="1530" y="424"/>
                    <a:pt x="1320" y="541"/>
                    <a:pt x="1169" y="657"/>
                  </a:cubicBezTo>
                  <a:cubicBezTo>
                    <a:pt x="829" y="903"/>
                    <a:pt x="502" y="1207"/>
                    <a:pt x="152" y="1428"/>
                  </a:cubicBezTo>
                  <a:cubicBezTo>
                    <a:pt x="0" y="1522"/>
                    <a:pt x="24" y="1779"/>
                    <a:pt x="211" y="1826"/>
                  </a:cubicBezTo>
                  <a:cubicBezTo>
                    <a:pt x="256" y="1836"/>
                    <a:pt x="302" y="1841"/>
                    <a:pt x="349" y="1841"/>
                  </a:cubicBezTo>
                  <a:cubicBezTo>
                    <a:pt x="670" y="1841"/>
                    <a:pt x="1033" y="1622"/>
                    <a:pt x="1309" y="1511"/>
                  </a:cubicBezTo>
                  <a:cubicBezTo>
                    <a:pt x="1530" y="1405"/>
                    <a:pt x="1740" y="1277"/>
                    <a:pt x="1963" y="1171"/>
                  </a:cubicBezTo>
                  <a:cubicBezTo>
                    <a:pt x="2114" y="1090"/>
                    <a:pt x="2301" y="950"/>
                    <a:pt x="2418" y="891"/>
                  </a:cubicBezTo>
                  <a:cubicBezTo>
                    <a:pt x="2800" y="689"/>
                    <a:pt x="2663" y="0"/>
                    <a:pt x="2226"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85" name="Google Shape;2785;p45"/>
            <p:cNvSpPr/>
            <p:nvPr/>
          </p:nvSpPr>
          <p:spPr>
            <a:xfrm>
              <a:off x="1488125" y="261725"/>
              <a:ext cx="67925" cy="41850"/>
            </a:xfrm>
            <a:custGeom>
              <a:avLst/>
              <a:gdLst/>
              <a:ahLst/>
              <a:cxnLst/>
              <a:rect l="l" t="t" r="r" b="b"/>
              <a:pathLst>
                <a:path w="2717" h="1674" extrusionOk="0">
                  <a:moveTo>
                    <a:pt x="2040" y="1"/>
                  </a:moveTo>
                  <a:cubicBezTo>
                    <a:pt x="2001" y="1"/>
                    <a:pt x="1959" y="5"/>
                    <a:pt x="1916" y="14"/>
                  </a:cubicBezTo>
                  <a:cubicBezTo>
                    <a:pt x="1519" y="96"/>
                    <a:pt x="1134" y="458"/>
                    <a:pt x="783" y="657"/>
                  </a:cubicBezTo>
                  <a:cubicBezTo>
                    <a:pt x="514" y="797"/>
                    <a:pt x="0" y="1065"/>
                    <a:pt x="176" y="1451"/>
                  </a:cubicBezTo>
                  <a:cubicBezTo>
                    <a:pt x="187" y="1463"/>
                    <a:pt x="187" y="1475"/>
                    <a:pt x="187" y="1486"/>
                  </a:cubicBezTo>
                  <a:cubicBezTo>
                    <a:pt x="242" y="1585"/>
                    <a:pt x="380" y="1674"/>
                    <a:pt x="493" y="1674"/>
                  </a:cubicBezTo>
                  <a:cubicBezTo>
                    <a:pt x="500" y="1674"/>
                    <a:pt x="507" y="1674"/>
                    <a:pt x="514" y="1673"/>
                  </a:cubicBezTo>
                  <a:cubicBezTo>
                    <a:pt x="830" y="1638"/>
                    <a:pt x="1098" y="1463"/>
                    <a:pt x="1379" y="1335"/>
                  </a:cubicBezTo>
                  <a:cubicBezTo>
                    <a:pt x="1648" y="1218"/>
                    <a:pt x="1905" y="1054"/>
                    <a:pt x="2173" y="949"/>
                  </a:cubicBezTo>
                  <a:cubicBezTo>
                    <a:pt x="2716" y="743"/>
                    <a:pt x="2563" y="1"/>
                    <a:pt x="2040"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86" name="Google Shape;2786;p45"/>
            <p:cNvSpPr/>
            <p:nvPr/>
          </p:nvSpPr>
          <p:spPr>
            <a:xfrm>
              <a:off x="1650800" y="314975"/>
              <a:ext cx="69925" cy="39675"/>
            </a:xfrm>
            <a:custGeom>
              <a:avLst/>
              <a:gdLst/>
              <a:ahLst/>
              <a:cxnLst/>
              <a:rect l="l" t="t" r="r" b="b"/>
              <a:pathLst>
                <a:path w="2797" h="1587" extrusionOk="0">
                  <a:moveTo>
                    <a:pt x="2168" y="0"/>
                  </a:moveTo>
                  <a:cubicBezTo>
                    <a:pt x="2074" y="0"/>
                    <a:pt x="1977" y="38"/>
                    <a:pt x="1893" y="127"/>
                  </a:cubicBezTo>
                  <a:cubicBezTo>
                    <a:pt x="1694" y="349"/>
                    <a:pt x="1379" y="431"/>
                    <a:pt x="1122" y="571"/>
                  </a:cubicBezTo>
                  <a:cubicBezTo>
                    <a:pt x="818" y="723"/>
                    <a:pt x="491" y="898"/>
                    <a:pt x="199" y="1085"/>
                  </a:cubicBezTo>
                  <a:cubicBezTo>
                    <a:pt x="1" y="1214"/>
                    <a:pt x="71" y="1459"/>
                    <a:pt x="269" y="1541"/>
                  </a:cubicBezTo>
                  <a:cubicBezTo>
                    <a:pt x="342" y="1573"/>
                    <a:pt x="420" y="1587"/>
                    <a:pt x="500" y="1587"/>
                  </a:cubicBezTo>
                  <a:cubicBezTo>
                    <a:pt x="826" y="1587"/>
                    <a:pt x="1189" y="1359"/>
                    <a:pt x="1460" y="1237"/>
                  </a:cubicBezTo>
                  <a:cubicBezTo>
                    <a:pt x="1823" y="1085"/>
                    <a:pt x="2197" y="1004"/>
                    <a:pt x="2488" y="723"/>
                  </a:cubicBezTo>
                  <a:cubicBezTo>
                    <a:pt x="2796" y="442"/>
                    <a:pt x="2494" y="0"/>
                    <a:pt x="2168"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87" name="Google Shape;2787;p45"/>
            <p:cNvSpPr/>
            <p:nvPr/>
          </p:nvSpPr>
          <p:spPr>
            <a:xfrm>
              <a:off x="1686225" y="391825"/>
              <a:ext cx="58050" cy="44775"/>
            </a:xfrm>
            <a:custGeom>
              <a:avLst/>
              <a:gdLst/>
              <a:ahLst/>
              <a:cxnLst/>
              <a:rect l="l" t="t" r="r" b="b"/>
              <a:pathLst>
                <a:path w="2322" h="1791" extrusionOk="0">
                  <a:moveTo>
                    <a:pt x="1884" y="1"/>
                  </a:moveTo>
                  <a:cubicBezTo>
                    <a:pt x="1793" y="1"/>
                    <a:pt x="1701" y="29"/>
                    <a:pt x="1621" y="79"/>
                  </a:cubicBezTo>
                  <a:cubicBezTo>
                    <a:pt x="1352" y="231"/>
                    <a:pt x="1142" y="464"/>
                    <a:pt x="897" y="651"/>
                  </a:cubicBezTo>
                  <a:cubicBezTo>
                    <a:pt x="663" y="838"/>
                    <a:pt x="347" y="1002"/>
                    <a:pt x="160" y="1247"/>
                  </a:cubicBezTo>
                  <a:cubicBezTo>
                    <a:pt x="0" y="1467"/>
                    <a:pt x="166" y="1791"/>
                    <a:pt x="415" y="1791"/>
                  </a:cubicBezTo>
                  <a:cubicBezTo>
                    <a:pt x="457" y="1791"/>
                    <a:pt x="501" y="1781"/>
                    <a:pt x="546" y="1761"/>
                  </a:cubicBezTo>
                  <a:cubicBezTo>
                    <a:pt x="1118" y="1528"/>
                    <a:pt x="1574" y="1060"/>
                    <a:pt x="2112" y="757"/>
                  </a:cubicBezTo>
                  <a:cubicBezTo>
                    <a:pt x="2310" y="640"/>
                    <a:pt x="2322" y="336"/>
                    <a:pt x="2205" y="173"/>
                  </a:cubicBezTo>
                  <a:cubicBezTo>
                    <a:pt x="2125" y="52"/>
                    <a:pt x="2006" y="1"/>
                    <a:pt x="1884"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88" name="Google Shape;2788;p45"/>
            <p:cNvSpPr/>
            <p:nvPr/>
          </p:nvSpPr>
          <p:spPr>
            <a:xfrm>
              <a:off x="1637650" y="500575"/>
              <a:ext cx="60825" cy="64925"/>
            </a:xfrm>
            <a:custGeom>
              <a:avLst/>
              <a:gdLst/>
              <a:ahLst/>
              <a:cxnLst/>
              <a:rect l="l" t="t" r="r" b="b"/>
              <a:pathLst>
                <a:path w="2433" h="2597" extrusionOk="0">
                  <a:moveTo>
                    <a:pt x="1680" y="0"/>
                  </a:moveTo>
                  <a:cubicBezTo>
                    <a:pt x="1532" y="0"/>
                    <a:pt x="1382" y="73"/>
                    <a:pt x="1274" y="250"/>
                  </a:cubicBezTo>
                  <a:cubicBezTo>
                    <a:pt x="1169" y="425"/>
                    <a:pt x="1028" y="577"/>
                    <a:pt x="935" y="752"/>
                  </a:cubicBezTo>
                  <a:cubicBezTo>
                    <a:pt x="830" y="974"/>
                    <a:pt x="690" y="1173"/>
                    <a:pt x="550" y="1371"/>
                  </a:cubicBezTo>
                  <a:cubicBezTo>
                    <a:pt x="327" y="1664"/>
                    <a:pt x="0" y="2014"/>
                    <a:pt x="70" y="2411"/>
                  </a:cubicBezTo>
                  <a:cubicBezTo>
                    <a:pt x="93" y="2530"/>
                    <a:pt x="214" y="2597"/>
                    <a:pt x="333" y="2597"/>
                  </a:cubicBezTo>
                  <a:cubicBezTo>
                    <a:pt x="401" y="2597"/>
                    <a:pt x="468" y="2575"/>
                    <a:pt x="514" y="2528"/>
                  </a:cubicBezTo>
                  <a:cubicBezTo>
                    <a:pt x="1028" y="1967"/>
                    <a:pt x="1578" y="1430"/>
                    <a:pt x="2080" y="869"/>
                  </a:cubicBezTo>
                  <a:cubicBezTo>
                    <a:pt x="2433" y="474"/>
                    <a:pt x="2060" y="0"/>
                    <a:pt x="1680"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89" name="Google Shape;2789;p45"/>
            <p:cNvSpPr/>
            <p:nvPr/>
          </p:nvSpPr>
          <p:spPr>
            <a:xfrm>
              <a:off x="1505650" y="535675"/>
              <a:ext cx="50825" cy="52500"/>
            </a:xfrm>
            <a:custGeom>
              <a:avLst/>
              <a:gdLst/>
              <a:ahLst/>
              <a:cxnLst/>
              <a:rect l="l" t="t" r="r" b="b"/>
              <a:pathLst>
                <a:path w="2033" h="2100" extrusionOk="0">
                  <a:moveTo>
                    <a:pt x="1389" y="0"/>
                  </a:moveTo>
                  <a:cubicBezTo>
                    <a:pt x="1221" y="0"/>
                    <a:pt x="1059" y="84"/>
                    <a:pt x="981" y="283"/>
                  </a:cubicBezTo>
                  <a:cubicBezTo>
                    <a:pt x="771" y="844"/>
                    <a:pt x="0" y="1206"/>
                    <a:pt x="36" y="1848"/>
                  </a:cubicBezTo>
                  <a:cubicBezTo>
                    <a:pt x="36" y="1983"/>
                    <a:pt x="173" y="2099"/>
                    <a:pt x="310" y="2099"/>
                  </a:cubicBezTo>
                  <a:cubicBezTo>
                    <a:pt x="328" y="2099"/>
                    <a:pt x="345" y="2097"/>
                    <a:pt x="363" y="2093"/>
                  </a:cubicBezTo>
                  <a:cubicBezTo>
                    <a:pt x="690" y="2023"/>
                    <a:pt x="993" y="1720"/>
                    <a:pt x="1204" y="1463"/>
                  </a:cubicBezTo>
                  <a:cubicBezTo>
                    <a:pt x="1425" y="1194"/>
                    <a:pt x="1706" y="972"/>
                    <a:pt x="1858" y="657"/>
                  </a:cubicBezTo>
                  <a:cubicBezTo>
                    <a:pt x="2033" y="291"/>
                    <a:pt x="1702" y="0"/>
                    <a:pt x="1389"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0" name="Google Shape;2790;p45"/>
            <p:cNvSpPr/>
            <p:nvPr/>
          </p:nvSpPr>
          <p:spPr>
            <a:xfrm>
              <a:off x="1384150" y="610400"/>
              <a:ext cx="45675" cy="61325"/>
            </a:xfrm>
            <a:custGeom>
              <a:avLst/>
              <a:gdLst/>
              <a:ahLst/>
              <a:cxnLst/>
              <a:rect l="l" t="t" r="r" b="b"/>
              <a:pathLst>
                <a:path w="1827" h="2453" extrusionOk="0">
                  <a:moveTo>
                    <a:pt x="1216" y="1"/>
                  </a:moveTo>
                  <a:cubicBezTo>
                    <a:pt x="1085" y="1"/>
                    <a:pt x="960" y="63"/>
                    <a:pt x="888" y="215"/>
                  </a:cubicBezTo>
                  <a:cubicBezTo>
                    <a:pt x="678" y="659"/>
                    <a:pt x="480" y="1090"/>
                    <a:pt x="304" y="1558"/>
                  </a:cubicBezTo>
                  <a:cubicBezTo>
                    <a:pt x="199" y="1838"/>
                    <a:pt x="0" y="2118"/>
                    <a:pt x="210" y="2388"/>
                  </a:cubicBezTo>
                  <a:cubicBezTo>
                    <a:pt x="249" y="2433"/>
                    <a:pt x="298" y="2452"/>
                    <a:pt x="347" y="2452"/>
                  </a:cubicBezTo>
                  <a:cubicBezTo>
                    <a:pt x="458" y="2452"/>
                    <a:pt x="571" y="2354"/>
                    <a:pt x="584" y="2243"/>
                  </a:cubicBezTo>
                  <a:lnTo>
                    <a:pt x="584" y="2243"/>
                  </a:lnTo>
                  <a:cubicBezTo>
                    <a:pt x="584" y="2248"/>
                    <a:pt x="585" y="2250"/>
                    <a:pt x="588" y="2250"/>
                  </a:cubicBezTo>
                  <a:cubicBezTo>
                    <a:pt x="609" y="2250"/>
                    <a:pt x="706" y="2100"/>
                    <a:pt x="737" y="2060"/>
                  </a:cubicBezTo>
                  <a:cubicBezTo>
                    <a:pt x="841" y="1908"/>
                    <a:pt x="924" y="1757"/>
                    <a:pt x="1017" y="1593"/>
                  </a:cubicBezTo>
                  <a:cubicBezTo>
                    <a:pt x="1192" y="1266"/>
                    <a:pt x="1425" y="962"/>
                    <a:pt x="1624" y="646"/>
                  </a:cubicBezTo>
                  <a:cubicBezTo>
                    <a:pt x="1826" y="315"/>
                    <a:pt x="1508" y="1"/>
                    <a:pt x="1216"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1" name="Google Shape;2791;p45"/>
            <p:cNvSpPr/>
            <p:nvPr/>
          </p:nvSpPr>
          <p:spPr>
            <a:xfrm>
              <a:off x="1300275" y="591675"/>
              <a:ext cx="41925" cy="58825"/>
            </a:xfrm>
            <a:custGeom>
              <a:avLst/>
              <a:gdLst/>
              <a:ahLst/>
              <a:cxnLst/>
              <a:rect l="l" t="t" r="r" b="b"/>
              <a:pathLst>
                <a:path w="1677" h="2353" extrusionOk="0">
                  <a:moveTo>
                    <a:pt x="1339" y="920"/>
                  </a:moveTo>
                  <a:lnTo>
                    <a:pt x="1339" y="920"/>
                  </a:lnTo>
                  <a:cubicBezTo>
                    <a:pt x="1338" y="923"/>
                    <a:pt x="1336" y="925"/>
                    <a:pt x="1335" y="928"/>
                  </a:cubicBezTo>
                  <a:cubicBezTo>
                    <a:pt x="1336" y="926"/>
                    <a:pt x="1338" y="923"/>
                    <a:pt x="1339" y="920"/>
                  </a:cubicBezTo>
                  <a:close/>
                  <a:moveTo>
                    <a:pt x="1197" y="1"/>
                  </a:moveTo>
                  <a:cubicBezTo>
                    <a:pt x="1177" y="1"/>
                    <a:pt x="1157" y="2"/>
                    <a:pt x="1136" y="6"/>
                  </a:cubicBezTo>
                  <a:cubicBezTo>
                    <a:pt x="470" y="87"/>
                    <a:pt x="494" y="870"/>
                    <a:pt x="307" y="1384"/>
                  </a:cubicBezTo>
                  <a:cubicBezTo>
                    <a:pt x="263" y="1494"/>
                    <a:pt x="0" y="2352"/>
                    <a:pt x="342" y="2352"/>
                  </a:cubicBezTo>
                  <a:cubicBezTo>
                    <a:pt x="363" y="2352"/>
                    <a:pt x="386" y="2349"/>
                    <a:pt x="411" y="2342"/>
                  </a:cubicBezTo>
                  <a:cubicBezTo>
                    <a:pt x="680" y="2272"/>
                    <a:pt x="879" y="1839"/>
                    <a:pt x="1008" y="1629"/>
                  </a:cubicBezTo>
                  <a:cubicBezTo>
                    <a:pt x="1112" y="1454"/>
                    <a:pt x="1194" y="1267"/>
                    <a:pt x="1288" y="1080"/>
                  </a:cubicBezTo>
                  <a:cubicBezTo>
                    <a:pt x="1295" y="1072"/>
                    <a:pt x="1375" y="905"/>
                    <a:pt x="1387" y="862"/>
                  </a:cubicBezTo>
                  <a:lnTo>
                    <a:pt x="1387" y="862"/>
                  </a:lnTo>
                  <a:cubicBezTo>
                    <a:pt x="1437" y="810"/>
                    <a:pt x="1500" y="761"/>
                    <a:pt x="1533" y="694"/>
                  </a:cubicBezTo>
                  <a:cubicBezTo>
                    <a:pt x="1676" y="442"/>
                    <a:pt x="1528" y="1"/>
                    <a:pt x="1197"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2" name="Google Shape;2792;p45"/>
            <p:cNvSpPr/>
            <p:nvPr/>
          </p:nvSpPr>
          <p:spPr>
            <a:xfrm>
              <a:off x="1401375" y="511900"/>
              <a:ext cx="60650" cy="49900"/>
            </a:xfrm>
            <a:custGeom>
              <a:avLst/>
              <a:gdLst/>
              <a:ahLst/>
              <a:cxnLst/>
              <a:rect l="l" t="t" r="r" b="b"/>
              <a:pathLst>
                <a:path w="2426" h="1996" extrusionOk="0">
                  <a:moveTo>
                    <a:pt x="1893" y="1"/>
                  </a:moveTo>
                  <a:cubicBezTo>
                    <a:pt x="1802" y="1"/>
                    <a:pt x="1705" y="34"/>
                    <a:pt x="1613" y="113"/>
                  </a:cubicBezTo>
                  <a:cubicBezTo>
                    <a:pt x="1426" y="264"/>
                    <a:pt x="1274" y="451"/>
                    <a:pt x="1110" y="627"/>
                  </a:cubicBezTo>
                  <a:cubicBezTo>
                    <a:pt x="923" y="814"/>
                    <a:pt x="725" y="977"/>
                    <a:pt x="538" y="1164"/>
                  </a:cubicBezTo>
                  <a:cubicBezTo>
                    <a:pt x="351" y="1362"/>
                    <a:pt x="1" y="1619"/>
                    <a:pt x="152" y="1912"/>
                  </a:cubicBezTo>
                  <a:cubicBezTo>
                    <a:pt x="185" y="1969"/>
                    <a:pt x="238" y="1995"/>
                    <a:pt x="293" y="1995"/>
                  </a:cubicBezTo>
                  <a:cubicBezTo>
                    <a:pt x="338" y="1995"/>
                    <a:pt x="384" y="1978"/>
                    <a:pt x="421" y="1946"/>
                  </a:cubicBezTo>
                  <a:cubicBezTo>
                    <a:pt x="468" y="1899"/>
                    <a:pt x="596" y="1876"/>
                    <a:pt x="666" y="1842"/>
                  </a:cubicBezTo>
                  <a:cubicBezTo>
                    <a:pt x="877" y="1736"/>
                    <a:pt x="1064" y="1608"/>
                    <a:pt x="1239" y="1468"/>
                  </a:cubicBezTo>
                  <a:cubicBezTo>
                    <a:pt x="1566" y="1222"/>
                    <a:pt x="1917" y="977"/>
                    <a:pt x="2174" y="673"/>
                  </a:cubicBezTo>
                  <a:cubicBezTo>
                    <a:pt x="2425" y="368"/>
                    <a:pt x="2194" y="1"/>
                    <a:pt x="1893"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3" name="Google Shape;2793;p45"/>
            <p:cNvSpPr/>
            <p:nvPr/>
          </p:nvSpPr>
          <p:spPr>
            <a:xfrm>
              <a:off x="1317550" y="494725"/>
              <a:ext cx="26675" cy="51075"/>
            </a:xfrm>
            <a:custGeom>
              <a:avLst/>
              <a:gdLst/>
              <a:ahLst/>
              <a:cxnLst/>
              <a:rect l="l" t="t" r="r" b="b"/>
              <a:pathLst>
                <a:path w="1067" h="2043" extrusionOk="0">
                  <a:moveTo>
                    <a:pt x="584" y="0"/>
                  </a:moveTo>
                  <a:cubicBezTo>
                    <a:pt x="521" y="0"/>
                    <a:pt x="457" y="16"/>
                    <a:pt x="398" y="52"/>
                  </a:cubicBezTo>
                  <a:cubicBezTo>
                    <a:pt x="71" y="250"/>
                    <a:pt x="60" y="624"/>
                    <a:pt x="71" y="974"/>
                  </a:cubicBezTo>
                  <a:cubicBezTo>
                    <a:pt x="83" y="1290"/>
                    <a:pt x="1" y="1687"/>
                    <a:pt x="141" y="1968"/>
                  </a:cubicBezTo>
                  <a:cubicBezTo>
                    <a:pt x="164" y="2019"/>
                    <a:pt x="211" y="2042"/>
                    <a:pt x="260" y="2042"/>
                  </a:cubicBezTo>
                  <a:cubicBezTo>
                    <a:pt x="311" y="2042"/>
                    <a:pt x="363" y="2016"/>
                    <a:pt x="387" y="1968"/>
                  </a:cubicBezTo>
                  <a:cubicBezTo>
                    <a:pt x="527" y="1711"/>
                    <a:pt x="620" y="1454"/>
                    <a:pt x="702" y="1173"/>
                  </a:cubicBezTo>
                  <a:cubicBezTo>
                    <a:pt x="784" y="940"/>
                    <a:pt x="912" y="729"/>
                    <a:pt x="982" y="507"/>
                  </a:cubicBezTo>
                  <a:cubicBezTo>
                    <a:pt x="1066" y="246"/>
                    <a:pt x="831" y="0"/>
                    <a:pt x="584"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4" name="Google Shape;2794;p45"/>
            <p:cNvSpPr/>
            <p:nvPr/>
          </p:nvSpPr>
          <p:spPr>
            <a:xfrm>
              <a:off x="1644375" y="238225"/>
              <a:ext cx="74500" cy="22375"/>
            </a:xfrm>
            <a:custGeom>
              <a:avLst/>
              <a:gdLst/>
              <a:ahLst/>
              <a:cxnLst/>
              <a:rect l="l" t="t" r="r" b="b"/>
              <a:pathLst>
                <a:path w="2980" h="895" extrusionOk="0">
                  <a:moveTo>
                    <a:pt x="2165" y="0"/>
                  </a:moveTo>
                  <a:cubicBezTo>
                    <a:pt x="1903" y="0"/>
                    <a:pt x="1628" y="54"/>
                    <a:pt x="1379" y="89"/>
                  </a:cubicBezTo>
                  <a:cubicBezTo>
                    <a:pt x="1029" y="125"/>
                    <a:pt x="549" y="89"/>
                    <a:pt x="245" y="276"/>
                  </a:cubicBezTo>
                  <a:cubicBezTo>
                    <a:pt x="1" y="417"/>
                    <a:pt x="117" y="756"/>
                    <a:pt x="374" y="779"/>
                  </a:cubicBezTo>
                  <a:cubicBezTo>
                    <a:pt x="772" y="803"/>
                    <a:pt x="1157" y="837"/>
                    <a:pt x="1554" y="849"/>
                  </a:cubicBezTo>
                  <a:cubicBezTo>
                    <a:pt x="1784" y="855"/>
                    <a:pt x="2011" y="894"/>
                    <a:pt x="2226" y="894"/>
                  </a:cubicBezTo>
                  <a:cubicBezTo>
                    <a:pt x="2450" y="894"/>
                    <a:pt x="2661" y="852"/>
                    <a:pt x="2851" y="686"/>
                  </a:cubicBezTo>
                  <a:cubicBezTo>
                    <a:pt x="2979" y="569"/>
                    <a:pt x="2979" y="335"/>
                    <a:pt x="2851" y="218"/>
                  </a:cubicBezTo>
                  <a:cubicBezTo>
                    <a:pt x="2661" y="51"/>
                    <a:pt x="2419" y="0"/>
                    <a:pt x="2165"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5" name="Google Shape;2795;p45"/>
            <p:cNvSpPr/>
            <p:nvPr/>
          </p:nvSpPr>
          <p:spPr>
            <a:xfrm>
              <a:off x="1802950" y="281125"/>
              <a:ext cx="73175" cy="23150"/>
            </a:xfrm>
            <a:custGeom>
              <a:avLst/>
              <a:gdLst/>
              <a:ahLst/>
              <a:cxnLst/>
              <a:rect l="l" t="t" r="r" b="b"/>
              <a:pathLst>
                <a:path w="2927" h="926" extrusionOk="0">
                  <a:moveTo>
                    <a:pt x="1376" y="0"/>
                  </a:moveTo>
                  <a:cubicBezTo>
                    <a:pt x="1253" y="0"/>
                    <a:pt x="1129" y="3"/>
                    <a:pt x="1005" y="9"/>
                  </a:cubicBezTo>
                  <a:cubicBezTo>
                    <a:pt x="851" y="18"/>
                    <a:pt x="610" y="70"/>
                    <a:pt x="414" y="70"/>
                  </a:cubicBezTo>
                  <a:cubicBezTo>
                    <a:pt x="342" y="70"/>
                    <a:pt x="276" y="63"/>
                    <a:pt x="223" y="44"/>
                  </a:cubicBezTo>
                  <a:cubicBezTo>
                    <a:pt x="212" y="40"/>
                    <a:pt x="202" y="38"/>
                    <a:pt x="192" y="38"/>
                  </a:cubicBezTo>
                  <a:cubicBezTo>
                    <a:pt x="148" y="38"/>
                    <a:pt x="113" y="76"/>
                    <a:pt x="94" y="115"/>
                  </a:cubicBezTo>
                  <a:cubicBezTo>
                    <a:pt x="1" y="406"/>
                    <a:pt x="421" y="535"/>
                    <a:pt x="631" y="570"/>
                  </a:cubicBezTo>
                  <a:cubicBezTo>
                    <a:pt x="1158" y="663"/>
                    <a:pt x="1683" y="757"/>
                    <a:pt x="2197" y="909"/>
                  </a:cubicBezTo>
                  <a:cubicBezTo>
                    <a:pt x="2240" y="921"/>
                    <a:pt x="2281" y="926"/>
                    <a:pt x="2319" y="926"/>
                  </a:cubicBezTo>
                  <a:cubicBezTo>
                    <a:pt x="2785" y="926"/>
                    <a:pt x="2927" y="143"/>
                    <a:pt x="2430" y="68"/>
                  </a:cubicBezTo>
                  <a:cubicBezTo>
                    <a:pt x="2084" y="24"/>
                    <a:pt x="1731" y="0"/>
                    <a:pt x="1376"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6" name="Google Shape;2796;p45"/>
            <p:cNvSpPr/>
            <p:nvPr/>
          </p:nvSpPr>
          <p:spPr>
            <a:xfrm>
              <a:off x="1819300" y="351275"/>
              <a:ext cx="75675" cy="25675"/>
            </a:xfrm>
            <a:custGeom>
              <a:avLst/>
              <a:gdLst/>
              <a:ahLst/>
              <a:cxnLst/>
              <a:rect l="l" t="t" r="r" b="b"/>
              <a:pathLst>
                <a:path w="3027" h="1027" extrusionOk="0">
                  <a:moveTo>
                    <a:pt x="711" y="1"/>
                  </a:moveTo>
                  <a:cubicBezTo>
                    <a:pt x="530" y="1"/>
                    <a:pt x="357" y="19"/>
                    <a:pt x="211" y="77"/>
                  </a:cubicBezTo>
                  <a:cubicBezTo>
                    <a:pt x="1" y="159"/>
                    <a:pt x="1" y="416"/>
                    <a:pt x="211" y="486"/>
                  </a:cubicBezTo>
                  <a:cubicBezTo>
                    <a:pt x="608" y="650"/>
                    <a:pt x="971" y="778"/>
                    <a:pt x="1391" y="871"/>
                  </a:cubicBezTo>
                  <a:cubicBezTo>
                    <a:pt x="1689" y="925"/>
                    <a:pt x="2046" y="1027"/>
                    <a:pt x="2345" y="1027"/>
                  </a:cubicBezTo>
                  <a:cubicBezTo>
                    <a:pt x="2374" y="1027"/>
                    <a:pt x="2403" y="1026"/>
                    <a:pt x="2431" y="1024"/>
                  </a:cubicBezTo>
                  <a:cubicBezTo>
                    <a:pt x="2805" y="988"/>
                    <a:pt x="3027" y="556"/>
                    <a:pt x="2747" y="276"/>
                  </a:cubicBezTo>
                  <a:cubicBezTo>
                    <a:pt x="2569" y="91"/>
                    <a:pt x="2336" y="59"/>
                    <a:pt x="2094" y="59"/>
                  </a:cubicBezTo>
                  <a:cubicBezTo>
                    <a:pt x="1960" y="59"/>
                    <a:pt x="1824" y="69"/>
                    <a:pt x="1692" y="69"/>
                  </a:cubicBezTo>
                  <a:cubicBezTo>
                    <a:pt x="1654" y="69"/>
                    <a:pt x="1616" y="68"/>
                    <a:pt x="1578" y="66"/>
                  </a:cubicBezTo>
                  <a:cubicBezTo>
                    <a:pt x="1324" y="51"/>
                    <a:pt x="1007" y="1"/>
                    <a:pt x="711"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7" name="Google Shape;2797;p45"/>
            <p:cNvSpPr/>
            <p:nvPr/>
          </p:nvSpPr>
          <p:spPr>
            <a:xfrm>
              <a:off x="1866025" y="425675"/>
              <a:ext cx="85975" cy="26500"/>
            </a:xfrm>
            <a:custGeom>
              <a:avLst/>
              <a:gdLst/>
              <a:ahLst/>
              <a:cxnLst/>
              <a:rect l="l" t="t" r="r" b="b"/>
              <a:pathLst>
                <a:path w="3439" h="1060" extrusionOk="0">
                  <a:moveTo>
                    <a:pt x="2804" y="0"/>
                  </a:moveTo>
                  <a:cubicBezTo>
                    <a:pt x="2754" y="0"/>
                    <a:pt x="2700" y="7"/>
                    <a:pt x="2641" y="21"/>
                  </a:cubicBezTo>
                  <a:cubicBezTo>
                    <a:pt x="1847" y="220"/>
                    <a:pt x="971" y="10"/>
                    <a:pt x="200" y="325"/>
                  </a:cubicBezTo>
                  <a:cubicBezTo>
                    <a:pt x="1" y="407"/>
                    <a:pt x="1" y="652"/>
                    <a:pt x="200" y="734"/>
                  </a:cubicBezTo>
                  <a:cubicBezTo>
                    <a:pt x="971" y="1049"/>
                    <a:pt x="1847" y="839"/>
                    <a:pt x="2641" y="1038"/>
                  </a:cubicBezTo>
                  <a:cubicBezTo>
                    <a:pt x="2699" y="1053"/>
                    <a:pt x="2752" y="1059"/>
                    <a:pt x="2802" y="1059"/>
                  </a:cubicBezTo>
                  <a:cubicBezTo>
                    <a:pt x="3430" y="1059"/>
                    <a:pt x="3438" y="0"/>
                    <a:pt x="2804"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8" name="Google Shape;2798;p45"/>
            <p:cNvSpPr/>
            <p:nvPr/>
          </p:nvSpPr>
          <p:spPr>
            <a:xfrm>
              <a:off x="1537800" y="613675"/>
              <a:ext cx="52825" cy="53900"/>
            </a:xfrm>
            <a:custGeom>
              <a:avLst/>
              <a:gdLst/>
              <a:ahLst/>
              <a:cxnLst/>
              <a:rect l="l" t="t" r="r" b="b"/>
              <a:pathLst>
                <a:path w="2113" h="2156" extrusionOk="0">
                  <a:moveTo>
                    <a:pt x="1895" y="1"/>
                  </a:moveTo>
                  <a:cubicBezTo>
                    <a:pt x="1890" y="1"/>
                    <a:pt x="1885" y="1"/>
                    <a:pt x="1880" y="1"/>
                  </a:cubicBezTo>
                  <a:cubicBezTo>
                    <a:pt x="1717" y="1"/>
                    <a:pt x="1647" y="71"/>
                    <a:pt x="1530" y="177"/>
                  </a:cubicBezTo>
                  <a:cubicBezTo>
                    <a:pt x="1343" y="329"/>
                    <a:pt x="1156" y="481"/>
                    <a:pt x="969" y="644"/>
                  </a:cubicBezTo>
                  <a:cubicBezTo>
                    <a:pt x="677" y="913"/>
                    <a:pt x="466" y="1205"/>
                    <a:pt x="221" y="1520"/>
                  </a:cubicBezTo>
                  <a:cubicBezTo>
                    <a:pt x="0" y="1818"/>
                    <a:pt x="308" y="2155"/>
                    <a:pt x="613" y="2155"/>
                  </a:cubicBezTo>
                  <a:cubicBezTo>
                    <a:pt x="679" y="2155"/>
                    <a:pt x="745" y="2140"/>
                    <a:pt x="806" y="2104"/>
                  </a:cubicBezTo>
                  <a:cubicBezTo>
                    <a:pt x="980" y="2011"/>
                    <a:pt x="1016" y="1906"/>
                    <a:pt x="1097" y="1743"/>
                  </a:cubicBezTo>
                  <a:cubicBezTo>
                    <a:pt x="1191" y="1543"/>
                    <a:pt x="1331" y="1380"/>
                    <a:pt x="1460" y="1216"/>
                  </a:cubicBezTo>
                  <a:cubicBezTo>
                    <a:pt x="1681" y="936"/>
                    <a:pt x="2008" y="621"/>
                    <a:pt x="2079" y="271"/>
                  </a:cubicBezTo>
                  <a:cubicBezTo>
                    <a:pt x="2113" y="146"/>
                    <a:pt x="2027" y="1"/>
                    <a:pt x="1895"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799" name="Google Shape;2799;p45"/>
            <p:cNvSpPr/>
            <p:nvPr/>
          </p:nvSpPr>
          <p:spPr>
            <a:xfrm>
              <a:off x="1471325" y="671200"/>
              <a:ext cx="25000" cy="61400"/>
            </a:xfrm>
            <a:custGeom>
              <a:avLst/>
              <a:gdLst/>
              <a:ahLst/>
              <a:cxnLst/>
              <a:rect l="l" t="t" r="r" b="b"/>
              <a:pathLst>
                <a:path w="1000" h="2456" extrusionOk="0">
                  <a:moveTo>
                    <a:pt x="688" y="0"/>
                  </a:moveTo>
                  <a:cubicBezTo>
                    <a:pt x="662" y="0"/>
                    <a:pt x="636" y="8"/>
                    <a:pt x="614" y="26"/>
                  </a:cubicBezTo>
                  <a:cubicBezTo>
                    <a:pt x="380" y="200"/>
                    <a:pt x="298" y="470"/>
                    <a:pt x="217" y="738"/>
                  </a:cubicBezTo>
                  <a:cubicBezTo>
                    <a:pt x="88" y="1158"/>
                    <a:pt x="53" y="1556"/>
                    <a:pt x="18" y="1999"/>
                  </a:cubicBezTo>
                  <a:cubicBezTo>
                    <a:pt x="1" y="2303"/>
                    <a:pt x="252" y="2455"/>
                    <a:pt x="501" y="2455"/>
                  </a:cubicBezTo>
                  <a:cubicBezTo>
                    <a:pt x="751" y="2455"/>
                    <a:pt x="999" y="2303"/>
                    <a:pt x="976" y="1999"/>
                  </a:cubicBezTo>
                  <a:cubicBezTo>
                    <a:pt x="941" y="1579"/>
                    <a:pt x="906" y="1182"/>
                    <a:pt x="929" y="761"/>
                  </a:cubicBezTo>
                  <a:cubicBezTo>
                    <a:pt x="952" y="551"/>
                    <a:pt x="999" y="200"/>
                    <a:pt x="801" y="49"/>
                  </a:cubicBezTo>
                  <a:cubicBezTo>
                    <a:pt x="772" y="20"/>
                    <a:pt x="730" y="0"/>
                    <a:pt x="688"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00" name="Google Shape;2800;p45"/>
            <p:cNvSpPr/>
            <p:nvPr/>
          </p:nvSpPr>
          <p:spPr>
            <a:xfrm>
              <a:off x="1354650" y="723250"/>
              <a:ext cx="46075" cy="58625"/>
            </a:xfrm>
            <a:custGeom>
              <a:avLst/>
              <a:gdLst/>
              <a:ahLst/>
              <a:cxnLst/>
              <a:rect l="l" t="t" r="r" b="b"/>
              <a:pathLst>
                <a:path w="1843" h="2345" extrusionOk="0">
                  <a:moveTo>
                    <a:pt x="371" y="1"/>
                  </a:moveTo>
                  <a:cubicBezTo>
                    <a:pt x="255" y="1"/>
                    <a:pt x="135" y="76"/>
                    <a:pt x="94" y="198"/>
                  </a:cubicBezTo>
                  <a:cubicBezTo>
                    <a:pt x="1" y="502"/>
                    <a:pt x="188" y="888"/>
                    <a:pt x="258" y="1191"/>
                  </a:cubicBezTo>
                  <a:cubicBezTo>
                    <a:pt x="328" y="1495"/>
                    <a:pt x="409" y="1810"/>
                    <a:pt x="573" y="2079"/>
                  </a:cubicBezTo>
                  <a:cubicBezTo>
                    <a:pt x="688" y="2269"/>
                    <a:pt x="843" y="2344"/>
                    <a:pt x="997" y="2344"/>
                  </a:cubicBezTo>
                  <a:cubicBezTo>
                    <a:pt x="1422" y="2344"/>
                    <a:pt x="1842" y="1771"/>
                    <a:pt x="1414" y="1436"/>
                  </a:cubicBezTo>
                  <a:cubicBezTo>
                    <a:pt x="1216" y="1285"/>
                    <a:pt x="1122" y="1098"/>
                    <a:pt x="1017" y="875"/>
                  </a:cubicBezTo>
                  <a:cubicBezTo>
                    <a:pt x="959" y="747"/>
                    <a:pt x="900" y="607"/>
                    <a:pt x="830" y="490"/>
                  </a:cubicBezTo>
                  <a:cubicBezTo>
                    <a:pt x="772" y="350"/>
                    <a:pt x="655" y="257"/>
                    <a:pt x="585" y="128"/>
                  </a:cubicBezTo>
                  <a:cubicBezTo>
                    <a:pt x="536" y="40"/>
                    <a:pt x="454" y="1"/>
                    <a:pt x="371"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01" name="Google Shape;2801;p45"/>
            <p:cNvSpPr/>
            <p:nvPr/>
          </p:nvSpPr>
          <p:spPr>
            <a:xfrm>
              <a:off x="1228775" y="496325"/>
              <a:ext cx="44750" cy="61850"/>
            </a:xfrm>
            <a:custGeom>
              <a:avLst/>
              <a:gdLst/>
              <a:ahLst/>
              <a:cxnLst/>
              <a:rect l="l" t="t" r="r" b="b"/>
              <a:pathLst>
                <a:path w="1790" h="2474" extrusionOk="0">
                  <a:moveTo>
                    <a:pt x="1065" y="0"/>
                  </a:moveTo>
                  <a:cubicBezTo>
                    <a:pt x="840" y="0"/>
                    <a:pt x="619" y="114"/>
                    <a:pt x="538" y="385"/>
                  </a:cubicBezTo>
                  <a:cubicBezTo>
                    <a:pt x="433" y="712"/>
                    <a:pt x="363" y="1027"/>
                    <a:pt x="269" y="1354"/>
                  </a:cubicBezTo>
                  <a:cubicBezTo>
                    <a:pt x="199" y="1635"/>
                    <a:pt x="0" y="1868"/>
                    <a:pt x="94" y="2172"/>
                  </a:cubicBezTo>
                  <a:cubicBezTo>
                    <a:pt x="148" y="2340"/>
                    <a:pt x="331" y="2474"/>
                    <a:pt x="507" y="2474"/>
                  </a:cubicBezTo>
                  <a:cubicBezTo>
                    <a:pt x="600" y="2474"/>
                    <a:pt x="691" y="2437"/>
                    <a:pt x="760" y="2348"/>
                  </a:cubicBezTo>
                  <a:cubicBezTo>
                    <a:pt x="947" y="2125"/>
                    <a:pt x="1122" y="1904"/>
                    <a:pt x="1239" y="1635"/>
                  </a:cubicBezTo>
                  <a:cubicBezTo>
                    <a:pt x="1379" y="1331"/>
                    <a:pt x="1496" y="1004"/>
                    <a:pt x="1625" y="689"/>
                  </a:cubicBezTo>
                  <a:cubicBezTo>
                    <a:pt x="1789" y="287"/>
                    <a:pt x="1422" y="0"/>
                    <a:pt x="1065"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02" name="Google Shape;2802;p45"/>
            <p:cNvSpPr/>
            <p:nvPr/>
          </p:nvSpPr>
          <p:spPr>
            <a:xfrm>
              <a:off x="1282800" y="378850"/>
              <a:ext cx="52625" cy="55275"/>
            </a:xfrm>
            <a:custGeom>
              <a:avLst/>
              <a:gdLst/>
              <a:ahLst/>
              <a:cxnLst/>
              <a:rect l="l" t="t" r="r" b="b"/>
              <a:pathLst>
                <a:path w="2105" h="2211" extrusionOk="0">
                  <a:moveTo>
                    <a:pt x="1287" y="1"/>
                  </a:moveTo>
                  <a:cubicBezTo>
                    <a:pt x="1166" y="1"/>
                    <a:pt x="1044" y="46"/>
                    <a:pt x="935" y="154"/>
                  </a:cubicBezTo>
                  <a:cubicBezTo>
                    <a:pt x="819" y="282"/>
                    <a:pt x="749" y="411"/>
                    <a:pt x="666" y="551"/>
                  </a:cubicBezTo>
                  <a:cubicBezTo>
                    <a:pt x="573" y="715"/>
                    <a:pt x="445" y="855"/>
                    <a:pt x="351" y="1019"/>
                  </a:cubicBezTo>
                  <a:cubicBezTo>
                    <a:pt x="188" y="1334"/>
                    <a:pt x="1" y="1603"/>
                    <a:pt x="82" y="1977"/>
                  </a:cubicBezTo>
                  <a:cubicBezTo>
                    <a:pt x="119" y="2124"/>
                    <a:pt x="263" y="2211"/>
                    <a:pt x="403" y="2211"/>
                  </a:cubicBezTo>
                  <a:cubicBezTo>
                    <a:pt x="484" y="2211"/>
                    <a:pt x="564" y="2181"/>
                    <a:pt x="620" y="2117"/>
                  </a:cubicBezTo>
                  <a:cubicBezTo>
                    <a:pt x="807" y="1918"/>
                    <a:pt x="1017" y="1766"/>
                    <a:pt x="1193" y="1556"/>
                  </a:cubicBezTo>
                  <a:cubicBezTo>
                    <a:pt x="1356" y="1357"/>
                    <a:pt x="1496" y="1077"/>
                    <a:pt x="1694" y="913"/>
                  </a:cubicBezTo>
                  <a:cubicBezTo>
                    <a:pt x="2105" y="567"/>
                    <a:pt x="1712" y="1"/>
                    <a:pt x="1287"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03" name="Google Shape;2803;p45"/>
            <p:cNvSpPr/>
            <p:nvPr/>
          </p:nvSpPr>
          <p:spPr>
            <a:xfrm>
              <a:off x="1527550" y="429525"/>
              <a:ext cx="68125" cy="48950"/>
            </a:xfrm>
            <a:custGeom>
              <a:avLst/>
              <a:gdLst/>
              <a:ahLst/>
              <a:cxnLst/>
              <a:rect l="l" t="t" r="r" b="b"/>
              <a:pathLst>
                <a:path w="2725" h="1958" extrusionOk="0">
                  <a:moveTo>
                    <a:pt x="2137" y="1"/>
                  </a:moveTo>
                  <a:cubicBezTo>
                    <a:pt x="2009" y="1"/>
                    <a:pt x="1879" y="57"/>
                    <a:pt x="1788" y="194"/>
                  </a:cubicBezTo>
                  <a:cubicBezTo>
                    <a:pt x="1753" y="253"/>
                    <a:pt x="1601" y="323"/>
                    <a:pt x="1531" y="370"/>
                  </a:cubicBezTo>
                  <a:lnTo>
                    <a:pt x="970" y="825"/>
                  </a:lnTo>
                  <a:cubicBezTo>
                    <a:pt x="689" y="1036"/>
                    <a:pt x="281" y="1176"/>
                    <a:pt x="105" y="1503"/>
                  </a:cubicBezTo>
                  <a:cubicBezTo>
                    <a:pt x="1" y="1702"/>
                    <a:pt x="150" y="1957"/>
                    <a:pt x="375" y="1957"/>
                  </a:cubicBezTo>
                  <a:cubicBezTo>
                    <a:pt x="401" y="1957"/>
                    <a:pt x="428" y="1954"/>
                    <a:pt x="456" y="1947"/>
                  </a:cubicBezTo>
                  <a:cubicBezTo>
                    <a:pt x="865" y="1842"/>
                    <a:pt x="1286" y="1620"/>
                    <a:pt x="1613" y="1363"/>
                  </a:cubicBezTo>
                  <a:cubicBezTo>
                    <a:pt x="1904" y="1141"/>
                    <a:pt x="2314" y="919"/>
                    <a:pt x="2512" y="615"/>
                  </a:cubicBezTo>
                  <a:cubicBezTo>
                    <a:pt x="2724" y="305"/>
                    <a:pt x="2435" y="1"/>
                    <a:pt x="2137"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04" name="Google Shape;2804;p45"/>
            <p:cNvSpPr/>
            <p:nvPr/>
          </p:nvSpPr>
          <p:spPr>
            <a:xfrm>
              <a:off x="1395825" y="404950"/>
              <a:ext cx="52650" cy="53875"/>
            </a:xfrm>
            <a:custGeom>
              <a:avLst/>
              <a:gdLst/>
              <a:ahLst/>
              <a:cxnLst/>
              <a:rect l="l" t="t" r="r" b="b"/>
              <a:pathLst>
                <a:path w="2106" h="2155" extrusionOk="0">
                  <a:moveTo>
                    <a:pt x="1533" y="0"/>
                  </a:moveTo>
                  <a:cubicBezTo>
                    <a:pt x="1438" y="0"/>
                    <a:pt x="1335" y="34"/>
                    <a:pt x="1239" y="115"/>
                  </a:cubicBezTo>
                  <a:cubicBezTo>
                    <a:pt x="912" y="383"/>
                    <a:pt x="643" y="780"/>
                    <a:pt x="444" y="1143"/>
                  </a:cubicBezTo>
                  <a:cubicBezTo>
                    <a:pt x="293" y="1400"/>
                    <a:pt x="0" y="1750"/>
                    <a:pt x="153" y="2054"/>
                  </a:cubicBezTo>
                  <a:cubicBezTo>
                    <a:pt x="187" y="2123"/>
                    <a:pt x="252" y="2155"/>
                    <a:pt x="317" y="2155"/>
                  </a:cubicBezTo>
                  <a:cubicBezTo>
                    <a:pt x="386" y="2155"/>
                    <a:pt x="455" y="2120"/>
                    <a:pt x="491" y="2054"/>
                  </a:cubicBezTo>
                  <a:cubicBezTo>
                    <a:pt x="573" y="1937"/>
                    <a:pt x="714" y="1867"/>
                    <a:pt x="807" y="1774"/>
                  </a:cubicBezTo>
                  <a:cubicBezTo>
                    <a:pt x="924" y="1668"/>
                    <a:pt x="1005" y="1540"/>
                    <a:pt x="1111" y="1411"/>
                  </a:cubicBezTo>
                  <a:cubicBezTo>
                    <a:pt x="1321" y="1154"/>
                    <a:pt x="1613" y="967"/>
                    <a:pt x="1835" y="710"/>
                  </a:cubicBezTo>
                  <a:cubicBezTo>
                    <a:pt x="2105" y="386"/>
                    <a:pt x="1855" y="0"/>
                    <a:pt x="1533"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05" name="Google Shape;2805;p45"/>
            <p:cNvSpPr/>
            <p:nvPr/>
          </p:nvSpPr>
          <p:spPr>
            <a:xfrm>
              <a:off x="1753600" y="446350"/>
              <a:ext cx="57875" cy="24225"/>
            </a:xfrm>
            <a:custGeom>
              <a:avLst/>
              <a:gdLst/>
              <a:ahLst/>
              <a:cxnLst/>
              <a:rect l="l" t="t" r="r" b="b"/>
              <a:pathLst>
                <a:path w="2315" h="969" extrusionOk="0">
                  <a:moveTo>
                    <a:pt x="1776" y="1"/>
                  </a:moveTo>
                  <a:cubicBezTo>
                    <a:pt x="1735" y="1"/>
                    <a:pt x="1693" y="8"/>
                    <a:pt x="1647" y="24"/>
                  </a:cubicBezTo>
                  <a:cubicBezTo>
                    <a:pt x="1437" y="94"/>
                    <a:pt x="1216" y="118"/>
                    <a:pt x="1005" y="199"/>
                  </a:cubicBezTo>
                  <a:cubicBezTo>
                    <a:pt x="806" y="269"/>
                    <a:pt x="596" y="421"/>
                    <a:pt x="386" y="445"/>
                  </a:cubicBezTo>
                  <a:cubicBezTo>
                    <a:pt x="129" y="479"/>
                    <a:pt x="1" y="889"/>
                    <a:pt x="316" y="947"/>
                  </a:cubicBezTo>
                  <a:cubicBezTo>
                    <a:pt x="399" y="962"/>
                    <a:pt x="480" y="968"/>
                    <a:pt x="560" y="968"/>
                  </a:cubicBezTo>
                  <a:cubicBezTo>
                    <a:pt x="727" y="968"/>
                    <a:pt x="890" y="940"/>
                    <a:pt x="1063" y="900"/>
                  </a:cubicBezTo>
                  <a:cubicBezTo>
                    <a:pt x="1320" y="842"/>
                    <a:pt x="1590" y="842"/>
                    <a:pt x="1858" y="795"/>
                  </a:cubicBezTo>
                  <a:cubicBezTo>
                    <a:pt x="2314" y="721"/>
                    <a:pt x="2173" y="1"/>
                    <a:pt x="1776"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06" name="Google Shape;2806;p45"/>
            <p:cNvSpPr/>
            <p:nvPr/>
          </p:nvSpPr>
          <p:spPr>
            <a:xfrm>
              <a:off x="1970400" y="364750"/>
              <a:ext cx="62425" cy="40400"/>
            </a:xfrm>
            <a:custGeom>
              <a:avLst/>
              <a:gdLst/>
              <a:ahLst/>
              <a:cxnLst/>
              <a:rect l="l" t="t" r="r" b="b"/>
              <a:pathLst>
                <a:path w="2497" h="1616" extrusionOk="0">
                  <a:moveTo>
                    <a:pt x="299" y="1"/>
                  </a:moveTo>
                  <a:cubicBezTo>
                    <a:pt x="153" y="1"/>
                    <a:pt x="1" y="139"/>
                    <a:pt x="20" y="285"/>
                  </a:cubicBezTo>
                  <a:cubicBezTo>
                    <a:pt x="78" y="742"/>
                    <a:pt x="569" y="916"/>
                    <a:pt x="943" y="1103"/>
                  </a:cubicBezTo>
                  <a:cubicBezTo>
                    <a:pt x="1072" y="1173"/>
                    <a:pt x="1212" y="1232"/>
                    <a:pt x="1340" y="1302"/>
                  </a:cubicBezTo>
                  <a:cubicBezTo>
                    <a:pt x="1339" y="1302"/>
                    <a:pt x="1338" y="1301"/>
                    <a:pt x="1338" y="1301"/>
                  </a:cubicBezTo>
                  <a:lnTo>
                    <a:pt x="1338" y="1301"/>
                  </a:lnTo>
                  <a:cubicBezTo>
                    <a:pt x="1337" y="1301"/>
                    <a:pt x="1415" y="1345"/>
                    <a:pt x="1449" y="1362"/>
                  </a:cubicBezTo>
                  <a:lnTo>
                    <a:pt x="1449" y="1362"/>
                  </a:lnTo>
                  <a:cubicBezTo>
                    <a:pt x="1485" y="1401"/>
                    <a:pt x="1641" y="1539"/>
                    <a:pt x="1667" y="1547"/>
                  </a:cubicBezTo>
                  <a:cubicBezTo>
                    <a:pt x="1750" y="1593"/>
                    <a:pt x="1840" y="1615"/>
                    <a:pt x="1929" y="1615"/>
                  </a:cubicBezTo>
                  <a:cubicBezTo>
                    <a:pt x="2154" y="1615"/>
                    <a:pt x="2371" y="1475"/>
                    <a:pt x="2438" y="1232"/>
                  </a:cubicBezTo>
                  <a:cubicBezTo>
                    <a:pt x="2438" y="1220"/>
                    <a:pt x="2450" y="1209"/>
                    <a:pt x="2450" y="1197"/>
                  </a:cubicBezTo>
                  <a:cubicBezTo>
                    <a:pt x="2497" y="1022"/>
                    <a:pt x="2450" y="788"/>
                    <a:pt x="2310" y="659"/>
                  </a:cubicBezTo>
                  <a:cubicBezTo>
                    <a:pt x="2064" y="449"/>
                    <a:pt x="1796" y="402"/>
                    <a:pt x="1480" y="356"/>
                  </a:cubicBezTo>
                  <a:cubicBezTo>
                    <a:pt x="1106" y="285"/>
                    <a:pt x="732" y="157"/>
                    <a:pt x="382" y="17"/>
                  </a:cubicBezTo>
                  <a:cubicBezTo>
                    <a:pt x="355" y="6"/>
                    <a:pt x="327" y="1"/>
                    <a:pt x="299"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07" name="Google Shape;2807;p45"/>
            <p:cNvSpPr/>
            <p:nvPr/>
          </p:nvSpPr>
          <p:spPr>
            <a:xfrm>
              <a:off x="1257100" y="667675"/>
              <a:ext cx="36825" cy="53275"/>
            </a:xfrm>
            <a:custGeom>
              <a:avLst/>
              <a:gdLst/>
              <a:ahLst/>
              <a:cxnLst/>
              <a:rect l="l" t="t" r="r" b="b"/>
              <a:pathLst>
                <a:path w="1473" h="2131" extrusionOk="0">
                  <a:moveTo>
                    <a:pt x="275" y="0"/>
                  </a:moveTo>
                  <a:cubicBezTo>
                    <a:pt x="151" y="0"/>
                    <a:pt x="31" y="91"/>
                    <a:pt x="24" y="248"/>
                  </a:cubicBezTo>
                  <a:cubicBezTo>
                    <a:pt x="1" y="622"/>
                    <a:pt x="164" y="1066"/>
                    <a:pt x="292" y="1416"/>
                  </a:cubicBezTo>
                  <a:cubicBezTo>
                    <a:pt x="419" y="1774"/>
                    <a:pt x="639" y="2131"/>
                    <a:pt x="1023" y="2131"/>
                  </a:cubicBezTo>
                  <a:cubicBezTo>
                    <a:pt x="1065" y="2131"/>
                    <a:pt x="1110" y="2126"/>
                    <a:pt x="1157" y="2117"/>
                  </a:cubicBezTo>
                  <a:cubicBezTo>
                    <a:pt x="1379" y="2070"/>
                    <a:pt x="1473" y="1826"/>
                    <a:pt x="1437" y="1626"/>
                  </a:cubicBezTo>
                  <a:cubicBezTo>
                    <a:pt x="1403" y="1452"/>
                    <a:pt x="1297" y="1393"/>
                    <a:pt x="1192" y="1265"/>
                  </a:cubicBezTo>
                  <a:cubicBezTo>
                    <a:pt x="1122" y="1171"/>
                    <a:pt x="1063" y="1054"/>
                    <a:pt x="1006" y="949"/>
                  </a:cubicBezTo>
                  <a:cubicBezTo>
                    <a:pt x="935" y="821"/>
                    <a:pt x="877" y="692"/>
                    <a:pt x="806" y="564"/>
                  </a:cubicBezTo>
                  <a:cubicBezTo>
                    <a:pt x="713" y="388"/>
                    <a:pt x="608" y="271"/>
                    <a:pt x="492" y="120"/>
                  </a:cubicBezTo>
                  <a:cubicBezTo>
                    <a:pt x="437" y="38"/>
                    <a:pt x="355" y="0"/>
                    <a:pt x="275"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grpSp>
      <p:grpSp>
        <p:nvGrpSpPr>
          <p:cNvPr id="2808" name="Google Shape;2808;p45"/>
          <p:cNvGrpSpPr/>
          <p:nvPr/>
        </p:nvGrpSpPr>
        <p:grpSpPr>
          <a:xfrm>
            <a:off x="277375" y="1190840"/>
            <a:ext cx="4507523" cy="2373717"/>
            <a:chOff x="5802375" y="3298175"/>
            <a:chExt cx="1041800" cy="548625"/>
          </a:xfrm>
        </p:grpSpPr>
        <p:sp>
          <p:nvSpPr>
            <p:cNvPr id="2809" name="Google Shape;2809;p45"/>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10" name="Google Shape;2810;p45"/>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11" name="Google Shape;2811;p45"/>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grpSp>
      <p:grpSp>
        <p:nvGrpSpPr>
          <p:cNvPr id="2812" name="Google Shape;2812;p45"/>
          <p:cNvGrpSpPr/>
          <p:nvPr/>
        </p:nvGrpSpPr>
        <p:grpSpPr>
          <a:xfrm flipH="1">
            <a:off x="19539775" y="2455974"/>
            <a:ext cx="4507523" cy="2373717"/>
            <a:chOff x="5802375" y="3298175"/>
            <a:chExt cx="1041800" cy="548625"/>
          </a:xfrm>
        </p:grpSpPr>
        <p:sp>
          <p:nvSpPr>
            <p:cNvPr id="2813" name="Google Shape;2813;p45"/>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14" name="Google Shape;2814;p45"/>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15" name="Google Shape;2815;p45"/>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grpSp>
      <p:grpSp>
        <p:nvGrpSpPr>
          <p:cNvPr id="2816" name="Google Shape;2816;p45"/>
          <p:cNvGrpSpPr/>
          <p:nvPr/>
        </p:nvGrpSpPr>
        <p:grpSpPr>
          <a:xfrm>
            <a:off x="5026800" y="2136867"/>
            <a:ext cx="721067" cy="638267"/>
            <a:chOff x="5684675" y="2956050"/>
            <a:chExt cx="270400" cy="239350"/>
          </a:xfrm>
        </p:grpSpPr>
        <p:sp>
          <p:nvSpPr>
            <p:cNvPr id="2817" name="Google Shape;2817;p45"/>
            <p:cNvSpPr/>
            <p:nvPr/>
          </p:nvSpPr>
          <p:spPr>
            <a:xfrm>
              <a:off x="5684675" y="3047550"/>
              <a:ext cx="66625" cy="64775"/>
            </a:xfrm>
            <a:custGeom>
              <a:avLst/>
              <a:gdLst/>
              <a:ahLst/>
              <a:cxnLst/>
              <a:rect l="l" t="t" r="r" b="b"/>
              <a:pathLst>
                <a:path w="2665" h="2591" extrusionOk="0">
                  <a:moveTo>
                    <a:pt x="1898" y="1"/>
                  </a:moveTo>
                  <a:cubicBezTo>
                    <a:pt x="1758" y="1"/>
                    <a:pt x="1601" y="33"/>
                    <a:pt x="1426" y="65"/>
                  </a:cubicBezTo>
                  <a:cubicBezTo>
                    <a:pt x="853" y="170"/>
                    <a:pt x="246" y="380"/>
                    <a:pt x="59" y="906"/>
                  </a:cubicBezTo>
                  <a:cubicBezTo>
                    <a:pt x="24" y="1011"/>
                    <a:pt x="1" y="1140"/>
                    <a:pt x="1" y="1280"/>
                  </a:cubicBezTo>
                  <a:cubicBezTo>
                    <a:pt x="12" y="1996"/>
                    <a:pt x="377" y="2590"/>
                    <a:pt x="1129" y="2590"/>
                  </a:cubicBezTo>
                  <a:cubicBezTo>
                    <a:pt x="1150" y="2590"/>
                    <a:pt x="1171" y="2590"/>
                    <a:pt x="1193" y="2589"/>
                  </a:cubicBezTo>
                  <a:cubicBezTo>
                    <a:pt x="1707" y="2553"/>
                    <a:pt x="2208" y="2448"/>
                    <a:pt x="2465" y="1958"/>
                  </a:cubicBezTo>
                  <a:cubicBezTo>
                    <a:pt x="2664" y="1561"/>
                    <a:pt x="2664" y="777"/>
                    <a:pt x="2431" y="346"/>
                  </a:cubicBezTo>
                  <a:cubicBezTo>
                    <a:pt x="2289" y="77"/>
                    <a:pt x="2114" y="1"/>
                    <a:pt x="1898"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18" name="Google Shape;2818;p45"/>
            <p:cNvSpPr/>
            <p:nvPr/>
          </p:nvSpPr>
          <p:spPr>
            <a:xfrm>
              <a:off x="5807325" y="3031025"/>
              <a:ext cx="52325" cy="51075"/>
            </a:xfrm>
            <a:custGeom>
              <a:avLst/>
              <a:gdLst/>
              <a:ahLst/>
              <a:cxnLst/>
              <a:rect l="l" t="t" r="r" b="b"/>
              <a:pathLst>
                <a:path w="2093" h="2043" extrusionOk="0">
                  <a:moveTo>
                    <a:pt x="1292" y="1"/>
                  </a:moveTo>
                  <a:cubicBezTo>
                    <a:pt x="857" y="1"/>
                    <a:pt x="342" y="265"/>
                    <a:pt x="188" y="597"/>
                  </a:cubicBezTo>
                  <a:cubicBezTo>
                    <a:pt x="153" y="680"/>
                    <a:pt x="118" y="773"/>
                    <a:pt x="106" y="854"/>
                  </a:cubicBezTo>
                  <a:cubicBezTo>
                    <a:pt x="1" y="1477"/>
                    <a:pt x="553" y="2043"/>
                    <a:pt x="1161" y="2043"/>
                  </a:cubicBezTo>
                  <a:cubicBezTo>
                    <a:pt x="1226" y="2043"/>
                    <a:pt x="1291" y="2036"/>
                    <a:pt x="1357" y="2023"/>
                  </a:cubicBezTo>
                  <a:cubicBezTo>
                    <a:pt x="1871" y="1918"/>
                    <a:pt x="2092" y="1836"/>
                    <a:pt x="2092" y="1240"/>
                  </a:cubicBezTo>
                  <a:cubicBezTo>
                    <a:pt x="2092" y="831"/>
                    <a:pt x="2034" y="352"/>
                    <a:pt x="1718" y="119"/>
                  </a:cubicBezTo>
                  <a:cubicBezTo>
                    <a:pt x="1602" y="37"/>
                    <a:pt x="1452" y="1"/>
                    <a:pt x="1292"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19" name="Google Shape;2819;p45"/>
            <p:cNvSpPr/>
            <p:nvPr/>
          </p:nvSpPr>
          <p:spPr>
            <a:xfrm>
              <a:off x="5734500" y="3158750"/>
              <a:ext cx="44525" cy="36650"/>
            </a:xfrm>
            <a:custGeom>
              <a:avLst/>
              <a:gdLst/>
              <a:ahLst/>
              <a:cxnLst/>
              <a:rect l="l" t="t" r="r" b="b"/>
              <a:pathLst>
                <a:path w="1781" h="1466" extrusionOk="0">
                  <a:moveTo>
                    <a:pt x="1262" y="1"/>
                  </a:moveTo>
                  <a:cubicBezTo>
                    <a:pt x="911" y="1"/>
                    <a:pt x="436" y="583"/>
                    <a:pt x="145" y="944"/>
                  </a:cubicBezTo>
                  <a:cubicBezTo>
                    <a:pt x="1" y="1344"/>
                    <a:pt x="309" y="1465"/>
                    <a:pt x="614" y="1465"/>
                  </a:cubicBezTo>
                  <a:cubicBezTo>
                    <a:pt x="727" y="1465"/>
                    <a:pt x="840" y="1448"/>
                    <a:pt x="928" y="1423"/>
                  </a:cubicBezTo>
                  <a:cubicBezTo>
                    <a:pt x="1396" y="1283"/>
                    <a:pt x="1781" y="1096"/>
                    <a:pt x="1653" y="512"/>
                  </a:cubicBezTo>
                  <a:cubicBezTo>
                    <a:pt x="1576" y="140"/>
                    <a:pt x="1434" y="1"/>
                    <a:pt x="1262"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20" name="Google Shape;2820;p45"/>
            <p:cNvSpPr/>
            <p:nvPr/>
          </p:nvSpPr>
          <p:spPr>
            <a:xfrm>
              <a:off x="5917750" y="3014650"/>
              <a:ext cx="37325" cy="32850"/>
            </a:xfrm>
            <a:custGeom>
              <a:avLst/>
              <a:gdLst/>
              <a:ahLst/>
              <a:cxnLst/>
              <a:rect l="l" t="t" r="r" b="b"/>
              <a:pathLst>
                <a:path w="1493" h="1314" extrusionOk="0">
                  <a:moveTo>
                    <a:pt x="905" y="1"/>
                  </a:moveTo>
                  <a:cubicBezTo>
                    <a:pt x="584" y="1"/>
                    <a:pt x="189" y="190"/>
                    <a:pt x="0" y="517"/>
                  </a:cubicBezTo>
                  <a:cubicBezTo>
                    <a:pt x="58" y="1031"/>
                    <a:pt x="47" y="1206"/>
                    <a:pt x="572" y="1299"/>
                  </a:cubicBezTo>
                  <a:cubicBezTo>
                    <a:pt x="624" y="1309"/>
                    <a:pt x="673" y="1313"/>
                    <a:pt x="719" y="1313"/>
                  </a:cubicBezTo>
                  <a:cubicBezTo>
                    <a:pt x="1065" y="1313"/>
                    <a:pt x="1242" y="1050"/>
                    <a:pt x="1356" y="668"/>
                  </a:cubicBezTo>
                  <a:cubicBezTo>
                    <a:pt x="1492" y="204"/>
                    <a:pt x="1238" y="1"/>
                    <a:pt x="905"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21" name="Google Shape;2821;p45"/>
            <p:cNvSpPr/>
            <p:nvPr/>
          </p:nvSpPr>
          <p:spPr>
            <a:xfrm>
              <a:off x="5798650" y="2956050"/>
              <a:ext cx="30425" cy="24825"/>
            </a:xfrm>
            <a:custGeom>
              <a:avLst/>
              <a:gdLst/>
              <a:ahLst/>
              <a:cxnLst/>
              <a:rect l="l" t="t" r="r" b="b"/>
              <a:pathLst>
                <a:path w="1217" h="993" extrusionOk="0">
                  <a:moveTo>
                    <a:pt x="408" y="1"/>
                  </a:moveTo>
                  <a:cubicBezTo>
                    <a:pt x="325" y="1"/>
                    <a:pt x="254" y="25"/>
                    <a:pt x="208" y="80"/>
                  </a:cubicBezTo>
                  <a:lnTo>
                    <a:pt x="91" y="138"/>
                  </a:lnTo>
                  <a:cubicBezTo>
                    <a:pt x="0" y="549"/>
                    <a:pt x="53" y="993"/>
                    <a:pt x="501" y="993"/>
                  </a:cubicBezTo>
                  <a:cubicBezTo>
                    <a:pt x="512" y="993"/>
                    <a:pt x="524" y="992"/>
                    <a:pt x="535" y="992"/>
                  </a:cubicBezTo>
                  <a:cubicBezTo>
                    <a:pt x="757" y="980"/>
                    <a:pt x="1003" y="886"/>
                    <a:pt x="1096" y="665"/>
                  </a:cubicBezTo>
                  <a:cubicBezTo>
                    <a:pt x="1216" y="358"/>
                    <a:pt x="726" y="1"/>
                    <a:pt x="408"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grpSp>
      <p:grpSp>
        <p:nvGrpSpPr>
          <p:cNvPr id="2822" name="Google Shape;2822;p45"/>
          <p:cNvGrpSpPr/>
          <p:nvPr/>
        </p:nvGrpSpPr>
        <p:grpSpPr>
          <a:xfrm>
            <a:off x="18818733" y="2247467"/>
            <a:ext cx="721067" cy="638267"/>
            <a:chOff x="5684675" y="2956050"/>
            <a:chExt cx="270400" cy="239350"/>
          </a:xfrm>
        </p:grpSpPr>
        <p:sp>
          <p:nvSpPr>
            <p:cNvPr id="2823" name="Google Shape;2823;p45"/>
            <p:cNvSpPr/>
            <p:nvPr/>
          </p:nvSpPr>
          <p:spPr>
            <a:xfrm>
              <a:off x="5684675" y="3047550"/>
              <a:ext cx="66625" cy="64775"/>
            </a:xfrm>
            <a:custGeom>
              <a:avLst/>
              <a:gdLst/>
              <a:ahLst/>
              <a:cxnLst/>
              <a:rect l="l" t="t" r="r" b="b"/>
              <a:pathLst>
                <a:path w="2665" h="2591" extrusionOk="0">
                  <a:moveTo>
                    <a:pt x="1898" y="1"/>
                  </a:moveTo>
                  <a:cubicBezTo>
                    <a:pt x="1758" y="1"/>
                    <a:pt x="1601" y="33"/>
                    <a:pt x="1426" y="65"/>
                  </a:cubicBezTo>
                  <a:cubicBezTo>
                    <a:pt x="853" y="170"/>
                    <a:pt x="246" y="380"/>
                    <a:pt x="59" y="906"/>
                  </a:cubicBezTo>
                  <a:cubicBezTo>
                    <a:pt x="24" y="1011"/>
                    <a:pt x="1" y="1140"/>
                    <a:pt x="1" y="1280"/>
                  </a:cubicBezTo>
                  <a:cubicBezTo>
                    <a:pt x="12" y="1996"/>
                    <a:pt x="377" y="2590"/>
                    <a:pt x="1129" y="2590"/>
                  </a:cubicBezTo>
                  <a:cubicBezTo>
                    <a:pt x="1150" y="2590"/>
                    <a:pt x="1171" y="2590"/>
                    <a:pt x="1193" y="2589"/>
                  </a:cubicBezTo>
                  <a:cubicBezTo>
                    <a:pt x="1707" y="2553"/>
                    <a:pt x="2208" y="2448"/>
                    <a:pt x="2465" y="1958"/>
                  </a:cubicBezTo>
                  <a:cubicBezTo>
                    <a:pt x="2664" y="1561"/>
                    <a:pt x="2664" y="777"/>
                    <a:pt x="2431" y="346"/>
                  </a:cubicBezTo>
                  <a:cubicBezTo>
                    <a:pt x="2289" y="77"/>
                    <a:pt x="2114" y="1"/>
                    <a:pt x="1898"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24" name="Google Shape;2824;p45"/>
            <p:cNvSpPr/>
            <p:nvPr/>
          </p:nvSpPr>
          <p:spPr>
            <a:xfrm>
              <a:off x="5807325" y="3031025"/>
              <a:ext cx="52325" cy="51075"/>
            </a:xfrm>
            <a:custGeom>
              <a:avLst/>
              <a:gdLst/>
              <a:ahLst/>
              <a:cxnLst/>
              <a:rect l="l" t="t" r="r" b="b"/>
              <a:pathLst>
                <a:path w="2093" h="2043" extrusionOk="0">
                  <a:moveTo>
                    <a:pt x="1292" y="1"/>
                  </a:moveTo>
                  <a:cubicBezTo>
                    <a:pt x="857" y="1"/>
                    <a:pt x="342" y="265"/>
                    <a:pt x="188" y="597"/>
                  </a:cubicBezTo>
                  <a:cubicBezTo>
                    <a:pt x="153" y="680"/>
                    <a:pt x="118" y="773"/>
                    <a:pt x="106" y="854"/>
                  </a:cubicBezTo>
                  <a:cubicBezTo>
                    <a:pt x="1" y="1477"/>
                    <a:pt x="553" y="2043"/>
                    <a:pt x="1161" y="2043"/>
                  </a:cubicBezTo>
                  <a:cubicBezTo>
                    <a:pt x="1226" y="2043"/>
                    <a:pt x="1291" y="2036"/>
                    <a:pt x="1357" y="2023"/>
                  </a:cubicBezTo>
                  <a:cubicBezTo>
                    <a:pt x="1871" y="1918"/>
                    <a:pt x="2092" y="1836"/>
                    <a:pt x="2092" y="1240"/>
                  </a:cubicBezTo>
                  <a:cubicBezTo>
                    <a:pt x="2092" y="831"/>
                    <a:pt x="2034" y="352"/>
                    <a:pt x="1718" y="119"/>
                  </a:cubicBezTo>
                  <a:cubicBezTo>
                    <a:pt x="1602" y="37"/>
                    <a:pt x="1452" y="1"/>
                    <a:pt x="1292"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25" name="Google Shape;2825;p45"/>
            <p:cNvSpPr/>
            <p:nvPr/>
          </p:nvSpPr>
          <p:spPr>
            <a:xfrm>
              <a:off x="5734500" y="3158750"/>
              <a:ext cx="44525" cy="36650"/>
            </a:xfrm>
            <a:custGeom>
              <a:avLst/>
              <a:gdLst/>
              <a:ahLst/>
              <a:cxnLst/>
              <a:rect l="l" t="t" r="r" b="b"/>
              <a:pathLst>
                <a:path w="1781" h="1466" extrusionOk="0">
                  <a:moveTo>
                    <a:pt x="1262" y="1"/>
                  </a:moveTo>
                  <a:cubicBezTo>
                    <a:pt x="911" y="1"/>
                    <a:pt x="436" y="583"/>
                    <a:pt x="145" y="944"/>
                  </a:cubicBezTo>
                  <a:cubicBezTo>
                    <a:pt x="1" y="1344"/>
                    <a:pt x="309" y="1465"/>
                    <a:pt x="614" y="1465"/>
                  </a:cubicBezTo>
                  <a:cubicBezTo>
                    <a:pt x="727" y="1465"/>
                    <a:pt x="840" y="1448"/>
                    <a:pt x="928" y="1423"/>
                  </a:cubicBezTo>
                  <a:cubicBezTo>
                    <a:pt x="1396" y="1283"/>
                    <a:pt x="1781" y="1096"/>
                    <a:pt x="1653" y="512"/>
                  </a:cubicBezTo>
                  <a:cubicBezTo>
                    <a:pt x="1576" y="140"/>
                    <a:pt x="1434" y="1"/>
                    <a:pt x="1262"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26" name="Google Shape;2826;p45"/>
            <p:cNvSpPr/>
            <p:nvPr/>
          </p:nvSpPr>
          <p:spPr>
            <a:xfrm>
              <a:off x="5917750" y="3014650"/>
              <a:ext cx="37325" cy="32850"/>
            </a:xfrm>
            <a:custGeom>
              <a:avLst/>
              <a:gdLst/>
              <a:ahLst/>
              <a:cxnLst/>
              <a:rect l="l" t="t" r="r" b="b"/>
              <a:pathLst>
                <a:path w="1493" h="1314" extrusionOk="0">
                  <a:moveTo>
                    <a:pt x="905" y="1"/>
                  </a:moveTo>
                  <a:cubicBezTo>
                    <a:pt x="584" y="1"/>
                    <a:pt x="189" y="190"/>
                    <a:pt x="0" y="517"/>
                  </a:cubicBezTo>
                  <a:cubicBezTo>
                    <a:pt x="58" y="1031"/>
                    <a:pt x="47" y="1206"/>
                    <a:pt x="572" y="1299"/>
                  </a:cubicBezTo>
                  <a:cubicBezTo>
                    <a:pt x="624" y="1309"/>
                    <a:pt x="673" y="1313"/>
                    <a:pt x="719" y="1313"/>
                  </a:cubicBezTo>
                  <a:cubicBezTo>
                    <a:pt x="1065" y="1313"/>
                    <a:pt x="1242" y="1050"/>
                    <a:pt x="1356" y="668"/>
                  </a:cubicBezTo>
                  <a:cubicBezTo>
                    <a:pt x="1492" y="204"/>
                    <a:pt x="1238" y="1"/>
                    <a:pt x="905"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sp>
          <p:nvSpPr>
            <p:cNvPr id="2827" name="Google Shape;2827;p45"/>
            <p:cNvSpPr/>
            <p:nvPr/>
          </p:nvSpPr>
          <p:spPr>
            <a:xfrm>
              <a:off x="5798650" y="2956050"/>
              <a:ext cx="30425" cy="24825"/>
            </a:xfrm>
            <a:custGeom>
              <a:avLst/>
              <a:gdLst/>
              <a:ahLst/>
              <a:cxnLst/>
              <a:rect l="l" t="t" r="r" b="b"/>
              <a:pathLst>
                <a:path w="1217" h="993" extrusionOk="0">
                  <a:moveTo>
                    <a:pt x="408" y="1"/>
                  </a:moveTo>
                  <a:cubicBezTo>
                    <a:pt x="325" y="1"/>
                    <a:pt x="254" y="25"/>
                    <a:pt x="208" y="80"/>
                  </a:cubicBezTo>
                  <a:lnTo>
                    <a:pt x="91" y="138"/>
                  </a:lnTo>
                  <a:cubicBezTo>
                    <a:pt x="0" y="549"/>
                    <a:pt x="53" y="993"/>
                    <a:pt x="501" y="993"/>
                  </a:cubicBezTo>
                  <a:cubicBezTo>
                    <a:pt x="512" y="993"/>
                    <a:pt x="524" y="992"/>
                    <a:pt x="535" y="992"/>
                  </a:cubicBezTo>
                  <a:cubicBezTo>
                    <a:pt x="757" y="980"/>
                    <a:pt x="1003" y="886"/>
                    <a:pt x="1096" y="665"/>
                  </a:cubicBezTo>
                  <a:cubicBezTo>
                    <a:pt x="1216" y="358"/>
                    <a:pt x="726" y="1"/>
                    <a:pt x="408" y="1"/>
                  </a:cubicBezTo>
                  <a:close/>
                </a:path>
              </a:pathLst>
            </a:custGeom>
            <a:solidFill>
              <a:schemeClr val="lt1"/>
            </a:solidFill>
            <a:ln>
              <a:noFill/>
            </a:ln>
          </p:spPr>
          <p:txBody>
            <a:bodyPr spcFirstLastPara="1" wrap="square" lIns="243800" tIns="243800" rIns="243800" bIns="243800" anchor="ctr" anchorCtr="0">
              <a:noAutofit/>
            </a:bodyPr>
            <a:lstStyle/>
            <a:p>
              <a:pPr algn="l" defTabSz="2438430" hangingPunct="1">
                <a:buClr>
                  <a:srgbClr val="000000"/>
                </a:buClr>
              </a:pPr>
              <a:endParaRPr sz="3733" b="0">
                <a:solidFill>
                  <a:srgbClr val="000000"/>
                </a:solidFill>
                <a:latin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39" name="Google Shape;2144;p42">
            <a:extLst>
              <a:ext uri="{FF2B5EF4-FFF2-40B4-BE49-F238E27FC236}">
                <a16:creationId xmlns:a16="http://schemas.microsoft.com/office/drawing/2014/main" id="{1D27258A-2791-4458-8FFE-08F0CBF0A556}"/>
              </a:ext>
            </a:extLst>
          </p:cNvPr>
          <p:cNvSpPr/>
          <p:nvPr/>
        </p:nvSpPr>
        <p:spPr>
          <a:xfrm>
            <a:off x="2812921" y="14781910"/>
            <a:ext cx="4159168" cy="875382"/>
          </a:xfrm>
          <a:custGeom>
            <a:avLst/>
            <a:gdLst/>
            <a:ahLst/>
            <a:cxnLst/>
            <a:rect l="l" t="t" r="r" b="b"/>
            <a:pathLst>
              <a:path w="9020" h="905" extrusionOk="0">
                <a:moveTo>
                  <a:pt x="4505" y="0"/>
                </a:moveTo>
                <a:cubicBezTo>
                  <a:pt x="2013" y="0"/>
                  <a:pt x="0" y="204"/>
                  <a:pt x="0" y="457"/>
                </a:cubicBezTo>
                <a:cubicBezTo>
                  <a:pt x="0" y="701"/>
                  <a:pt x="2013" y="905"/>
                  <a:pt x="4505" y="905"/>
                </a:cubicBezTo>
                <a:cubicBezTo>
                  <a:pt x="6995" y="905"/>
                  <a:pt x="9019" y="701"/>
                  <a:pt x="9019" y="457"/>
                </a:cubicBezTo>
                <a:cubicBezTo>
                  <a:pt x="9019" y="204"/>
                  <a:pt x="6995" y="0"/>
                  <a:pt x="4505" y="0"/>
                </a:cubicBezTo>
                <a:close/>
              </a:path>
            </a:pathLst>
          </a:custGeom>
          <a:solidFill>
            <a:schemeClr val="bg2">
              <a:lumMod val="40000"/>
              <a:lumOff val="60000"/>
              <a:alpha val="252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CuadroTexto 19">
            <a:extLst>
              <a:ext uri="{FF2B5EF4-FFF2-40B4-BE49-F238E27FC236}">
                <a16:creationId xmlns:a16="http://schemas.microsoft.com/office/drawing/2014/main" id="{C6714114-A6CC-4A7F-B218-0012DB368940}"/>
              </a:ext>
            </a:extLst>
          </p:cNvPr>
          <p:cNvSpPr txBox="1"/>
          <p:nvPr/>
        </p:nvSpPr>
        <p:spPr>
          <a:xfrm>
            <a:off x="6263723" y="2921681"/>
            <a:ext cx="17587446" cy="104855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 </a:t>
            </a:r>
          </a:p>
          <a:p>
            <a:pPr algn="just">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En el Share Point encontrara una carpeta denominada: </a:t>
            </a:r>
            <a:r>
              <a:rPr lang="es-ES" sz="4800" dirty="0">
                <a:solidFill>
                  <a:srgbClr val="000000">
                    <a:lumMod val="65000"/>
                    <a:lumOff val="35000"/>
                  </a:srgbClr>
                </a:solidFill>
                <a:latin typeface="Daytona Condensed" panose="020B0506030503040204" pitchFamily="34" charset="0"/>
                <a:cs typeface="Calibri" panose="020F0502020204030204" pitchFamily="34" charset="0"/>
              </a:rPr>
              <a:t>COMITES DE EVALUACIÓN Y SEGUIMIENTO</a:t>
            </a: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 en donde encontrarán: </a:t>
            </a:r>
          </a:p>
          <a:p>
            <a:pPr algn="just">
              <a:defRPr/>
            </a:pPr>
            <a:endParaRPr lang="es-ES" sz="4400" b="0" dirty="0">
              <a:solidFill>
                <a:srgbClr val="000000">
                  <a:lumMod val="65000"/>
                  <a:lumOff val="35000"/>
                </a:srgbClr>
              </a:solidFill>
              <a:latin typeface="Daytona Condensed" panose="020B0506030503040204" pitchFamily="34" charset="0"/>
              <a:cs typeface="Calibri" panose="020F0502020204030204" pitchFamily="34" charset="0"/>
            </a:endParaRPr>
          </a:p>
          <a:p>
            <a:pPr marL="914400" indent="-914400" algn="just">
              <a:buAutoNum type="arabicPeriod"/>
              <a:defRPr/>
            </a:pP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Formato Carta GD-F-011. </a:t>
            </a:r>
          </a:p>
          <a:p>
            <a:pPr marL="914400" indent="-914400" algn="just">
              <a:buAutoNum type="arabicPeriod"/>
              <a:defRPr/>
            </a:pP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2. Dos archivos en Excel:  </a:t>
            </a:r>
          </a:p>
          <a:p>
            <a:pPr algn="just">
              <a:defRPr/>
            </a:pP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	a. CRONOGRAMA COMITÉ DE EVALUACIÓN Y SEGUIMIENTO 2022 -08 FEB 2022.  </a:t>
            </a:r>
          </a:p>
          <a:p>
            <a:pPr algn="just">
              <a:defRPr/>
            </a:pP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	i. En este archivo encontraran las fechas para los comités de etapa productiva. 	</a:t>
            </a:r>
            <a:r>
              <a:rPr lang="es-ES" sz="4400" b="0" dirty="0" err="1">
                <a:solidFill>
                  <a:srgbClr val="000000">
                    <a:lumMod val="65000"/>
                    <a:lumOff val="35000"/>
                  </a:srgbClr>
                </a:solidFill>
                <a:latin typeface="Daytona Condensed" panose="020B0506030503040204" pitchFamily="34" charset="0"/>
                <a:cs typeface="Calibri" panose="020F0502020204030204" pitchFamily="34" charset="0"/>
              </a:rPr>
              <a:t>ii</a:t>
            </a: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 Deben gestionar las solicitudes de acuerdo con el cronograma mínimo 15 	días hábiles antes, para que Alexandra pueda verificar la documentación y 	enviar la citación. </a:t>
            </a:r>
          </a:p>
          <a:p>
            <a:pPr algn="just">
              <a:defRPr/>
            </a:pP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	b. RELACIÓN COMITÉS 2022. </a:t>
            </a:r>
          </a:p>
          <a:p>
            <a:pPr algn="just">
              <a:defRPr/>
            </a:pP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	i. En este archivo deberán relacionar los aprendices que se llevarán a comité 	con la información solicitada por el documento. </a:t>
            </a:r>
          </a:p>
        </p:txBody>
      </p:sp>
      <p:sp>
        <p:nvSpPr>
          <p:cNvPr id="5" name="Rectángulo 4">
            <a:extLst>
              <a:ext uri="{FF2B5EF4-FFF2-40B4-BE49-F238E27FC236}">
                <a16:creationId xmlns:a16="http://schemas.microsoft.com/office/drawing/2014/main" id="{822B6C71-02DE-4708-9E6C-362C021A6F56}"/>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6602677-529B-44DA-BB41-EB7846A5C1DE}"/>
              </a:ext>
            </a:extLst>
          </p:cNvPr>
          <p:cNvSpPr txBox="1"/>
          <p:nvPr/>
        </p:nvSpPr>
        <p:spPr>
          <a:xfrm>
            <a:off x="-76997" y="423030"/>
            <a:ext cx="19692151"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Debido Proceso Programación Comités</a:t>
            </a:r>
          </a:p>
        </p:txBody>
      </p:sp>
      <p:grpSp>
        <p:nvGrpSpPr>
          <p:cNvPr id="240" name="Google Shape;4580;p66">
            <a:extLst>
              <a:ext uri="{FF2B5EF4-FFF2-40B4-BE49-F238E27FC236}">
                <a16:creationId xmlns:a16="http://schemas.microsoft.com/office/drawing/2014/main" id="{75251551-B9EE-4416-AE60-D67EF18AF623}"/>
              </a:ext>
            </a:extLst>
          </p:cNvPr>
          <p:cNvGrpSpPr/>
          <p:nvPr/>
        </p:nvGrpSpPr>
        <p:grpSpPr>
          <a:xfrm>
            <a:off x="18426149" y="1084588"/>
            <a:ext cx="2434946" cy="2151364"/>
            <a:chOff x="5856100" y="2212650"/>
            <a:chExt cx="522825" cy="450925"/>
          </a:xfrm>
        </p:grpSpPr>
        <p:sp>
          <p:nvSpPr>
            <p:cNvPr id="241" name="Google Shape;4581;p66">
              <a:extLst>
                <a:ext uri="{FF2B5EF4-FFF2-40B4-BE49-F238E27FC236}">
                  <a16:creationId xmlns:a16="http://schemas.microsoft.com/office/drawing/2014/main" id="{B7A84CD3-6465-41CC-8759-27AD40687DCD}"/>
                </a:ext>
              </a:extLst>
            </p:cNvPr>
            <p:cNvSpPr/>
            <p:nvPr/>
          </p:nvSpPr>
          <p:spPr>
            <a:xfrm>
              <a:off x="5999225" y="2524625"/>
              <a:ext cx="132025" cy="138950"/>
            </a:xfrm>
            <a:custGeom>
              <a:avLst/>
              <a:gdLst/>
              <a:ahLst/>
              <a:cxnLst/>
              <a:rect l="l" t="t" r="r" b="b"/>
              <a:pathLst>
                <a:path w="5281" h="5558" extrusionOk="0">
                  <a:moveTo>
                    <a:pt x="2619" y="0"/>
                  </a:moveTo>
                  <a:cubicBezTo>
                    <a:pt x="2555" y="0"/>
                    <a:pt x="2492" y="4"/>
                    <a:pt x="2430" y="12"/>
                  </a:cubicBezTo>
                  <a:cubicBezTo>
                    <a:pt x="2325" y="24"/>
                    <a:pt x="2209" y="48"/>
                    <a:pt x="2103" y="59"/>
                  </a:cubicBezTo>
                  <a:cubicBezTo>
                    <a:pt x="1975" y="82"/>
                    <a:pt x="1799" y="176"/>
                    <a:pt x="1682" y="235"/>
                  </a:cubicBezTo>
                  <a:cubicBezTo>
                    <a:pt x="1612" y="258"/>
                    <a:pt x="1542" y="305"/>
                    <a:pt x="1472" y="339"/>
                  </a:cubicBezTo>
                  <a:cubicBezTo>
                    <a:pt x="1122" y="550"/>
                    <a:pt x="807" y="865"/>
                    <a:pt x="573" y="1204"/>
                  </a:cubicBezTo>
                  <a:cubicBezTo>
                    <a:pt x="176" y="1788"/>
                    <a:pt x="0" y="2512"/>
                    <a:pt x="94" y="3213"/>
                  </a:cubicBezTo>
                  <a:cubicBezTo>
                    <a:pt x="129" y="3529"/>
                    <a:pt x="187" y="3821"/>
                    <a:pt x="269" y="4124"/>
                  </a:cubicBezTo>
                  <a:cubicBezTo>
                    <a:pt x="351" y="4393"/>
                    <a:pt x="444" y="4674"/>
                    <a:pt x="526" y="4942"/>
                  </a:cubicBezTo>
                  <a:cubicBezTo>
                    <a:pt x="608" y="5165"/>
                    <a:pt x="737" y="5339"/>
                    <a:pt x="935" y="5456"/>
                  </a:cubicBezTo>
                  <a:cubicBezTo>
                    <a:pt x="1063" y="5524"/>
                    <a:pt x="1200" y="5558"/>
                    <a:pt x="1337" y="5558"/>
                  </a:cubicBezTo>
                  <a:cubicBezTo>
                    <a:pt x="1414" y="5558"/>
                    <a:pt x="1490" y="5547"/>
                    <a:pt x="1566" y="5526"/>
                  </a:cubicBezTo>
                  <a:cubicBezTo>
                    <a:pt x="1998" y="5409"/>
                    <a:pt x="2302" y="4931"/>
                    <a:pt x="2162" y="4498"/>
                  </a:cubicBezTo>
                  <a:cubicBezTo>
                    <a:pt x="2010" y="4054"/>
                    <a:pt x="1869" y="3622"/>
                    <a:pt x="1788" y="3179"/>
                  </a:cubicBezTo>
                  <a:cubicBezTo>
                    <a:pt x="1765" y="3026"/>
                    <a:pt x="1765" y="2875"/>
                    <a:pt x="1776" y="2722"/>
                  </a:cubicBezTo>
                  <a:cubicBezTo>
                    <a:pt x="1788" y="2606"/>
                    <a:pt x="1823" y="2501"/>
                    <a:pt x="1858" y="2384"/>
                  </a:cubicBezTo>
                  <a:cubicBezTo>
                    <a:pt x="1893" y="2302"/>
                    <a:pt x="1940" y="2221"/>
                    <a:pt x="1998" y="2138"/>
                  </a:cubicBezTo>
                  <a:cubicBezTo>
                    <a:pt x="2056" y="2068"/>
                    <a:pt x="2126" y="1998"/>
                    <a:pt x="2209" y="1928"/>
                  </a:cubicBezTo>
                  <a:lnTo>
                    <a:pt x="2267" y="1881"/>
                  </a:lnTo>
                  <a:cubicBezTo>
                    <a:pt x="2349" y="1823"/>
                    <a:pt x="2430" y="1777"/>
                    <a:pt x="2512" y="1730"/>
                  </a:cubicBezTo>
                  <a:lnTo>
                    <a:pt x="2559" y="1718"/>
                  </a:lnTo>
                  <a:lnTo>
                    <a:pt x="2570" y="1718"/>
                  </a:lnTo>
                  <a:lnTo>
                    <a:pt x="2676" y="1741"/>
                  </a:lnTo>
                  <a:cubicBezTo>
                    <a:pt x="2827" y="1823"/>
                    <a:pt x="2968" y="1917"/>
                    <a:pt x="3108" y="2010"/>
                  </a:cubicBezTo>
                  <a:cubicBezTo>
                    <a:pt x="3341" y="2185"/>
                    <a:pt x="3540" y="2395"/>
                    <a:pt x="3751" y="2582"/>
                  </a:cubicBezTo>
                  <a:cubicBezTo>
                    <a:pt x="3935" y="2743"/>
                    <a:pt x="4161" y="2828"/>
                    <a:pt x="4385" y="2828"/>
                  </a:cubicBezTo>
                  <a:cubicBezTo>
                    <a:pt x="4616" y="2828"/>
                    <a:pt x="4846" y="2738"/>
                    <a:pt x="5024" y="2548"/>
                  </a:cubicBezTo>
                  <a:cubicBezTo>
                    <a:pt x="5187" y="2384"/>
                    <a:pt x="5281" y="2150"/>
                    <a:pt x="5281" y="1917"/>
                  </a:cubicBezTo>
                  <a:cubicBezTo>
                    <a:pt x="5281" y="1671"/>
                    <a:pt x="5164" y="1461"/>
                    <a:pt x="5000" y="1274"/>
                  </a:cubicBezTo>
                  <a:cubicBezTo>
                    <a:pt x="4779" y="1040"/>
                    <a:pt x="4522" y="853"/>
                    <a:pt x="4265" y="666"/>
                  </a:cubicBezTo>
                  <a:cubicBezTo>
                    <a:pt x="4054" y="526"/>
                    <a:pt x="3844" y="386"/>
                    <a:pt x="3622" y="269"/>
                  </a:cubicBezTo>
                  <a:cubicBezTo>
                    <a:pt x="3411" y="165"/>
                    <a:pt x="3190" y="94"/>
                    <a:pt x="2968" y="36"/>
                  </a:cubicBezTo>
                  <a:cubicBezTo>
                    <a:pt x="2854" y="13"/>
                    <a:pt x="2736"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4582;p66">
              <a:extLst>
                <a:ext uri="{FF2B5EF4-FFF2-40B4-BE49-F238E27FC236}">
                  <a16:creationId xmlns:a16="http://schemas.microsoft.com/office/drawing/2014/main" id="{92B5DF69-F1E7-481F-8F38-6F48D3BF6923}"/>
                </a:ext>
              </a:extLst>
            </p:cNvPr>
            <p:cNvSpPr/>
            <p:nvPr/>
          </p:nvSpPr>
          <p:spPr>
            <a:xfrm>
              <a:off x="6229075" y="2410075"/>
              <a:ext cx="105450" cy="121300"/>
            </a:xfrm>
            <a:custGeom>
              <a:avLst/>
              <a:gdLst/>
              <a:ahLst/>
              <a:cxnLst/>
              <a:rect l="l" t="t" r="r" b="b"/>
              <a:pathLst>
                <a:path w="4218" h="4852" extrusionOk="0">
                  <a:moveTo>
                    <a:pt x="2340" y="1"/>
                  </a:moveTo>
                  <a:cubicBezTo>
                    <a:pt x="2225" y="1"/>
                    <a:pt x="2109" y="13"/>
                    <a:pt x="1998" y="38"/>
                  </a:cubicBezTo>
                  <a:cubicBezTo>
                    <a:pt x="1776" y="97"/>
                    <a:pt x="1566" y="190"/>
                    <a:pt x="1367" y="295"/>
                  </a:cubicBezTo>
                  <a:lnTo>
                    <a:pt x="1297" y="331"/>
                  </a:lnTo>
                  <a:cubicBezTo>
                    <a:pt x="1146" y="424"/>
                    <a:pt x="1005" y="541"/>
                    <a:pt x="876" y="658"/>
                  </a:cubicBezTo>
                  <a:cubicBezTo>
                    <a:pt x="806" y="716"/>
                    <a:pt x="736" y="786"/>
                    <a:pt x="678" y="856"/>
                  </a:cubicBezTo>
                  <a:cubicBezTo>
                    <a:pt x="409" y="1172"/>
                    <a:pt x="175" y="1487"/>
                    <a:pt x="82" y="1896"/>
                  </a:cubicBezTo>
                  <a:cubicBezTo>
                    <a:pt x="1" y="2281"/>
                    <a:pt x="71" y="2655"/>
                    <a:pt x="152" y="3041"/>
                  </a:cubicBezTo>
                  <a:cubicBezTo>
                    <a:pt x="234" y="3449"/>
                    <a:pt x="386" y="3859"/>
                    <a:pt x="515" y="4256"/>
                  </a:cubicBezTo>
                  <a:cubicBezTo>
                    <a:pt x="585" y="4466"/>
                    <a:pt x="713" y="4641"/>
                    <a:pt x="912" y="4758"/>
                  </a:cubicBezTo>
                  <a:cubicBezTo>
                    <a:pt x="1036" y="4820"/>
                    <a:pt x="1176" y="4851"/>
                    <a:pt x="1315" y="4851"/>
                  </a:cubicBezTo>
                  <a:cubicBezTo>
                    <a:pt x="1384" y="4851"/>
                    <a:pt x="1453" y="4843"/>
                    <a:pt x="1519" y="4828"/>
                  </a:cubicBezTo>
                  <a:cubicBezTo>
                    <a:pt x="1928" y="4711"/>
                    <a:pt x="2220" y="4244"/>
                    <a:pt x="2091" y="3823"/>
                  </a:cubicBezTo>
                  <a:cubicBezTo>
                    <a:pt x="1940" y="3356"/>
                    <a:pt x="1764" y="2889"/>
                    <a:pt x="1671" y="2410"/>
                  </a:cubicBezTo>
                  <a:lnTo>
                    <a:pt x="1671" y="2247"/>
                  </a:lnTo>
                  <a:lnTo>
                    <a:pt x="1671" y="2223"/>
                  </a:lnTo>
                  <a:lnTo>
                    <a:pt x="1730" y="2130"/>
                  </a:lnTo>
                  <a:cubicBezTo>
                    <a:pt x="1823" y="2024"/>
                    <a:pt x="1917" y="1919"/>
                    <a:pt x="2021" y="1826"/>
                  </a:cubicBezTo>
                  <a:cubicBezTo>
                    <a:pt x="2091" y="1779"/>
                    <a:pt x="2161" y="1744"/>
                    <a:pt x="2232" y="1709"/>
                  </a:cubicBezTo>
                  <a:lnTo>
                    <a:pt x="2278" y="1686"/>
                  </a:lnTo>
                  <a:cubicBezTo>
                    <a:pt x="2360" y="1779"/>
                    <a:pt x="2442" y="1873"/>
                    <a:pt x="2524" y="1977"/>
                  </a:cubicBezTo>
                  <a:cubicBezTo>
                    <a:pt x="2571" y="2036"/>
                    <a:pt x="2617" y="2094"/>
                    <a:pt x="2664" y="2141"/>
                  </a:cubicBezTo>
                  <a:cubicBezTo>
                    <a:pt x="2769" y="2270"/>
                    <a:pt x="2898" y="2351"/>
                    <a:pt x="3026" y="2445"/>
                  </a:cubicBezTo>
                  <a:cubicBezTo>
                    <a:pt x="3155" y="2515"/>
                    <a:pt x="3283" y="2550"/>
                    <a:pt x="3423" y="2550"/>
                  </a:cubicBezTo>
                  <a:cubicBezTo>
                    <a:pt x="3633" y="2550"/>
                    <a:pt x="3844" y="2457"/>
                    <a:pt x="3996" y="2293"/>
                  </a:cubicBezTo>
                  <a:cubicBezTo>
                    <a:pt x="4089" y="2200"/>
                    <a:pt x="4160" y="2071"/>
                    <a:pt x="4194" y="1943"/>
                  </a:cubicBezTo>
                  <a:cubicBezTo>
                    <a:pt x="4206" y="1873"/>
                    <a:pt x="4206" y="1803"/>
                    <a:pt x="4217" y="1732"/>
                  </a:cubicBezTo>
                  <a:cubicBezTo>
                    <a:pt x="4217" y="1592"/>
                    <a:pt x="4183" y="1452"/>
                    <a:pt x="4101" y="1335"/>
                  </a:cubicBezTo>
                  <a:cubicBezTo>
                    <a:pt x="3996" y="1102"/>
                    <a:pt x="3844" y="903"/>
                    <a:pt x="3680" y="704"/>
                  </a:cubicBezTo>
                  <a:cubicBezTo>
                    <a:pt x="3446" y="424"/>
                    <a:pt x="3155" y="155"/>
                    <a:pt x="2781" y="61"/>
                  </a:cubicBezTo>
                  <a:cubicBezTo>
                    <a:pt x="2642" y="22"/>
                    <a:pt x="2491" y="1"/>
                    <a:pt x="2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4583;p66">
              <a:extLst>
                <a:ext uri="{FF2B5EF4-FFF2-40B4-BE49-F238E27FC236}">
                  <a16:creationId xmlns:a16="http://schemas.microsoft.com/office/drawing/2014/main" id="{353EF45A-F29A-44EA-B9D3-CBBD95D67017}"/>
                </a:ext>
              </a:extLst>
            </p:cNvPr>
            <p:cNvSpPr/>
            <p:nvPr/>
          </p:nvSpPr>
          <p:spPr>
            <a:xfrm>
              <a:off x="6051800" y="2360500"/>
              <a:ext cx="120050" cy="112575"/>
            </a:xfrm>
            <a:custGeom>
              <a:avLst/>
              <a:gdLst/>
              <a:ahLst/>
              <a:cxnLst/>
              <a:rect l="l" t="t" r="r" b="b"/>
              <a:pathLst>
                <a:path w="4802" h="4503" extrusionOk="0">
                  <a:moveTo>
                    <a:pt x="2299" y="1"/>
                  </a:moveTo>
                  <a:cubicBezTo>
                    <a:pt x="1913" y="1"/>
                    <a:pt x="1529" y="107"/>
                    <a:pt x="1204" y="304"/>
                  </a:cubicBezTo>
                  <a:cubicBezTo>
                    <a:pt x="1145" y="339"/>
                    <a:pt x="1098" y="374"/>
                    <a:pt x="1040" y="421"/>
                  </a:cubicBezTo>
                  <a:cubicBezTo>
                    <a:pt x="911" y="502"/>
                    <a:pt x="783" y="608"/>
                    <a:pt x="666" y="713"/>
                  </a:cubicBezTo>
                  <a:cubicBezTo>
                    <a:pt x="514" y="842"/>
                    <a:pt x="397" y="1005"/>
                    <a:pt x="293" y="1169"/>
                  </a:cubicBezTo>
                  <a:cubicBezTo>
                    <a:pt x="210" y="1286"/>
                    <a:pt x="164" y="1437"/>
                    <a:pt x="117" y="1566"/>
                  </a:cubicBezTo>
                  <a:cubicBezTo>
                    <a:pt x="94" y="1636"/>
                    <a:pt x="82" y="1694"/>
                    <a:pt x="59" y="1764"/>
                  </a:cubicBezTo>
                  <a:cubicBezTo>
                    <a:pt x="0" y="2044"/>
                    <a:pt x="23" y="2325"/>
                    <a:pt x="70" y="2605"/>
                  </a:cubicBezTo>
                  <a:cubicBezTo>
                    <a:pt x="164" y="3131"/>
                    <a:pt x="421" y="3610"/>
                    <a:pt x="666" y="4089"/>
                  </a:cubicBezTo>
                  <a:cubicBezTo>
                    <a:pt x="811" y="4363"/>
                    <a:pt x="1108" y="4503"/>
                    <a:pt x="1405" y="4503"/>
                  </a:cubicBezTo>
                  <a:cubicBezTo>
                    <a:pt x="1564" y="4503"/>
                    <a:pt x="1723" y="4463"/>
                    <a:pt x="1858" y="4381"/>
                  </a:cubicBezTo>
                  <a:cubicBezTo>
                    <a:pt x="2056" y="4264"/>
                    <a:pt x="2208" y="4077"/>
                    <a:pt x="2255" y="3856"/>
                  </a:cubicBezTo>
                  <a:cubicBezTo>
                    <a:pt x="2325" y="3622"/>
                    <a:pt x="2266" y="3400"/>
                    <a:pt x="2162" y="3189"/>
                  </a:cubicBezTo>
                  <a:cubicBezTo>
                    <a:pt x="2080" y="3038"/>
                    <a:pt x="1998" y="2874"/>
                    <a:pt x="1928" y="2711"/>
                  </a:cubicBezTo>
                  <a:cubicBezTo>
                    <a:pt x="1869" y="2558"/>
                    <a:pt x="1811" y="2395"/>
                    <a:pt x="1776" y="2231"/>
                  </a:cubicBezTo>
                  <a:lnTo>
                    <a:pt x="1776" y="2138"/>
                  </a:lnTo>
                  <a:lnTo>
                    <a:pt x="1799" y="2057"/>
                  </a:lnTo>
                  <a:lnTo>
                    <a:pt x="1811" y="2021"/>
                  </a:lnTo>
                  <a:cubicBezTo>
                    <a:pt x="1905" y="1928"/>
                    <a:pt x="1986" y="1834"/>
                    <a:pt x="2092" y="1753"/>
                  </a:cubicBezTo>
                  <a:cubicBezTo>
                    <a:pt x="2150" y="1717"/>
                    <a:pt x="2208" y="1671"/>
                    <a:pt x="2266" y="1636"/>
                  </a:cubicBezTo>
                  <a:lnTo>
                    <a:pt x="2313" y="1624"/>
                  </a:lnTo>
                  <a:lnTo>
                    <a:pt x="2523" y="1624"/>
                  </a:lnTo>
                  <a:cubicBezTo>
                    <a:pt x="2687" y="1647"/>
                    <a:pt x="2851" y="1694"/>
                    <a:pt x="3014" y="1741"/>
                  </a:cubicBezTo>
                  <a:lnTo>
                    <a:pt x="3294" y="1881"/>
                  </a:lnTo>
                  <a:cubicBezTo>
                    <a:pt x="3435" y="1963"/>
                    <a:pt x="3564" y="2057"/>
                    <a:pt x="3715" y="2138"/>
                  </a:cubicBezTo>
                  <a:cubicBezTo>
                    <a:pt x="3822" y="2196"/>
                    <a:pt x="3943" y="2225"/>
                    <a:pt x="4065" y="2225"/>
                  </a:cubicBezTo>
                  <a:cubicBezTo>
                    <a:pt x="4261" y="2225"/>
                    <a:pt x="4459" y="2149"/>
                    <a:pt x="4603" y="1998"/>
                  </a:cubicBezTo>
                  <a:cubicBezTo>
                    <a:pt x="4732" y="1858"/>
                    <a:pt x="4802" y="1671"/>
                    <a:pt x="4802" y="1484"/>
                  </a:cubicBezTo>
                  <a:cubicBezTo>
                    <a:pt x="4802" y="1273"/>
                    <a:pt x="4708" y="1110"/>
                    <a:pt x="4580" y="958"/>
                  </a:cubicBezTo>
                  <a:cubicBezTo>
                    <a:pt x="4416" y="772"/>
                    <a:pt x="4194" y="619"/>
                    <a:pt x="3984" y="491"/>
                  </a:cubicBezTo>
                  <a:cubicBezTo>
                    <a:pt x="3762" y="362"/>
                    <a:pt x="3528" y="258"/>
                    <a:pt x="3294" y="187"/>
                  </a:cubicBezTo>
                  <a:cubicBezTo>
                    <a:pt x="3037" y="105"/>
                    <a:pt x="2780" y="47"/>
                    <a:pt x="2512" y="12"/>
                  </a:cubicBezTo>
                  <a:cubicBezTo>
                    <a:pt x="2441" y="4"/>
                    <a:pt x="2370" y="1"/>
                    <a:pt x="2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4584;p66">
              <a:extLst>
                <a:ext uri="{FF2B5EF4-FFF2-40B4-BE49-F238E27FC236}">
                  <a16:creationId xmlns:a16="http://schemas.microsoft.com/office/drawing/2014/main" id="{117E1D6E-5691-45AA-BFC9-1C7C01736DEB}"/>
                </a:ext>
              </a:extLst>
            </p:cNvPr>
            <p:cNvSpPr/>
            <p:nvPr/>
          </p:nvSpPr>
          <p:spPr>
            <a:xfrm>
              <a:off x="6242525" y="2220775"/>
              <a:ext cx="136400" cy="89525"/>
            </a:xfrm>
            <a:custGeom>
              <a:avLst/>
              <a:gdLst/>
              <a:ahLst/>
              <a:cxnLst/>
              <a:rect l="l" t="t" r="r" b="b"/>
              <a:pathLst>
                <a:path w="5456" h="3581" extrusionOk="0">
                  <a:moveTo>
                    <a:pt x="2609" y="1"/>
                  </a:moveTo>
                  <a:cubicBezTo>
                    <a:pt x="2559" y="1"/>
                    <a:pt x="2507" y="2"/>
                    <a:pt x="2453" y="5"/>
                  </a:cubicBezTo>
                  <a:cubicBezTo>
                    <a:pt x="2243" y="29"/>
                    <a:pt x="2021" y="63"/>
                    <a:pt x="1822" y="133"/>
                  </a:cubicBezTo>
                  <a:cubicBezTo>
                    <a:pt x="1682" y="180"/>
                    <a:pt x="1553" y="250"/>
                    <a:pt x="1425" y="320"/>
                  </a:cubicBezTo>
                  <a:cubicBezTo>
                    <a:pt x="1192" y="461"/>
                    <a:pt x="981" y="636"/>
                    <a:pt x="806" y="847"/>
                  </a:cubicBezTo>
                  <a:cubicBezTo>
                    <a:pt x="549" y="1127"/>
                    <a:pt x="362" y="1442"/>
                    <a:pt x="234" y="1804"/>
                  </a:cubicBezTo>
                  <a:cubicBezTo>
                    <a:pt x="140" y="2049"/>
                    <a:pt x="93" y="2318"/>
                    <a:pt x="35" y="2575"/>
                  </a:cubicBezTo>
                  <a:cubicBezTo>
                    <a:pt x="0" y="2786"/>
                    <a:pt x="11" y="2996"/>
                    <a:pt x="128" y="3183"/>
                  </a:cubicBezTo>
                  <a:cubicBezTo>
                    <a:pt x="245" y="3370"/>
                    <a:pt x="421" y="3510"/>
                    <a:pt x="631" y="3557"/>
                  </a:cubicBezTo>
                  <a:cubicBezTo>
                    <a:pt x="692" y="3573"/>
                    <a:pt x="755" y="3580"/>
                    <a:pt x="819" y="3580"/>
                  </a:cubicBezTo>
                  <a:cubicBezTo>
                    <a:pt x="1175" y="3580"/>
                    <a:pt x="1533" y="3339"/>
                    <a:pt x="1612" y="2973"/>
                  </a:cubicBezTo>
                  <a:cubicBezTo>
                    <a:pt x="1647" y="2739"/>
                    <a:pt x="1694" y="2517"/>
                    <a:pt x="1776" y="2295"/>
                  </a:cubicBezTo>
                  <a:cubicBezTo>
                    <a:pt x="1810" y="2202"/>
                    <a:pt x="1857" y="2119"/>
                    <a:pt x="1916" y="2026"/>
                  </a:cubicBezTo>
                  <a:cubicBezTo>
                    <a:pt x="1997" y="1933"/>
                    <a:pt x="2067" y="1851"/>
                    <a:pt x="2161" y="1769"/>
                  </a:cubicBezTo>
                  <a:cubicBezTo>
                    <a:pt x="2208" y="1734"/>
                    <a:pt x="2254" y="1699"/>
                    <a:pt x="2313" y="1675"/>
                  </a:cubicBezTo>
                  <a:lnTo>
                    <a:pt x="2488" y="1629"/>
                  </a:lnTo>
                  <a:cubicBezTo>
                    <a:pt x="2570" y="1618"/>
                    <a:pt x="2651" y="1618"/>
                    <a:pt x="2734" y="1618"/>
                  </a:cubicBezTo>
                  <a:cubicBezTo>
                    <a:pt x="2885" y="1652"/>
                    <a:pt x="3025" y="1688"/>
                    <a:pt x="3178" y="1734"/>
                  </a:cubicBezTo>
                  <a:cubicBezTo>
                    <a:pt x="3248" y="1758"/>
                    <a:pt x="3318" y="1792"/>
                    <a:pt x="3388" y="1839"/>
                  </a:cubicBezTo>
                  <a:cubicBezTo>
                    <a:pt x="3469" y="1886"/>
                    <a:pt x="3551" y="1933"/>
                    <a:pt x="3633" y="1991"/>
                  </a:cubicBezTo>
                  <a:cubicBezTo>
                    <a:pt x="3762" y="2096"/>
                    <a:pt x="3879" y="2202"/>
                    <a:pt x="4007" y="2306"/>
                  </a:cubicBezTo>
                  <a:cubicBezTo>
                    <a:pt x="4169" y="2451"/>
                    <a:pt x="4374" y="2527"/>
                    <a:pt x="4578" y="2527"/>
                  </a:cubicBezTo>
                  <a:cubicBezTo>
                    <a:pt x="4786" y="2527"/>
                    <a:pt x="4992" y="2448"/>
                    <a:pt x="5151" y="2283"/>
                  </a:cubicBezTo>
                  <a:cubicBezTo>
                    <a:pt x="5455" y="1968"/>
                    <a:pt x="5455" y="1431"/>
                    <a:pt x="5128" y="1127"/>
                  </a:cubicBezTo>
                  <a:cubicBezTo>
                    <a:pt x="4824" y="858"/>
                    <a:pt x="4509" y="590"/>
                    <a:pt x="4147" y="390"/>
                  </a:cubicBezTo>
                  <a:cubicBezTo>
                    <a:pt x="3960" y="286"/>
                    <a:pt x="3750" y="216"/>
                    <a:pt x="3539" y="146"/>
                  </a:cubicBezTo>
                  <a:cubicBezTo>
                    <a:pt x="3376" y="87"/>
                    <a:pt x="3189" y="52"/>
                    <a:pt x="3014" y="29"/>
                  </a:cubicBezTo>
                  <a:cubicBezTo>
                    <a:pt x="2878" y="12"/>
                    <a:pt x="2747"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4585;p66">
              <a:extLst>
                <a:ext uri="{FF2B5EF4-FFF2-40B4-BE49-F238E27FC236}">
                  <a16:creationId xmlns:a16="http://schemas.microsoft.com/office/drawing/2014/main" id="{08F07348-0770-473C-A55A-7E4F00F67BF8}"/>
                </a:ext>
              </a:extLst>
            </p:cNvPr>
            <p:cNvSpPr/>
            <p:nvPr/>
          </p:nvSpPr>
          <p:spPr>
            <a:xfrm>
              <a:off x="5856100" y="2470525"/>
              <a:ext cx="108975" cy="90025"/>
            </a:xfrm>
            <a:custGeom>
              <a:avLst/>
              <a:gdLst/>
              <a:ahLst/>
              <a:cxnLst/>
              <a:rect l="l" t="t" r="r" b="b"/>
              <a:pathLst>
                <a:path w="4359" h="3601" extrusionOk="0">
                  <a:moveTo>
                    <a:pt x="2455" y="1"/>
                  </a:moveTo>
                  <a:cubicBezTo>
                    <a:pt x="2241" y="1"/>
                    <a:pt x="2030" y="29"/>
                    <a:pt x="1812" y="62"/>
                  </a:cubicBezTo>
                  <a:cubicBezTo>
                    <a:pt x="1649" y="86"/>
                    <a:pt x="1473" y="156"/>
                    <a:pt x="1333" y="237"/>
                  </a:cubicBezTo>
                  <a:lnTo>
                    <a:pt x="1228" y="296"/>
                  </a:lnTo>
                  <a:cubicBezTo>
                    <a:pt x="1064" y="389"/>
                    <a:pt x="912" y="517"/>
                    <a:pt x="761" y="657"/>
                  </a:cubicBezTo>
                  <a:cubicBezTo>
                    <a:pt x="644" y="786"/>
                    <a:pt x="538" y="938"/>
                    <a:pt x="445" y="1078"/>
                  </a:cubicBezTo>
                  <a:cubicBezTo>
                    <a:pt x="398" y="1160"/>
                    <a:pt x="364" y="1242"/>
                    <a:pt x="328" y="1324"/>
                  </a:cubicBezTo>
                  <a:cubicBezTo>
                    <a:pt x="258" y="1499"/>
                    <a:pt x="188" y="1674"/>
                    <a:pt x="141" y="1849"/>
                  </a:cubicBezTo>
                  <a:cubicBezTo>
                    <a:pt x="48" y="2176"/>
                    <a:pt x="1" y="2527"/>
                    <a:pt x="48" y="2866"/>
                  </a:cubicBezTo>
                  <a:cubicBezTo>
                    <a:pt x="48" y="3006"/>
                    <a:pt x="83" y="3123"/>
                    <a:pt x="153" y="3240"/>
                  </a:cubicBezTo>
                  <a:cubicBezTo>
                    <a:pt x="247" y="3414"/>
                    <a:pt x="410" y="3531"/>
                    <a:pt x="608" y="3578"/>
                  </a:cubicBezTo>
                  <a:cubicBezTo>
                    <a:pt x="669" y="3593"/>
                    <a:pt x="732" y="3601"/>
                    <a:pt x="796" y="3601"/>
                  </a:cubicBezTo>
                  <a:cubicBezTo>
                    <a:pt x="927" y="3601"/>
                    <a:pt x="1059" y="3567"/>
                    <a:pt x="1169" y="3497"/>
                  </a:cubicBezTo>
                  <a:cubicBezTo>
                    <a:pt x="1322" y="3403"/>
                    <a:pt x="1485" y="3228"/>
                    <a:pt x="1508" y="3041"/>
                  </a:cubicBezTo>
                  <a:cubicBezTo>
                    <a:pt x="1566" y="2667"/>
                    <a:pt x="1613" y="2282"/>
                    <a:pt x="1742" y="1919"/>
                  </a:cubicBezTo>
                  <a:cubicBezTo>
                    <a:pt x="1765" y="1861"/>
                    <a:pt x="1800" y="1814"/>
                    <a:pt x="1823" y="1756"/>
                  </a:cubicBezTo>
                  <a:lnTo>
                    <a:pt x="1976" y="1604"/>
                  </a:lnTo>
                  <a:lnTo>
                    <a:pt x="2080" y="1545"/>
                  </a:lnTo>
                  <a:lnTo>
                    <a:pt x="2233" y="1511"/>
                  </a:lnTo>
                  <a:cubicBezTo>
                    <a:pt x="2323" y="1502"/>
                    <a:pt x="2413" y="1498"/>
                    <a:pt x="2504" y="1498"/>
                  </a:cubicBezTo>
                  <a:cubicBezTo>
                    <a:pt x="2649" y="1498"/>
                    <a:pt x="2795" y="1508"/>
                    <a:pt x="2945" y="1522"/>
                  </a:cubicBezTo>
                  <a:lnTo>
                    <a:pt x="3401" y="1592"/>
                  </a:lnTo>
                  <a:cubicBezTo>
                    <a:pt x="3465" y="1604"/>
                    <a:pt x="3528" y="1610"/>
                    <a:pt x="3590" y="1610"/>
                  </a:cubicBezTo>
                  <a:cubicBezTo>
                    <a:pt x="3719" y="1610"/>
                    <a:pt x="3843" y="1582"/>
                    <a:pt x="3962" y="1511"/>
                  </a:cubicBezTo>
                  <a:cubicBezTo>
                    <a:pt x="4136" y="1417"/>
                    <a:pt x="4253" y="1242"/>
                    <a:pt x="4300" y="1055"/>
                  </a:cubicBezTo>
                  <a:cubicBezTo>
                    <a:pt x="4359" y="868"/>
                    <a:pt x="4323" y="657"/>
                    <a:pt x="4219" y="494"/>
                  </a:cubicBezTo>
                  <a:cubicBezTo>
                    <a:pt x="4125" y="330"/>
                    <a:pt x="3950" y="179"/>
                    <a:pt x="3763" y="156"/>
                  </a:cubicBezTo>
                  <a:cubicBezTo>
                    <a:pt x="3412" y="86"/>
                    <a:pt x="3062" y="39"/>
                    <a:pt x="2711" y="15"/>
                  </a:cubicBezTo>
                  <a:cubicBezTo>
                    <a:pt x="2625" y="5"/>
                    <a:pt x="2540" y="1"/>
                    <a:pt x="2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4586;p66">
              <a:extLst>
                <a:ext uri="{FF2B5EF4-FFF2-40B4-BE49-F238E27FC236}">
                  <a16:creationId xmlns:a16="http://schemas.microsoft.com/office/drawing/2014/main" id="{98C78B34-5F95-4BBC-B7FD-23A338DD284F}"/>
                </a:ext>
              </a:extLst>
            </p:cNvPr>
            <p:cNvSpPr/>
            <p:nvPr/>
          </p:nvSpPr>
          <p:spPr>
            <a:xfrm>
              <a:off x="5885325" y="2322900"/>
              <a:ext cx="96700" cy="91000"/>
            </a:xfrm>
            <a:custGeom>
              <a:avLst/>
              <a:gdLst/>
              <a:ahLst/>
              <a:cxnLst/>
              <a:rect l="l" t="t" r="r" b="b"/>
              <a:pathLst>
                <a:path w="3868" h="3640" extrusionOk="0">
                  <a:moveTo>
                    <a:pt x="2242" y="0"/>
                  </a:moveTo>
                  <a:cubicBezTo>
                    <a:pt x="1846" y="0"/>
                    <a:pt x="1458" y="131"/>
                    <a:pt x="1122" y="324"/>
                  </a:cubicBezTo>
                  <a:cubicBezTo>
                    <a:pt x="1064" y="360"/>
                    <a:pt x="1005" y="406"/>
                    <a:pt x="958" y="441"/>
                  </a:cubicBezTo>
                  <a:cubicBezTo>
                    <a:pt x="678" y="640"/>
                    <a:pt x="456" y="862"/>
                    <a:pt x="257" y="1142"/>
                  </a:cubicBezTo>
                  <a:cubicBezTo>
                    <a:pt x="223" y="1189"/>
                    <a:pt x="187" y="1248"/>
                    <a:pt x="153" y="1305"/>
                  </a:cubicBezTo>
                  <a:cubicBezTo>
                    <a:pt x="117" y="1388"/>
                    <a:pt x="82" y="1481"/>
                    <a:pt x="47" y="1562"/>
                  </a:cubicBezTo>
                  <a:cubicBezTo>
                    <a:pt x="12" y="1785"/>
                    <a:pt x="0" y="1960"/>
                    <a:pt x="47" y="2170"/>
                  </a:cubicBezTo>
                  <a:cubicBezTo>
                    <a:pt x="94" y="2416"/>
                    <a:pt x="223" y="2649"/>
                    <a:pt x="339" y="2871"/>
                  </a:cubicBezTo>
                  <a:cubicBezTo>
                    <a:pt x="410" y="3000"/>
                    <a:pt x="491" y="3128"/>
                    <a:pt x="573" y="3257"/>
                  </a:cubicBezTo>
                  <a:cubicBezTo>
                    <a:pt x="720" y="3497"/>
                    <a:pt x="986" y="3640"/>
                    <a:pt x="1258" y="3640"/>
                  </a:cubicBezTo>
                  <a:cubicBezTo>
                    <a:pt x="1395" y="3640"/>
                    <a:pt x="1534" y="3603"/>
                    <a:pt x="1659" y="3525"/>
                  </a:cubicBezTo>
                  <a:cubicBezTo>
                    <a:pt x="2033" y="3304"/>
                    <a:pt x="2162" y="2801"/>
                    <a:pt x="1939" y="2439"/>
                  </a:cubicBezTo>
                  <a:cubicBezTo>
                    <a:pt x="1823" y="2263"/>
                    <a:pt x="1718" y="2089"/>
                    <a:pt x="1624" y="1902"/>
                  </a:cubicBezTo>
                  <a:lnTo>
                    <a:pt x="1671" y="1843"/>
                  </a:lnTo>
                  <a:cubicBezTo>
                    <a:pt x="1741" y="1749"/>
                    <a:pt x="1823" y="1656"/>
                    <a:pt x="1916" y="1575"/>
                  </a:cubicBezTo>
                  <a:cubicBezTo>
                    <a:pt x="1975" y="1539"/>
                    <a:pt x="2033" y="1492"/>
                    <a:pt x="2103" y="1469"/>
                  </a:cubicBezTo>
                  <a:lnTo>
                    <a:pt x="2209" y="1434"/>
                  </a:lnTo>
                  <a:cubicBezTo>
                    <a:pt x="2244" y="1428"/>
                    <a:pt x="2281" y="1425"/>
                    <a:pt x="2319" y="1425"/>
                  </a:cubicBezTo>
                  <a:cubicBezTo>
                    <a:pt x="2357" y="1425"/>
                    <a:pt x="2395" y="1428"/>
                    <a:pt x="2430" y="1434"/>
                  </a:cubicBezTo>
                  <a:cubicBezTo>
                    <a:pt x="2617" y="1469"/>
                    <a:pt x="2793" y="1516"/>
                    <a:pt x="2980" y="1562"/>
                  </a:cubicBezTo>
                  <a:cubicBezTo>
                    <a:pt x="3035" y="1578"/>
                    <a:pt x="3092" y="1585"/>
                    <a:pt x="3148" y="1585"/>
                  </a:cubicBezTo>
                  <a:cubicBezTo>
                    <a:pt x="3398" y="1585"/>
                    <a:pt x="3638" y="1443"/>
                    <a:pt x="3762" y="1224"/>
                  </a:cubicBezTo>
                  <a:cubicBezTo>
                    <a:pt x="3844" y="1072"/>
                    <a:pt x="3867" y="885"/>
                    <a:pt x="3821" y="710"/>
                  </a:cubicBezTo>
                  <a:cubicBezTo>
                    <a:pt x="3774" y="547"/>
                    <a:pt x="3645" y="348"/>
                    <a:pt x="3481" y="277"/>
                  </a:cubicBezTo>
                  <a:cubicBezTo>
                    <a:pt x="3307" y="207"/>
                    <a:pt x="3143" y="149"/>
                    <a:pt x="2956" y="103"/>
                  </a:cubicBezTo>
                  <a:cubicBezTo>
                    <a:pt x="2781" y="44"/>
                    <a:pt x="2606" y="33"/>
                    <a:pt x="2419" y="9"/>
                  </a:cubicBezTo>
                  <a:cubicBezTo>
                    <a:pt x="2360" y="3"/>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4587;p66">
              <a:extLst>
                <a:ext uri="{FF2B5EF4-FFF2-40B4-BE49-F238E27FC236}">
                  <a16:creationId xmlns:a16="http://schemas.microsoft.com/office/drawing/2014/main" id="{F5034818-EE7B-46B7-9761-DFEB995204A2}"/>
                </a:ext>
              </a:extLst>
            </p:cNvPr>
            <p:cNvSpPr/>
            <p:nvPr/>
          </p:nvSpPr>
          <p:spPr>
            <a:xfrm>
              <a:off x="6056775" y="2212650"/>
              <a:ext cx="109250" cy="109600"/>
            </a:xfrm>
            <a:custGeom>
              <a:avLst/>
              <a:gdLst/>
              <a:ahLst/>
              <a:cxnLst/>
              <a:rect l="l" t="t" r="r" b="b"/>
              <a:pathLst>
                <a:path w="4370" h="4384" extrusionOk="0">
                  <a:moveTo>
                    <a:pt x="2275" y="1"/>
                  </a:moveTo>
                  <a:cubicBezTo>
                    <a:pt x="2245" y="1"/>
                    <a:pt x="2215" y="2"/>
                    <a:pt x="2184" y="3"/>
                  </a:cubicBezTo>
                  <a:cubicBezTo>
                    <a:pt x="2056" y="3"/>
                    <a:pt x="1927" y="38"/>
                    <a:pt x="1810" y="50"/>
                  </a:cubicBezTo>
                  <a:cubicBezTo>
                    <a:pt x="1612" y="85"/>
                    <a:pt x="1413" y="178"/>
                    <a:pt x="1238" y="272"/>
                  </a:cubicBezTo>
                  <a:lnTo>
                    <a:pt x="1180" y="307"/>
                  </a:lnTo>
                  <a:cubicBezTo>
                    <a:pt x="1052" y="388"/>
                    <a:pt x="923" y="494"/>
                    <a:pt x="806" y="599"/>
                  </a:cubicBezTo>
                  <a:cubicBezTo>
                    <a:pt x="678" y="704"/>
                    <a:pt x="572" y="821"/>
                    <a:pt x="467" y="949"/>
                  </a:cubicBezTo>
                  <a:cubicBezTo>
                    <a:pt x="268" y="1195"/>
                    <a:pt x="140" y="1463"/>
                    <a:pt x="58" y="1767"/>
                  </a:cubicBezTo>
                  <a:cubicBezTo>
                    <a:pt x="11" y="1954"/>
                    <a:pt x="11" y="2164"/>
                    <a:pt x="0" y="2363"/>
                  </a:cubicBezTo>
                  <a:cubicBezTo>
                    <a:pt x="0" y="2550"/>
                    <a:pt x="11" y="2737"/>
                    <a:pt x="23" y="2924"/>
                  </a:cubicBezTo>
                  <a:cubicBezTo>
                    <a:pt x="35" y="3181"/>
                    <a:pt x="58" y="3438"/>
                    <a:pt x="70" y="3683"/>
                  </a:cubicBezTo>
                  <a:cubicBezTo>
                    <a:pt x="81" y="3882"/>
                    <a:pt x="152" y="4057"/>
                    <a:pt x="292" y="4186"/>
                  </a:cubicBezTo>
                  <a:cubicBezTo>
                    <a:pt x="421" y="4314"/>
                    <a:pt x="595" y="4384"/>
                    <a:pt x="782" y="4384"/>
                  </a:cubicBezTo>
                  <a:cubicBezTo>
                    <a:pt x="1145" y="4372"/>
                    <a:pt x="1495" y="4057"/>
                    <a:pt x="1472" y="3672"/>
                  </a:cubicBezTo>
                  <a:cubicBezTo>
                    <a:pt x="1460" y="3379"/>
                    <a:pt x="1437" y="3099"/>
                    <a:pt x="1425" y="2807"/>
                  </a:cubicBezTo>
                  <a:cubicBezTo>
                    <a:pt x="1413" y="2597"/>
                    <a:pt x="1402" y="2386"/>
                    <a:pt x="1413" y="2176"/>
                  </a:cubicBezTo>
                  <a:cubicBezTo>
                    <a:pt x="1425" y="2106"/>
                    <a:pt x="1449" y="2047"/>
                    <a:pt x="1460" y="1977"/>
                  </a:cubicBezTo>
                  <a:cubicBezTo>
                    <a:pt x="1495" y="1930"/>
                    <a:pt x="1519" y="1884"/>
                    <a:pt x="1553" y="1826"/>
                  </a:cubicBezTo>
                  <a:cubicBezTo>
                    <a:pt x="1636" y="1720"/>
                    <a:pt x="1729" y="1627"/>
                    <a:pt x="1823" y="1545"/>
                  </a:cubicBezTo>
                  <a:lnTo>
                    <a:pt x="1997" y="1440"/>
                  </a:lnTo>
                  <a:lnTo>
                    <a:pt x="2114" y="1405"/>
                  </a:lnTo>
                  <a:lnTo>
                    <a:pt x="2301" y="1405"/>
                  </a:lnTo>
                  <a:cubicBezTo>
                    <a:pt x="2348" y="1416"/>
                    <a:pt x="2407" y="1429"/>
                    <a:pt x="2453" y="1452"/>
                  </a:cubicBezTo>
                  <a:cubicBezTo>
                    <a:pt x="2570" y="1499"/>
                    <a:pt x="2675" y="1557"/>
                    <a:pt x="2781" y="1627"/>
                  </a:cubicBezTo>
                  <a:cubicBezTo>
                    <a:pt x="2921" y="1732"/>
                    <a:pt x="3061" y="1849"/>
                    <a:pt x="3224" y="1919"/>
                  </a:cubicBezTo>
                  <a:cubicBezTo>
                    <a:pt x="3341" y="1977"/>
                    <a:pt x="3458" y="2013"/>
                    <a:pt x="3575" y="2013"/>
                  </a:cubicBezTo>
                  <a:cubicBezTo>
                    <a:pt x="3773" y="2013"/>
                    <a:pt x="3960" y="1930"/>
                    <a:pt x="4089" y="1790"/>
                  </a:cubicBezTo>
                  <a:cubicBezTo>
                    <a:pt x="4357" y="1510"/>
                    <a:pt x="4369" y="1019"/>
                    <a:pt x="4077" y="762"/>
                  </a:cubicBezTo>
                  <a:cubicBezTo>
                    <a:pt x="3890" y="611"/>
                    <a:pt x="3680" y="494"/>
                    <a:pt x="3481" y="365"/>
                  </a:cubicBezTo>
                  <a:cubicBezTo>
                    <a:pt x="3306" y="237"/>
                    <a:pt x="3084" y="155"/>
                    <a:pt x="2874" y="97"/>
                  </a:cubicBezTo>
                  <a:cubicBezTo>
                    <a:pt x="2680" y="36"/>
                    <a:pt x="2478" y="1"/>
                    <a:pt x="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4580;p66">
            <a:extLst>
              <a:ext uri="{FF2B5EF4-FFF2-40B4-BE49-F238E27FC236}">
                <a16:creationId xmlns:a16="http://schemas.microsoft.com/office/drawing/2014/main" id="{B5EE75B0-D1ED-467C-8EE1-7777816B2A3D}"/>
              </a:ext>
            </a:extLst>
          </p:cNvPr>
          <p:cNvGrpSpPr/>
          <p:nvPr/>
        </p:nvGrpSpPr>
        <p:grpSpPr>
          <a:xfrm rot="4480799">
            <a:off x="4331392" y="12969920"/>
            <a:ext cx="2434946" cy="2151364"/>
            <a:chOff x="5856100" y="2212650"/>
            <a:chExt cx="522825" cy="450925"/>
          </a:xfrm>
        </p:grpSpPr>
        <p:sp>
          <p:nvSpPr>
            <p:cNvPr id="249" name="Google Shape;4581;p66">
              <a:extLst>
                <a:ext uri="{FF2B5EF4-FFF2-40B4-BE49-F238E27FC236}">
                  <a16:creationId xmlns:a16="http://schemas.microsoft.com/office/drawing/2014/main" id="{2370DFFD-62E8-484A-86C4-EC20B1AECAA0}"/>
                </a:ext>
              </a:extLst>
            </p:cNvPr>
            <p:cNvSpPr/>
            <p:nvPr/>
          </p:nvSpPr>
          <p:spPr>
            <a:xfrm>
              <a:off x="5999225" y="2524625"/>
              <a:ext cx="132025" cy="138950"/>
            </a:xfrm>
            <a:custGeom>
              <a:avLst/>
              <a:gdLst/>
              <a:ahLst/>
              <a:cxnLst/>
              <a:rect l="l" t="t" r="r" b="b"/>
              <a:pathLst>
                <a:path w="5281" h="5558" extrusionOk="0">
                  <a:moveTo>
                    <a:pt x="2619" y="0"/>
                  </a:moveTo>
                  <a:cubicBezTo>
                    <a:pt x="2555" y="0"/>
                    <a:pt x="2492" y="4"/>
                    <a:pt x="2430" y="12"/>
                  </a:cubicBezTo>
                  <a:cubicBezTo>
                    <a:pt x="2325" y="24"/>
                    <a:pt x="2209" y="48"/>
                    <a:pt x="2103" y="59"/>
                  </a:cubicBezTo>
                  <a:cubicBezTo>
                    <a:pt x="1975" y="82"/>
                    <a:pt x="1799" y="176"/>
                    <a:pt x="1682" y="235"/>
                  </a:cubicBezTo>
                  <a:cubicBezTo>
                    <a:pt x="1612" y="258"/>
                    <a:pt x="1542" y="305"/>
                    <a:pt x="1472" y="339"/>
                  </a:cubicBezTo>
                  <a:cubicBezTo>
                    <a:pt x="1122" y="550"/>
                    <a:pt x="807" y="865"/>
                    <a:pt x="573" y="1204"/>
                  </a:cubicBezTo>
                  <a:cubicBezTo>
                    <a:pt x="176" y="1788"/>
                    <a:pt x="0" y="2512"/>
                    <a:pt x="94" y="3213"/>
                  </a:cubicBezTo>
                  <a:cubicBezTo>
                    <a:pt x="129" y="3529"/>
                    <a:pt x="187" y="3821"/>
                    <a:pt x="269" y="4124"/>
                  </a:cubicBezTo>
                  <a:cubicBezTo>
                    <a:pt x="351" y="4393"/>
                    <a:pt x="444" y="4674"/>
                    <a:pt x="526" y="4942"/>
                  </a:cubicBezTo>
                  <a:cubicBezTo>
                    <a:pt x="608" y="5165"/>
                    <a:pt x="737" y="5339"/>
                    <a:pt x="935" y="5456"/>
                  </a:cubicBezTo>
                  <a:cubicBezTo>
                    <a:pt x="1063" y="5524"/>
                    <a:pt x="1200" y="5558"/>
                    <a:pt x="1337" y="5558"/>
                  </a:cubicBezTo>
                  <a:cubicBezTo>
                    <a:pt x="1414" y="5558"/>
                    <a:pt x="1490" y="5547"/>
                    <a:pt x="1566" y="5526"/>
                  </a:cubicBezTo>
                  <a:cubicBezTo>
                    <a:pt x="1998" y="5409"/>
                    <a:pt x="2302" y="4931"/>
                    <a:pt x="2162" y="4498"/>
                  </a:cubicBezTo>
                  <a:cubicBezTo>
                    <a:pt x="2010" y="4054"/>
                    <a:pt x="1869" y="3622"/>
                    <a:pt x="1788" y="3179"/>
                  </a:cubicBezTo>
                  <a:cubicBezTo>
                    <a:pt x="1765" y="3026"/>
                    <a:pt x="1765" y="2875"/>
                    <a:pt x="1776" y="2722"/>
                  </a:cubicBezTo>
                  <a:cubicBezTo>
                    <a:pt x="1788" y="2606"/>
                    <a:pt x="1823" y="2501"/>
                    <a:pt x="1858" y="2384"/>
                  </a:cubicBezTo>
                  <a:cubicBezTo>
                    <a:pt x="1893" y="2302"/>
                    <a:pt x="1940" y="2221"/>
                    <a:pt x="1998" y="2138"/>
                  </a:cubicBezTo>
                  <a:cubicBezTo>
                    <a:pt x="2056" y="2068"/>
                    <a:pt x="2126" y="1998"/>
                    <a:pt x="2209" y="1928"/>
                  </a:cubicBezTo>
                  <a:lnTo>
                    <a:pt x="2267" y="1881"/>
                  </a:lnTo>
                  <a:cubicBezTo>
                    <a:pt x="2349" y="1823"/>
                    <a:pt x="2430" y="1777"/>
                    <a:pt x="2512" y="1730"/>
                  </a:cubicBezTo>
                  <a:lnTo>
                    <a:pt x="2559" y="1718"/>
                  </a:lnTo>
                  <a:lnTo>
                    <a:pt x="2570" y="1718"/>
                  </a:lnTo>
                  <a:lnTo>
                    <a:pt x="2676" y="1741"/>
                  </a:lnTo>
                  <a:cubicBezTo>
                    <a:pt x="2827" y="1823"/>
                    <a:pt x="2968" y="1917"/>
                    <a:pt x="3108" y="2010"/>
                  </a:cubicBezTo>
                  <a:cubicBezTo>
                    <a:pt x="3341" y="2185"/>
                    <a:pt x="3540" y="2395"/>
                    <a:pt x="3751" y="2582"/>
                  </a:cubicBezTo>
                  <a:cubicBezTo>
                    <a:pt x="3935" y="2743"/>
                    <a:pt x="4161" y="2828"/>
                    <a:pt x="4385" y="2828"/>
                  </a:cubicBezTo>
                  <a:cubicBezTo>
                    <a:pt x="4616" y="2828"/>
                    <a:pt x="4846" y="2738"/>
                    <a:pt x="5024" y="2548"/>
                  </a:cubicBezTo>
                  <a:cubicBezTo>
                    <a:pt x="5187" y="2384"/>
                    <a:pt x="5281" y="2150"/>
                    <a:pt x="5281" y="1917"/>
                  </a:cubicBezTo>
                  <a:cubicBezTo>
                    <a:pt x="5281" y="1671"/>
                    <a:pt x="5164" y="1461"/>
                    <a:pt x="5000" y="1274"/>
                  </a:cubicBezTo>
                  <a:cubicBezTo>
                    <a:pt x="4779" y="1040"/>
                    <a:pt x="4522" y="853"/>
                    <a:pt x="4265" y="666"/>
                  </a:cubicBezTo>
                  <a:cubicBezTo>
                    <a:pt x="4054" y="526"/>
                    <a:pt x="3844" y="386"/>
                    <a:pt x="3622" y="269"/>
                  </a:cubicBezTo>
                  <a:cubicBezTo>
                    <a:pt x="3411" y="165"/>
                    <a:pt x="3190" y="94"/>
                    <a:pt x="2968" y="36"/>
                  </a:cubicBezTo>
                  <a:cubicBezTo>
                    <a:pt x="2854" y="13"/>
                    <a:pt x="2736"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4582;p66">
              <a:extLst>
                <a:ext uri="{FF2B5EF4-FFF2-40B4-BE49-F238E27FC236}">
                  <a16:creationId xmlns:a16="http://schemas.microsoft.com/office/drawing/2014/main" id="{14384CDE-8F03-4961-A8AA-E8834CFF3626}"/>
                </a:ext>
              </a:extLst>
            </p:cNvPr>
            <p:cNvSpPr/>
            <p:nvPr/>
          </p:nvSpPr>
          <p:spPr>
            <a:xfrm>
              <a:off x="6229075" y="2410075"/>
              <a:ext cx="105450" cy="121300"/>
            </a:xfrm>
            <a:custGeom>
              <a:avLst/>
              <a:gdLst/>
              <a:ahLst/>
              <a:cxnLst/>
              <a:rect l="l" t="t" r="r" b="b"/>
              <a:pathLst>
                <a:path w="4218" h="4852" extrusionOk="0">
                  <a:moveTo>
                    <a:pt x="2340" y="1"/>
                  </a:moveTo>
                  <a:cubicBezTo>
                    <a:pt x="2225" y="1"/>
                    <a:pt x="2109" y="13"/>
                    <a:pt x="1998" y="38"/>
                  </a:cubicBezTo>
                  <a:cubicBezTo>
                    <a:pt x="1776" y="97"/>
                    <a:pt x="1566" y="190"/>
                    <a:pt x="1367" y="295"/>
                  </a:cubicBezTo>
                  <a:lnTo>
                    <a:pt x="1297" y="331"/>
                  </a:lnTo>
                  <a:cubicBezTo>
                    <a:pt x="1146" y="424"/>
                    <a:pt x="1005" y="541"/>
                    <a:pt x="876" y="658"/>
                  </a:cubicBezTo>
                  <a:cubicBezTo>
                    <a:pt x="806" y="716"/>
                    <a:pt x="736" y="786"/>
                    <a:pt x="678" y="856"/>
                  </a:cubicBezTo>
                  <a:cubicBezTo>
                    <a:pt x="409" y="1172"/>
                    <a:pt x="175" y="1487"/>
                    <a:pt x="82" y="1896"/>
                  </a:cubicBezTo>
                  <a:cubicBezTo>
                    <a:pt x="1" y="2281"/>
                    <a:pt x="71" y="2655"/>
                    <a:pt x="152" y="3041"/>
                  </a:cubicBezTo>
                  <a:cubicBezTo>
                    <a:pt x="234" y="3449"/>
                    <a:pt x="386" y="3859"/>
                    <a:pt x="515" y="4256"/>
                  </a:cubicBezTo>
                  <a:cubicBezTo>
                    <a:pt x="585" y="4466"/>
                    <a:pt x="713" y="4641"/>
                    <a:pt x="912" y="4758"/>
                  </a:cubicBezTo>
                  <a:cubicBezTo>
                    <a:pt x="1036" y="4820"/>
                    <a:pt x="1176" y="4851"/>
                    <a:pt x="1315" y="4851"/>
                  </a:cubicBezTo>
                  <a:cubicBezTo>
                    <a:pt x="1384" y="4851"/>
                    <a:pt x="1453" y="4843"/>
                    <a:pt x="1519" y="4828"/>
                  </a:cubicBezTo>
                  <a:cubicBezTo>
                    <a:pt x="1928" y="4711"/>
                    <a:pt x="2220" y="4244"/>
                    <a:pt x="2091" y="3823"/>
                  </a:cubicBezTo>
                  <a:cubicBezTo>
                    <a:pt x="1940" y="3356"/>
                    <a:pt x="1764" y="2889"/>
                    <a:pt x="1671" y="2410"/>
                  </a:cubicBezTo>
                  <a:lnTo>
                    <a:pt x="1671" y="2247"/>
                  </a:lnTo>
                  <a:lnTo>
                    <a:pt x="1671" y="2223"/>
                  </a:lnTo>
                  <a:lnTo>
                    <a:pt x="1730" y="2130"/>
                  </a:lnTo>
                  <a:cubicBezTo>
                    <a:pt x="1823" y="2024"/>
                    <a:pt x="1917" y="1919"/>
                    <a:pt x="2021" y="1826"/>
                  </a:cubicBezTo>
                  <a:cubicBezTo>
                    <a:pt x="2091" y="1779"/>
                    <a:pt x="2161" y="1744"/>
                    <a:pt x="2232" y="1709"/>
                  </a:cubicBezTo>
                  <a:lnTo>
                    <a:pt x="2278" y="1686"/>
                  </a:lnTo>
                  <a:cubicBezTo>
                    <a:pt x="2360" y="1779"/>
                    <a:pt x="2442" y="1873"/>
                    <a:pt x="2524" y="1977"/>
                  </a:cubicBezTo>
                  <a:cubicBezTo>
                    <a:pt x="2571" y="2036"/>
                    <a:pt x="2617" y="2094"/>
                    <a:pt x="2664" y="2141"/>
                  </a:cubicBezTo>
                  <a:cubicBezTo>
                    <a:pt x="2769" y="2270"/>
                    <a:pt x="2898" y="2351"/>
                    <a:pt x="3026" y="2445"/>
                  </a:cubicBezTo>
                  <a:cubicBezTo>
                    <a:pt x="3155" y="2515"/>
                    <a:pt x="3283" y="2550"/>
                    <a:pt x="3423" y="2550"/>
                  </a:cubicBezTo>
                  <a:cubicBezTo>
                    <a:pt x="3633" y="2550"/>
                    <a:pt x="3844" y="2457"/>
                    <a:pt x="3996" y="2293"/>
                  </a:cubicBezTo>
                  <a:cubicBezTo>
                    <a:pt x="4089" y="2200"/>
                    <a:pt x="4160" y="2071"/>
                    <a:pt x="4194" y="1943"/>
                  </a:cubicBezTo>
                  <a:cubicBezTo>
                    <a:pt x="4206" y="1873"/>
                    <a:pt x="4206" y="1803"/>
                    <a:pt x="4217" y="1732"/>
                  </a:cubicBezTo>
                  <a:cubicBezTo>
                    <a:pt x="4217" y="1592"/>
                    <a:pt x="4183" y="1452"/>
                    <a:pt x="4101" y="1335"/>
                  </a:cubicBezTo>
                  <a:cubicBezTo>
                    <a:pt x="3996" y="1102"/>
                    <a:pt x="3844" y="903"/>
                    <a:pt x="3680" y="704"/>
                  </a:cubicBezTo>
                  <a:cubicBezTo>
                    <a:pt x="3446" y="424"/>
                    <a:pt x="3155" y="155"/>
                    <a:pt x="2781" y="61"/>
                  </a:cubicBezTo>
                  <a:cubicBezTo>
                    <a:pt x="2642" y="22"/>
                    <a:pt x="2491" y="1"/>
                    <a:pt x="2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4583;p66">
              <a:extLst>
                <a:ext uri="{FF2B5EF4-FFF2-40B4-BE49-F238E27FC236}">
                  <a16:creationId xmlns:a16="http://schemas.microsoft.com/office/drawing/2014/main" id="{C2DD8F05-41FA-45A1-A3F0-453E43CBD989}"/>
                </a:ext>
              </a:extLst>
            </p:cNvPr>
            <p:cNvSpPr/>
            <p:nvPr/>
          </p:nvSpPr>
          <p:spPr>
            <a:xfrm>
              <a:off x="6051800" y="2360500"/>
              <a:ext cx="120050" cy="112575"/>
            </a:xfrm>
            <a:custGeom>
              <a:avLst/>
              <a:gdLst/>
              <a:ahLst/>
              <a:cxnLst/>
              <a:rect l="l" t="t" r="r" b="b"/>
              <a:pathLst>
                <a:path w="4802" h="4503" extrusionOk="0">
                  <a:moveTo>
                    <a:pt x="2299" y="1"/>
                  </a:moveTo>
                  <a:cubicBezTo>
                    <a:pt x="1913" y="1"/>
                    <a:pt x="1529" y="107"/>
                    <a:pt x="1204" y="304"/>
                  </a:cubicBezTo>
                  <a:cubicBezTo>
                    <a:pt x="1145" y="339"/>
                    <a:pt x="1098" y="374"/>
                    <a:pt x="1040" y="421"/>
                  </a:cubicBezTo>
                  <a:cubicBezTo>
                    <a:pt x="911" y="502"/>
                    <a:pt x="783" y="608"/>
                    <a:pt x="666" y="713"/>
                  </a:cubicBezTo>
                  <a:cubicBezTo>
                    <a:pt x="514" y="842"/>
                    <a:pt x="397" y="1005"/>
                    <a:pt x="293" y="1169"/>
                  </a:cubicBezTo>
                  <a:cubicBezTo>
                    <a:pt x="210" y="1286"/>
                    <a:pt x="164" y="1437"/>
                    <a:pt x="117" y="1566"/>
                  </a:cubicBezTo>
                  <a:cubicBezTo>
                    <a:pt x="94" y="1636"/>
                    <a:pt x="82" y="1694"/>
                    <a:pt x="59" y="1764"/>
                  </a:cubicBezTo>
                  <a:cubicBezTo>
                    <a:pt x="0" y="2044"/>
                    <a:pt x="23" y="2325"/>
                    <a:pt x="70" y="2605"/>
                  </a:cubicBezTo>
                  <a:cubicBezTo>
                    <a:pt x="164" y="3131"/>
                    <a:pt x="421" y="3610"/>
                    <a:pt x="666" y="4089"/>
                  </a:cubicBezTo>
                  <a:cubicBezTo>
                    <a:pt x="811" y="4363"/>
                    <a:pt x="1108" y="4503"/>
                    <a:pt x="1405" y="4503"/>
                  </a:cubicBezTo>
                  <a:cubicBezTo>
                    <a:pt x="1564" y="4503"/>
                    <a:pt x="1723" y="4463"/>
                    <a:pt x="1858" y="4381"/>
                  </a:cubicBezTo>
                  <a:cubicBezTo>
                    <a:pt x="2056" y="4264"/>
                    <a:pt x="2208" y="4077"/>
                    <a:pt x="2255" y="3856"/>
                  </a:cubicBezTo>
                  <a:cubicBezTo>
                    <a:pt x="2325" y="3622"/>
                    <a:pt x="2266" y="3400"/>
                    <a:pt x="2162" y="3189"/>
                  </a:cubicBezTo>
                  <a:cubicBezTo>
                    <a:pt x="2080" y="3038"/>
                    <a:pt x="1998" y="2874"/>
                    <a:pt x="1928" y="2711"/>
                  </a:cubicBezTo>
                  <a:cubicBezTo>
                    <a:pt x="1869" y="2558"/>
                    <a:pt x="1811" y="2395"/>
                    <a:pt x="1776" y="2231"/>
                  </a:cubicBezTo>
                  <a:lnTo>
                    <a:pt x="1776" y="2138"/>
                  </a:lnTo>
                  <a:lnTo>
                    <a:pt x="1799" y="2057"/>
                  </a:lnTo>
                  <a:lnTo>
                    <a:pt x="1811" y="2021"/>
                  </a:lnTo>
                  <a:cubicBezTo>
                    <a:pt x="1905" y="1928"/>
                    <a:pt x="1986" y="1834"/>
                    <a:pt x="2092" y="1753"/>
                  </a:cubicBezTo>
                  <a:cubicBezTo>
                    <a:pt x="2150" y="1717"/>
                    <a:pt x="2208" y="1671"/>
                    <a:pt x="2266" y="1636"/>
                  </a:cubicBezTo>
                  <a:lnTo>
                    <a:pt x="2313" y="1624"/>
                  </a:lnTo>
                  <a:lnTo>
                    <a:pt x="2523" y="1624"/>
                  </a:lnTo>
                  <a:cubicBezTo>
                    <a:pt x="2687" y="1647"/>
                    <a:pt x="2851" y="1694"/>
                    <a:pt x="3014" y="1741"/>
                  </a:cubicBezTo>
                  <a:lnTo>
                    <a:pt x="3294" y="1881"/>
                  </a:lnTo>
                  <a:cubicBezTo>
                    <a:pt x="3435" y="1963"/>
                    <a:pt x="3564" y="2057"/>
                    <a:pt x="3715" y="2138"/>
                  </a:cubicBezTo>
                  <a:cubicBezTo>
                    <a:pt x="3822" y="2196"/>
                    <a:pt x="3943" y="2225"/>
                    <a:pt x="4065" y="2225"/>
                  </a:cubicBezTo>
                  <a:cubicBezTo>
                    <a:pt x="4261" y="2225"/>
                    <a:pt x="4459" y="2149"/>
                    <a:pt x="4603" y="1998"/>
                  </a:cubicBezTo>
                  <a:cubicBezTo>
                    <a:pt x="4732" y="1858"/>
                    <a:pt x="4802" y="1671"/>
                    <a:pt x="4802" y="1484"/>
                  </a:cubicBezTo>
                  <a:cubicBezTo>
                    <a:pt x="4802" y="1273"/>
                    <a:pt x="4708" y="1110"/>
                    <a:pt x="4580" y="958"/>
                  </a:cubicBezTo>
                  <a:cubicBezTo>
                    <a:pt x="4416" y="772"/>
                    <a:pt x="4194" y="619"/>
                    <a:pt x="3984" y="491"/>
                  </a:cubicBezTo>
                  <a:cubicBezTo>
                    <a:pt x="3762" y="362"/>
                    <a:pt x="3528" y="258"/>
                    <a:pt x="3294" y="187"/>
                  </a:cubicBezTo>
                  <a:cubicBezTo>
                    <a:pt x="3037" y="105"/>
                    <a:pt x="2780" y="47"/>
                    <a:pt x="2512" y="12"/>
                  </a:cubicBezTo>
                  <a:cubicBezTo>
                    <a:pt x="2441" y="4"/>
                    <a:pt x="2370" y="1"/>
                    <a:pt x="2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4584;p66">
              <a:extLst>
                <a:ext uri="{FF2B5EF4-FFF2-40B4-BE49-F238E27FC236}">
                  <a16:creationId xmlns:a16="http://schemas.microsoft.com/office/drawing/2014/main" id="{8D6557B2-91AF-41D9-A5C6-0331980211CA}"/>
                </a:ext>
              </a:extLst>
            </p:cNvPr>
            <p:cNvSpPr/>
            <p:nvPr/>
          </p:nvSpPr>
          <p:spPr>
            <a:xfrm>
              <a:off x="6242525" y="2220775"/>
              <a:ext cx="136400" cy="89525"/>
            </a:xfrm>
            <a:custGeom>
              <a:avLst/>
              <a:gdLst/>
              <a:ahLst/>
              <a:cxnLst/>
              <a:rect l="l" t="t" r="r" b="b"/>
              <a:pathLst>
                <a:path w="5456" h="3581" extrusionOk="0">
                  <a:moveTo>
                    <a:pt x="2609" y="1"/>
                  </a:moveTo>
                  <a:cubicBezTo>
                    <a:pt x="2559" y="1"/>
                    <a:pt x="2507" y="2"/>
                    <a:pt x="2453" y="5"/>
                  </a:cubicBezTo>
                  <a:cubicBezTo>
                    <a:pt x="2243" y="29"/>
                    <a:pt x="2021" y="63"/>
                    <a:pt x="1822" y="133"/>
                  </a:cubicBezTo>
                  <a:cubicBezTo>
                    <a:pt x="1682" y="180"/>
                    <a:pt x="1553" y="250"/>
                    <a:pt x="1425" y="320"/>
                  </a:cubicBezTo>
                  <a:cubicBezTo>
                    <a:pt x="1192" y="461"/>
                    <a:pt x="981" y="636"/>
                    <a:pt x="806" y="847"/>
                  </a:cubicBezTo>
                  <a:cubicBezTo>
                    <a:pt x="549" y="1127"/>
                    <a:pt x="362" y="1442"/>
                    <a:pt x="234" y="1804"/>
                  </a:cubicBezTo>
                  <a:cubicBezTo>
                    <a:pt x="140" y="2049"/>
                    <a:pt x="93" y="2318"/>
                    <a:pt x="35" y="2575"/>
                  </a:cubicBezTo>
                  <a:cubicBezTo>
                    <a:pt x="0" y="2786"/>
                    <a:pt x="11" y="2996"/>
                    <a:pt x="128" y="3183"/>
                  </a:cubicBezTo>
                  <a:cubicBezTo>
                    <a:pt x="245" y="3370"/>
                    <a:pt x="421" y="3510"/>
                    <a:pt x="631" y="3557"/>
                  </a:cubicBezTo>
                  <a:cubicBezTo>
                    <a:pt x="692" y="3573"/>
                    <a:pt x="755" y="3580"/>
                    <a:pt x="819" y="3580"/>
                  </a:cubicBezTo>
                  <a:cubicBezTo>
                    <a:pt x="1175" y="3580"/>
                    <a:pt x="1533" y="3339"/>
                    <a:pt x="1612" y="2973"/>
                  </a:cubicBezTo>
                  <a:cubicBezTo>
                    <a:pt x="1647" y="2739"/>
                    <a:pt x="1694" y="2517"/>
                    <a:pt x="1776" y="2295"/>
                  </a:cubicBezTo>
                  <a:cubicBezTo>
                    <a:pt x="1810" y="2202"/>
                    <a:pt x="1857" y="2119"/>
                    <a:pt x="1916" y="2026"/>
                  </a:cubicBezTo>
                  <a:cubicBezTo>
                    <a:pt x="1997" y="1933"/>
                    <a:pt x="2067" y="1851"/>
                    <a:pt x="2161" y="1769"/>
                  </a:cubicBezTo>
                  <a:cubicBezTo>
                    <a:pt x="2208" y="1734"/>
                    <a:pt x="2254" y="1699"/>
                    <a:pt x="2313" y="1675"/>
                  </a:cubicBezTo>
                  <a:lnTo>
                    <a:pt x="2488" y="1629"/>
                  </a:lnTo>
                  <a:cubicBezTo>
                    <a:pt x="2570" y="1618"/>
                    <a:pt x="2651" y="1618"/>
                    <a:pt x="2734" y="1618"/>
                  </a:cubicBezTo>
                  <a:cubicBezTo>
                    <a:pt x="2885" y="1652"/>
                    <a:pt x="3025" y="1688"/>
                    <a:pt x="3178" y="1734"/>
                  </a:cubicBezTo>
                  <a:cubicBezTo>
                    <a:pt x="3248" y="1758"/>
                    <a:pt x="3318" y="1792"/>
                    <a:pt x="3388" y="1839"/>
                  </a:cubicBezTo>
                  <a:cubicBezTo>
                    <a:pt x="3469" y="1886"/>
                    <a:pt x="3551" y="1933"/>
                    <a:pt x="3633" y="1991"/>
                  </a:cubicBezTo>
                  <a:cubicBezTo>
                    <a:pt x="3762" y="2096"/>
                    <a:pt x="3879" y="2202"/>
                    <a:pt x="4007" y="2306"/>
                  </a:cubicBezTo>
                  <a:cubicBezTo>
                    <a:pt x="4169" y="2451"/>
                    <a:pt x="4374" y="2527"/>
                    <a:pt x="4578" y="2527"/>
                  </a:cubicBezTo>
                  <a:cubicBezTo>
                    <a:pt x="4786" y="2527"/>
                    <a:pt x="4992" y="2448"/>
                    <a:pt x="5151" y="2283"/>
                  </a:cubicBezTo>
                  <a:cubicBezTo>
                    <a:pt x="5455" y="1968"/>
                    <a:pt x="5455" y="1431"/>
                    <a:pt x="5128" y="1127"/>
                  </a:cubicBezTo>
                  <a:cubicBezTo>
                    <a:pt x="4824" y="858"/>
                    <a:pt x="4509" y="590"/>
                    <a:pt x="4147" y="390"/>
                  </a:cubicBezTo>
                  <a:cubicBezTo>
                    <a:pt x="3960" y="286"/>
                    <a:pt x="3750" y="216"/>
                    <a:pt x="3539" y="146"/>
                  </a:cubicBezTo>
                  <a:cubicBezTo>
                    <a:pt x="3376" y="87"/>
                    <a:pt x="3189" y="52"/>
                    <a:pt x="3014" y="29"/>
                  </a:cubicBezTo>
                  <a:cubicBezTo>
                    <a:pt x="2878" y="12"/>
                    <a:pt x="2747"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4585;p66">
              <a:extLst>
                <a:ext uri="{FF2B5EF4-FFF2-40B4-BE49-F238E27FC236}">
                  <a16:creationId xmlns:a16="http://schemas.microsoft.com/office/drawing/2014/main" id="{681B9CA9-F5F5-47E7-BC94-F1B4D8D9F1C5}"/>
                </a:ext>
              </a:extLst>
            </p:cNvPr>
            <p:cNvSpPr/>
            <p:nvPr/>
          </p:nvSpPr>
          <p:spPr>
            <a:xfrm>
              <a:off x="5856100" y="2470525"/>
              <a:ext cx="108975" cy="90025"/>
            </a:xfrm>
            <a:custGeom>
              <a:avLst/>
              <a:gdLst/>
              <a:ahLst/>
              <a:cxnLst/>
              <a:rect l="l" t="t" r="r" b="b"/>
              <a:pathLst>
                <a:path w="4359" h="3601" extrusionOk="0">
                  <a:moveTo>
                    <a:pt x="2455" y="1"/>
                  </a:moveTo>
                  <a:cubicBezTo>
                    <a:pt x="2241" y="1"/>
                    <a:pt x="2030" y="29"/>
                    <a:pt x="1812" y="62"/>
                  </a:cubicBezTo>
                  <a:cubicBezTo>
                    <a:pt x="1649" y="86"/>
                    <a:pt x="1473" y="156"/>
                    <a:pt x="1333" y="237"/>
                  </a:cubicBezTo>
                  <a:lnTo>
                    <a:pt x="1228" y="296"/>
                  </a:lnTo>
                  <a:cubicBezTo>
                    <a:pt x="1064" y="389"/>
                    <a:pt x="912" y="517"/>
                    <a:pt x="761" y="657"/>
                  </a:cubicBezTo>
                  <a:cubicBezTo>
                    <a:pt x="644" y="786"/>
                    <a:pt x="538" y="938"/>
                    <a:pt x="445" y="1078"/>
                  </a:cubicBezTo>
                  <a:cubicBezTo>
                    <a:pt x="398" y="1160"/>
                    <a:pt x="364" y="1242"/>
                    <a:pt x="328" y="1324"/>
                  </a:cubicBezTo>
                  <a:cubicBezTo>
                    <a:pt x="258" y="1499"/>
                    <a:pt x="188" y="1674"/>
                    <a:pt x="141" y="1849"/>
                  </a:cubicBezTo>
                  <a:cubicBezTo>
                    <a:pt x="48" y="2176"/>
                    <a:pt x="1" y="2527"/>
                    <a:pt x="48" y="2866"/>
                  </a:cubicBezTo>
                  <a:cubicBezTo>
                    <a:pt x="48" y="3006"/>
                    <a:pt x="83" y="3123"/>
                    <a:pt x="153" y="3240"/>
                  </a:cubicBezTo>
                  <a:cubicBezTo>
                    <a:pt x="247" y="3414"/>
                    <a:pt x="410" y="3531"/>
                    <a:pt x="608" y="3578"/>
                  </a:cubicBezTo>
                  <a:cubicBezTo>
                    <a:pt x="669" y="3593"/>
                    <a:pt x="732" y="3601"/>
                    <a:pt x="796" y="3601"/>
                  </a:cubicBezTo>
                  <a:cubicBezTo>
                    <a:pt x="927" y="3601"/>
                    <a:pt x="1059" y="3567"/>
                    <a:pt x="1169" y="3497"/>
                  </a:cubicBezTo>
                  <a:cubicBezTo>
                    <a:pt x="1322" y="3403"/>
                    <a:pt x="1485" y="3228"/>
                    <a:pt x="1508" y="3041"/>
                  </a:cubicBezTo>
                  <a:cubicBezTo>
                    <a:pt x="1566" y="2667"/>
                    <a:pt x="1613" y="2282"/>
                    <a:pt x="1742" y="1919"/>
                  </a:cubicBezTo>
                  <a:cubicBezTo>
                    <a:pt x="1765" y="1861"/>
                    <a:pt x="1800" y="1814"/>
                    <a:pt x="1823" y="1756"/>
                  </a:cubicBezTo>
                  <a:lnTo>
                    <a:pt x="1976" y="1604"/>
                  </a:lnTo>
                  <a:lnTo>
                    <a:pt x="2080" y="1545"/>
                  </a:lnTo>
                  <a:lnTo>
                    <a:pt x="2233" y="1511"/>
                  </a:lnTo>
                  <a:cubicBezTo>
                    <a:pt x="2323" y="1502"/>
                    <a:pt x="2413" y="1498"/>
                    <a:pt x="2504" y="1498"/>
                  </a:cubicBezTo>
                  <a:cubicBezTo>
                    <a:pt x="2649" y="1498"/>
                    <a:pt x="2795" y="1508"/>
                    <a:pt x="2945" y="1522"/>
                  </a:cubicBezTo>
                  <a:lnTo>
                    <a:pt x="3401" y="1592"/>
                  </a:lnTo>
                  <a:cubicBezTo>
                    <a:pt x="3465" y="1604"/>
                    <a:pt x="3528" y="1610"/>
                    <a:pt x="3590" y="1610"/>
                  </a:cubicBezTo>
                  <a:cubicBezTo>
                    <a:pt x="3719" y="1610"/>
                    <a:pt x="3843" y="1582"/>
                    <a:pt x="3962" y="1511"/>
                  </a:cubicBezTo>
                  <a:cubicBezTo>
                    <a:pt x="4136" y="1417"/>
                    <a:pt x="4253" y="1242"/>
                    <a:pt x="4300" y="1055"/>
                  </a:cubicBezTo>
                  <a:cubicBezTo>
                    <a:pt x="4359" y="868"/>
                    <a:pt x="4323" y="657"/>
                    <a:pt x="4219" y="494"/>
                  </a:cubicBezTo>
                  <a:cubicBezTo>
                    <a:pt x="4125" y="330"/>
                    <a:pt x="3950" y="179"/>
                    <a:pt x="3763" y="156"/>
                  </a:cubicBezTo>
                  <a:cubicBezTo>
                    <a:pt x="3412" y="86"/>
                    <a:pt x="3062" y="39"/>
                    <a:pt x="2711" y="15"/>
                  </a:cubicBezTo>
                  <a:cubicBezTo>
                    <a:pt x="2625" y="5"/>
                    <a:pt x="2540" y="1"/>
                    <a:pt x="2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4586;p66">
              <a:extLst>
                <a:ext uri="{FF2B5EF4-FFF2-40B4-BE49-F238E27FC236}">
                  <a16:creationId xmlns:a16="http://schemas.microsoft.com/office/drawing/2014/main" id="{54B6322A-CF85-4E4B-8E66-7ECC3BF67522}"/>
                </a:ext>
              </a:extLst>
            </p:cNvPr>
            <p:cNvSpPr/>
            <p:nvPr/>
          </p:nvSpPr>
          <p:spPr>
            <a:xfrm>
              <a:off x="5885325" y="2322900"/>
              <a:ext cx="96700" cy="91000"/>
            </a:xfrm>
            <a:custGeom>
              <a:avLst/>
              <a:gdLst/>
              <a:ahLst/>
              <a:cxnLst/>
              <a:rect l="l" t="t" r="r" b="b"/>
              <a:pathLst>
                <a:path w="3868" h="3640" extrusionOk="0">
                  <a:moveTo>
                    <a:pt x="2242" y="0"/>
                  </a:moveTo>
                  <a:cubicBezTo>
                    <a:pt x="1846" y="0"/>
                    <a:pt x="1458" y="131"/>
                    <a:pt x="1122" y="324"/>
                  </a:cubicBezTo>
                  <a:cubicBezTo>
                    <a:pt x="1064" y="360"/>
                    <a:pt x="1005" y="406"/>
                    <a:pt x="958" y="441"/>
                  </a:cubicBezTo>
                  <a:cubicBezTo>
                    <a:pt x="678" y="640"/>
                    <a:pt x="456" y="862"/>
                    <a:pt x="257" y="1142"/>
                  </a:cubicBezTo>
                  <a:cubicBezTo>
                    <a:pt x="223" y="1189"/>
                    <a:pt x="187" y="1248"/>
                    <a:pt x="153" y="1305"/>
                  </a:cubicBezTo>
                  <a:cubicBezTo>
                    <a:pt x="117" y="1388"/>
                    <a:pt x="82" y="1481"/>
                    <a:pt x="47" y="1562"/>
                  </a:cubicBezTo>
                  <a:cubicBezTo>
                    <a:pt x="12" y="1785"/>
                    <a:pt x="0" y="1960"/>
                    <a:pt x="47" y="2170"/>
                  </a:cubicBezTo>
                  <a:cubicBezTo>
                    <a:pt x="94" y="2416"/>
                    <a:pt x="223" y="2649"/>
                    <a:pt x="339" y="2871"/>
                  </a:cubicBezTo>
                  <a:cubicBezTo>
                    <a:pt x="410" y="3000"/>
                    <a:pt x="491" y="3128"/>
                    <a:pt x="573" y="3257"/>
                  </a:cubicBezTo>
                  <a:cubicBezTo>
                    <a:pt x="720" y="3497"/>
                    <a:pt x="986" y="3640"/>
                    <a:pt x="1258" y="3640"/>
                  </a:cubicBezTo>
                  <a:cubicBezTo>
                    <a:pt x="1395" y="3640"/>
                    <a:pt x="1534" y="3603"/>
                    <a:pt x="1659" y="3525"/>
                  </a:cubicBezTo>
                  <a:cubicBezTo>
                    <a:pt x="2033" y="3304"/>
                    <a:pt x="2162" y="2801"/>
                    <a:pt x="1939" y="2439"/>
                  </a:cubicBezTo>
                  <a:cubicBezTo>
                    <a:pt x="1823" y="2263"/>
                    <a:pt x="1718" y="2089"/>
                    <a:pt x="1624" y="1902"/>
                  </a:cubicBezTo>
                  <a:lnTo>
                    <a:pt x="1671" y="1843"/>
                  </a:lnTo>
                  <a:cubicBezTo>
                    <a:pt x="1741" y="1749"/>
                    <a:pt x="1823" y="1656"/>
                    <a:pt x="1916" y="1575"/>
                  </a:cubicBezTo>
                  <a:cubicBezTo>
                    <a:pt x="1975" y="1539"/>
                    <a:pt x="2033" y="1492"/>
                    <a:pt x="2103" y="1469"/>
                  </a:cubicBezTo>
                  <a:lnTo>
                    <a:pt x="2209" y="1434"/>
                  </a:lnTo>
                  <a:cubicBezTo>
                    <a:pt x="2244" y="1428"/>
                    <a:pt x="2281" y="1425"/>
                    <a:pt x="2319" y="1425"/>
                  </a:cubicBezTo>
                  <a:cubicBezTo>
                    <a:pt x="2357" y="1425"/>
                    <a:pt x="2395" y="1428"/>
                    <a:pt x="2430" y="1434"/>
                  </a:cubicBezTo>
                  <a:cubicBezTo>
                    <a:pt x="2617" y="1469"/>
                    <a:pt x="2793" y="1516"/>
                    <a:pt x="2980" y="1562"/>
                  </a:cubicBezTo>
                  <a:cubicBezTo>
                    <a:pt x="3035" y="1578"/>
                    <a:pt x="3092" y="1585"/>
                    <a:pt x="3148" y="1585"/>
                  </a:cubicBezTo>
                  <a:cubicBezTo>
                    <a:pt x="3398" y="1585"/>
                    <a:pt x="3638" y="1443"/>
                    <a:pt x="3762" y="1224"/>
                  </a:cubicBezTo>
                  <a:cubicBezTo>
                    <a:pt x="3844" y="1072"/>
                    <a:pt x="3867" y="885"/>
                    <a:pt x="3821" y="710"/>
                  </a:cubicBezTo>
                  <a:cubicBezTo>
                    <a:pt x="3774" y="547"/>
                    <a:pt x="3645" y="348"/>
                    <a:pt x="3481" y="277"/>
                  </a:cubicBezTo>
                  <a:cubicBezTo>
                    <a:pt x="3307" y="207"/>
                    <a:pt x="3143" y="149"/>
                    <a:pt x="2956" y="103"/>
                  </a:cubicBezTo>
                  <a:cubicBezTo>
                    <a:pt x="2781" y="44"/>
                    <a:pt x="2606" y="33"/>
                    <a:pt x="2419" y="9"/>
                  </a:cubicBezTo>
                  <a:cubicBezTo>
                    <a:pt x="2360" y="3"/>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4587;p66">
              <a:extLst>
                <a:ext uri="{FF2B5EF4-FFF2-40B4-BE49-F238E27FC236}">
                  <a16:creationId xmlns:a16="http://schemas.microsoft.com/office/drawing/2014/main" id="{88BAB89A-84C0-4933-BD21-7482AA5086C1}"/>
                </a:ext>
              </a:extLst>
            </p:cNvPr>
            <p:cNvSpPr/>
            <p:nvPr/>
          </p:nvSpPr>
          <p:spPr>
            <a:xfrm>
              <a:off x="6056775" y="2212650"/>
              <a:ext cx="109250" cy="109600"/>
            </a:xfrm>
            <a:custGeom>
              <a:avLst/>
              <a:gdLst/>
              <a:ahLst/>
              <a:cxnLst/>
              <a:rect l="l" t="t" r="r" b="b"/>
              <a:pathLst>
                <a:path w="4370" h="4384" extrusionOk="0">
                  <a:moveTo>
                    <a:pt x="2275" y="1"/>
                  </a:moveTo>
                  <a:cubicBezTo>
                    <a:pt x="2245" y="1"/>
                    <a:pt x="2215" y="2"/>
                    <a:pt x="2184" y="3"/>
                  </a:cubicBezTo>
                  <a:cubicBezTo>
                    <a:pt x="2056" y="3"/>
                    <a:pt x="1927" y="38"/>
                    <a:pt x="1810" y="50"/>
                  </a:cubicBezTo>
                  <a:cubicBezTo>
                    <a:pt x="1612" y="85"/>
                    <a:pt x="1413" y="178"/>
                    <a:pt x="1238" y="272"/>
                  </a:cubicBezTo>
                  <a:lnTo>
                    <a:pt x="1180" y="307"/>
                  </a:lnTo>
                  <a:cubicBezTo>
                    <a:pt x="1052" y="388"/>
                    <a:pt x="923" y="494"/>
                    <a:pt x="806" y="599"/>
                  </a:cubicBezTo>
                  <a:cubicBezTo>
                    <a:pt x="678" y="704"/>
                    <a:pt x="572" y="821"/>
                    <a:pt x="467" y="949"/>
                  </a:cubicBezTo>
                  <a:cubicBezTo>
                    <a:pt x="268" y="1195"/>
                    <a:pt x="140" y="1463"/>
                    <a:pt x="58" y="1767"/>
                  </a:cubicBezTo>
                  <a:cubicBezTo>
                    <a:pt x="11" y="1954"/>
                    <a:pt x="11" y="2164"/>
                    <a:pt x="0" y="2363"/>
                  </a:cubicBezTo>
                  <a:cubicBezTo>
                    <a:pt x="0" y="2550"/>
                    <a:pt x="11" y="2737"/>
                    <a:pt x="23" y="2924"/>
                  </a:cubicBezTo>
                  <a:cubicBezTo>
                    <a:pt x="35" y="3181"/>
                    <a:pt x="58" y="3438"/>
                    <a:pt x="70" y="3683"/>
                  </a:cubicBezTo>
                  <a:cubicBezTo>
                    <a:pt x="81" y="3882"/>
                    <a:pt x="152" y="4057"/>
                    <a:pt x="292" y="4186"/>
                  </a:cubicBezTo>
                  <a:cubicBezTo>
                    <a:pt x="421" y="4314"/>
                    <a:pt x="595" y="4384"/>
                    <a:pt x="782" y="4384"/>
                  </a:cubicBezTo>
                  <a:cubicBezTo>
                    <a:pt x="1145" y="4372"/>
                    <a:pt x="1495" y="4057"/>
                    <a:pt x="1472" y="3672"/>
                  </a:cubicBezTo>
                  <a:cubicBezTo>
                    <a:pt x="1460" y="3379"/>
                    <a:pt x="1437" y="3099"/>
                    <a:pt x="1425" y="2807"/>
                  </a:cubicBezTo>
                  <a:cubicBezTo>
                    <a:pt x="1413" y="2597"/>
                    <a:pt x="1402" y="2386"/>
                    <a:pt x="1413" y="2176"/>
                  </a:cubicBezTo>
                  <a:cubicBezTo>
                    <a:pt x="1425" y="2106"/>
                    <a:pt x="1449" y="2047"/>
                    <a:pt x="1460" y="1977"/>
                  </a:cubicBezTo>
                  <a:cubicBezTo>
                    <a:pt x="1495" y="1930"/>
                    <a:pt x="1519" y="1884"/>
                    <a:pt x="1553" y="1826"/>
                  </a:cubicBezTo>
                  <a:cubicBezTo>
                    <a:pt x="1636" y="1720"/>
                    <a:pt x="1729" y="1627"/>
                    <a:pt x="1823" y="1545"/>
                  </a:cubicBezTo>
                  <a:lnTo>
                    <a:pt x="1997" y="1440"/>
                  </a:lnTo>
                  <a:lnTo>
                    <a:pt x="2114" y="1405"/>
                  </a:lnTo>
                  <a:lnTo>
                    <a:pt x="2301" y="1405"/>
                  </a:lnTo>
                  <a:cubicBezTo>
                    <a:pt x="2348" y="1416"/>
                    <a:pt x="2407" y="1429"/>
                    <a:pt x="2453" y="1452"/>
                  </a:cubicBezTo>
                  <a:cubicBezTo>
                    <a:pt x="2570" y="1499"/>
                    <a:pt x="2675" y="1557"/>
                    <a:pt x="2781" y="1627"/>
                  </a:cubicBezTo>
                  <a:cubicBezTo>
                    <a:pt x="2921" y="1732"/>
                    <a:pt x="3061" y="1849"/>
                    <a:pt x="3224" y="1919"/>
                  </a:cubicBezTo>
                  <a:cubicBezTo>
                    <a:pt x="3341" y="1977"/>
                    <a:pt x="3458" y="2013"/>
                    <a:pt x="3575" y="2013"/>
                  </a:cubicBezTo>
                  <a:cubicBezTo>
                    <a:pt x="3773" y="2013"/>
                    <a:pt x="3960" y="1930"/>
                    <a:pt x="4089" y="1790"/>
                  </a:cubicBezTo>
                  <a:cubicBezTo>
                    <a:pt x="4357" y="1510"/>
                    <a:pt x="4369" y="1019"/>
                    <a:pt x="4077" y="762"/>
                  </a:cubicBezTo>
                  <a:cubicBezTo>
                    <a:pt x="3890" y="611"/>
                    <a:pt x="3680" y="494"/>
                    <a:pt x="3481" y="365"/>
                  </a:cubicBezTo>
                  <a:cubicBezTo>
                    <a:pt x="3306" y="237"/>
                    <a:pt x="3084" y="155"/>
                    <a:pt x="2874" y="97"/>
                  </a:cubicBezTo>
                  <a:cubicBezTo>
                    <a:pt x="2680" y="36"/>
                    <a:pt x="2478" y="1"/>
                    <a:pt x="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4225;p65">
            <a:extLst>
              <a:ext uri="{FF2B5EF4-FFF2-40B4-BE49-F238E27FC236}">
                <a16:creationId xmlns:a16="http://schemas.microsoft.com/office/drawing/2014/main" id="{862D5E06-0794-44CC-8F5C-859D6CBF6396}"/>
              </a:ext>
            </a:extLst>
          </p:cNvPr>
          <p:cNvGrpSpPr/>
          <p:nvPr/>
        </p:nvGrpSpPr>
        <p:grpSpPr>
          <a:xfrm rot="19638900" flipH="1">
            <a:off x="18772745" y="13290680"/>
            <a:ext cx="6058552" cy="2696846"/>
            <a:chOff x="5802375" y="3298175"/>
            <a:chExt cx="1041800" cy="548625"/>
          </a:xfrm>
          <a:solidFill>
            <a:srgbClr val="FF7030"/>
          </a:solidFill>
        </p:grpSpPr>
        <p:sp>
          <p:nvSpPr>
            <p:cNvPr id="257" name="Google Shape;4226;p65">
              <a:extLst>
                <a:ext uri="{FF2B5EF4-FFF2-40B4-BE49-F238E27FC236}">
                  <a16:creationId xmlns:a16="http://schemas.microsoft.com/office/drawing/2014/main" id="{91BC675D-345C-4478-90E7-6004D1639C74}"/>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4227;p65">
              <a:extLst>
                <a:ext uri="{FF2B5EF4-FFF2-40B4-BE49-F238E27FC236}">
                  <a16:creationId xmlns:a16="http://schemas.microsoft.com/office/drawing/2014/main" id="{8B800D8B-BB88-4F15-AF9C-5C73EED5327B}"/>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4228;p65">
              <a:extLst>
                <a:ext uri="{FF2B5EF4-FFF2-40B4-BE49-F238E27FC236}">
                  <a16:creationId xmlns:a16="http://schemas.microsoft.com/office/drawing/2014/main" id="{197663AA-6D9B-46F4-932F-0F9CC50B7F30}"/>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1146;p31">
            <a:extLst>
              <a:ext uri="{FF2B5EF4-FFF2-40B4-BE49-F238E27FC236}">
                <a16:creationId xmlns:a16="http://schemas.microsoft.com/office/drawing/2014/main" id="{CA953CC2-F33E-4769-8C52-EDC80F46792B}"/>
              </a:ext>
            </a:extLst>
          </p:cNvPr>
          <p:cNvGrpSpPr/>
          <p:nvPr/>
        </p:nvGrpSpPr>
        <p:grpSpPr>
          <a:xfrm>
            <a:off x="929457" y="4135732"/>
            <a:ext cx="4711079" cy="7164364"/>
            <a:chOff x="2508350" y="4693575"/>
            <a:chExt cx="369100" cy="695475"/>
          </a:xfrm>
        </p:grpSpPr>
        <p:sp>
          <p:nvSpPr>
            <p:cNvPr id="261" name="Google Shape;1147;p31">
              <a:extLst>
                <a:ext uri="{FF2B5EF4-FFF2-40B4-BE49-F238E27FC236}">
                  <a16:creationId xmlns:a16="http://schemas.microsoft.com/office/drawing/2014/main" id="{7B5359D8-FBBF-4723-865E-C2BD796E4C01}"/>
                </a:ext>
              </a:extLst>
            </p:cNvPr>
            <p:cNvSpPr/>
            <p:nvPr/>
          </p:nvSpPr>
          <p:spPr>
            <a:xfrm>
              <a:off x="2508350" y="4693575"/>
              <a:ext cx="369100" cy="429100"/>
            </a:xfrm>
            <a:custGeom>
              <a:avLst/>
              <a:gdLst/>
              <a:ahLst/>
              <a:cxnLst/>
              <a:rect l="l" t="t" r="r" b="b"/>
              <a:pathLst>
                <a:path w="14764" h="17164" extrusionOk="0">
                  <a:moveTo>
                    <a:pt x="7382" y="0"/>
                  </a:moveTo>
                  <a:cubicBezTo>
                    <a:pt x="5868" y="0"/>
                    <a:pt x="2502" y="763"/>
                    <a:pt x="1618" y="3590"/>
                  </a:cubicBezTo>
                  <a:cubicBezTo>
                    <a:pt x="723" y="6426"/>
                    <a:pt x="1221" y="7352"/>
                    <a:pt x="1058" y="8948"/>
                  </a:cubicBezTo>
                  <a:cubicBezTo>
                    <a:pt x="895" y="10554"/>
                    <a:pt x="407" y="10554"/>
                    <a:pt x="204" y="11978"/>
                  </a:cubicBezTo>
                  <a:cubicBezTo>
                    <a:pt x="1" y="13401"/>
                    <a:pt x="1109" y="13534"/>
                    <a:pt x="1424" y="14551"/>
                  </a:cubicBezTo>
                  <a:cubicBezTo>
                    <a:pt x="1740" y="15567"/>
                    <a:pt x="855" y="15679"/>
                    <a:pt x="1882" y="17163"/>
                  </a:cubicBezTo>
                  <a:cubicBezTo>
                    <a:pt x="1882" y="17163"/>
                    <a:pt x="2075" y="17052"/>
                    <a:pt x="2431" y="16940"/>
                  </a:cubicBezTo>
                  <a:cubicBezTo>
                    <a:pt x="2187" y="16269"/>
                    <a:pt x="2350" y="15455"/>
                    <a:pt x="2350" y="15455"/>
                  </a:cubicBezTo>
                  <a:lnTo>
                    <a:pt x="2350" y="15455"/>
                  </a:lnTo>
                  <a:cubicBezTo>
                    <a:pt x="2309" y="16015"/>
                    <a:pt x="2512" y="16523"/>
                    <a:pt x="2685" y="16869"/>
                  </a:cubicBezTo>
                  <a:cubicBezTo>
                    <a:pt x="2899" y="16808"/>
                    <a:pt x="3143" y="16757"/>
                    <a:pt x="3437" y="16726"/>
                  </a:cubicBezTo>
                  <a:cubicBezTo>
                    <a:pt x="3254" y="16340"/>
                    <a:pt x="3061" y="15821"/>
                    <a:pt x="3132" y="15425"/>
                  </a:cubicBezTo>
                  <a:cubicBezTo>
                    <a:pt x="3265" y="14713"/>
                    <a:pt x="3204" y="14368"/>
                    <a:pt x="3112" y="14072"/>
                  </a:cubicBezTo>
                  <a:lnTo>
                    <a:pt x="3112" y="14072"/>
                  </a:lnTo>
                  <a:cubicBezTo>
                    <a:pt x="3112" y="14072"/>
                    <a:pt x="3519" y="14560"/>
                    <a:pt x="3478" y="15170"/>
                  </a:cubicBezTo>
                  <a:cubicBezTo>
                    <a:pt x="3427" y="15811"/>
                    <a:pt x="3590" y="16340"/>
                    <a:pt x="3753" y="16695"/>
                  </a:cubicBezTo>
                  <a:cubicBezTo>
                    <a:pt x="3885" y="16686"/>
                    <a:pt x="4027" y="16675"/>
                    <a:pt x="4169" y="16675"/>
                  </a:cubicBezTo>
                  <a:cubicBezTo>
                    <a:pt x="4184" y="16675"/>
                    <a:pt x="4198" y="16675"/>
                    <a:pt x="4213" y="16675"/>
                  </a:cubicBezTo>
                  <a:cubicBezTo>
                    <a:pt x="5673" y="16675"/>
                    <a:pt x="6114" y="17163"/>
                    <a:pt x="7382" y="17163"/>
                  </a:cubicBezTo>
                  <a:cubicBezTo>
                    <a:pt x="8623" y="17163"/>
                    <a:pt x="9070" y="16695"/>
                    <a:pt x="10443" y="16675"/>
                  </a:cubicBezTo>
                  <a:cubicBezTo>
                    <a:pt x="10626" y="16329"/>
                    <a:pt x="10778" y="15862"/>
                    <a:pt x="10789" y="15303"/>
                  </a:cubicBezTo>
                  <a:cubicBezTo>
                    <a:pt x="10799" y="14205"/>
                    <a:pt x="10941" y="13737"/>
                    <a:pt x="11185" y="13422"/>
                  </a:cubicBezTo>
                  <a:lnTo>
                    <a:pt x="11185" y="13422"/>
                  </a:lnTo>
                  <a:cubicBezTo>
                    <a:pt x="11185" y="13422"/>
                    <a:pt x="11022" y="13889"/>
                    <a:pt x="11033" y="14530"/>
                  </a:cubicBezTo>
                  <a:cubicBezTo>
                    <a:pt x="11043" y="15018"/>
                    <a:pt x="11256" y="15872"/>
                    <a:pt x="11063" y="16695"/>
                  </a:cubicBezTo>
                  <a:cubicBezTo>
                    <a:pt x="11521" y="16736"/>
                    <a:pt x="11897" y="16808"/>
                    <a:pt x="12181" y="16889"/>
                  </a:cubicBezTo>
                  <a:cubicBezTo>
                    <a:pt x="12344" y="16503"/>
                    <a:pt x="12497" y="15954"/>
                    <a:pt x="12477" y="15353"/>
                  </a:cubicBezTo>
                  <a:lnTo>
                    <a:pt x="12477" y="15353"/>
                  </a:lnTo>
                  <a:cubicBezTo>
                    <a:pt x="12477" y="15354"/>
                    <a:pt x="12619" y="16065"/>
                    <a:pt x="12456" y="16980"/>
                  </a:cubicBezTo>
                  <a:cubicBezTo>
                    <a:pt x="12730" y="17072"/>
                    <a:pt x="12883" y="17163"/>
                    <a:pt x="12883" y="17163"/>
                  </a:cubicBezTo>
                  <a:cubicBezTo>
                    <a:pt x="13900" y="15679"/>
                    <a:pt x="13015" y="15567"/>
                    <a:pt x="13331" y="14551"/>
                  </a:cubicBezTo>
                  <a:cubicBezTo>
                    <a:pt x="13645" y="13534"/>
                    <a:pt x="14764" y="13401"/>
                    <a:pt x="14561" y="11978"/>
                  </a:cubicBezTo>
                  <a:cubicBezTo>
                    <a:pt x="14357" y="10554"/>
                    <a:pt x="13869" y="10554"/>
                    <a:pt x="13706" y="8948"/>
                  </a:cubicBezTo>
                  <a:cubicBezTo>
                    <a:pt x="13534" y="7352"/>
                    <a:pt x="14063" y="6416"/>
                    <a:pt x="13148" y="3590"/>
                  </a:cubicBezTo>
                  <a:cubicBezTo>
                    <a:pt x="12689" y="2171"/>
                    <a:pt x="11121" y="1037"/>
                    <a:pt x="10172" y="1037"/>
                  </a:cubicBezTo>
                  <a:cubicBezTo>
                    <a:pt x="10047" y="1037"/>
                    <a:pt x="9933" y="1057"/>
                    <a:pt x="9833" y="1098"/>
                  </a:cubicBezTo>
                  <a:cubicBezTo>
                    <a:pt x="9833" y="1098"/>
                    <a:pt x="8887" y="0"/>
                    <a:pt x="7382"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1148;p31">
              <a:extLst>
                <a:ext uri="{FF2B5EF4-FFF2-40B4-BE49-F238E27FC236}">
                  <a16:creationId xmlns:a16="http://schemas.microsoft.com/office/drawing/2014/main" id="{05F22212-E2A7-4E93-8E51-AD7ECF92E341}"/>
                </a:ext>
              </a:extLst>
            </p:cNvPr>
            <p:cNvSpPr/>
            <p:nvPr/>
          </p:nvSpPr>
          <p:spPr>
            <a:xfrm>
              <a:off x="2534275" y="4942950"/>
              <a:ext cx="25200" cy="167775"/>
            </a:xfrm>
            <a:custGeom>
              <a:avLst/>
              <a:gdLst/>
              <a:ahLst/>
              <a:cxnLst/>
              <a:rect l="l" t="t" r="r" b="b"/>
              <a:pathLst>
                <a:path w="1008" h="6711" extrusionOk="0">
                  <a:moveTo>
                    <a:pt x="459" y="0"/>
                  </a:moveTo>
                  <a:cubicBezTo>
                    <a:pt x="245" y="722"/>
                    <a:pt x="1" y="1830"/>
                    <a:pt x="418" y="2450"/>
                  </a:cubicBezTo>
                  <a:cubicBezTo>
                    <a:pt x="926" y="3202"/>
                    <a:pt x="956" y="4433"/>
                    <a:pt x="733" y="5206"/>
                  </a:cubicBezTo>
                  <a:cubicBezTo>
                    <a:pt x="540" y="5857"/>
                    <a:pt x="642" y="6476"/>
                    <a:pt x="733" y="6711"/>
                  </a:cubicBezTo>
                  <a:lnTo>
                    <a:pt x="773" y="6700"/>
                  </a:lnTo>
                  <a:cubicBezTo>
                    <a:pt x="764" y="6690"/>
                    <a:pt x="529" y="6009"/>
                    <a:pt x="773" y="5216"/>
                  </a:cubicBezTo>
                  <a:cubicBezTo>
                    <a:pt x="1008" y="4433"/>
                    <a:pt x="967" y="3193"/>
                    <a:pt x="459" y="2430"/>
                  </a:cubicBezTo>
                  <a:cubicBezTo>
                    <a:pt x="41" y="1820"/>
                    <a:pt x="285" y="732"/>
                    <a:pt x="489" y="20"/>
                  </a:cubicBezTo>
                  <a:cubicBezTo>
                    <a:pt x="479" y="10"/>
                    <a:pt x="468" y="10"/>
                    <a:pt x="459" y="0"/>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1149;p31">
              <a:extLst>
                <a:ext uri="{FF2B5EF4-FFF2-40B4-BE49-F238E27FC236}">
                  <a16:creationId xmlns:a16="http://schemas.microsoft.com/office/drawing/2014/main" id="{5EFC2EC2-FDE5-4FA3-BA2A-7C39DA7DC665}"/>
                </a:ext>
              </a:extLst>
            </p:cNvPr>
            <p:cNvSpPr/>
            <p:nvPr/>
          </p:nvSpPr>
          <p:spPr>
            <a:xfrm>
              <a:off x="2823800" y="4946225"/>
              <a:ext cx="16300" cy="168575"/>
            </a:xfrm>
            <a:custGeom>
              <a:avLst/>
              <a:gdLst/>
              <a:ahLst/>
              <a:cxnLst/>
              <a:rect l="l" t="t" r="r" b="b"/>
              <a:pathLst>
                <a:path w="652" h="6743" extrusionOk="0">
                  <a:moveTo>
                    <a:pt x="347" y="1"/>
                  </a:moveTo>
                  <a:cubicBezTo>
                    <a:pt x="326" y="1"/>
                    <a:pt x="316" y="1"/>
                    <a:pt x="306" y="11"/>
                  </a:cubicBezTo>
                  <a:cubicBezTo>
                    <a:pt x="458" y="631"/>
                    <a:pt x="652" y="1607"/>
                    <a:pt x="458" y="2136"/>
                  </a:cubicBezTo>
                  <a:cubicBezTo>
                    <a:pt x="164" y="2970"/>
                    <a:pt x="1" y="3478"/>
                    <a:pt x="143" y="4292"/>
                  </a:cubicBezTo>
                  <a:cubicBezTo>
                    <a:pt x="133" y="4221"/>
                    <a:pt x="143" y="4140"/>
                    <a:pt x="153" y="4068"/>
                  </a:cubicBezTo>
                  <a:cubicBezTo>
                    <a:pt x="82" y="3387"/>
                    <a:pt x="234" y="2899"/>
                    <a:pt x="499" y="2147"/>
                  </a:cubicBezTo>
                  <a:cubicBezTo>
                    <a:pt x="621" y="1801"/>
                    <a:pt x="611" y="1241"/>
                    <a:pt x="448" y="479"/>
                  </a:cubicBezTo>
                  <a:cubicBezTo>
                    <a:pt x="417" y="306"/>
                    <a:pt x="377" y="143"/>
                    <a:pt x="347" y="1"/>
                  </a:cubicBezTo>
                  <a:close/>
                  <a:moveTo>
                    <a:pt x="143" y="4292"/>
                  </a:moveTo>
                  <a:cubicBezTo>
                    <a:pt x="173" y="4475"/>
                    <a:pt x="204" y="4637"/>
                    <a:pt x="245" y="4811"/>
                  </a:cubicBezTo>
                  <a:cubicBezTo>
                    <a:pt x="377" y="5410"/>
                    <a:pt x="499" y="5979"/>
                    <a:pt x="245" y="6732"/>
                  </a:cubicBezTo>
                  <a:lnTo>
                    <a:pt x="275" y="6742"/>
                  </a:lnTo>
                  <a:cubicBezTo>
                    <a:pt x="550" y="5979"/>
                    <a:pt x="417" y="5410"/>
                    <a:pt x="286" y="4800"/>
                  </a:cubicBezTo>
                  <a:cubicBezTo>
                    <a:pt x="245" y="4637"/>
                    <a:pt x="214" y="4465"/>
                    <a:pt x="184" y="4292"/>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1150;p31">
              <a:extLst>
                <a:ext uri="{FF2B5EF4-FFF2-40B4-BE49-F238E27FC236}">
                  <a16:creationId xmlns:a16="http://schemas.microsoft.com/office/drawing/2014/main" id="{E42CE86C-E1A6-4FE2-B394-3840F3FF6BFF}"/>
                </a:ext>
              </a:extLst>
            </p:cNvPr>
            <p:cNvSpPr/>
            <p:nvPr/>
          </p:nvSpPr>
          <p:spPr>
            <a:xfrm>
              <a:off x="2827100" y="4953850"/>
              <a:ext cx="36400" cy="99675"/>
            </a:xfrm>
            <a:custGeom>
              <a:avLst/>
              <a:gdLst/>
              <a:ahLst/>
              <a:cxnLst/>
              <a:rect l="l" t="t" r="r" b="b"/>
              <a:pathLst>
                <a:path w="1456" h="3987" extrusionOk="0">
                  <a:moveTo>
                    <a:pt x="1008" y="1"/>
                  </a:moveTo>
                  <a:lnTo>
                    <a:pt x="967" y="21"/>
                  </a:lnTo>
                  <a:cubicBezTo>
                    <a:pt x="977" y="21"/>
                    <a:pt x="1414" y="1008"/>
                    <a:pt x="1017" y="1801"/>
                  </a:cubicBezTo>
                  <a:cubicBezTo>
                    <a:pt x="895" y="2055"/>
                    <a:pt x="743" y="2299"/>
                    <a:pt x="590" y="2533"/>
                  </a:cubicBezTo>
                  <a:cubicBezTo>
                    <a:pt x="326" y="2960"/>
                    <a:pt x="72" y="3356"/>
                    <a:pt x="21" y="3763"/>
                  </a:cubicBezTo>
                  <a:cubicBezTo>
                    <a:pt x="11" y="3835"/>
                    <a:pt x="1" y="3916"/>
                    <a:pt x="11" y="3987"/>
                  </a:cubicBezTo>
                  <a:lnTo>
                    <a:pt x="52" y="3987"/>
                  </a:lnTo>
                  <a:cubicBezTo>
                    <a:pt x="21" y="3519"/>
                    <a:pt x="316" y="3051"/>
                    <a:pt x="631" y="2563"/>
                  </a:cubicBezTo>
                  <a:cubicBezTo>
                    <a:pt x="773" y="2319"/>
                    <a:pt x="926" y="2075"/>
                    <a:pt x="1058" y="1821"/>
                  </a:cubicBezTo>
                  <a:cubicBezTo>
                    <a:pt x="1455" y="1008"/>
                    <a:pt x="1008" y="11"/>
                    <a:pt x="1008"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1151;p31">
              <a:extLst>
                <a:ext uri="{FF2B5EF4-FFF2-40B4-BE49-F238E27FC236}">
                  <a16:creationId xmlns:a16="http://schemas.microsoft.com/office/drawing/2014/main" id="{2545ACC2-244F-4036-A699-DD2C419BE90B}"/>
                </a:ext>
              </a:extLst>
            </p:cNvPr>
            <p:cNvSpPr/>
            <p:nvPr/>
          </p:nvSpPr>
          <p:spPr>
            <a:xfrm>
              <a:off x="2532750" y="4883700"/>
              <a:ext cx="320300" cy="48075"/>
            </a:xfrm>
            <a:custGeom>
              <a:avLst/>
              <a:gdLst/>
              <a:ahLst/>
              <a:cxnLst/>
              <a:rect l="l" t="t" r="r" b="b"/>
              <a:pathLst>
                <a:path w="12812" h="1923" extrusionOk="0">
                  <a:moveTo>
                    <a:pt x="12751" y="1557"/>
                  </a:moveTo>
                  <a:lnTo>
                    <a:pt x="12751" y="1557"/>
                  </a:lnTo>
                  <a:cubicBezTo>
                    <a:pt x="12771" y="1688"/>
                    <a:pt x="12791" y="1810"/>
                    <a:pt x="12812" y="1923"/>
                  </a:cubicBezTo>
                  <a:lnTo>
                    <a:pt x="12812" y="1923"/>
                  </a:lnTo>
                  <a:cubicBezTo>
                    <a:pt x="12791" y="1810"/>
                    <a:pt x="12771" y="1688"/>
                    <a:pt x="12751" y="1557"/>
                  </a:cubicBezTo>
                  <a:close/>
                  <a:moveTo>
                    <a:pt x="52" y="1557"/>
                  </a:moveTo>
                  <a:cubicBezTo>
                    <a:pt x="41" y="1688"/>
                    <a:pt x="21" y="1810"/>
                    <a:pt x="1" y="1923"/>
                  </a:cubicBezTo>
                  <a:lnTo>
                    <a:pt x="1" y="1923"/>
                  </a:lnTo>
                  <a:cubicBezTo>
                    <a:pt x="21" y="1810"/>
                    <a:pt x="41" y="1688"/>
                    <a:pt x="52" y="1557"/>
                  </a:cubicBezTo>
                  <a:lnTo>
                    <a:pt x="52" y="1557"/>
                  </a:lnTo>
                  <a:close/>
                  <a:moveTo>
                    <a:pt x="12710" y="11"/>
                  </a:moveTo>
                  <a:cubicBezTo>
                    <a:pt x="12700" y="123"/>
                    <a:pt x="12700" y="235"/>
                    <a:pt x="12700" y="346"/>
                  </a:cubicBezTo>
                  <a:lnTo>
                    <a:pt x="12700" y="346"/>
                  </a:lnTo>
                  <a:cubicBezTo>
                    <a:pt x="12700" y="235"/>
                    <a:pt x="12700" y="123"/>
                    <a:pt x="12710" y="11"/>
                  </a:cubicBezTo>
                  <a:lnTo>
                    <a:pt x="12710" y="11"/>
                  </a:lnTo>
                  <a:close/>
                  <a:moveTo>
                    <a:pt x="102" y="1"/>
                  </a:moveTo>
                  <a:lnTo>
                    <a:pt x="102" y="1"/>
                  </a:lnTo>
                  <a:cubicBezTo>
                    <a:pt x="113" y="123"/>
                    <a:pt x="113" y="235"/>
                    <a:pt x="113" y="346"/>
                  </a:cubicBezTo>
                  <a:lnTo>
                    <a:pt x="113" y="346"/>
                  </a:lnTo>
                  <a:cubicBezTo>
                    <a:pt x="113" y="235"/>
                    <a:pt x="113" y="123"/>
                    <a:pt x="102" y="1"/>
                  </a:cubicBezTo>
                  <a:close/>
                </a:path>
              </a:pathLst>
            </a:custGeom>
            <a:solidFill>
              <a:srgbClr val="AC9B9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1152;p31">
              <a:extLst>
                <a:ext uri="{FF2B5EF4-FFF2-40B4-BE49-F238E27FC236}">
                  <a16:creationId xmlns:a16="http://schemas.microsoft.com/office/drawing/2014/main" id="{8CBC3F83-F3CC-495D-8106-B84FB01D1862}"/>
                </a:ext>
              </a:extLst>
            </p:cNvPr>
            <p:cNvSpPr/>
            <p:nvPr/>
          </p:nvSpPr>
          <p:spPr>
            <a:xfrm>
              <a:off x="2532750" y="4865675"/>
              <a:ext cx="320300" cy="238175"/>
            </a:xfrm>
            <a:custGeom>
              <a:avLst/>
              <a:gdLst/>
              <a:ahLst/>
              <a:cxnLst/>
              <a:rect l="l" t="t" r="r" b="b"/>
              <a:pathLst>
                <a:path w="12812" h="9527" extrusionOk="0">
                  <a:moveTo>
                    <a:pt x="1374" y="1006"/>
                  </a:moveTo>
                  <a:lnTo>
                    <a:pt x="1374" y="1017"/>
                  </a:lnTo>
                  <a:lnTo>
                    <a:pt x="1383" y="1017"/>
                  </a:lnTo>
                  <a:cubicBezTo>
                    <a:pt x="1374" y="1017"/>
                    <a:pt x="1374" y="1017"/>
                    <a:pt x="1374" y="1006"/>
                  </a:cubicBezTo>
                  <a:close/>
                  <a:moveTo>
                    <a:pt x="11429" y="1006"/>
                  </a:moveTo>
                  <a:lnTo>
                    <a:pt x="11429" y="1017"/>
                  </a:lnTo>
                  <a:lnTo>
                    <a:pt x="11440" y="1017"/>
                  </a:lnTo>
                  <a:cubicBezTo>
                    <a:pt x="11440" y="1017"/>
                    <a:pt x="11440" y="1006"/>
                    <a:pt x="11429" y="1006"/>
                  </a:cubicBezTo>
                  <a:close/>
                  <a:moveTo>
                    <a:pt x="1211" y="0"/>
                  </a:moveTo>
                  <a:cubicBezTo>
                    <a:pt x="1211" y="20"/>
                    <a:pt x="1119" y="468"/>
                    <a:pt x="1099" y="631"/>
                  </a:cubicBezTo>
                  <a:cubicBezTo>
                    <a:pt x="1099" y="631"/>
                    <a:pt x="916" y="559"/>
                    <a:pt x="682" y="559"/>
                  </a:cubicBezTo>
                  <a:cubicBezTo>
                    <a:pt x="509" y="559"/>
                    <a:pt x="296" y="600"/>
                    <a:pt x="102" y="722"/>
                  </a:cubicBezTo>
                  <a:cubicBezTo>
                    <a:pt x="113" y="844"/>
                    <a:pt x="113" y="956"/>
                    <a:pt x="113" y="1067"/>
                  </a:cubicBezTo>
                  <a:cubicBezTo>
                    <a:pt x="215" y="945"/>
                    <a:pt x="337" y="854"/>
                    <a:pt x="499" y="814"/>
                  </a:cubicBezTo>
                  <a:lnTo>
                    <a:pt x="509" y="814"/>
                  </a:lnTo>
                  <a:cubicBezTo>
                    <a:pt x="550" y="803"/>
                    <a:pt x="601" y="793"/>
                    <a:pt x="642" y="793"/>
                  </a:cubicBezTo>
                  <a:cubicBezTo>
                    <a:pt x="642" y="793"/>
                    <a:pt x="642" y="783"/>
                    <a:pt x="651" y="783"/>
                  </a:cubicBezTo>
                  <a:lnTo>
                    <a:pt x="773" y="783"/>
                  </a:lnTo>
                  <a:cubicBezTo>
                    <a:pt x="1028" y="783"/>
                    <a:pt x="1221" y="884"/>
                    <a:pt x="1374" y="1017"/>
                  </a:cubicBezTo>
                  <a:cubicBezTo>
                    <a:pt x="1363" y="997"/>
                    <a:pt x="1261" y="600"/>
                    <a:pt x="1211" y="0"/>
                  </a:cubicBezTo>
                  <a:close/>
                  <a:moveTo>
                    <a:pt x="11602" y="0"/>
                  </a:moveTo>
                  <a:cubicBezTo>
                    <a:pt x="11541" y="600"/>
                    <a:pt x="11440" y="997"/>
                    <a:pt x="11440" y="1017"/>
                  </a:cubicBezTo>
                  <a:cubicBezTo>
                    <a:pt x="11582" y="884"/>
                    <a:pt x="11785" y="783"/>
                    <a:pt x="12039" y="783"/>
                  </a:cubicBezTo>
                  <a:lnTo>
                    <a:pt x="12070" y="783"/>
                  </a:lnTo>
                  <a:cubicBezTo>
                    <a:pt x="12141" y="783"/>
                    <a:pt x="12222" y="793"/>
                    <a:pt x="12314" y="814"/>
                  </a:cubicBezTo>
                  <a:cubicBezTo>
                    <a:pt x="12477" y="854"/>
                    <a:pt x="12608" y="945"/>
                    <a:pt x="12700" y="1067"/>
                  </a:cubicBezTo>
                  <a:cubicBezTo>
                    <a:pt x="12700" y="956"/>
                    <a:pt x="12700" y="844"/>
                    <a:pt x="12710" y="732"/>
                  </a:cubicBezTo>
                  <a:cubicBezTo>
                    <a:pt x="12517" y="600"/>
                    <a:pt x="12303" y="559"/>
                    <a:pt x="12131" y="559"/>
                  </a:cubicBezTo>
                  <a:cubicBezTo>
                    <a:pt x="11887" y="559"/>
                    <a:pt x="11704" y="631"/>
                    <a:pt x="11704" y="631"/>
                  </a:cubicBezTo>
                  <a:cubicBezTo>
                    <a:pt x="11693" y="468"/>
                    <a:pt x="11602" y="20"/>
                    <a:pt x="11602" y="0"/>
                  </a:cubicBezTo>
                  <a:close/>
                  <a:moveTo>
                    <a:pt x="52" y="2278"/>
                  </a:moveTo>
                  <a:cubicBezTo>
                    <a:pt x="41" y="2409"/>
                    <a:pt x="21" y="2531"/>
                    <a:pt x="1" y="2644"/>
                  </a:cubicBezTo>
                  <a:cubicBezTo>
                    <a:pt x="133" y="2816"/>
                    <a:pt x="296" y="2969"/>
                    <a:pt x="520" y="3091"/>
                  </a:cubicBezTo>
                  <a:cubicBezTo>
                    <a:pt x="540" y="3010"/>
                    <a:pt x="570" y="2928"/>
                    <a:pt x="590" y="2857"/>
                  </a:cubicBezTo>
                  <a:cubicBezTo>
                    <a:pt x="387" y="2735"/>
                    <a:pt x="194" y="2542"/>
                    <a:pt x="52" y="2278"/>
                  </a:cubicBezTo>
                  <a:close/>
                  <a:moveTo>
                    <a:pt x="12751" y="2278"/>
                  </a:moveTo>
                  <a:cubicBezTo>
                    <a:pt x="12547" y="2674"/>
                    <a:pt x="12233" y="2898"/>
                    <a:pt x="11917" y="2979"/>
                  </a:cubicBezTo>
                  <a:cubicBezTo>
                    <a:pt x="11937" y="3050"/>
                    <a:pt x="11958" y="3132"/>
                    <a:pt x="11989" y="3223"/>
                  </a:cubicBezTo>
                  <a:cubicBezTo>
                    <a:pt x="12355" y="3101"/>
                    <a:pt x="12629" y="2898"/>
                    <a:pt x="12812" y="2644"/>
                  </a:cubicBezTo>
                  <a:cubicBezTo>
                    <a:pt x="12791" y="2531"/>
                    <a:pt x="12771" y="2409"/>
                    <a:pt x="12751" y="2278"/>
                  </a:cubicBezTo>
                  <a:close/>
                  <a:moveTo>
                    <a:pt x="8166" y="6467"/>
                  </a:moveTo>
                  <a:lnTo>
                    <a:pt x="8166" y="6467"/>
                  </a:lnTo>
                  <a:cubicBezTo>
                    <a:pt x="7911" y="6538"/>
                    <a:pt x="7657" y="6599"/>
                    <a:pt x="7382" y="6639"/>
                  </a:cubicBezTo>
                  <a:cubicBezTo>
                    <a:pt x="7393" y="6741"/>
                    <a:pt x="7403" y="6853"/>
                    <a:pt x="7434" y="6965"/>
                  </a:cubicBezTo>
                  <a:cubicBezTo>
                    <a:pt x="7495" y="7301"/>
                    <a:pt x="7617" y="7656"/>
                    <a:pt x="7840" y="7880"/>
                  </a:cubicBezTo>
                  <a:cubicBezTo>
                    <a:pt x="7840" y="7423"/>
                    <a:pt x="7983" y="6924"/>
                    <a:pt x="8166" y="6467"/>
                  </a:cubicBezTo>
                  <a:close/>
                  <a:moveTo>
                    <a:pt x="4291" y="6345"/>
                  </a:moveTo>
                  <a:cubicBezTo>
                    <a:pt x="4474" y="6772"/>
                    <a:pt x="4596" y="7199"/>
                    <a:pt x="4485" y="7758"/>
                  </a:cubicBezTo>
                  <a:cubicBezTo>
                    <a:pt x="4454" y="7870"/>
                    <a:pt x="4444" y="7981"/>
                    <a:pt x="4434" y="8083"/>
                  </a:cubicBezTo>
                  <a:cubicBezTo>
                    <a:pt x="4617" y="8022"/>
                    <a:pt x="4790" y="7961"/>
                    <a:pt x="4962" y="7900"/>
                  </a:cubicBezTo>
                  <a:cubicBezTo>
                    <a:pt x="5156" y="7697"/>
                    <a:pt x="5278" y="7402"/>
                    <a:pt x="5349" y="7107"/>
                  </a:cubicBezTo>
                  <a:cubicBezTo>
                    <a:pt x="5389" y="6944"/>
                    <a:pt x="5410" y="6792"/>
                    <a:pt x="5430" y="6639"/>
                  </a:cubicBezTo>
                  <a:cubicBezTo>
                    <a:pt x="5023" y="6578"/>
                    <a:pt x="4637" y="6477"/>
                    <a:pt x="4291" y="6345"/>
                  </a:cubicBezTo>
                  <a:close/>
                  <a:moveTo>
                    <a:pt x="8979" y="6121"/>
                  </a:moveTo>
                  <a:cubicBezTo>
                    <a:pt x="8745" y="6253"/>
                    <a:pt x="8491" y="6365"/>
                    <a:pt x="8216" y="6446"/>
                  </a:cubicBezTo>
                  <a:cubicBezTo>
                    <a:pt x="8023" y="6924"/>
                    <a:pt x="7881" y="7432"/>
                    <a:pt x="7881" y="7911"/>
                  </a:cubicBezTo>
                  <a:cubicBezTo>
                    <a:pt x="8094" y="7992"/>
                    <a:pt x="8328" y="8073"/>
                    <a:pt x="8562" y="8144"/>
                  </a:cubicBezTo>
                  <a:cubicBezTo>
                    <a:pt x="8582" y="8124"/>
                    <a:pt x="8613" y="8114"/>
                    <a:pt x="8633" y="8094"/>
                  </a:cubicBezTo>
                  <a:cubicBezTo>
                    <a:pt x="8765" y="8134"/>
                    <a:pt x="8887" y="8175"/>
                    <a:pt x="9009" y="8225"/>
                  </a:cubicBezTo>
                  <a:cubicBezTo>
                    <a:pt x="8999" y="8012"/>
                    <a:pt x="9020" y="7768"/>
                    <a:pt x="9070" y="7493"/>
                  </a:cubicBezTo>
                  <a:cubicBezTo>
                    <a:pt x="9142" y="7107"/>
                    <a:pt x="9081" y="6599"/>
                    <a:pt x="8979" y="6121"/>
                  </a:cubicBezTo>
                  <a:close/>
                  <a:moveTo>
                    <a:pt x="10880" y="3914"/>
                  </a:moveTo>
                  <a:cubicBezTo>
                    <a:pt x="10484" y="4881"/>
                    <a:pt x="9863" y="5622"/>
                    <a:pt x="9020" y="6101"/>
                  </a:cubicBezTo>
                  <a:cubicBezTo>
                    <a:pt x="9121" y="6589"/>
                    <a:pt x="9192" y="7107"/>
                    <a:pt x="9111" y="7504"/>
                  </a:cubicBezTo>
                  <a:cubicBezTo>
                    <a:pt x="9060" y="7778"/>
                    <a:pt x="9040" y="8022"/>
                    <a:pt x="9050" y="8236"/>
                  </a:cubicBezTo>
                  <a:cubicBezTo>
                    <a:pt x="9264" y="8317"/>
                    <a:pt x="9457" y="8388"/>
                    <a:pt x="9609" y="8419"/>
                  </a:cubicBezTo>
                  <a:cubicBezTo>
                    <a:pt x="9670" y="8439"/>
                    <a:pt x="9741" y="8460"/>
                    <a:pt x="9802" y="8480"/>
                  </a:cubicBezTo>
                  <a:cubicBezTo>
                    <a:pt x="9813" y="8460"/>
                    <a:pt x="9813" y="8439"/>
                    <a:pt x="9813" y="8419"/>
                  </a:cubicBezTo>
                  <a:cubicBezTo>
                    <a:pt x="9823" y="7321"/>
                    <a:pt x="9965" y="6853"/>
                    <a:pt x="10209" y="6538"/>
                  </a:cubicBezTo>
                  <a:lnTo>
                    <a:pt x="10209" y="6538"/>
                  </a:lnTo>
                  <a:cubicBezTo>
                    <a:pt x="10209" y="6538"/>
                    <a:pt x="10057" y="6985"/>
                    <a:pt x="10057" y="7595"/>
                  </a:cubicBezTo>
                  <a:lnTo>
                    <a:pt x="10057" y="7646"/>
                  </a:lnTo>
                  <a:cubicBezTo>
                    <a:pt x="10067" y="7900"/>
                    <a:pt x="10118" y="8246"/>
                    <a:pt x="10148" y="8643"/>
                  </a:cubicBezTo>
                  <a:cubicBezTo>
                    <a:pt x="10280" y="8713"/>
                    <a:pt x="10423" y="8795"/>
                    <a:pt x="10565" y="8917"/>
                  </a:cubicBezTo>
                  <a:cubicBezTo>
                    <a:pt x="10677" y="8551"/>
                    <a:pt x="10778" y="8103"/>
                    <a:pt x="10697" y="7728"/>
                  </a:cubicBezTo>
                  <a:cubicBezTo>
                    <a:pt x="10616" y="7290"/>
                    <a:pt x="10758" y="6802"/>
                    <a:pt x="10911" y="6284"/>
                  </a:cubicBezTo>
                  <a:cubicBezTo>
                    <a:pt x="11022" y="5907"/>
                    <a:pt x="11144" y="5521"/>
                    <a:pt x="11165" y="5134"/>
                  </a:cubicBezTo>
                  <a:cubicBezTo>
                    <a:pt x="11196" y="4606"/>
                    <a:pt x="11022" y="4169"/>
                    <a:pt x="10880" y="3914"/>
                  </a:cubicBezTo>
                  <a:close/>
                  <a:moveTo>
                    <a:pt x="1302" y="4158"/>
                  </a:moveTo>
                  <a:cubicBezTo>
                    <a:pt x="1180" y="4494"/>
                    <a:pt x="1089" y="4901"/>
                    <a:pt x="1200" y="5206"/>
                  </a:cubicBezTo>
                  <a:cubicBezTo>
                    <a:pt x="1282" y="5450"/>
                    <a:pt x="1424" y="5602"/>
                    <a:pt x="1557" y="5765"/>
                  </a:cubicBezTo>
                  <a:cubicBezTo>
                    <a:pt x="1760" y="6009"/>
                    <a:pt x="1943" y="6232"/>
                    <a:pt x="1912" y="6711"/>
                  </a:cubicBezTo>
                  <a:cubicBezTo>
                    <a:pt x="1902" y="6853"/>
                    <a:pt x="1882" y="7016"/>
                    <a:pt x="1862" y="7188"/>
                  </a:cubicBezTo>
                  <a:cubicBezTo>
                    <a:pt x="1790" y="7819"/>
                    <a:pt x="1699" y="8571"/>
                    <a:pt x="1953" y="9171"/>
                  </a:cubicBezTo>
                  <a:cubicBezTo>
                    <a:pt x="2024" y="9100"/>
                    <a:pt x="2095" y="9039"/>
                    <a:pt x="2167" y="8988"/>
                  </a:cubicBezTo>
                  <a:cubicBezTo>
                    <a:pt x="2146" y="8896"/>
                    <a:pt x="2136" y="8805"/>
                    <a:pt x="2136" y="8724"/>
                  </a:cubicBezTo>
                  <a:cubicBezTo>
                    <a:pt x="2136" y="8652"/>
                    <a:pt x="2146" y="8591"/>
                    <a:pt x="2156" y="8541"/>
                  </a:cubicBezTo>
                  <a:cubicBezTo>
                    <a:pt x="2207" y="8236"/>
                    <a:pt x="2228" y="8002"/>
                    <a:pt x="2228" y="7809"/>
                  </a:cubicBezTo>
                  <a:cubicBezTo>
                    <a:pt x="2228" y="7545"/>
                    <a:pt x="2197" y="7351"/>
                    <a:pt x="2136" y="7188"/>
                  </a:cubicBezTo>
                  <a:lnTo>
                    <a:pt x="2136" y="7188"/>
                  </a:lnTo>
                  <a:cubicBezTo>
                    <a:pt x="2136" y="7188"/>
                    <a:pt x="2502" y="7626"/>
                    <a:pt x="2502" y="8195"/>
                  </a:cubicBezTo>
                  <a:lnTo>
                    <a:pt x="2502" y="8286"/>
                  </a:lnTo>
                  <a:cubicBezTo>
                    <a:pt x="2492" y="8368"/>
                    <a:pt x="2492" y="8439"/>
                    <a:pt x="2492" y="8510"/>
                  </a:cubicBezTo>
                  <a:cubicBezTo>
                    <a:pt x="2492" y="8591"/>
                    <a:pt x="2492" y="8663"/>
                    <a:pt x="2502" y="8734"/>
                  </a:cubicBezTo>
                  <a:cubicBezTo>
                    <a:pt x="2756" y="8571"/>
                    <a:pt x="2990" y="8480"/>
                    <a:pt x="3193" y="8419"/>
                  </a:cubicBezTo>
                  <a:cubicBezTo>
                    <a:pt x="3295" y="8399"/>
                    <a:pt x="3417" y="8368"/>
                    <a:pt x="3550" y="8338"/>
                  </a:cubicBezTo>
                  <a:cubicBezTo>
                    <a:pt x="3539" y="8195"/>
                    <a:pt x="3550" y="8033"/>
                    <a:pt x="3580" y="7870"/>
                  </a:cubicBezTo>
                  <a:cubicBezTo>
                    <a:pt x="3712" y="7066"/>
                    <a:pt x="3193" y="6548"/>
                    <a:pt x="2370" y="6019"/>
                  </a:cubicBezTo>
                  <a:cubicBezTo>
                    <a:pt x="1668" y="5572"/>
                    <a:pt x="1374" y="4454"/>
                    <a:pt x="1302" y="4158"/>
                  </a:cubicBezTo>
                  <a:close/>
                  <a:moveTo>
                    <a:pt x="621" y="2877"/>
                  </a:moveTo>
                  <a:cubicBezTo>
                    <a:pt x="601" y="2949"/>
                    <a:pt x="581" y="3030"/>
                    <a:pt x="550" y="3111"/>
                  </a:cubicBezTo>
                  <a:cubicBezTo>
                    <a:pt x="794" y="3233"/>
                    <a:pt x="1089" y="3304"/>
                    <a:pt x="1444" y="3304"/>
                  </a:cubicBezTo>
                  <a:cubicBezTo>
                    <a:pt x="1444" y="3304"/>
                    <a:pt x="1048" y="4067"/>
                    <a:pt x="1017" y="5053"/>
                  </a:cubicBezTo>
                  <a:cubicBezTo>
                    <a:pt x="987" y="6040"/>
                    <a:pt x="1770" y="6751"/>
                    <a:pt x="1709" y="7524"/>
                  </a:cubicBezTo>
                  <a:cubicBezTo>
                    <a:pt x="1648" y="8185"/>
                    <a:pt x="1516" y="8724"/>
                    <a:pt x="1627" y="9527"/>
                  </a:cubicBezTo>
                  <a:cubicBezTo>
                    <a:pt x="1729" y="9405"/>
                    <a:pt x="1831" y="9303"/>
                    <a:pt x="1923" y="9201"/>
                  </a:cubicBezTo>
                  <a:cubicBezTo>
                    <a:pt x="1648" y="8591"/>
                    <a:pt x="1740" y="7829"/>
                    <a:pt x="1821" y="7188"/>
                  </a:cubicBezTo>
                  <a:cubicBezTo>
                    <a:pt x="1841" y="7016"/>
                    <a:pt x="1862" y="6853"/>
                    <a:pt x="1871" y="6711"/>
                  </a:cubicBezTo>
                  <a:cubicBezTo>
                    <a:pt x="1902" y="6243"/>
                    <a:pt x="1729" y="6040"/>
                    <a:pt x="1526" y="5785"/>
                  </a:cubicBezTo>
                  <a:cubicBezTo>
                    <a:pt x="1383" y="5633"/>
                    <a:pt x="1252" y="5470"/>
                    <a:pt x="1160" y="5216"/>
                  </a:cubicBezTo>
                  <a:cubicBezTo>
                    <a:pt x="936" y="4585"/>
                    <a:pt x="1516" y="3569"/>
                    <a:pt x="1536" y="3528"/>
                  </a:cubicBezTo>
                  <a:lnTo>
                    <a:pt x="1577" y="3548"/>
                  </a:lnTo>
                  <a:cubicBezTo>
                    <a:pt x="1577" y="3548"/>
                    <a:pt x="1444" y="3783"/>
                    <a:pt x="1333" y="4077"/>
                  </a:cubicBezTo>
                  <a:cubicBezTo>
                    <a:pt x="1353" y="4189"/>
                    <a:pt x="1627" y="5491"/>
                    <a:pt x="2390" y="5979"/>
                  </a:cubicBezTo>
                  <a:cubicBezTo>
                    <a:pt x="3224" y="6517"/>
                    <a:pt x="3763" y="7046"/>
                    <a:pt x="3620" y="7880"/>
                  </a:cubicBezTo>
                  <a:cubicBezTo>
                    <a:pt x="3590" y="8033"/>
                    <a:pt x="3590" y="8185"/>
                    <a:pt x="3590" y="8327"/>
                  </a:cubicBezTo>
                  <a:cubicBezTo>
                    <a:pt x="3834" y="8266"/>
                    <a:pt x="4119" y="8185"/>
                    <a:pt x="4393" y="8103"/>
                  </a:cubicBezTo>
                  <a:cubicBezTo>
                    <a:pt x="4404" y="7981"/>
                    <a:pt x="4413" y="7870"/>
                    <a:pt x="4434" y="7748"/>
                  </a:cubicBezTo>
                  <a:cubicBezTo>
                    <a:pt x="4556" y="7188"/>
                    <a:pt x="4424" y="6761"/>
                    <a:pt x="4241" y="6314"/>
                  </a:cubicBezTo>
                  <a:cubicBezTo>
                    <a:pt x="2848" y="5735"/>
                    <a:pt x="1993" y="4535"/>
                    <a:pt x="1607" y="2877"/>
                  </a:cubicBezTo>
                  <a:cubicBezTo>
                    <a:pt x="1496" y="2969"/>
                    <a:pt x="1333" y="3020"/>
                    <a:pt x="1150" y="3020"/>
                  </a:cubicBezTo>
                  <a:cubicBezTo>
                    <a:pt x="987" y="3020"/>
                    <a:pt x="804" y="2969"/>
                    <a:pt x="621" y="2877"/>
                  </a:cubicBezTo>
                  <a:close/>
                  <a:moveTo>
                    <a:pt x="11205" y="2877"/>
                  </a:moveTo>
                  <a:cubicBezTo>
                    <a:pt x="11124" y="3223"/>
                    <a:pt x="11022" y="3548"/>
                    <a:pt x="10900" y="3864"/>
                  </a:cubicBezTo>
                  <a:cubicBezTo>
                    <a:pt x="11043" y="4118"/>
                    <a:pt x="11236" y="4576"/>
                    <a:pt x="11205" y="5145"/>
                  </a:cubicBezTo>
                  <a:cubicBezTo>
                    <a:pt x="11185" y="5521"/>
                    <a:pt x="11063" y="5918"/>
                    <a:pt x="10952" y="6304"/>
                  </a:cubicBezTo>
                  <a:cubicBezTo>
                    <a:pt x="10799" y="6812"/>
                    <a:pt x="10656" y="7290"/>
                    <a:pt x="10738" y="7717"/>
                  </a:cubicBezTo>
                  <a:cubicBezTo>
                    <a:pt x="10819" y="8103"/>
                    <a:pt x="10717" y="8571"/>
                    <a:pt x="10595" y="8937"/>
                  </a:cubicBezTo>
                  <a:cubicBezTo>
                    <a:pt x="10778" y="9090"/>
                    <a:pt x="10972" y="9283"/>
                    <a:pt x="11185" y="9527"/>
                  </a:cubicBezTo>
                  <a:cubicBezTo>
                    <a:pt x="11297" y="8724"/>
                    <a:pt x="11155" y="8185"/>
                    <a:pt x="11104" y="7524"/>
                  </a:cubicBezTo>
                  <a:cubicBezTo>
                    <a:pt x="11043" y="6751"/>
                    <a:pt x="11826" y="6040"/>
                    <a:pt x="11795" y="5053"/>
                  </a:cubicBezTo>
                  <a:cubicBezTo>
                    <a:pt x="11765" y="4067"/>
                    <a:pt x="11368" y="3304"/>
                    <a:pt x="11368" y="3304"/>
                  </a:cubicBezTo>
                  <a:cubicBezTo>
                    <a:pt x="11582" y="3304"/>
                    <a:pt x="11775" y="3274"/>
                    <a:pt x="11948" y="3233"/>
                  </a:cubicBezTo>
                  <a:cubicBezTo>
                    <a:pt x="11917" y="3142"/>
                    <a:pt x="11897" y="3060"/>
                    <a:pt x="11876" y="2989"/>
                  </a:cubicBezTo>
                  <a:cubicBezTo>
                    <a:pt x="11806" y="3010"/>
                    <a:pt x="11724" y="3020"/>
                    <a:pt x="11653" y="3020"/>
                  </a:cubicBezTo>
                  <a:cubicBezTo>
                    <a:pt x="11480" y="3020"/>
                    <a:pt x="11318" y="2969"/>
                    <a:pt x="11205" y="2877"/>
                  </a:cubicBezTo>
                  <a:close/>
                </a:path>
              </a:pathLst>
            </a:custGeom>
            <a:solidFill>
              <a:srgbClr val="3D211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1153;p31">
              <a:extLst>
                <a:ext uri="{FF2B5EF4-FFF2-40B4-BE49-F238E27FC236}">
                  <a16:creationId xmlns:a16="http://schemas.microsoft.com/office/drawing/2014/main" id="{7A0EBBC8-B01C-478F-BEE0-B4D9E7A2BE42}"/>
                </a:ext>
              </a:extLst>
            </p:cNvPr>
            <p:cNvSpPr/>
            <p:nvPr/>
          </p:nvSpPr>
          <p:spPr>
            <a:xfrm>
              <a:off x="2545725" y="4937075"/>
              <a:ext cx="2575" cy="6400"/>
            </a:xfrm>
            <a:custGeom>
              <a:avLst/>
              <a:gdLst/>
              <a:ahLst/>
              <a:cxnLst/>
              <a:rect l="l" t="t" r="r" b="b"/>
              <a:pathLst>
                <a:path w="103" h="256" extrusionOk="0">
                  <a:moveTo>
                    <a:pt x="71" y="1"/>
                  </a:moveTo>
                  <a:cubicBezTo>
                    <a:pt x="51" y="72"/>
                    <a:pt x="21" y="154"/>
                    <a:pt x="1" y="235"/>
                  </a:cubicBezTo>
                  <a:cubicBezTo>
                    <a:pt x="10" y="245"/>
                    <a:pt x="21" y="245"/>
                    <a:pt x="31" y="255"/>
                  </a:cubicBezTo>
                  <a:cubicBezTo>
                    <a:pt x="62" y="174"/>
                    <a:pt x="82" y="93"/>
                    <a:pt x="102" y="21"/>
                  </a:cubicBezTo>
                  <a:cubicBezTo>
                    <a:pt x="92" y="11"/>
                    <a:pt x="82" y="1"/>
                    <a:pt x="7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1154;p31">
              <a:extLst>
                <a:ext uri="{FF2B5EF4-FFF2-40B4-BE49-F238E27FC236}">
                  <a16:creationId xmlns:a16="http://schemas.microsoft.com/office/drawing/2014/main" id="{D2700B97-EF1B-4C36-A093-4EBEE237ABCF}"/>
                </a:ext>
              </a:extLst>
            </p:cNvPr>
            <p:cNvSpPr/>
            <p:nvPr/>
          </p:nvSpPr>
          <p:spPr>
            <a:xfrm>
              <a:off x="2556150" y="4953850"/>
              <a:ext cx="25425" cy="141875"/>
            </a:xfrm>
            <a:custGeom>
              <a:avLst/>
              <a:gdLst/>
              <a:ahLst/>
              <a:cxnLst/>
              <a:rect l="l" t="t" r="r" b="b"/>
              <a:pathLst>
                <a:path w="1017" h="5675" extrusionOk="0">
                  <a:moveTo>
                    <a:pt x="600" y="1"/>
                  </a:moveTo>
                  <a:cubicBezTo>
                    <a:pt x="580" y="42"/>
                    <a:pt x="0" y="1058"/>
                    <a:pt x="224" y="1689"/>
                  </a:cubicBezTo>
                  <a:cubicBezTo>
                    <a:pt x="316" y="1943"/>
                    <a:pt x="447" y="2106"/>
                    <a:pt x="590" y="2258"/>
                  </a:cubicBezTo>
                  <a:cubicBezTo>
                    <a:pt x="793" y="2513"/>
                    <a:pt x="966" y="2716"/>
                    <a:pt x="935" y="3184"/>
                  </a:cubicBezTo>
                  <a:cubicBezTo>
                    <a:pt x="926" y="3326"/>
                    <a:pt x="905" y="3489"/>
                    <a:pt x="885" y="3661"/>
                  </a:cubicBezTo>
                  <a:cubicBezTo>
                    <a:pt x="804" y="4302"/>
                    <a:pt x="712" y="5064"/>
                    <a:pt x="987" y="5674"/>
                  </a:cubicBezTo>
                  <a:lnTo>
                    <a:pt x="1017" y="5644"/>
                  </a:lnTo>
                  <a:cubicBezTo>
                    <a:pt x="763" y="5044"/>
                    <a:pt x="854" y="4292"/>
                    <a:pt x="926" y="3661"/>
                  </a:cubicBezTo>
                  <a:cubicBezTo>
                    <a:pt x="946" y="3489"/>
                    <a:pt x="966" y="3326"/>
                    <a:pt x="976" y="3184"/>
                  </a:cubicBezTo>
                  <a:cubicBezTo>
                    <a:pt x="1007" y="2705"/>
                    <a:pt x="824" y="2482"/>
                    <a:pt x="621" y="2238"/>
                  </a:cubicBezTo>
                  <a:cubicBezTo>
                    <a:pt x="488" y="2075"/>
                    <a:pt x="346" y="1923"/>
                    <a:pt x="264" y="1679"/>
                  </a:cubicBezTo>
                  <a:cubicBezTo>
                    <a:pt x="153" y="1374"/>
                    <a:pt x="244" y="967"/>
                    <a:pt x="366" y="631"/>
                  </a:cubicBezTo>
                  <a:cubicBezTo>
                    <a:pt x="356" y="581"/>
                    <a:pt x="346" y="561"/>
                    <a:pt x="346" y="561"/>
                  </a:cubicBezTo>
                  <a:lnTo>
                    <a:pt x="386" y="550"/>
                  </a:lnTo>
                  <a:lnTo>
                    <a:pt x="397" y="550"/>
                  </a:lnTo>
                  <a:cubicBezTo>
                    <a:pt x="508" y="256"/>
                    <a:pt x="641" y="21"/>
                    <a:pt x="641" y="21"/>
                  </a:cubicBezTo>
                  <a:lnTo>
                    <a:pt x="600" y="1"/>
                  </a:ln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1155;p31">
              <a:extLst>
                <a:ext uri="{FF2B5EF4-FFF2-40B4-BE49-F238E27FC236}">
                  <a16:creationId xmlns:a16="http://schemas.microsoft.com/office/drawing/2014/main" id="{9EA8F399-8932-4CD5-B4B3-E67348501B03}"/>
                </a:ext>
              </a:extLst>
            </p:cNvPr>
            <p:cNvSpPr/>
            <p:nvPr/>
          </p:nvSpPr>
          <p:spPr>
            <a:xfrm>
              <a:off x="2564775" y="4967575"/>
              <a:ext cx="62050" cy="106550"/>
            </a:xfrm>
            <a:custGeom>
              <a:avLst/>
              <a:gdLst/>
              <a:ahLst/>
              <a:cxnLst/>
              <a:rect l="l" t="t" r="r" b="b"/>
              <a:pathLst>
                <a:path w="2482" h="4262" extrusionOk="0">
                  <a:moveTo>
                    <a:pt x="41" y="1"/>
                  </a:moveTo>
                  <a:lnTo>
                    <a:pt x="1" y="12"/>
                  </a:lnTo>
                  <a:cubicBezTo>
                    <a:pt x="1" y="12"/>
                    <a:pt x="11" y="32"/>
                    <a:pt x="21" y="82"/>
                  </a:cubicBezTo>
                  <a:cubicBezTo>
                    <a:pt x="93" y="378"/>
                    <a:pt x="387" y="1496"/>
                    <a:pt x="1089" y="1943"/>
                  </a:cubicBezTo>
                  <a:cubicBezTo>
                    <a:pt x="1912" y="2472"/>
                    <a:pt x="2431" y="2990"/>
                    <a:pt x="2299" y="3794"/>
                  </a:cubicBezTo>
                  <a:cubicBezTo>
                    <a:pt x="2269" y="3957"/>
                    <a:pt x="2258" y="4119"/>
                    <a:pt x="2269" y="4262"/>
                  </a:cubicBezTo>
                  <a:cubicBezTo>
                    <a:pt x="2278" y="4262"/>
                    <a:pt x="2299" y="4251"/>
                    <a:pt x="2309" y="4251"/>
                  </a:cubicBezTo>
                  <a:cubicBezTo>
                    <a:pt x="2309" y="4109"/>
                    <a:pt x="2309" y="3957"/>
                    <a:pt x="2339" y="3804"/>
                  </a:cubicBezTo>
                  <a:cubicBezTo>
                    <a:pt x="2482" y="2970"/>
                    <a:pt x="1943" y="2441"/>
                    <a:pt x="1109" y="1903"/>
                  </a:cubicBezTo>
                  <a:cubicBezTo>
                    <a:pt x="346" y="1415"/>
                    <a:pt x="72" y="113"/>
                    <a:pt x="52"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1156;p31">
              <a:extLst>
                <a:ext uri="{FF2B5EF4-FFF2-40B4-BE49-F238E27FC236}">
                  <a16:creationId xmlns:a16="http://schemas.microsoft.com/office/drawing/2014/main" id="{314D6AC8-0C5E-442B-B090-8AD8FE8887F3}"/>
                </a:ext>
              </a:extLst>
            </p:cNvPr>
            <p:cNvSpPr/>
            <p:nvPr/>
          </p:nvSpPr>
          <p:spPr>
            <a:xfrm>
              <a:off x="2638750" y="5023500"/>
              <a:ext cx="8925" cy="44775"/>
            </a:xfrm>
            <a:custGeom>
              <a:avLst/>
              <a:gdLst/>
              <a:ahLst/>
              <a:cxnLst/>
              <a:rect l="l" t="t" r="r" b="b"/>
              <a:pathLst>
                <a:path w="357" h="1791" extrusionOk="0">
                  <a:moveTo>
                    <a:pt x="1" y="1"/>
                  </a:moveTo>
                  <a:lnTo>
                    <a:pt x="1" y="1"/>
                  </a:lnTo>
                  <a:cubicBezTo>
                    <a:pt x="184" y="448"/>
                    <a:pt x="316" y="875"/>
                    <a:pt x="194" y="1435"/>
                  </a:cubicBezTo>
                  <a:cubicBezTo>
                    <a:pt x="173" y="1557"/>
                    <a:pt x="164" y="1668"/>
                    <a:pt x="153" y="1790"/>
                  </a:cubicBezTo>
                  <a:cubicBezTo>
                    <a:pt x="164" y="1781"/>
                    <a:pt x="184" y="1781"/>
                    <a:pt x="194" y="1770"/>
                  </a:cubicBezTo>
                  <a:cubicBezTo>
                    <a:pt x="204" y="1668"/>
                    <a:pt x="214" y="1557"/>
                    <a:pt x="245" y="1445"/>
                  </a:cubicBezTo>
                  <a:cubicBezTo>
                    <a:pt x="356" y="886"/>
                    <a:pt x="234" y="459"/>
                    <a:pt x="51" y="32"/>
                  </a:cubicBezTo>
                  <a:cubicBezTo>
                    <a:pt x="42" y="21"/>
                    <a:pt x="21" y="11"/>
                    <a:pt x="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1157;p31">
              <a:extLst>
                <a:ext uri="{FF2B5EF4-FFF2-40B4-BE49-F238E27FC236}">
                  <a16:creationId xmlns:a16="http://schemas.microsoft.com/office/drawing/2014/main" id="{B5EF627B-0E9D-4500-9266-540FCC98FECF}"/>
                </a:ext>
              </a:extLst>
            </p:cNvPr>
            <p:cNvSpPr/>
            <p:nvPr/>
          </p:nvSpPr>
          <p:spPr>
            <a:xfrm>
              <a:off x="2728750" y="5026825"/>
              <a:ext cx="9425" cy="36625"/>
            </a:xfrm>
            <a:custGeom>
              <a:avLst/>
              <a:gdLst/>
              <a:ahLst/>
              <a:cxnLst/>
              <a:rect l="l" t="t" r="r" b="b"/>
              <a:pathLst>
                <a:path w="377" h="1465" extrusionOk="0">
                  <a:moveTo>
                    <a:pt x="376" y="0"/>
                  </a:moveTo>
                  <a:cubicBezTo>
                    <a:pt x="356" y="10"/>
                    <a:pt x="335" y="10"/>
                    <a:pt x="326" y="21"/>
                  </a:cubicBezTo>
                  <a:cubicBezTo>
                    <a:pt x="143" y="478"/>
                    <a:pt x="0" y="977"/>
                    <a:pt x="0" y="1434"/>
                  </a:cubicBezTo>
                  <a:cubicBezTo>
                    <a:pt x="0" y="1444"/>
                    <a:pt x="10" y="1444"/>
                    <a:pt x="10" y="1454"/>
                  </a:cubicBezTo>
                  <a:cubicBezTo>
                    <a:pt x="21" y="1454"/>
                    <a:pt x="30" y="1454"/>
                    <a:pt x="41" y="1465"/>
                  </a:cubicBezTo>
                  <a:cubicBezTo>
                    <a:pt x="41" y="986"/>
                    <a:pt x="183" y="478"/>
                    <a:pt x="376" y="0"/>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1158;p31">
              <a:extLst>
                <a:ext uri="{FF2B5EF4-FFF2-40B4-BE49-F238E27FC236}">
                  <a16:creationId xmlns:a16="http://schemas.microsoft.com/office/drawing/2014/main" id="{8C35F5DA-F89D-4871-B079-056B3354311F}"/>
                </a:ext>
              </a:extLst>
            </p:cNvPr>
            <p:cNvSpPr/>
            <p:nvPr/>
          </p:nvSpPr>
          <p:spPr>
            <a:xfrm>
              <a:off x="2757225" y="5018175"/>
              <a:ext cx="5350" cy="53400"/>
            </a:xfrm>
            <a:custGeom>
              <a:avLst/>
              <a:gdLst/>
              <a:ahLst/>
              <a:cxnLst/>
              <a:rect l="l" t="t" r="r" b="b"/>
              <a:pathLst>
                <a:path w="214" h="2136" extrusionOk="0">
                  <a:moveTo>
                    <a:pt x="41" y="1"/>
                  </a:moveTo>
                  <a:cubicBezTo>
                    <a:pt x="30" y="10"/>
                    <a:pt x="10" y="10"/>
                    <a:pt x="0" y="21"/>
                  </a:cubicBezTo>
                  <a:cubicBezTo>
                    <a:pt x="102" y="499"/>
                    <a:pt x="163" y="1007"/>
                    <a:pt x="91" y="1393"/>
                  </a:cubicBezTo>
                  <a:cubicBezTo>
                    <a:pt x="41" y="1668"/>
                    <a:pt x="20" y="1912"/>
                    <a:pt x="30" y="2125"/>
                  </a:cubicBezTo>
                  <a:cubicBezTo>
                    <a:pt x="50" y="2125"/>
                    <a:pt x="61" y="2136"/>
                    <a:pt x="71" y="2136"/>
                  </a:cubicBezTo>
                  <a:cubicBezTo>
                    <a:pt x="61" y="1922"/>
                    <a:pt x="81" y="1678"/>
                    <a:pt x="132" y="1404"/>
                  </a:cubicBezTo>
                  <a:cubicBezTo>
                    <a:pt x="213" y="1007"/>
                    <a:pt x="142" y="489"/>
                    <a:pt x="4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1159;p31">
              <a:extLst>
                <a:ext uri="{FF2B5EF4-FFF2-40B4-BE49-F238E27FC236}">
                  <a16:creationId xmlns:a16="http://schemas.microsoft.com/office/drawing/2014/main" id="{A8227D17-A039-4E19-BEBC-FE3A99533560}"/>
                </a:ext>
              </a:extLst>
            </p:cNvPr>
            <p:cNvSpPr/>
            <p:nvPr/>
          </p:nvSpPr>
          <p:spPr>
            <a:xfrm>
              <a:off x="2796875" y="4962250"/>
              <a:ext cx="16800" cy="126875"/>
            </a:xfrm>
            <a:custGeom>
              <a:avLst/>
              <a:gdLst/>
              <a:ahLst/>
              <a:cxnLst/>
              <a:rect l="l" t="t" r="r" b="b"/>
              <a:pathLst>
                <a:path w="672" h="5075" extrusionOk="0">
                  <a:moveTo>
                    <a:pt x="335" y="1"/>
                  </a:moveTo>
                  <a:cubicBezTo>
                    <a:pt x="326" y="11"/>
                    <a:pt x="315" y="31"/>
                    <a:pt x="315" y="51"/>
                  </a:cubicBezTo>
                  <a:cubicBezTo>
                    <a:pt x="457" y="306"/>
                    <a:pt x="631" y="743"/>
                    <a:pt x="600" y="1271"/>
                  </a:cubicBezTo>
                  <a:cubicBezTo>
                    <a:pt x="579" y="1658"/>
                    <a:pt x="457" y="2044"/>
                    <a:pt x="346" y="2421"/>
                  </a:cubicBezTo>
                  <a:cubicBezTo>
                    <a:pt x="193" y="2939"/>
                    <a:pt x="51" y="3427"/>
                    <a:pt x="132" y="3865"/>
                  </a:cubicBezTo>
                  <a:cubicBezTo>
                    <a:pt x="213" y="4240"/>
                    <a:pt x="112" y="4688"/>
                    <a:pt x="0" y="5054"/>
                  </a:cubicBezTo>
                  <a:cubicBezTo>
                    <a:pt x="10" y="5064"/>
                    <a:pt x="21" y="5064"/>
                    <a:pt x="30" y="5074"/>
                  </a:cubicBezTo>
                  <a:cubicBezTo>
                    <a:pt x="152" y="4708"/>
                    <a:pt x="254" y="4240"/>
                    <a:pt x="173" y="3854"/>
                  </a:cubicBezTo>
                  <a:cubicBezTo>
                    <a:pt x="91" y="3427"/>
                    <a:pt x="234" y="2949"/>
                    <a:pt x="387" y="2441"/>
                  </a:cubicBezTo>
                  <a:cubicBezTo>
                    <a:pt x="498" y="2055"/>
                    <a:pt x="620" y="1658"/>
                    <a:pt x="640" y="1282"/>
                  </a:cubicBezTo>
                  <a:cubicBezTo>
                    <a:pt x="671" y="713"/>
                    <a:pt x="478" y="255"/>
                    <a:pt x="335"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1160;p31">
              <a:extLst>
                <a:ext uri="{FF2B5EF4-FFF2-40B4-BE49-F238E27FC236}">
                  <a16:creationId xmlns:a16="http://schemas.microsoft.com/office/drawing/2014/main" id="{2D09CAFA-EC76-44F2-8D96-C47B4CB15309}"/>
                </a:ext>
              </a:extLst>
            </p:cNvPr>
            <p:cNvSpPr/>
            <p:nvPr/>
          </p:nvSpPr>
          <p:spPr>
            <a:xfrm>
              <a:off x="2829650" y="4940125"/>
              <a:ext cx="2825" cy="6400"/>
            </a:xfrm>
            <a:custGeom>
              <a:avLst/>
              <a:gdLst/>
              <a:ahLst/>
              <a:cxnLst/>
              <a:rect l="l" t="t" r="r" b="b"/>
              <a:pathLst>
                <a:path w="113" h="256" extrusionOk="0">
                  <a:moveTo>
                    <a:pt x="41" y="1"/>
                  </a:moveTo>
                  <a:cubicBezTo>
                    <a:pt x="31" y="11"/>
                    <a:pt x="21" y="11"/>
                    <a:pt x="0" y="11"/>
                  </a:cubicBezTo>
                  <a:cubicBezTo>
                    <a:pt x="21" y="82"/>
                    <a:pt x="41" y="164"/>
                    <a:pt x="72" y="255"/>
                  </a:cubicBezTo>
                  <a:cubicBezTo>
                    <a:pt x="82" y="245"/>
                    <a:pt x="92" y="245"/>
                    <a:pt x="113" y="245"/>
                  </a:cubicBezTo>
                  <a:cubicBezTo>
                    <a:pt x="82" y="154"/>
                    <a:pt x="61" y="72"/>
                    <a:pt x="4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1161;p31">
              <a:extLst>
                <a:ext uri="{FF2B5EF4-FFF2-40B4-BE49-F238E27FC236}">
                  <a16:creationId xmlns:a16="http://schemas.microsoft.com/office/drawing/2014/main" id="{F835F0D3-7943-48CA-AE99-F727A51CD9F7}"/>
                </a:ext>
              </a:extLst>
            </p:cNvPr>
            <p:cNvSpPr/>
            <p:nvPr/>
          </p:nvSpPr>
          <p:spPr>
            <a:xfrm>
              <a:off x="2612050" y="5015650"/>
              <a:ext cx="136550" cy="97875"/>
            </a:xfrm>
            <a:custGeom>
              <a:avLst/>
              <a:gdLst/>
              <a:ahLst/>
              <a:cxnLst/>
              <a:rect l="l" t="t" r="r" b="b"/>
              <a:pathLst>
                <a:path w="5462" h="3915" extrusionOk="0">
                  <a:moveTo>
                    <a:pt x="2289" y="0"/>
                  </a:moveTo>
                  <a:cubicBezTo>
                    <a:pt x="2289" y="0"/>
                    <a:pt x="2350" y="1332"/>
                    <a:pt x="1790" y="1901"/>
                  </a:cubicBezTo>
                  <a:cubicBezTo>
                    <a:pt x="1201" y="2135"/>
                    <a:pt x="439" y="2328"/>
                    <a:pt x="21" y="2420"/>
                  </a:cubicBezTo>
                  <a:lnTo>
                    <a:pt x="21" y="3792"/>
                  </a:lnTo>
                  <a:cubicBezTo>
                    <a:pt x="21" y="3792"/>
                    <a:pt x="21" y="3833"/>
                    <a:pt x="1" y="3914"/>
                  </a:cubicBezTo>
                  <a:cubicBezTo>
                    <a:pt x="561" y="3864"/>
                    <a:pt x="1171" y="3772"/>
                    <a:pt x="1811" y="3629"/>
                  </a:cubicBezTo>
                  <a:cubicBezTo>
                    <a:pt x="3591" y="3233"/>
                    <a:pt x="4628" y="2653"/>
                    <a:pt x="5461" y="2165"/>
                  </a:cubicBezTo>
                  <a:cubicBezTo>
                    <a:pt x="5197" y="2084"/>
                    <a:pt x="4922" y="1993"/>
                    <a:pt x="4678" y="1901"/>
                  </a:cubicBezTo>
                  <a:cubicBezTo>
                    <a:pt x="4119" y="1332"/>
                    <a:pt x="4180" y="0"/>
                    <a:pt x="4180"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1162;p31">
              <a:extLst>
                <a:ext uri="{FF2B5EF4-FFF2-40B4-BE49-F238E27FC236}">
                  <a16:creationId xmlns:a16="http://schemas.microsoft.com/office/drawing/2014/main" id="{5BC62FE6-1E26-4315-A8C2-F384635F926E}"/>
                </a:ext>
              </a:extLst>
            </p:cNvPr>
            <p:cNvSpPr/>
            <p:nvPr/>
          </p:nvSpPr>
          <p:spPr>
            <a:xfrm>
              <a:off x="2666450" y="5031650"/>
              <a:ext cx="52150" cy="11700"/>
            </a:xfrm>
            <a:custGeom>
              <a:avLst/>
              <a:gdLst/>
              <a:ahLst/>
              <a:cxnLst/>
              <a:rect l="l" t="t" r="r" b="b"/>
              <a:pathLst>
                <a:path w="2086" h="468" extrusionOk="0">
                  <a:moveTo>
                    <a:pt x="2034" y="0"/>
                  </a:moveTo>
                  <a:lnTo>
                    <a:pt x="2034" y="0"/>
                  </a:lnTo>
                  <a:cubicBezTo>
                    <a:pt x="2045" y="102"/>
                    <a:pt x="2055" y="214"/>
                    <a:pt x="2086" y="326"/>
                  </a:cubicBezTo>
                  <a:lnTo>
                    <a:pt x="2086" y="326"/>
                  </a:lnTo>
                  <a:cubicBezTo>
                    <a:pt x="2055" y="214"/>
                    <a:pt x="2045" y="102"/>
                    <a:pt x="2034" y="0"/>
                  </a:cubicBezTo>
                  <a:close/>
                  <a:moveTo>
                    <a:pt x="82" y="0"/>
                  </a:moveTo>
                  <a:cubicBezTo>
                    <a:pt x="62" y="153"/>
                    <a:pt x="41" y="305"/>
                    <a:pt x="1" y="468"/>
                  </a:cubicBezTo>
                  <a:lnTo>
                    <a:pt x="1" y="468"/>
                  </a:lnTo>
                  <a:cubicBezTo>
                    <a:pt x="41" y="305"/>
                    <a:pt x="62" y="153"/>
                    <a:pt x="82" y="0"/>
                  </a:cubicBez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1163;p31">
              <a:extLst>
                <a:ext uri="{FF2B5EF4-FFF2-40B4-BE49-F238E27FC236}">
                  <a16:creationId xmlns:a16="http://schemas.microsoft.com/office/drawing/2014/main" id="{547DCAD1-2E3E-45DD-A329-E87FBAECF447}"/>
                </a:ext>
              </a:extLst>
            </p:cNvPr>
            <p:cNvSpPr/>
            <p:nvPr/>
          </p:nvSpPr>
          <p:spPr>
            <a:xfrm>
              <a:off x="2666450" y="5031650"/>
              <a:ext cx="52150" cy="11975"/>
            </a:xfrm>
            <a:custGeom>
              <a:avLst/>
              <a:gdLst/>
              <a:ahLst/>
              <a:cxnLst/>
              <a:rect l="l" t="t" r="r" b="b"/>
              <a:pathLst>
                <a:path w="2086" h="479" extrusionOk="0">
                  <a:moveTo>
                    <a:pt x="82" y="0"/>
                  </a:moveTo>
                  <a:cubicBezTo>
                    <a:pt x="62" y="153"/>
                    <a:pt x="41" y="305"/>
                    <a:pt x="1" y="468"/>
                  </a:cubicBezTo>
                  <a:cubicBezTo>
                    <a:pt x="123" y="478"/>
                    <a:pt x="265" y="478"/>
                    <a:pt x="408" y="478"/>
                  </a:cubicBezTo>
                  <a:cubicBezTo>
                    <a:pt x="896" y="478"/>
                    <a:pt x="1485" y="438"/>
                    <a:pt x="2086" y="326"/>
                  </a:cubicBezTo>
                  <a:cubicBezTo>
                    <a:pt x="2055" y="214"/>
                    <a:pt x="2045" y="102"/>
                    <a:pt x="2034" y="0"/>
                  </a:cubicBezTo>
                  <a:cubicBezTo>
                    <a:pt x="1729" y="51"/>
                    <a:pt x="1404" y="72"/>
                    <a:pt x="1058" y="72"/>
                  </a:cubicBezTo>
                  <a:cubicBezTo>
                    <a:pt x="713" y="72"/>
                    <a:pt x="387" y="51"/>
                    <a:pt x="82" y="0"/>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1164;p31">
              <a:extLst>
                <a:ext uri="{FF2B5EF4-FFF2-40B4-BE49-F238E27FC236}">
                  <a16:creationId xmlns:a16="http://schemas.microsoft.com/office/drawing/2014/main" id="{D7814902-96A1-410A-A704-25FF38B7B60A}"/>
                </a:ext>
              </a:extLst>
            </p:cNvPr>
            <p:cNvSpPr/>
            <p:nvPr/>
          </p:nvSpPr>
          <p:spPr>
            <a:xfrm>
              <a:off x="2565300" y="5076125"/>
              <a:ext cx="58975" cy="38525"/>
            </a:xfrm>
            <a:custGeom>
              <a:avLst/>
              <a:gdLst/>
              <a:ahLst/>
              <a:cxnLst/>
              <a:rect l="l" t="t" r="r" b="b"/>
              <a:pathLst>
                <a:path w="2359" h="1541" extrusionOk="0">
                  <a:moveTo>
                    <a:pt x="1891" y="1"/>
                  </a:moveTo>
                  <a:cubicBezTo>
                    <a:pt x="1414" y="143"/>
                    <a:pt x="783" y="448"/>
                    <a:pt x="0" y="1516"/>
                  </a:cubicBezTo>
                  <a:cubicBezTo>
                    <a:pt x="245" y="1531"/>
                    <a:pt x="510" y="1540"/>
                    <a:pt x="795" y="1540"/>
                  </a:cubicBezTo>
                  <a:cubicBezTo>
                    <a:pt x="1265" y="1540"/>
                    <a:pt x="1789" y="1514"/>
                    <a:pt x="2359" y="1445"/>
                  </a:cubicBezTo>
                  <a:lnTo>
                    <a:pt x="2359" y="1"/>
                  </a:ln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1165;p31">
              <a:extLst>
                <a:ext uri="{FF2B5EF4-FFF2-40B4-BE49-F238E27FC236}">
                  <a16:creationId xmlns:a16="http://schemas.microsoft.com/office/drawing/2014/main" id="{8D82A290-7257-4ADB-A5AB-7EB9FBAEBC45}"/>
                </a:ext>
              </a:extLst>
            </p:cNvPr>
            <p:cNvSpPr/>
            <p:nvPr/>
          </p:nvSpPr>
          <p:spPr>
            <a:xfrm>
              <a:off x="2615875" y="5112225"/>
              <a:ext cx="8400" cy="775"/>
            </a:xfrm>
            <a:custGeom>
              <a:avLst/>
              <a:gdLst/>
              <a:ahLst/>
              <a:cxnLst/>
              <a:rect l="l" t="t" r="r" b="b"/>
              <a:pathLst>
                <a:path w="336" h="31" extrusionOk="0">
                  <a:moveTo>
                    <a:pt x="336" y="1"/>
                  </a:moveTo>
                  <a:lnTo>
                    <a:pt x="336" y="1"/>
                  </a:lnTo>
                  <a:lnTo>
                    <a:pt x="1" y="31"/>
                  </a:lnTo>
                  <a:close/>
                </a:path>
              </a:pathLst>
            </a:custGeom>
            <a:solidFill>
              <a:srgbClr val="AA78D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1166;p31">
              <a:extLst>
                <a:ext uri="{FF2B5EF4-FFF2-40B4-BE49-F238E27FC236}">
                  <a16:creationId xmlns:a16="http://schemas.microsoft.com/office/drawing/2014/main" id="{8FA06A9A-E5F5-418D-B49F-6C0F72224E0E}"/>
                </a:ext>
              </a:extLst>
            </p:cNvPr>
            <p:cNvSpPr/>
            <p:nvPr/>
          </p:nvSpPr>
          <p:spPr>
            <a:xfrm>
              <a:off x="2510650" y="5112225"/>
              <a:ext cx="117975" cy="181525"/>
            </a:xfrm>
            <a:custGeom>
              <a:avLst/>
              <a:gdLst/>
              <a:ahLst/>
              <a:cxnLst/>
              <a:rect l="l" t="t" r="r" b="b"/>
              <a:pathLst>
                <a:path w="4719" h="7261" extrusionOk="0">
                  <a:moveTo>
                    <a:pt x="2156" y="1"/>
                  </a:moveTo>
                  <a:cubicBezTo>
                    <a:pt x="1881" y="367"/>
                    <a:pt x="1627" y="916"/>
                    <a:pt x="1322" y="1495"/>
                  </a:cubicBezTo>
                  <a:cubicBezTo>
                    <a:pt x="590" y="2868"/>
                    <a:pt x="0" y="4230"/>
                    <a:pt x="468" y="5135"/>
                  </a:cubicBezTo>
                  <a:cubicBezTo>
                    <a:pt x="844" y="5867"/>
                    <a:pt x="2288" y="7047"/>
                    <a:pt x="3701" y="7260"/>
                  </a:cubicBezTo>
                  <a:lnTo>
                    <a:pt x="4718" y="5135"/>
                  </a:lnTo>
                  <a:cubicBezTo>
                    <a:pt x="4718" y="5135"/>
                    <a:pt x="3569" y="4230"/>
                    <a:pt x="3305" y="3986"/>
                  </a:cubicBezTo>
                  <a:cubicBezTo>
                    <a:pt x="3305" y="3986"/>
                    <a:pt x="3579" y="3458"/>
                    <a:pt x="3905" y="2827"/>
                  </a:cubicBezTo>
                  <a:cubicBezTo>
                    <a:pt x="3823" y="2451"/>
                    <a:pt x="3803" y="2064"/>
                    <a:pt x="3833" y="1689"/>
                  </a:cubicBezTo>
                  <a:cubicBezTo>
                    <a:pt x="3915" y="966"/>
                    <a:pt x="4016" y="306"/>
                    <a:pt x="4057" y="51"/>
                  </a:cubicBezTo>
                  <a:lnTo>
                    <a:pt x="4057" y="51"/>
                  </a:lnTo>
                  <a:cubicBezTo>
                    <a:pt x="4057" y="51"/>
                    <a:pt x="3752" y="60"/>
                    <a:pt x="3374" y="60"/>
                  </a:cubicBezTo>
                  <a:cubicBezTo>
                    <a:pt x="2950" y="60"/>
                    <a:pt x="2435" y="49"/>
                    <a:pt x="2156"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1167;p31">
              <a:extLst>
                <a:ext uri="{FF2B5EF4-FFF2-40B4-BE49-F238E27FC236}">
                  <a16:creationId xmlns:a16="http://schemas.microsoft.com/office/drawing/2014/main" id="{E66962ED-7E09-4BE2-892B-791113B50CE8}"/>
                </a:ext>
              </a:extLst>
            </p:cNvPr>
            <p:cNvSpPr/>
            <p:nvPr/>
          </p:nvSpPr>
          <p:spPr>
            <a:xfrm>
              <a:off x="2602900" y="5182900"/>
              <a:ext cx="5375" cy="10425"/>
            </a:xfrm>
            <a:custGeom>
              <a:avLst/>
              <a:gdLst/>
              <a:ahLst/>
              <a:cxnLst/>
              <a:rect l="l" t="t" r="r" b="b"/>
              <a:pathLst>
                <a:path w="215" h="417" extrusionOk="0">
                  <a:moveTo>
                    <a:pt x="215" y="0"/>
                  </a:moveTo>
                  <a:cubicBezTo>
                    <a:pt x="143" y="152"/>
                    <a:pt x="72" y="295"/>
                    <a:pt x="1" y="417"/>
                  </a:cubicBezTo>
                  <a:lnTo>
                    <a:pt x="1" y="417"/>
                  </a:lnTo>
                  <a:cubicBezTo>
                    <a:pt x="72" y="295"/>
                    <a:pt x="143" y="152"/>
                    <a:pt x="215" y="0"/>
                  </a:cubicBez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1168;p31">
              <a:extLst>
                <a:ext uri="{FF2B5EF4-FFF2-40B4-BE49-F238E27FC236}">
                  <a16:creationId xmlns:a16="http://schemas.microsoft.com/office/drawing/2014/main" id="{DF7998C8-AD62-4F87-A63B-A80F40FF36E2}"/>
                </a:ext>
              </a:extLst>
            </p:cNvPr>
            <p:cNvSpPr/>
            <p:nvPr/>
          </p:nvSpPr>
          <p:spPr>
            <a:xfrm>
              <a:off x="2594275" y="5113500"/>
              <a:ext cx="17800" cy="79825"/>
            </a:xfrm>
            <a:custGeom>
              <a:avLst/>
              <a:gdLst/>
              <a:ahLst/>
              <a:cxnLst/>
              <a:rect l="l" t="t" r="r" b="b"/>
              <a:pathLst>
                <a:path w="712" h="3193" extrusionOk="0">
                  <a:moveTo>
                    <a:pt x="712" y="0"/>
                  </a:moveTo>
                  <a:cubicBezTo>
                    <a:pt x="712" y="0"/>
                    <a:pt x="0" y="1597"/>
                    <a:pt x="255" y="3193"/>
                  </a:cubicBezTo>
                  <a:lnTo>
                    <a:pt x="346" y="3193"/>
                  </a:lnTo>
                  <a:cubicBezTo>
                    <a:pt x="417" y="3071"/>
                    <a:pt x="488" y="2928"/>
                    <a:pt x="560" y="2776"/>
                  </a:cubicBezTo>
                  <a:cubicBezTo>
                    <a:pt x="478" y="2420"/>
                    <a:pt x="458" y="2044"/>
                    <a:pt x="488" y="1678"/>
                  </a:cubicBezTo>
                  <a:lnTo>
                    <a:pt x="488" y="1668"/>
                  </a:lnTo>
                  <a:lnTo>
                    <a:pt x="488" y="1658"/>
                  </a:lnTo>
                  <a:lnTo>
                    <a:pt x="488" y="1638"/>
                  </a:lnTo>
                  <a:cubicBezTo>
                    <a:pt x="560" y="967"/>
                    <a:pt x="662" y="346"/>
                    <a:pt x="702" y="61"/>
                  </a:cubicBezTo>
                  <a:cubicBezTo>
                    <a:pt x="712" y="31"/>
                    <a:pt x="712" y="11"/>
                    <a:pt x="712" y="0"/>
                  </a:cubicBezTo>
                  <a:close/>
                </a:path>
              </a:pathLst>
            </a:custGeom>
            <a:solidFill>
              <a:srgbClr val="EBA03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1169;p31">
              <a:extLst>
                <a:ext uri="{FF2B5EF4-FFF2-40B4-BE49-F238E27FC236}">
                  <a16:creationId xmlns:a16="http://schemas.microsoft.com/office/drawing/2014/main" id="{E4149C36-11DE-4CB4-B342-55244B3C08A3}"/>
                </a:ext>
              </a:extLst>
            </p:cNvPr>
            <p:cNvSpPr/>
            <p:nvPr/>
          </p:nvSpPr>
          <p:spPr>
            <a:xfrm>
              <a:off x="2757225" y="5076125"/>
              <a:ext cx="117950" cy="217625"/>
            </a:xfrm>
            <a:custGeom>
              <a:avLst/>
              <a:gdLst/>
              <a:ahLst/>
              <a:cxnLst/>
              <a:rect l="l" t="t" r="r" b="b"/>
              <a:pathLst>
                <a:path w="4718" h="8705" extrusionOk="0">
                  <a:moveTo>
                    <a:pt x="630" y="1"/>
                  </a:moveTo>
                  <a:lnTo>
                    <a:pt x="630" y="1373"/>
                  </a:lnTo>
                  <a:cubicBezTo>
                    <a:pt x="630" y="1373"/>
                    <a:pt x="783" y="2207"/>
                    <a:pt x="874" y="3133"/>
                  </a:cubicBezTo>
                  <a:cubicBezTo>
                    <a:pt x="915" y="3508"/>
                    <a:pt x="895" y="3895"/>
                    <a:pt x="813" y="4261"/>
                  </a:cubicBezTo>
                  <a:lnTo>
                    <a:pt x="1424" y="5440"/>
                  </a:lnTo>
                  <a:cubicBezTo>
                    <a:pt x="1169" y="5654"/>
                    <a:pt x="0" y="6579"/>
                    <a:pt x="0" y="6579"/>
                  </a:cubicBezTo>
                  <a:lnTo>
                    <a:pt x="1027" y="8704"/>
                  </a:lnTo>
                  <a:cubicBezTo>
                    <a:pt x="2511" y="8348"/>
                    <a:pt x="3792" y="7464"/>
                    <a:pt x="4250" y="6579"/>
                  </a:cubicBezTo>
                  <a:cubicBezTo>
                    <a:pt x="4718" y="5664"/>
                    <a:pt x="4118" y="4312"/>
                    <a:pt x="3396" y="2939"/>
                  </a:cubicBezTo>
                  <a:cubicBezTo>
                    <a:pt x="2206" y="682"/>
                    <a:pt x="1291" y="184"/>
                    <a:pt x="630"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1170;p31">
              <a:extLst>
                <a:ext uri="{FF2B5EF4-FFF2-40B4-BE49-F238E27FC236}">
                  <a16:creationId xmlns:a16="http://schemas.microsoft.com/office/drawing/2014/main" id="{3163FDBD-DEA1-4097-A20E-9B07255E2AD6}"/>
                </a:ext>
              </a:extLst>
            </p:cNvPr>
            <p:cNvSpPr/>
            <p:nvPr/>
          </p:nvSpPr>
          <p:spPr>
            <a:xfrm>
              <a:off x="2772975" y="5110450"/>
              <a:ext cx="20100" cy="82875"/>
            </a:xfrm>
            <a:custGeom>
              <a:avLst/>
              <a:gdLst/>
              <a:ahLst/>
              <a:cxnLst/>
              <a:rect l="l" t="t" r="r" b="b"/>
              <a:pathLst>
                <a:path w="804" h="3315" extrusionOk="0">
                  <a:moveTo>
                    <a:pt x="0" y="0"/>
                  </a:moveTo>
                  <a:lnTo>
                    <a:pt x="0" y="0"/>
                  </a:lnTo>
                  <a:cubicBezTo>
                    <a:pt x="10" y="51"/>
                    <a:pt x="153" y="865"/>
                    <a:pt x="244" y="1760"/>
                  </a:cubicBezTo>
                  <a:lnTo>
                    <a:pt x="244" y="1769"/>
                  </a:lnTo>
                  <a:lnTo>
                    <a:pt x="244" y="1780"/>
                  </a:lnTo>
                  <a:cubicBezTo>
                    <a:pt x="285" y="2146"/>
                    <a:pt x="265" y="2522"/>
                    <a:pt x="183" y="2888"/>
                  </a:cubicBezTo>
                  <a:lnTo>
                    <a:pt x="407" y="3315"/>
                  </a:lnTo>
                  <a:lnTo>
                    <a:pt x="488" y="3315"/>
                  </a:lnTo>
                  <a:cubicBezTo>
                    <a:pt x="803" y="2065"/>
                    <a:pt x="1" y="1"/>
                    <a:pt x="0" y="0"/>
                  </a:cubicBezTo>
                  <a:close/>
                </a:path>
              </a:pathLst>
            </a:custGeom>
            <a:solidFill>
              <a:srgbClr val="EBA03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1171;p31">
              <a:extLst>
                <a:ext uri="{FF2B5EF4-FFF2-40B4-BE49-F238E27FC236}">
                  <a16:creationId xmlns:a16="http://schemas.microsoft.com/office/drawing/2014/main" id="{BC5F8816-F4FB-4C0E-A6E4-A818A3727542}"/>
                </a:ext>
              </a:extLst>
            </p:cNvPr>
            <p:cNvSpPr/>
            <p:nvPr/>
          </p:nvSpPr>
          <p:spPr>
            <a:xfrm>
              <a:off x="2590475" y="5068000"/>
              <a:ext cx="204900" cy="274800"/>
            </a:xfrm>
            <a:custGeom>
              <a:avLst/>
              <a:gdLst/>
              <a:ahLst/>
              <a:cxnLst/>
              <a:rect l="l" t="t" r="r" b="b"/>
              <a:pathLst>
                <a:path w="8196" h="10992" extrusionOk="0">
                  <a:moveTo>
                    <a:pt x="6324" y="1"/>
                  </a:moveTo>
                  <a:cubicBezTo>
                    <a:pt x="5491" y="498"/>
                    <a:pt x="4454" y="1139"/>
                    <a:pt x="2674" y="1535"/>
                  </a:cubicBezTo>
                  <a:cubicBezTo>
                    <a:pt x="2034" y="1678"/>
                    <a:pt x="1424" y="1770"/>
                    <a:pt x="864" y="1820"/>
                  </a:cubicBezTo>
                  <a:cubicBezTo>
                    <a:pt x="823" y="2075"/>
                    <a:pt x="722" y="2735"/>
                    <a:pt x="640" y="3458"/>
                  </a:cubicBezTo>
                  <a:cubicBezTo>
                    <a:pt x="600" y="3905"/>
                    <a:pt x="640" y="4362"/>
                    <a:pt x="773" y="4800"/>
                  </a:cubicBezTo>
                  <a:cubicBezTo>
                    <a:pt x="854" y="5084"/>
                    <a:pt x="966" y="5420"/>
                    <a:pt x="1128" y="5735"/>
                  </a:cubicBezTo>
                  <a:cubicBezTo>
                    <a:pt x="1128" y="7606"/>
                    <a:pt x="285" y="9375"/>
                    <a:pt x="0" y="10991"/>
                  </a:cubicBezTo>
                  <a:lnTo>
                    <a:pt x="8195" y="10991"/>
                  </a:lnTo>
                  <a:cubicBezTo>
                    <a:pt x="7910" y="9375"/>
                    <a:pt x="7066" y="7606"/>
                    <a:pt x="7066" y="5735"/>
                  </a:cubicBezTo>
                  <a:cubicBezTo>
                    <a:pt x="7219" y="5420"/>
                    <a:pt x="7341" y="5084"/>
                    <a:pt x="7422" y="4800"/>
                  </a:cubicBezTo>
                  <a:cubicBezTo>
                    <a:pt x="7554" y="4373"/>
                    <a:pt x="7595" y="3905"/>
                    <a:pt x="7544" y="3458"/>
                  </a:cubicBezTo>
                  <a:cubicBezTo>
                    <a:pt x="7453" y="2532"/>
                    <a:pt x="7300" y="1698"/>
                    <a:pt x="7300" y="1698"/>
                  </a:cubicBezTo>
                  <a:lnTo>
                    <a:pt x="7300" y="326"/>
                  </a:lnTo>
                  <a:cubicBezTo>
                    <a:pt x="7056" y="275"/>
                    <a:pt x="6700" y="112"/>
                    <a:pt x="6324"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1172;p31">
              <a:extLst>
                <a:ext uri="{FF2B5EF4-FFF2-40B4-BE49-F238E27FC236}">
                  <a16:creationId xmlns:a16="http://schemas.microsoft.com/office/drawing/2014/main" id="{A58E88AF-B045-4AD2-A9FC-63EDC09F0AD8}"/>
                </a:ext>
              </a:extLst>
            </p:cNvPr>
            <p:cNvSpPr/>
            <p:nvPr/>
          </p:nvSpPr>
          <p:spPr>
            <a:xfrm>
              <a:off x="2810325" y="4885125"/>
              <a:ext cx="47825" cy="56025"/>
            </a:xfrm>
            <a:custGeom>
              <a:avLst/>
              <a:gdLst/>
              <a:ahLst/>
              <a:cxnLst/>
              <a:rect l="l" t="t" r="r" b="b"/>
              <a:pathLst>
                <a:path w="1913" h="2241" extrusionOk="0">
                  <a:moveTo>
                    <a:pt x="941" y="0"/>
                  </a:moveTo>
                  <a:cubicBezTo>
                    <a:pt x="259" y="0"/>
                    <a:pt x="1" y="727"/>
                    <a:pt x="1" y="727"/>
                  </a:cubicBezTo>
                  <a:lnTo>
                    <a:pt x="1" y="1997"/>
                  </a:lnTo>
                  <a:cubicBezTo>
                    <a:pt x="117" y="2155"/>
                    <a:pt x="321" y="2241"/>
                    <a:pt x="554" y="2241"/>
                  </a:cubicBezTo>
                  <a:cubicBezTo>
                    <a:pt x="949" y="2241"/>
                    <a:pt x="1426" y="1992"/>
                    <a:pt x="1688" y="1428"/>
                  </a:cubicBezTo>
                  <a:cubicBezTo>
                    <a:pt x="1912" y="951"/>
                    <a:pt x="1790" y="188"/>
                    <a:pt x="1211" y="36"/>
                  </a:cubicBezTo>
                  <a:cubicBezTo>
                    <a:pt x="1115" y="11"/>
                    <a:pt x="1025" y="0"/>
                    <a:pt x="941"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1173;p31">
              <a:extLst>
                <a:ext uri="{FF2B5EF4-FFF2-40B4-BE49-F238E27FC236}">
                  <a16:creationId xmlns:a16="http://schemas.microsoft.com/office/drawing/2014/main" id="{8D638E01-D7D5-43B7-97DE-9CFAB5684C02}"/>
                </a:ext>
              </a:extLst>
            </p:cNvPr>
            <p:cNvSpPr/>
            <p:nvPr/>
          </p:nvSpPr>
          <p:spPr>
            <a:xfrm>
              <a:off x="2815425" y="4894375"/>
              <a:ext cx="30000" cy="36050"/>
            </a:xfrm>
            <a:custGeom>
              <a:avLst/>
              <a:gdLst/>
              <a:ahLst/>
              <a:cxnLst/>
              <a:rect l="l" t="t" r="r" b="b"/>
              <a:pathLst>
                <a:path w="1200" h="1442" extrusionOk="0">
                  <a:moveTo>
                    <a:pt x="824" y="1"/>
                  </a:moveTo>
                  <a:cubicBezTo>
                    <a:pt x="682" y="1"/>
                    <a:pt x="539" y="41"/>
                    <a:pt x="417" y="123"/>
                  </a:cubicBezTo>
                  <a:cubicBezTo>
                    <a:pt x="305" y="204"/>
                    <a:pt x="214" y="306"/>
                    <a:pt x="142" y="428"/>
                  </a:cubicBezTo>
                  <a:cubicBezTo>
                    <a:pt x="72" y="540"/>
                    <a:pt x="31" y="672"/>
                    <a:pt x="0" y="804"/>
                  </a:cubicBezTo>
                  <a:lnTo>
                    <a:pt x="0" y="834"/>
                  </a:lnTo>
                  <a:cubicBezTo>
                    <a:pt x="5" y="840"/>
                    <a:pt x="13" y="842"/>
                    <a:pt x="21" y="842"/>
                  </a:cubicBezTo>
                  <a:cubicBezTo>
                    <a:pt x="28" y="842"/>
                    <a:pt x="36" y="840"/>
                    <a:pt x="41" y="834"/>
                  </a:cubicBezTo>
                  <a:cubicBezTo>
                    <a:pt x="112" y="784"/>
                    <a:pt x="194" y="743"/>
                    <a:pt x="275" y="712"/>
                  </a:cubicBezTo>
                  <a:cubicBezTo>
                    <a:pt x="346" y="682"/>
                    <a:pt x="427" y="662"/>
                    <a:pt x="508" y="651"/>
                  </a:cubicBezTo>
                  <a:cubicBezTo>
                    <a:pt x="590" y="651"/>
                    <a:pt x="651" y="672"/>
                    <a:pt x="702" y="723"/>
                  </a:cubicBezTo>
                  <a:lnTo>
                    <a:pt x="722" y="773"/>
                  </a:lnTo>
                  <a:cubicBezTo>
                    <a:pt x="732" y="794"/>
                    <a:pt x="743" y="804"/>
                    <a:pt x="752" y="825"/>
                  </a:cubicBezTo>
                  <a:cubicBezTo>
                    <a:pt x="763" y="865"/>
                    <a:pt x="773" y="906"/>
                    <a:pt x="783" y="936"/>
                  </a:cubicBezTo>
                  <a:cubicBezTo>
                    <a:pt x="783" y="1008"/>
                    <a:pt x="763" y="1078"/>
                    <a:pt x="712" y="1119"/>
                  </a:cubicBezTo>
                  <a:cubicBezTo>
                    <a:pt x="682" y="1139"/>
                    <a:pt x="651" y="1160"/>
                    <a:pt x="621" y="1170"/>
                  </a:cubicBezTo>
                  <a:cubicBezTo>
                    <a:pt x="580" y="1180"/>
                    <a:pt x="549" y="1180"/>
                    <a:pt x="499" y="1180"/>
                  </a:cubicBezTo>
                  <a:cubicBezTo>
                    <a:pt x="407" y="1191"/>
                    <a:pt x="316" y="1211"/>
                    <a:pt x="234" y="1231"/>
                  </a:cubicBezTo>
                  <a:cubicBezTo>
                    <a:pt x="183" y="1252"/>
                    <a:pt x="142" y="1261"/>
                    <a:pt x="102" y="1292"/>
                  </a:cubicBezTo>
                  <a:cubicBezTo>
                    <a:pt x="61" y="1313"/>
                    <a:pt x="20" y="1353"/>
                    <a:pt x="0" y="1404"/>
                  </a:cubicBezTo>
                  <a:cubicBezTo>
                    <a:pt x="0" y="1414"/>
                    <a:pt x="0" y="1435"/>
                    <a:pt x="11" y="1435"/>
                  </a:cubicBezTo>
                  <a:cubicBezTo>
                    <a:pt x="15" y="1439"/>
                    <a:pt x="20" y="1441"/>
                    <a:pt x="26" y="1441"/>
                  </a:cubicBezTo>
                  <a:cubicBezTo>
                    <a:pt x="35" y="1441"/>
                    <a:pt x="45" y="1436"/>
                    <a:pt x="51" y="1424"/>
                  </a:cubicBezTo>
                  <a:cubicBezTo>
                    <a:pt x="92" y="1363"/>
                    <a:pt x="173" y="1343"/>
                    <a:pt x="255" y="1322"/>
                  </a:cubicBezTo>
                  <a:cubicBezTo>
                    <a:pt x="336" y="1313"/>
                    <a:pt x="427" y="1302"/>
                    <a:pt x="508" y="1302"/>
                  </a:cubicBezTo>
                  <a:cubicBezTo>
                    <a:pt x="600" y="1302"/>
                    <a:pt x="702" y="1282"/>
                    <a:pt x="793" y="1211"/>
                  </a:cubicBezTo>
                  <a:cubicBezTo>
                    <a:pt x="834" y="1180"/>
                    <a:pt x="865" y="1130"/>
                    <a:pt x="885" y="1078"/>
                  </a:cubicBezTo>
                  <a:cubicBezTo>
                    <a:pt x="905" y="1028"/>
                    <a:pt x="905" y="977"/>
                    <a:pt x="905" y="926"/>
                  </a:cubicBezTo>
                  <a:cubicBezTo>
                    <a:pt x="895" y="875"/>
                    <a:pt x="885" y="825"/>
                    <a:pt x="865" y="784"/>
                  </a:cubicBezTo>
                  <a:cubicBezTo>
                    <a:pt x="854" y="764"/>
                    <a:pt x="844" y="733"/>
                    <a:pt x="834" y="712"/>
                  </a:cubicBezTo>
                  <a:cubicBezTo>
                    <a:pt x="813" y="692"/>
                    <a:pt x="804" y="672"/>
                    <a:pt x="783" y="651"/>
                  </a:cubicBezTo>
                  <a:cubicBezTo>
                    <a:pt x="763" y="631"/>
                    <a:pt x="752" y="611"/>
                    <a:pt x="722" y="601"/>
                  </a:cubicBezTo>
                  <a:cubicBezTo>
                    <a:pt x="702" y="590"/>
                    <a:pt x="682" y="570"/>
                    <a:pt x="651" y="560"/>
                  </a:cubicBezTo>
                  <a:cubicBezTo>
                    <a:pt x="615" y="553"/>
                    <a:pt x="579" y="546"/>
                    <a:pt x="543" y="546"/>
                  </a:cubicBezTo>
                  <a:cubicBezTo>
                    <a:pt x="528" y="546"/>
                    <a:pt x="513" y="547"/>
                    <a:pt x="499" y="550"/>
                  </a:cubicBezTo>
                  <a:cubicBezTo>
                    <a:pt x="407" y="560"/>
                    <a:pt x="316" y="590"/>
                    <a:pt x="234" y="642"/>
                  </a:cubicBezTo>
                  <a:cubicBezTo>
                    <a:pt x="185" y="666"/>
                    <a:pt x="139" y="691"/>
                    <a:pt x="95" y="720"/>
                  </a:cubicBezTo>
                  <a:lnTo>
                    <a:pt x="95" y="720"/>
                  </a:lnTo>
                  <a:cubicBezTo>
                    <a:pt x="106" y="692"/>
                    <a:pt x="118" y="665"/>
                    <a:pt x="133" y="642"/>
                  </a:cubicBezTo>
                  <a:lnTo>
                    <a:pt x="173" y="560"/>
                  </a:lnTo>
                  <a:lnTo>
                    <a:pt x="224" y="479"/>
                  </a:lnTo>
                  <a:cubicBezTo>
                    <a:pt x="295" y="377"/>
                    <a:pt x="386" y="285"/>
                    <a:pt x="488" y="224"/>
                  </a:cubicBezTo>
                  <a:cubicBezTo>
                    <a:pt x="590" y="154"/>
                    <a:pt x="702" y="113"/>
                    <a:pt x="824" y="102"/>
                  </a:cubicBezTo>
                  <a:cubicBezTo>
                    <a:pt x="835" y="101"/>
                    <a:pt x="846" y="101"/>
                    <a:pt x="857" y="101"/>
                  </a:cubicBezTo>
                  <a:cubicBezTo>
                    <a:pt x="959" y="101"/>
                    <a:pt x="1065" y="142"/>
                    <a:pt x="1139" y="224"/>
                  </a:cubicBezTo>
                  <a:cubicBezTo>
                    <a:pt x="1144" y="230"/>
                    <a:pt x="1152" y="232"/>
                    <a:pt x="1159" y="232"/>
                  </a:cubicBezTo>
                  <a:cubicBezTo>
                    <a:pt x="1167" y="232"/>
                    <a:pt x="1175" y="230"/>
                    <a:pt x="1179" y="224"/>
                  </a:cubicBezTo>
                  <a:cubicBezTo>
                    <a:pt x="1190" y="224"/>
                    <a:pt x="1200" y="204"/>
                    <a:pt x="1190" y="194"/>
                  </a:cubicBezTo>
                  <a:cubicBezTo>
                    <a:pt x="1149" y="123"/>
                    <a:pt x="1098" y="82"/>
                    <a:pt x="1027" y="41"/>
                  </a:cubicBezTo>
                  <a:cubicBezTo>
                    <a:pt x="966" y="21"/>
                    <a:pt x="895" y="1"/>
                    <a:pt x="824"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1174;p31">
              <a:extLst>
                <a:ext uri="{FF2B5EF4-FFF2-40B4-BE49-F238E27FC236}">
                  <a16:creationId xmlns:a16="http://schemas.microsoft.com/office/drawing/2014/main" id="{AC99E2B1-E204-410F-83BB-509D1F4BAB87}"/>
                </a:ext>
              </a:extLst>
            </p:cNvPr>
            <p:cNvSpPr/>
            <p:nvPr/>
          </p:nvSpPr>
          <p:spPr>
            <a:xfrm>
              <a:off x="2818475" y="4885225"/>
              <a:ext cx="16025" cy="5875"/>
            </a:xfrm>
            <a:custGeom>
              <a:avLst/>
              <a:gdLst/>
              <a:ahLst/>
              <a:cxnLst/>
              <a:rect l="l" t="t" r="r" b="b"/>
              <a:pathLst>
                <a:path w="641" h="235" extrusionOk="0">
                  <a:moveTo>
                    <a:pt x="11" y="235"/>
                  </a:moveTo>
                  <a:lnTo>
                    <a:pt x="0" y="235"/>
                  </a:lnTo>
                  <a:lnTo>
                    <a:pt x="0" y="235"/>
                  </a:lnTo>
                  <a:lnTo>
                    <a:pt x="11" y="235"/>
                  </a:lnTo>
                  <a:lnTo>
                    <a:pt x="11" y="235"/>
                  </a:lnTo>
                  <a:close/>
                  <a:moveTo>
                    <a:pt x="610" y="1"/>
                  </a:moveTo>
                  <a:cubicBezTo>
                    <a:pt x="356" y="1"/>
                    <a:pt x="153" y="102"/>
                    <a:pt x="11" y="235"/>
                  </a:cubicBezTo>
                  <a:lnTo>
                    <a:pt x="11" y="235"/>
                  </a:lnTo>
                  <a:cubicBezTo>
                    <a:pt x="153" y="102"/>
                    <a:pt x="356" y="1"/>
                    <a:pt x="610" y="1"/>
                  </a:cubicBezTo>
                  <a:lnTo>
                    <a:pt x="641" y="1"/>
                  </a:ln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1175;p31">
              <a:extLst>
                <a:ext uri="{FF2B5EF4-FFF2-40B4-BE49-F238E27FC236}">
                  <a16:creationId xmlns:a16="http://schemas.microsoft.com/office/drawing/2014/main" id="{2533C7FF-518A-46B7-AAF7-DD33A49B0C7E}"/>
                </a:ext>
              </a:extLst>
            </p:cNvPr>
            <p:cNvSpPr/>
            <p:nvPr/>
          </p:nvSpPr>
          <p:spPr>
            <a:xfrm>
              <a:off x="2812875" y="4885225"/>
              <a:ext cx="27750" cy="55200"/>
            </a:xfrm>
            <a:custGeom>
              <a:avLst/>
              <a:gdLst/>
              <a:ahLst/>
              <a:cxnLst/>
              <a:rect l="l" t="t" r="r" b="b"/>
              <a:pathLst>
                <a:path w="1110" h="2208" extrusionOk="0">
                  <a:moveTo>
                    <a:pt x="834" y="1"/>
                  </a:moveTo>
                  <a:cubicBezTo>
                    <a:pt x="580" y="1"/>
                    <a:pt x="377" y="102"/>
                    <a:pt x="235" y="235"/>
                  </a:cubicBezTo>
                  <a:lnTo>
                    <a:pt x="224" y="235"/>
                  </a:lnTo>
                  <a:cubicBezTo>
                    <a:pt x="214" y="468"/>
                    <a:pt x="204" y="682"/>
                    <a:pt x="183" y="895"/>
                  </a:cubicBezTo>
                  <a:cubicBezTo>
                    <a:pt x="204" y="865"/>
                    <a:pt x="224" y="825"/>
                    <a:pt x="244" y="794"/>
                  </a:cubicBezTo>
                  <a:cubicBezTo>
                    <a:pt x="316" y="672"/>
                    <a:pt x="407" y="570"/>
                    <a:pt x="519" y="489"/>
                  </a:cubicBezTo>
                  <a:cubicBezTo>
                    <a:pt x="590" y="438"/>
                    <a:pt x="671" y="407"/>
                    <a:pt x="753" y="387"/>
                  </a:cubicBezTo>
                  <a:cubicBezTo>
                    <a:pt x="946" y="123"/>
                    <a:pt x="1109" y="32"/>
                    <a:pt x="1109" y="32"/>
                  </a:cubicBezTo>
                  <a:cubicBezTo>
                    <a:pt x="1017" y="11"/>
                    <a:pt x="936" y="1"/>
                    <a:pt x="865" y="1"/>
                  </a:cubicBezTo>
                  <a:close/>
                  <a:moveTo>
                    <a:pt x="651" y="550"/>
                  </a:moveTo>
                  <a:cubicBezTo>
                    <a:pt x="631" y="560"/>
                    <a:pt x="610" y="570"/>
                    <a:pt x="590" y="590"/>
                  </a:cubicBezTo>
                  <a:cubicBezTo>
                    <a:pt x="488" y="651"/>
                    <a:pt x="397" y="743"/>
                    <a:pt x="326" y="845"/>
                  </a:cubicBezTo>
                  <a:lnTo>
                    <a:pt x="275" y="926"/>
                  </a:lnTo>
                  <a:lnTo>
                    <a:pt x="235" y="1008"/>
                  </a:lnTo>
                  <a:cubicBezTo>
                    <a:pt x="214" y="1038"/>
                    <a:pt x="204" y="1058"/>
                    <a:pt x="194" y="1089"/>
                  </a:cubicBezTo>
                  <a:cubicBezTo>
                    <a:pt x="244" y="1058"/>
                    <a:pt x="285" y="1028"/>
                    <a:pt x="336" y="1008"/>
                  </a:cubicBezTo>
                  <a:cubicBezTo>
                    <a:pt x="377" y="987"/>
                    <a:pt x="407" y="967"/>
                    <a:pt x="448" y="956"/>
                  </a:cubicBezTo>
                  <a:cubicBezTo>
                    <a:pt x="509" y="794"/>
                    <a:pt x="580" y="662"/>
                    <a:pt x="651" y="550"/>
                  </a:cubicBezTo>
                  <a:close/>
                  <a:moveTo>
                    <a:pt x="418" y="1058"/>
                  </a:moveTo>
                  <a:lnTo>
                    <a:pt x="418" y="1058"/>
                  </a:lnTo>
                  <a:cubicBezTo>
                    <a:pt x="407" y="1069"/>
                    <a:pt x="387" y="1078"/>
                    <a:pt x="377" y="1078"/>
                  </a:cubicBezTo>
                  <a:cubicBezTo>
                    <a:pt x="296" y="1109"/>
                    <a:pt x="224" y="1150"/>
                    <a:pt x="153" y="1191"/>
                  </a:cubicBezTo>
                  <a:cubicBezTo>
                    <a:pt x="113" y="1505"/>
                    <a:pt x="61" y="1810"/>
                    <a:pt x="0" y="2095"/>
                  </a:cubicBezTo>
                  <a:cubicBezTo>
                    <a:pt x="61" y="2146"/>
                    <a:pt x="133" y="2177"/>
                    <a:pt x="214" y="2207"/>
                  </a:cubicBezTo>
                  <a:cubicBezTo>
                    <a:pt x="265" y="2024"/>
                    <a:pt x="305" y="1851"/>
                    <a:pt x="336" y="1699"/>
                  </a:cubicBezTo>
                  <a:lnTo>
                    <a:pt x="336" y="1699"/>
                  </a:lnTo>
                  <a:cubicBezTo>
                    <a:pt x="265" y="1709"/>
                    <a:pt x="183" y="1740"/>
                    <a:pt x="153" y="1790"/>
                  </a:cubicBezTo>
                  <a:cubicBezTo>
                    <a:pt x="143" y="1801"/>
                    <a:pt x="143" y="1810"/>
                    <a:pt x="133" y="1810"/>
                  </a:cubicBezTo>
                  <a:cubicBezTo>
                    <a:pt x="122" y="1810"/>
                    <a:pt x="122" y="1810"/>
                    <a:pt x="113" y="1801"/>
                  </a:cubicBezTo>
                  <a:cubicBezTo>
                    <a:pt x="102" y="1801"/>
                    <a:pt x="102" y="1780"/>
                    <a:pt x="102" y="1770"/>
                  </a:cubicBezTo>
                  <a:cubicBezTo>
                    <a:pt x="122" y="1719"/>
                    <a:pt x="163" y="1679"/>
                    <a:pt x="204" y="1658"/>
                  </a:cubicBezTo>
                  <a:cubicBezTo>
                    <a:pt x="244" y="1627"/>
                    <a:pt x="285" y="1618"/>
                    <a:pt x="336" y="1597"/>
                  </a:cubicBezTo>
                  <a:lnTo>
                    <a:pt x="346" y="1597"/>
                  </a:lnTo>
                  <a:cubicBezTo>
                    <a:pt x="397" y="1353"/>
                    <a:pt x="418" y="1150"/>
                    <a:pt x="418" y="1058"/>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1176;p31">
              <a:extLst>
                <a:ext uri="{FF2B5EF4-FFF2-40B4-BE49-F238E27FC236}">
                  <a16:creationId xmlns:a16="http://schemas.microsoft.com/office/drawing/2014/main" id="{03E9D716-991C-4277-87FA-A87F07EEEB4E}"/>
                </a:ext>
              </a:extLst>
            </p:cNvPr>
            <p:cNvSpPr/>
            <p:nvPr/>
          </p:nvSpPr>
          <p:spPr>
            <a:xfrm>
              <a:off x="2815425" y="4894900"/>
              <a:ext cx="16275" cy="35600"/>
            </a:xfrm>
            <a:custGeom>
              <a:avLst/>
              <a:gdLst/>
              <a:ahLst/>
              <a:cxnLst/>
              <a:rect l="l" t="t" r="r" b="b"/>
              <a:pathLst>
                <a:path w="651" h="1424" extrusionOk="0">
                  <a:moveTo>
                    <a:pt x="651" y="0"/>
                  </a:moveTo>
                  <a:cubicBezTo>
                    <a:pt x="569" y="20"/>
                    <a:pt x="488" y="51"/>
                    <a:pt x="417" y="102"/>
                  </a:cubicBezTo>
                  <a:cubicBezTo>
                    <a:pt x="305" y="183"/>
                    <a:pt x="214" y="285"/>
                    <a:pt x="142" y="407"/>
                  </a:cubicBezTo>
                  <a:cubicBezTo>
                    <a:pt x="122" y="438"/>
                    <a:pt x="102" y="478"/>
                    <a:pt x="81" y="508"/>
                  </a:cubicBezTo>
                  <a:cubicBezTo>
                    <a:pt x="72" y="610"/>
                    <a:pt x="61" y="712"/>
                    <a:pt x="51" y="804"/>
                  </a:cubicBezTo>
                  <a:cubicBezTo>
                    <a:pt x="122" y="763"/>
                    <a:pt x="194" y="722"/>
                    <a:pt x="275" y="691"/>
                  </a:cubicBezTo>
                  <a:cubicBezTo>
                    <a:pt x="285" y="691"/>
                    <a:pt x="305" y="682"/>
                    <a:pt x="316" y="671"/>
                  </a:cubicBezTo>
                  <a:cubicBezTo>
                    <a:pt x="325" y="641"/>
                    <a:pt x="325" y="621"/>
                    <a:pt x="325" y="621"/>
                  </a:cubicBezTo>
                  <a:cubicBezTo>
                    <a:pt x="336" y="600"/>
                    <a:pt x="336" y="590"/>
                    <a:pt x="346" y="569"/>
                  </a:cubicBezTo>
                  <a:lnTo>
                    <a:pt x="346" y="569"/>
                  </a:lnTo>
                  <a:cubicBezTo>
                    <a:pt x="305" y="580"/>
                    <a:pt x="275" y="600"/>
                    <a:pt x="234" y="621"/>
                  </a:cubicBezTo>
                  <a:cubicBezTo>
                    <a:pt x="183" y="641"/>
                    <a:pt x="142" y="671"/>
                    <a:pt x="92" y="702"/>
                  </a:cubicBezTo>
                  <a:cubicBezTo>
                    <a:pt x="102" y="671"/>
                    <a:pt x="112" y="651"/>
                    <a:pt x="133" y="621"/>
                  </a:cubicBezTo>
                  <a:lnTo>
                    <a:pt x="173" y="539"/>
                  </a:lnTo>
                  <a:lnTo>
                    <a:pt x="224" y="458"/>
                  </a:lnTo>
                  <a:cubicBezTo>
                    <a:pt x="295" y="356"/>
                    <a:pt x="386" y="264"/>
                    <a:pt x="488" y="203"/>
                  </a:cubicBezTo>
                  <a:cubicBezTo>
                    <a:pt x="508" y="183"/>
                    <a:pt x="529" y="173"/>
                    <a:pt x="549" y="163"/>
                  </a:cubicBezTo>
                  <a:cubicBezTo>
                    <a:pt x="580" y="102"/>
                    <a:pt x="621" y="51"/>
                    <a:pt x="651" y="0"/>
                  </a:cubicBezTo>
                  <a:close/>
                  <a:moveTo>
                    <a:pt x="234" y="1210"/>
                  </a:moveTo>
                  <a:cubicBezTo>
                    <a:pt x="183" y="1231"/>
                    <a:pt x="142" y="1240"/>
                    <a:pt x="102" y="1271"/>
                  </a:cubicBezTo>
                  <a:cubicBezTo>
                    <a:pt x="61" y="1292"/>
                    <a:pt x="20" y="1332"/>
                    <a:pt x="0" y="1383"/>
                  </a:cubicBezTo>
                  <a:cubicBezTo>
                    <a:pt x="0" y="1393"/>
                    <a:pt x="0" y="1414"/>
                    <a:pt x="11" y="1414"/>
                  </a:cubicBezTo>
                  <a:cubicBezTo>
                    <a:pt x="20" y="1423"/>
                    <a:pt x="20" y="1423"/>
                    <a:pt x="31" y="1423"/>
                  </a:cubicBezTo>
                  <a:cubicBezTo>
                    <a:pt x="41" y="1423"/>
                    <a:pt x="41" y="1414"/>
                    <a:pt x="51" y="1403"/>
                  </a:cubicBezTo>
                  <a:cubicBezTo>
                    <a:pt x="81" y="1353"/>
                    <a:pt x="163" y="1322"/>
                    <a:pt x="234" y="1312"/>
                  </a:cubicBezTo>
                  <a:cubicBezTo>
                    <a:pt x="234" y="1271"/>
                    <a:pt x="244" y="1240"/>
                    <a:pt x="244" y="1210"/>
                  </a:cubicBezTo>
                  <a:close/>
                </a:path>
              </a:pathLst>
            </a:custGeom>
            <a:solidFill>
              <a:srgbClr val="8E554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1177;p31">
              <a:extLst>
                <a:ext uri="{FF2B5EF4-FFF2-40B4-BE49-F238E27FC236}">
                  <a16:creationId xmlns:a16="http://schemas.microsoft.com/office/drawing/2014/main" id="{E4A09D9E-F042-4526-9120-806A5A2CF6B3}"/>
                </a:ext>
              </a:extLst>
            </p:cNvPr>
            <p:cNvSpPr/>
            <p:nvPr/>
          </p:nvSpPr>
          <p:spPr>
            <a:xfrm>
              <a:off x="2527675" y="4885125"/>
              <a:ext cx="47800" cy="56025"/>
            </a:xfrm>
            <a:custGeom>
              <a:avLst/>
              <a:gdLst/>
              <a:ahLst/>
              <a:cxnLst/>
              <a:rect l="l" t="t" r="r" b="b"/>
              <a:pathLst>
                <a:path w="1912" h="2241" extrusionOk="0">
                  <a:moveTo>
                    <a:pt x="969" y="0"/>
                  </a:moveTo>
                  <a:cubicBezTo>
                    <a:pt x="886" y="0"/>
                    <a:pt x="797" y="11"/>
                    <a:pt x="702" y="36"/>
                  </a:cubicBezTo>
                  <a:cubicBezTo>
                    <a:pt x="122" y="188"/>
                    <a:pt x="0" y="951"/>
                    <a:pt x="224" y="1428"/>
                  </a:cubicBezTo>
                  <a:cubicBezTo>
                    <a:pt x="487" y="1992"/>
                    <a:pt x="960" y="2241"/>
                    <a:pt x="1355" y="2241"/>
                  </a:cubicBezTo>
                  <a:cubicBezTo>
                    <a:pt x="1587" y="2241"/>
                    <a:pt x="1792" y="2155"/>
                    <a:pt x="1912" y="1997"/>
                  </a:cubicBezTo>
                  <a:lnTo>
                    <a:pt x="1912" y="727"/>
                  </a:lnTo>
                  <a:cubicBezTo>
                    <a:pt x="1912" y="727"/>
                    <a:pt x="1646" y="0"/>
                    <a:pt x="969"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 name="Google Shape;1178;p31">
              <a:extLst>
                <a:ext uri="{FF2B5EF4-FFF2-40B4-BE49-F238E27FC236}">
                  <a16:creationId xmlns:a16="http://schemas.microsoft.com/office/drawing/2014/main" id="{64696DF7-46FE-46E1-BC25-E2B94E512677}"/>
                </a:ext>
              </a:extLst>
            </p:cNvPr>
            <p:cNvSpPr/>
            <p:nvPr/>
          </p:nvSpPr>
          <p:spPr>
            <a:xfrm>
              <a:off x="2540375" y="4894375"/>
              <a:ext cx="30025" cy="36125"/>
            </a:xfrm>
            <a:custGeom>
              <a:avLst/>
              <a:gdLst/>
              <a:ahLst/>
              <a:cxnLst/>
              <a:rect l="l" t="t" r="r" b="b"/>
              <a:pathLst>
                <a:path w="1201" h="1445" extrusionOk="0">
                  <a:moveTo>
                    <a:pt x="377" y="1"/>
                  </a:moveTo>
                  <a:cubicBezTo>
                    <a:pt x="306" y="1"/>
                    <a:pt x="235" y="21"/>
                    <a:pt x="174" y="41"/>
                  </a:cubicBezTo>
                  <a:cubicBezTo>
                    <a:pt x="102" y="82"/>
                    <a:pt x="41" y="123"/>
                    <a:pt x="11" y="194"/>
                  </a:cubicBezTo>
                  <a:cubicBezTo>
                    <a:pt x="1" y="204"/>
                    <a:pt x="11" y="215"/>
                    <a:pt x="21" y="224"/>
                  </a:cubicBezTo>
                  <a:cubicBezTo>
                    <a:pt x="26" y="230"/>
                    <a:pt x="31" y="232"/>
                    <a:pt x="36" y="232"/>
                  </a:cubicBezTo>
                  <a:cubicBezTo>
                    <a:pt x="42" y="232"/>
                    <a:pt x="47" y="230"/>
                    <a:pt x="52" y="224"/>
                  </a:cubicBezTo>
                  <a:lnTo>
                    <a:pt x="62" y="224"/>
                  </a:lnTo>
                  <a:cubicBezTo>
                    <a:pt x="126" y="142"/>
                    <a:pt x="232" y="101"/>
                    <a:pt x="342" y="101"/>
                  </a:cubicBezTo>
                  <a:cubicBezTo>
                    <a:pt x="354" y="101"/>
                    <a:pt x="365" y="101"/>
                    <a:pt x="377" y="102"/>
                  </a:cubicBezTo>
                  <a:cubicBezTo>
                    <a:pt x="499" y="113"/>
                    <a:pt x="611" y="154"/>
                    <a:pt x="712" y="224"/>
                  </a:cubicBezTo>
                  <a:cubicBezTo>
                    <a:pt x="814" y="285"/>
                    <a:pt x="895" y="377"/>
                    <a:pt x="967" y="479"/>
                  </a:cubicBezTo>
                  <a:lnTo>
                    <a:pt x="1028" y="560"/>
                  </a:lnTo>
                  <a:lnTo>
                    <a:pt x="1069" y="642"/>
                  </a:lnTo>
                  <a:cubicBezTo>
                    <a:pt x="1082" y="665"/>
                    <a:pt x="1094" y="692"/>
                    <a:pt x="1106" y="720"/>
                  </a:cubicBezTo>
                  <a:lnTo>
                    <a:pt x="1106" y="720"/>
                  </a:lnTo>
                  <a:cubicBezTo>
                    <a:pt x="1062" y="691"/>
                    <a:pt x="1016" y="666"/>
                    <a:pt x="967" y="642"/>
                  </a:cubicBezTo>
                  <a:cubicBezTo>
                    <a:pt x="886" y="590"/>
                    <a:pt x="794" y="560"/>
                    <a:pt x="692" y="550"/>
                  </a:cubicBezTo>
                  <a:cubicBezTo>
                    <a:pt x="680" y="547"/>
                    <a:pt x="668" y="546"/>
                    <a:pt x="654" y="546"/>
                  </a:cubicBezTo>
                  <a:cubicBezTo>
                    <a:pt x="622" y="546"/>
                    <a:pt x="586" y="553"/>
                    <a:pt x="550" y="560"/>
                  </a:cubicBezTo>
                  <a:cubicBezTo>
                    <a:pt x="520" y="570"/>
                    <a:pt x="499" y="590"/>
                    <a:pt x="468" y="601"/>
                  </a:cubicBezTo>
                  <a:cubicBezTo>
                    <a:pt x="448" y="611"/>
                    <a:pt x="428" y="631"/>
                    <a:pt x="407" y="651"/>
                  </a:cubicBezTo>
                  <a:cubicBezTo>
                    <a:pt x="398" y="672"/>
                    <a:pt x="377" y="692"/>
                    <a:pt x="367" y="712"/>
                  </a:cubicBezTo>
                  <a:cubicBezTo>
                    <a:pt x="357" y="733"/>
                    <a:pt x="346" y="764"/>
                    <a:pt x="337" y="784"/>
                  </a:cubicBezTo>
                  <a:cubicBezTo>
                    <a:pt x="316" y="825"/>
                    <a:pt x="306" y="875"/>
                    <a:pt x="296" y="926"/>
                  </a:cubicBezTo>
                  <a:cubicBezTo>
                    <a:pt x="296" y="977"/>
                    <a:pt x="296" y="1028"/>
                    <a:pt x="316" y="1078"/>
                  </a:cubicBezTo>
                  <a:cubicBezTo>
                    <a:pt x="337" y="1130"/>
                    <a:pt x="367" y="1180"/>
                    <a:pt x="407" y="1211"/>
                  </a:cubicBezTo>
                  <a:cubicBezTo>
                    <a:pt x="489" y="1282"/>
                    <a:pt x="601" y="1302"/>
                    <a:pt x="692" y="1302"/>
                  </a:cubicBezTo>
                  <a:cubicBezTo>
                    <a:pt x="773" y="1302"/>
                    <a:pt x="865" y="1313"/>
                    <a:pt x="947" y="1322"/>
                  </a:cubicBezTo>
                  <a:cubicBezTo>
                    <a:pt x="1028" y="1343"/>
                    <a:pt x="1109" y="1363"/>
                    <a:pt x="1150" y="1424"/>
                  </a:cubicBezTo>
                  <a:cubicBezTo>
                    <a:pt x="1150" y="1435"/>
                    <a:pt x="1170" y="1444"/>
                    <a:pt x="1180" y="1444"/>
                  </a:cubicBezTo>
                  <a:cubicBezTo>
                    <a:pt x="1191" y="1435"/>
                    <a:pt x="1200" y="1414"/>
                    <a:pt x="1200" y="1404"/>
                  </a:cubicBezTo>
                  <a:cubicBezTo>
                    <a:pt x="1180" y="1353"/>
                    <a:pt x="1139" y="1313"/>
                    <a:pt x="1099" y="1292"/>
                  </a:cubicBezTo>
                  <a:cubicBezTo>
                    <a:pt x="1058" y="1261"/>
                    <a:pt x="1008" y="1252"/>
                    <a:pt x="967" y="1231"/>
                  </a:cubicBezTo>
                  <a:cubicBezTo>
                    <a:pt x="875" y="1211"/>
                    <a:pt x="784" y="1191"/>
                    <a:pt x="703" y="1180"/>
                  </a:cubicBezTo>
                  <a:cubicBezTo>
                    <a:pt x="651" y="1180"/>
                    <a:pt x="621" y="1180"/>
                    <a:pt x="581" y="1170"/>
                  </a:cubicBezTo>
                  <a:cubicBezTo>
                    <a:pt x="550" y="1160"/>
                    <a:pt x="509" y="1139"/>
                    <a:pt x="489" y="1119"/>
                  </a:cubicBezTo>
                  <a:cubicBezTo>
                    <a:pt x="438" y="1078"/>
                    <a:pt x="407" y="1008"/>
                    <a:pt x="418" y="936"/>
                  </a:cubicBezTo>
                  <a:cubicBezTo>
                    <a:pt x="418" y="906"/>
                    <a:pt x="438" y="865"/>
                    <a:pt x="448" y="825"/>
                  </a:cubicBezTo>
                  <a:cubicBezTo>
                    <a:pt x="459" y="804"/>
                    <a:pt x="468" y="794"/>
                    <a:pt x="468" y="773"/>
                  </a:cubicBezTo>
                  <a:lnTo>
                    <a:pt x="499" y="723"/>
                  </a:lnTo>
                  <a:cubicBezTo>
                    <a:pt x="540" y="672"/>
                    <a:pt x="611" y="651"/>
                    <a:pt x="692" y="651"/>
                  </a:cubicBezTo>
                  <a:cubicBezTo>
                    <a:pt x="764" y="662"/>
                    <a:pt x="845" y="682"/>
                    <a:pt x="926" y="712"/>
                  </a:cubicBezTo>
                  <a:cubicBezTo>
                    <a:pt x="1008" y="743"/>
                    <a:pt x="1078" y="784"/>
                    <a:pt x="1150" y="834"/>
                  </a:cubicBezTo>
                  <a:lnTo>
                    <a:pt x="1160" y="834"/>
                  </a:lnTo>
                  <a:cubicBezTo>
                    <a:pt x="1160" y="834"/>
                    <a:pt x="1164" y="839"/>
                    <a:pt x="1170" y="839"/>
                  </a:cubicBezTo>
                  <a:cubicBezTo>
                    <a:pt x="1174" y="839"/>
                    <a:pt x="1177" y="838"/>
                    <a:pt x="1180" y="834"/>
                  </a:cubicBezTo>
                  <a:cubicBezTo>
                    <a:pt x="1191" y="834"/>
                    <a:pt x="1200" y="825"/>
                    <a:pt x="1200" y="804"/>
                  </a:cubicBezTo>
                  <a:cubicBezTo>
                    <a:pt x="1170" y="672"/>
                    <a:pt x="1130" y="540"/>
                    <a:pt x="1058" y="428"/>
                  </a:cubicBezTo>
                  <a:cubicBezTo>
                    <a:pt x="987" y="306"/>
                    <a:pt x="895" y="204"/>
                    <a:pt x="773" y="123"/>
                  </a:cubicBezTo>
                  <a:cubicBezTo>
                    <a:pt x="662" y="41"/>
                    <a:pt x="520" y="1"/>
                    <a:pt x="377"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 name="Google Shape;1179;p31">
              <a:extLst>
                <a:ext uri="{FF2B5EF4-FFF2-40B4-BE49-F238E27FC236}">
                  <a16:creationId xmlns:a16="http://schemas.microsoft.com/office/drawing/2014/main" id="{A01B62C3-A357-42D2-AA22-1CC97ABB65DA}"/>
                </a:ext>
              </a:extLst>
            </p:cNvPr>
            <p:cNvSpPr/>
            <p:nvPr/>
          </p:nvSpPr>
          <p:spPr>
            <a:xfrm>
              <a:off x="2548775" y="4885225"/>
              <a:ext cx="18575" cy="5875"/>
            </a:xfrm>
            <a:custGeom>
              <a:avLst/>
              <a:gdLst/>
              <a:ahLst/>
              <a:cxnLst/>
              <a:rect l="l" t="t" r="r" b="b"/>
              <a:pathLst>
                <a:path w="743" h="235" extrusionOk="0">
                  <a:moveTo>
                    <a:pt x="733" y="235"/>
                  </a:moveTo>
                  <a:lnTo>
                    <a:pt x="733" y="235"/>
                  </a:lnTo>
                  <a:lnTo>
                    <a:pt x="742" y="235"/>
                  </a:lnTo>
                  <a:lnTo>
                    <a:pt x="742" y="235"/>
                  </a:lnTo>
                  <a:lnTo>
                    <a:pt x="733" y="235"/>
                  </a:lnTo>
                  <a:close/>
                  <a:moveTo>
                    <a:pt x="1" y="11"/>
                  </a:moveTo>
                  <a:lnTo>
                    <a:pt x="1" y="11"/>
                  </a:lnTo>
                  <a:lnTo>
                    <a:pt x="1" y="11"/>
                  </a:lnTo>
                  <a:close/>
                  <a:moveTo>
                    <a:pt x="132" y="1"/>
                  </a:moveTo>
                  <a:lnTo>
                    <a:pt x="10" y="1"/>
                  </a:lnTo>
                  <a:lnTo>
                    <a:pt x="132" y="1"/>
                  </a:lnTo>
                  <a:cubicBezTo>
                    <a:pt x="387" y="1"/>
                    <a:pt x="580" y="102"/>
                    <a:pt x="733" y="235"/>
                  </a:cubicBezTo>
                  <a:lnTo>
                    <a:pt x="733" y="235"/>
                  </a:lnTo>
                  <a:cubicBezTo>
                    <a:pt x="580" y="102"/>
                    <a:pt x="387" y="1"/>
                    <a:pt x="132" y="1"/>
                  </a:cubicBez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1180;p31">
              <a:extLst>
                <a:ext uri="{FF2B5EF4-FFF2-40B4-BE49-F238E27FC236}">
                  <a16:creationId xmlns:a16="http://schemas.microsoft.com/office/drawing/2014/main" id="{23908E8A-C88E-4467-8A0A-34D6BEA84828}"/>
                </a:ext>
              </a:extLst>
            </p:cNvPr>
            <p:cNvSpPr/>
            <p:nvPr/>
          </p:nvSpPr>
          <p:spPr>
            <a:xfrm>
              <a:off x="2545225" y="4885225"/>
              <a:ext cx="27725" cy="55200"/>
            </a:xfrm>
            <a:custGeom>
              <a:avLst/>
              <a:gdLst/>
              <a:ahLst/>
              <a:cxnLst/>
              <a:rect l="l" t="t" r="r" b="b"/>
              <a:pathLst>
                <a:path w="1109" h="2208" extrusionOk="0">
                  <a:moveTo>
                    <a:pt x="152" y="1"/>
                  </a:moveTo>
                  <a:cubicBezTo>
                    <a:pt x="143" y="1"/>
                    <a:pt x="143" y="11"/>
                    <a:pt x="143" y="11"/>
                  </a:cubicBezTo>
                  <a:cubicBezTo>
                    <a:pt x="102" y="11"/>
                    <a:pt x="51" y="21"/>
                    <a:pt x="10" y="32"/>
                  </a:cubicBezTo>
                  <a:lnTo>
                    <a:pt x="0" y="32"/>
                  </a:lnTo>
                  <a:cubicBezTo>
                    <a:pt x="0" y="32"/>
                    <a:pt x="152" y="123"/>
                    <a:pt x="346" y="387"/>
                  </a:cubicBezTo>
                  <a:cubicBezTo>
                    <a:pt x="437" y="407"/>
                    <a:pt x="509" y="438"/>
                    <a:pt x="579" y="489"/>
                  </a:cubicBezTo>
                  <a:cubicBezTo>
                    <a:pt x="701" y="570"/>
                    <a:pt x="793" y="672"/>
                    <a:pt x="864" y="794"/>
                  </a:cubicBezTo>
                  <a:cubicBezTo>
                    <a:pt x="884" y="825"/>
                    <a:pt x="905" y="865"/>
                    <a:pt x="925" y="895"/>
                  </a:cubicBezTo>
                  <a:cubicBezTo>
                    <a:pt x="905" y="682"/>
                    <a:pt x="884" y="468"/>
                    <a:pt x="884" y="235"/>
                  </a:cubicBezTo>
                  <a:lnTo>
                    <a:pt x="875" y="235"/>
                  </a:lnTo>
                  <a:cubicBezTo>
                    <a:pt x="722" y="102"/>
                    <a:pt x="529" y="1"/>
                    <a:pt x="274" y="1"/>
                  </a:cubicBezTo>
                  <a:close/>
                  <a:moveTo>
                    <a:pt x="457" y="550"/>
                  </a:moveTo>
                  <a:lnTo>
                    <a:pt x="457" y="550"/>
                  </a:lnTo>
                  <a:cubicBezTo>
                    <a:pt x="529" y="662"/>
                    <a:pt x="590" y="794"/>
                    <a:pt x="661" y="956"/>
                  </a:cubicBezTo>
                  <a:cubicBezTo>
                    <a:pt x="692" y="967"/>
                    <a:pt x="732" y="987"/>
                    <a:pt x="773" y="1008"/>
                  </a:cubicBezTo>
                  <a:cubicBezTo>
                    <a:pt x="814" y="1028"/>
                    <a:pt x="864" y="1058"/>
                    <a:pt x="915" y="1089"/>
                  </a:cubicBezTo>
                  <a:cubicBezTo>
                    <a:pt x="895" y="1058"/>
                    <a:pt x="884" y="1038"/>
                    <a:pt x="875" y="1008"/>
                  </a:cubicBezTo>
                  <a:lnTo>
                    <a:pt x="834" y="926"/>
                  </a:lnTo>
                  <a:lnTo>
                    <a:pt x="773" y="845"/>
                  </a:lnTo>
                  <a:cubicBezTo>
                    <a:pt x="701" y="743"/>
                    <a:pt x="620" y="651"/>
                    <a:pt x="518" y="590"/>
                  </a:cubicBezTo>
                  <a:cubicBezTo>
                    <a:pt x="498" y="570"/>
                    <a:pt x="478" y="560"/>
                    <a:pt x="457" y="550"/>
                  </a:cubicBezTo>
                  <a:close/>
                  <a:moveTo>
                    <a:pt x="681" y="1058"/>
                  </a:moveTo>
                  <a:lnTo>
                    <a:pt x="681" y="1058"/>
                  </a:lnTo>
                  <a:cubicBezTo>
                    <a:pt x="692" y="1150"/>
                    <a:pt x="712" y="1353"/>
                    <a:pt x="753" y="1597"/>
                  </a:cubicBezTo>
                  <a:lnTo>
                    <a:pt x="773" y="1597"/>
                  </a:lnTo>
                  <a:cubicBezTo>
                    <a:pt x="814" y="1618"/>
                    <a:pt x="864" y="1627"/>
                    <a:pt x="905" y="1658"/>
                  </a:cubicBezTo>
                  <a:cubicBezTo>
                    <a:pt x="945" y="1679"/>
                    <a:pt x="986" y="1719"/>
                    <a:pt x="1006" y="1770"/>
                  </a:cubicBezTo>
                  <a:cubicBezTo>
                    <a:pt x="1006" y="1780"/>
                    <a:pt x="997" y="1801"/>
                    <a:pt x="986" y="1810"/>
                  </a:cubicBezTo>
                  <a:lnTo>
                    <a:pt x="976" y="1810"/>
                  </a:lnTo>
                  <a:cubicBezTo>
                    <a:pt x="966" y="1810"/>
                    <a:pt x="956" y="1801"/>
                    <a:pt x="956" y="1790"/>
                  </a:cubicBezTo>
                  <a:cubicBezTo>
                    <a:pt x="915" y="1740"/>
                    <a:pt x="844" y="1709"/>
                    <a:pt x="773" y="1699"/>
                  </a:cubicBezTo>
                  <a:lnTo>
                    <a:pt x="773" y="1699"/>
                  </a:lnTo>
                  <a:cubicBezTo>
                    <a:pt x="803" y="1851"/>
                    <a:pt x="844" y="2024"/>
                    <a:pt x="884" y="2207"/>
                  </a:cubicBezTo>
                  <a:cubicBezTo>
                    <a:pt x="976" y="2177"/>
                    <a:pt x="1047" y="2146"/>
                    <a:pt x="1108" y="2095"/>
                  </a:cubicBezTo>
                  <a:cubicBezTo>
                    <a:pt x="1047" y="1810"/>
                    <a:pt x="997" y="1505"/>
                    <a:pt x="956" y="1191"/>
                  </a:cubicBezTo>
                  <a:cubicBezTo>
                    <a:pt x="884" y="1150"/>
                    <a:pt x="814" y="1109"/>
                    <a:pt x="732" y="1078"/>
                  </a:cubicBezTo>
                  <a:cubicBezTo>
                    <a:pt x="722" y="1078"/>
                    <a:pt x="701" y="1069"/>
                    <a:pt x="681" y="1058"/>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1181;p31">
              <a:extLst>
                <a:ext uri="{FF2B5EF4-FFF2-40B4-BE49-F238E27FC236}">
                  <a16:creationId xmlns:a16="http://schemas.microsoft.com/office/drawing/2014/main" id="{FB5CB066-6A53-467F-963C-40A8DFF0DBD3}"/>
                </a:ext>
              </a:extLst>
            </p:cNvPr>
            <p:cNvSpPr/>
            <p:nvPr/>
          </p:nvSpPr>
          <p:spPr>
            <a:xfrm>
              <a:off x="2553850" y="4894900"/>
              <a:ext cx="16550" cy="35600"/>
            </a:xfrm>
            <a:custGeom>
              <a:avLst/>
              <a:gdLst/>
              <a:ahLst/>
              <a:cxnLst/>
              <a:rect l="l" t="t" r="r" b="b"/>
              <a:pathLst>
                <a:path w="662" h="1424" extrusionOk="0">
                  <a:moveTo>
                    <a:pt x="1" y="0"/>
                  </a:moveTo>
                  <a:lnTo>
                    <a:pt x="1" y="0"/>
                  </a:lnTo>
                  <a:cubicBezTo>
                    <a:pt x="42" y="51"/>
                    <a:pt x="72" y="102"/>
                    <a:pt x="112" y="163"/>
                  </a:cubicBezTo>
                  <a:cubicBezTo>
                    <a:pt x="133" y="173"/>
                    <a:pt x="153" y="183"/>
                    <a:pt x="173" y="203"/>
                  </a:cubicBezTo>
                  <a:cubicBezTo>
                    <a:pt x="275" y="264"/>
                    <a:pt x="356" y="356"/>
                    <a:pt x="428" y="458"/>
                  </a:cubicBezTo>
                  <a:lnTo>
                    <a:pt x="489" y="539"/>
                  </a:lnTo>
                  <a:lnTo>
                    <a:pt x="530" y="621"/>
                  </a:lnTo>
                  <a:cubicBezTo>
                    <a:pt x="539" y="651"/>
                    <a:pt x="550" y="671"/>
                    <a:pt x="570" y="702"/>
                  </a:cubicBezTo>
                  <a:cubicBezTo>
                    <a:pt x="519" y="671"/>
                    <a:pt x="469" y="641"/>
                    <a:pt x="428" y="621"/>
                  </a:cubicBezTo>
                  <a:cubicBezTo>
                    <a:pt x="387" y="600"/>
                    <a:pt x="347" y="580"/>
                    <a:pt x="316" y="569"/>
                  </a:cubicBezTo>
                  <a:lnTo>
                    <a:pt x="316" y="569"/>
                  </a:lnTo>
                  <a:cubicBezTo>
                    <a:pt x="316" y="590"/>
                    <a:pt x="326" y="600"/>
                    <a:pt x="336" y="621"/>
                  </a:cubicBezTo>
                  <a:lnTo>
                    <a:pt x="336" y="671"/>
                  </a:lnTo>
                  <a:cubicBezTo>
                    <a:pt x="356" y="682"/>
                    <a:pt x="377" y="691"/>
                    <a:pt x="387" y="691"/>
                  </a:cubicBezTo>
                  <a:cubicBezTo>
                    <a:pt x="469" y="722"/>
                    <a:pt x="539" y="763"/>
                    <a:pt x="611" y="804"/>
                  </a:cubicBezTo>
                  <a:cubicBezTo>
                    <a:pt x="600" y="712"/>
                    <a:pt x="591" y="610"/>
                    <a:pt x="580" y="508"/>
                  </a:cubicBezTo>
                  <a:cubicBezTo>
                    <a:pt x="560" y="478"/>
                    <a:pt x="539" y="438"/>
                    <a:pt x="519" y="407"/>
                  </a:cubicBezTo>
                  <a:cubicBezTo>
                    <a:pt x="448" y="285"/>
                    <a:pt x="356" y="183"/>
                    <a:pt x="234" y="102"/>
                  </a:cubicBezTo>
                  <a:cubicBezTo>
                    <a:pt x="164" y="51"/>
                    <a:pt x="92" y="20"/>
                    <a:pt x="1" y="0"/>
                  </a:cubicBezTo>
                  <a:close/>
                  <a:moveTo>
                    <a:pt x="408" y="1210"/>
                  </a:moveTo>
                  <a:cubicBezTo>
                    <a:pt x="417" y="1240"/>
                    <a:pt x="417" y="1271"/>
                    <a:pt x="428" y="1312"/>
                  </a:cubicBezTo>
                  <a:cubicBezTo>
                    <a:pt x="499" y="1322"/>
                    <a:pt x="570" y="1353"/>
                    <a:pt x="611" y="1403"/>
                  </a:cubicBezTo>
                  <a:cubicBezTo>
                    <a:pt x="611" y="1414"/>
                    <a:pt x="621" y="1423"/>
                    <a:pt x="631" y="1423"/>
                  </a:cubicBezTo>
                  <a:lnTo>
                    <a:pt x="641" y="1423"/>
                  </a:lnTo>
                  <a:cubicBezTo>
                    <a:pt x="652" y="1414"/>
                    <a:pt x="661" y="1393"/>
                    <a:pt x="661" y="1383"/>
                  </a:cubicBezTo>
                  <a:cubicBezTo>
                    <a:pt x="641" y="1332"/>
                    <a:pt x="600" y="1292"/>
                    <a:pt x="560" y="1271"/>
                  </a:cubicBezTo>
                  <a:cubicBezTo>
                    <a:pt x="519" y="1240"/>
                    <a:pt x="469" y="1231"/>
                    <a:pt x="428" y="1210"/>
                  </a:cubicBezTo>
                  <a:close/>
                </a:path>
              </a:pathLst>
            </a:custGeom>
            <a:solidFill>
              <a:srgbClr val="8E554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1182;p31">
              <a:extLst>
                <a:ext uri="{FF2B5EF4-FFF2-40B4-BE49-F238E27FC236}">
                  <a16:creationId xmlns:a16="http://schemas.microsoft.com/office/drawing/2014/main" id="{B9429CDD-DEAC-4DB5-87F9-04B976405E5A}"/>
                </a:ext>
              </a:extLst>
            </p:cNvPr>
            <p:cNvSpPr/>
            <p:nvPr/>
          </p:nvSpPr>
          <p:spPr>
            <a:xfrm>
              <a:off x="2563000" y="4736775"/>
              <a:ext cx="259825" cy="296675"/>
            </a:xfrm>
            <a:custGeom>
              <a:avLst/>
              <a:gdLst/>
              <a:ahLst/>
              <a:cxnLst/>
              <a:rect l="l" t="t" r="r" b="b"/>
              <a:pathLst>
                <a:path w="10393" h="11867" extrusionOk="0">
                  <a:moveTo>
                    <a:pt x="5196" y="1"/>
                  </a:moveTo>
                  <a:cubicBezTo>
                    <a:pt x="1994" y="1"/>
                    <a:pt x="306" y="2065"/>
                    <a:pt x="173" y="5064"/>
                  </a:cubicBezTo>
                  <a:cubicBezTo>
                    <a:pt x="1" y="9192"/>
                    <a:pt x="1495" y="11867"/>
                    <a:pt x="5196" y="11867"/>
                  </a:cubicBezTo>
                  <a:cubicBezTo>
                    <a:pt x="8897" y="11867"/>
                    <a:pt x="10392" y="9192"/>
                    <a:pt x="10219" y="5064"/>
                  </a:cubicBezTo>
                  <a:cubicBezTo>
                    <a:pt x="10087" y="2065"/>
                    <a:pt x="8399" y="1"/>
                    <a:pt x="5196" y="1"/>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Google Shape;1183;p31">
              <a:extLst>
                <a:ext uri="{FF2B5EF4-FFF2-40B4-BE49-F238E27FC236}">
                  <a16:creationId xmlns:a16="http://schemas.microsoft.com/office/drawing/2014/main" id="{972D6E73-35CB-47B5-8A57-9E676481AB89}"/>
                </a:ext>
              </a:extLst>
            </p:cNvPr>
            <p:cNvSpPr/>
            <p:nvPr/>
          </p:nvSpPr>
          <p:spPr>
            <a:xfrm>
              <a:off x="2743725" y="4885225"/>
              <a:ext cx="23675" cy="32050"/>
            </a:xfrm>
            <a:custGeom>
              <a:avLst/>
              <a:gdLst/>
              <a:ahLst/>
              <a:cxnLst/>
              <a:rect l="l" t="t" r="r" b="b"/>
              <a:pathLst>
                <a:path w="947" h="1282" extrusionOk="0">
                  <a:moveTo>
                    <a:pt x="479" y="1"/>
                  </a:moveTo>
                  <a:cubicBezTo>
                    <a:pt x="215" y="1"/>
                    <a:pt x="1" y="285"/>
                    <a:pt x="1" y="642"/>
                  </a:cubicBezTo>
                  <a:cubicBezTo>
                    <a:pt x="1" y="997"/>
                    <a:pt x="215" y="1282"/>
                    <a:pt x="479" y="1282"/>
                  </a:cubicBezTo>
                  <a:cubicBezTo>
                    <a:pt x="733" y="1282"/>
                    <a:pt x="947" y="997"/>
                    <a:pt x="947" y="642"/>
                  </a:cubicBezTo>
                  <a:cubicBezTo>
                    <a:pt x="947" y="285"/>
                    <a:pt x="733" y="1"/>
                    <a:pt x="479" y="1"/>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 name="Google Shape;1184;p31">
              <a:extLst>
                <a:ext uri="{FF2B5EF4-FFF2-40B4-BE49-F238E27FC236}">
                  <a16:creationId xmlns:a16="http://schemas.microsoft.com/office/drawing/2014/main" id="{9367CCD4-ACCA-4608-83FF-2C48AA7C4A6A}"/>
                </a:ext>
              </a:extLst>
            </p:cNvPr>
            <p:cNvSpPr/>
            <p:nvPr/>
          </p:nvSpPr>
          <p:spPr>
            <a:xfrm>
              <a:off x="2733825" y="4882450"/>
              <a:ext cx="43475" cy="16450"/>
            </a:xfrm>
            <a:custGeom>
              <a:avLst/>
              <a:gdLst/>
              <a:ahLst/>
              <a:cxnLst/>
              <a:rect l="l" t="t" r="r" b="b"/>
              <a:pathLst>
                <a:path w="1739" h="658" extrusionOk="0">
                  <a:moveTo>
                    <a:pt x="864" y="0"/>
                  </a:moveTo>
                  <a:cubicBezTo>
                    <a:pt x="681" y="0"/>
                    <a:pt x="489" y="61"/>
                    <a:pt x="336" y="173"/>
                  </a:cubicBezTo>
                  <a:cubicBezTo>
                    <a:pt x="184" y="285"/>
                    <a:pt x="62" y="437"/>
                    <a:pt x="1" y="610"/>
                  </a:cubicBezTo>
                  <a:cubicBezTo>
                    <a:pt x="1" y="620"/>
                    <a:pt x="1" y="640"/>
                    <a:pt x="21" y="651"/>
                  </a:cubicBezTo>
                  <a:cubicBezTo>
                    <a:pt x="25" y="655"/>
                    <a:pt x="31" y="657"/>
                    <a:pt x="37" y="657"/>
                  </a:cubicBezTo>
                  <a:cubicBezTo>
                    <a:pt x="46" y="657"/>
                    <a:pt x="55" y="652"/>
                    <a:pt x="62" y="640"/>
                  </a:cubicBezTo>
                  <a:cubicBezTo>
                    <a:pt x="173" y="509"/>
                    <a:pt x="295" y="396"/>
                    <a:pt x="428" y="326"/>
                  </a:cubicBezTo>
                  <a:cubicBezTo>
                    <a:pt x="570" y="254"/>
                    <a:pt x="722" y="213"/>
                    <a:pt x="875" y="213"/>
                  </a:cubicBezTo>
                  <a:cubicBezTo>
                    <a:pt x="1027" y="213"/>
                    <a:pt x="1169" y="254"/>
                    <a:pt x="1312" y="326"/>
                  </a:cubicBezTo>
                  <a:cubicBezTo>
                    <a:pt x="1454" y="396"/>
                    <a:pt x="1576" y="509"/>
                    <a:pt x="1678" y="640"/>
                  </a:cubicBezTo>
                  <a:cubicBezTo>
                    <a:pt x="1688" y="651"/>
                    <a:pt x="1698" y="651"/>
                    <a:pt x="1719" y="651"/>
                  </a:cubicBezTo>
                  <a:cubicBezTo>
                    <a:pt x="1729" y="640"/>
                    <a:pt x="1739" y="620"/>
                    <a:pt x="1739" y="610"/>
                  </a:cubicBezTo>
                  <a:cubicBezTo>
                    <a:pt x="1678" y="437"/>
                    <a:pt x="1556" y="285"/>
                    <a:pt x="1404" y="173"/>
                  </a:cubicBezTo>
                  <a:cubicBezTo>
                    <a:pt x="1251" y="61"/>
                    <a:pt x="1058" y="0"/>
                    <a:pt x="864"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 name="Google Shape;1185;p31">
              <a:extLst>
                <a:ext uri="{FF2B5EF4-FFF2-40B4-BE49-F238E27FC236}">
                  <a16:creationId xmlns:a16="http://schemas.microsoft.com/office/drawing/2014/main" id="{FCF6136B-DDF6-4ABA-8781-1829813BF820}"/>
                </a:ext>
              </a:extLst>
            </p:cNvPr>
            <p:cNvSpPr/>
            <p:nvPr/>
          </p:nvSpPr>
          <p:spPr>
            <a:xfrm>
              <a:off x="2729250" y="4856475"/>
              <a:ext cx="52900" cy="13225"/>
            </a:xfrm>
            <a:custGeom>
              <a:avLst/>
              <a:gdLst/>
              <a:ahLst/>
              <a:cxnLst/>
              <a:rect l="l" t="t" r="r" b="b"/>
              <a:pathLst>
                <a:path w="2116" h="529" extrusionOk="0">
                  <a:moveTo>
                    <a:pt x="980" y="0"/>
                  </a:moveTo>
                  <a:cubicBezTo>
                    <a:pt x="803" y="0"/>
                    <a:pt x="627" y="31"/>
                    <a:pt x="458" y="93"/>
                  </a:cubicBezTo>
                  <a:cubicBezTo>
                    <a:pt x="356" y="124"/>
                    <a:pt x="265" y="165"/>
                    <a:pt x="184" y="236"/>
                  </a:cubicBezTo>
                  <a:cubicBezTo>
                    <a:pt x="102" y="297"/>
                    <a:pt x="41" y="378"/>
                    <a:pt x="1" y="480"/>
                  </a:cubicBezTo>
                  <a:lnTo>
                    <a:pt x="1" y="510"/>
                  </a:lnTo>
                  <a:cubicBezTo>
                    <a:pt x="7" y="517"/>
                    <a:pt x="20" y="525"/>
                    <a:pt x="33" y="525"/>
                  </a:cubicBezTo>
                  <a:cubicBezTo>
                    <a:pt x="39" y="525"/>
                    <a:pt x="45" y="523"/>
                    <a:pt x="51" y="520"/>
                  </a:cubicBezTo>
                  <a:cubicBezTo>
                    <a:pt x="224" y="449"/>
                    <a:pt x="376" y="388"/>
                    <a:pt x="539" y="327"/>
                  </a:cubicBezTo>
                  <a:cubicBezTo>
                    <a:pt x="702" y="266"/>
                    <a:pt x="875" y="246"/>
                    <a:pt x="1058" y="236"/>
                  </a:cubicBezTo>
                  <a:cubicBezTo>
                    <a:pt x="1087" y="234"/>
                    <a:pt x="1116" y="233"/>
                    <a:pt x="1144" y="233"/>
                  </a:cubicBezTo>
                  <a:cubicBezTo>
                    <a:pt x="1288" y="233"/>
                    <a:pt x="1432" y="253"/>
                    <a:pt x="1576" y="287"/>
                  </a:cubicBezTo>
                  <a:cubicBezTo>
                    <a:pt x="1749" y="337"/>
                    <a:pt x="1922" y="409"/>
                    <a:pt x="2064" y="520"/>
                  </a:cubicBezTo>
                  <a:cubicBezTo>
                    <a:pt x="2070" y="526"/>
                    <a:pt x="2075" y="528"/>
                    <a:pt x="2080" y="528"/>
                  </a:cubicBezTo>
                  <a:cubicBezTo>
                    <a:pt x="2085" y="528"/>
                    <a:pt x="2090" y="526"/>
                    <a:pt x="2095" y="520"/>
                  </a:cubicBezTo>
                  <a:cubicBezTo>
                    <a:pt x="2115" y="510"/>
                    <a:pt x="2115" y="500"/>
                    <a:pt x="2105" y="480"/>
                  </a:cubicBezTo>
                  <a:cubicBezTo>
                    <a:pt x="1993" y="317"/>
                    <a:pt x="1820" y="195"/>
                    <a:pt x="1637" y="124"/>
                  </a:cubicBezTo>
                  <a:cubicBezTo>
                    <a:pt x="1454" y="43"/>
                    <a:pt x="1251" y="12"/>
                    <a:pt x="1058" y="2"/>
                  </a:cubicBezTo>
                  <a:cubicBezTo>
                    <a:pt x="1032" y="1"/>
                    <a:pt x="1006" y="0"/>
                    <a:pt x="980"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1186;p31">
              <a:extLst>
                <a:ext uri="{FF2B5EF4-FFF2-40B4-BE49-F238E27FC236}">
                  <a16:creationId xmlns:a16="http://schemas.microsoft.com/office/drawing/2014/main" id="{1A8C8EE9-1341-4FDC-83F0-B3E4B900E66F}"/>
                </a:ext>
              </a:extLst>
            </p:cNvPr>
            <p:cNvSpPr/>
            <p:nvPr/>
          </p:nvSpPr>
          <p:spPr>
            <a:xfrm>
              <a:off x="2772700" y="4887900"/>
              <a:ext cx="13000" cy="7000"/>
            </a:xfrm>
            <a:custGeom>
              <a:avLst/>
              <a:gdLst/>
              <a:ahLst/>
              <a:cxnLst/>
              <a:rect l="l" t="t" r="r" b="b"/>
              <a:pathLst>
                <a:path w="520" h="280" extrusionOk="0">
                  <a:moveTo>
                    <a:pt x="469" y="0"/>
                  </a:moveTo>
                  <a:cubicBezTo>
                    <a:pt x="459" y="0"/>
                    <a:pt x="449" y="5"/>
                    <a:pt x="438" y="16"/>
                  </a:cubicBezTo>
                  <a:cubicBezTo>
                    <a:pt x="296" y="169"/>
                    <a:pt x="42" y="199"/>
                    <a:pt x="42" y="199"/>
                  </a:cubicBezTo>
                  <a:cubicBezTo>
                    <a:pt x="11" y="199"/>
                    <a:pt x="1" y="219"/>
                    <a:pt x="1" y="250"/>
                  </a:cubicBezTo>
                  <a:cubicBezTo>
                    <a:pt x="1" y="270"/>
                    <a:pt x="21" y="280"/>
                    <a:pt x="42" y="280"/>
                  </a:cubicBezTo>
                  <a:cubicBezTo>
                    <a:pt x="62" y="280"/>
                    <a:pt x="326" y="250"/>
                    <a:pt x="499" y="77"/>
                  </a:cubicBezTo>
                  <a:cubicBezTo>
                    <a:pt x="520" y="56"/>
                    <a:pt x="520" y="26"/>
                    <a:pt x="499" y="16"/>
                  </a:cubicBezTo>
                  <a:cubicBezTo>
                    <a:pt x="489" y="5"/>
                    <a:pt x="479" y="0"/>
                    <a:pt x="469"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 name="Google Shape;1187;p31">
              <a:extLst>
                <a:ext uri="{FF2B5EF4-FFF2-40B4-BE49-F238E27FC236}">
                  <a16:creationId xmlns:a16="http://schemas.microsoft.com/office/drawing/2014/main" id="{B203E941-52B1-4D03-A616-9007210C0FEF}"/>
                </a:ext>
              </a:extLst>
            </p:cNvPr>
            <p:cNvSpPr/>
            <p:nvPr/>
          </p:nvSpPr>
          <p:spPr>
            <a:xfrm>
              <a:off x="2618150" y="4885225"/>
              <a:ext cx="23925" cy="32050"/>
            </a:xfrm>
            <a:custGeom>
              <a:avLst/>
              <a:gdLst/>
              <a:ahLst/>
              <a:cxnLst/>
              <a:rect l="l" t="t" r="r" b="b"/>
              <a:pathLst>
                <a:path w="957" h="1282" extrusionOk="0">
                  <a:moveTo>
                    <a:pt x="479" y="1"/>
                  </a:moveTo>
                  <a:cubicBezTo>
                    <a:pt x="215" y="1"/>
                    <a:pt x="1" y="285"/>
                    <a:pt x="1" y="642"/>
                  </a:cubicBezTo>
                  <a:cubicBezTo>
                    <a:pt x="1" y="997"/>
                    <a:pt x="215" y="1282"/>
                    <a:pt x="479" y="1282"/>
                  </a:cubicBezTo>
                  <a:cubicBezTo>
                    <a:pt x="744" y="1282"/>
                    <a:pt x="957" y="997"/>
                    <a:pt x="957" y="642"/>
                  </a:cubicBezTo>
                  <a:cubicBezTo>
                    <a:pt x="957" y="285"/>
                    <a:pt x="744" y="1"/>
                    <a:pt x="479" y="1"/>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1188;p31">
              <a:extLst>
                <a:ext uri="{FF2B5EF4-FFF2-40B4-BE49-F238E27FC236}">
                  <a16:creationId xmlns:a16="http://schemas.microsoft.com/office/drawing/2014/main" id="{69016A1C-1A96-44D0-B61B-FC44768A8D15}"/>
                </a:ext>
              </a:extLst>
            </p:cNvPr>
            <p:cNvSpPr/>
            <p:nvPr/>
          </p:nvSpPr>
          <p:spPr>
            <a:xfrm>
              <a:off x="2608250" y="4882450"/>
              <a:ext cx="43750" cy="16375"/>
            </a:xfrm>
            <a:custGeom>
              <a:avLst/>
              <a:gdLst/>
              <a:ahLst/>
              <a:cxnLst/>
              <a:rect l="l" t="t" r="r" b="b"/>
              <a:pathLst>
                <a:path w="1750" h="655" extrusionOk="0">
                  <a:moveTo>
                    <a:pt x="875" y="0"/>
                  </a:moveTo>
                  <a:cubicBezTo>
                    <a:pt x="682" y="0"/>
                    <a:pt x="499" y="61"/>
                    <a:pt x="336" y="173"/>
                  </a:cubicBezTo>
                  <a:cubicBezTo>
                    <a:pt x="184" y="285"/>
                    <a:pt x="72" y="437"/>
                    <a:pt x="11" y="610"/>
                  </a:cubicBezTo>
                  <a:cubicBezTo>
                    <a:pt x="1" y="620"/>
                    <a:pt x="11" y="640"/>
                    <a:pt x="21" y="640"/>
                  </a:cubicBezTo>
                  <a:cubicBezTo>
                    <a:pt x="30" y="649"/>
                    <a:pt x="38" y="652"/>
                    <a:pt x="46" y="652"/>
                  </a:cubicBezTo>
                  <a:cubicBezTo>
                    <a:pt x="57" y="652"/>
                    <a:pt x="66" y="646"/>
                    <a:pt x="72" y="640"/>
                  </a:cubicBezTo>
                  <a:cubicBezTo>
                    <a:pt x="173" y="509"/>
                    <a:pt x="295" y="396"/>
                    <a:pt x="438" y="326"/>
                  </a:cubicBezTo>
                  <a:cubicBezTo>
                    <a:pt x="570" y="254"/>
                    <a:pt x="722" y="213"/>
                    <a:pt x="875" y="213"/>
                  </a:cubicBezTo>
                  <a:cubicBezTo>
                    <a:pt x="1027" y="213"/>
                    <a:pt x="1180" y="254"/>
                    <a:pt x="1323" y="326"/>
                  </a:cubicBezTo>
                  <a:cubicBezTo>
                    <a:pt x="1454" y="396"/>
                    <a:pt x="1576" y="509"/>
                    <a:pt x="1678" y="640"/>
                  </a:cubicBezTo>
                  <a:cubicBezTo>
                    <a:pt x="1686" y="648"/>
                    <a:pt x="1698" y="655"/>
                    <a:pt x="1708" y="655"/>
                  </a:cubicBezTo>
                  <a:cubicBezTo>
                    <a:pt x="1712" y="655"/>
                    <a:pt x="1716" y="654"/>
                    <a:pt x="1719" y="651"/>
                  </a:cubicBezTo>
                  <a:cubicBezTo>
                    <a:pt x="1739" y="651"/>
                    <a:pt x="1750" y="631"/>
                    <a:pt x="1739" y="610"/>
                  </a:cubicBezTo>
                  <a:cubicBezTo>
                    <a:pt x="1689" y="437"/>
                    <a:pt x="1567" y="285"/>
                    <a:pt x="1414" y="173"/>
                  </a:cubicBezTo>
                  <a:cubicBezTo>
                    <a:pt x="1262" y="61"/>
                    <a:pt x="1068" y="0"/>
                    <a:pt x="875"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Google Shape;1189;p31">
              <a:extLst>
                <a:ext uri="{FF2B5EF4-FFF2-40B4-BE49-F238E27FC236}">
                  <a16:creationId xmlns:a16="http://schemas.microsoft.com/office/drawing/2014/main" id="{2824B75F-BBBB-470B-A85A-E7046FB6B9DD}"/>
                </a:ext>
              </a:extLst>
            </p:cNvPr>
            <p:cNvSpPr/>
            <p:nvPr/>
          </p:nvSpPr>
          <p:spPr>
            <a:xfrm>
              <a:off x="2600125" y="4887900"/>
              <a:ext cx="12975" cy="7000"/>
            </a:xfrm>
            <a:custGeom>
              <a:avLst/>
              <a:gdLst/>
              <a:ahLst/>
              <a:cxnLst/>
              <a:rect l="l" t="t" r="r" b="b"/>
              <a:pathLst>
                <a:path w="519" h="280" extrusionOk="0">
                  <a:moveTo>
                    <a:pt x="47" y="0"/>
                  </a:moveTo>
                  <a:cubicBezTo>
                    <a:pt x="36" y="0"/>
                    <a:pt x="26" y="5"/>
                    <a:pt x="21" y="16"/>
                  </a:cubicBezTo>
                  <a:cubicBezTo>
                    <a:pt x="0" y="26"/>
                    <a:pt x="0" y="56"/>
                    <a:pt x="21" y="77"/>
                  </a:cubicBezTo>
                  <a:cubicBezTo>
                    <a:pt x="183" y="250"/>
                    <a:pt x="458" y="280"/>
                    <a:pt x="468" y="280"/>
                  </a:cubicBezTo>
                  <a:lnTo>
                    <a:pt x="478" y="280"/>
                  </a:lnTo>
                  <a:cubicBezTo>
                    <a:pt x="498" y="280"/>
                    <a:pt x="519" y="270"/>
                    <a:pt x="519" y="250"/>
                  </a:cubicBezTo>
                  <a:cubicBezTo>
                    <a:pt x="519" y="219"/>
                    <a:pt x="498" y="199"/>
                    <a:pt x="478" y="199"/>
                  </a:cubicBezTo>
                  <a:cubicBezTo>
                    <a:pt x="478" y="199"/>
                    <a:pt x="224" y="169"/>
                    <a:pt x="82" y="16"/>
                  </a:cubicBezTo>
                  <a:cubicBezTo>
                    <a:pt x="72" y="5"/>
                    <a:pt x="59" y="0"/>
                    <a:pt x="47"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 name="Google Shape;1190;p31">
              <a:extLst>
                <a:ext uri="{FF2B5EF4-FFF2-40B4-BE49-F238E27FC236}">
                  <a16:creationId xmlns:a16="http://schemas.microsoft.com/office/drawing/2014/main" id="{99C6384B-1A0B-450A-9A91-05A5F2D777F7}"/>
                </a:ext>
              </a:extLst>
            </p:cNvPr>
            <p:cNvSpPr/>
            <p:nvPr/>
          </p:nvSpPr>
          <p:spPr>
            <a:xfrm>
              <a:off x="2760000" y="4917250"/>
              <a:ext cx="39175" cy="39175"/>
            </a:xfrm>
            <a:custGeom>
              <a:avLst/>
              <a:gdLst/>
              <a:ahLst/>
              <a:cxnLst/>
              <a:rect l="l" t="t" r="r" b="b"/>
              <a:pathLst>
                <a:path w="1567" h="1567" extrusionOk="0">
                  <a:moveTo>
                    <a:pt x="784" y="1"/>
                  </a:moveTo>
                  <a:cubicBezTo>
                    <a:pt x="346" y="1"/>
                    <a:pt x="0" y="357"/>
                    <a:pt x="0" y="784"/>
                  </a:cubicBezTo>
                  <a:cubicBezTo>
                    <a:pt x="0" y="1221"/>
                    <a:pt x="346" y="1567"/>
                    <a:pt x="784" y="1567"/>
                  </a:cubicBezTo>
                  <a:cubicBezTo>
                    <a:pt x="1221" y="1567"/>
                    <a:pt x="1566" y="1221"/>
                    <a:pt x="1566" y="784"/>
                  </a:cubicBezTo>
                  <a:cubicBezTo>
                    <a:pt x="1566" y="357"/>
                    <a:pt x="1221" y="1"/>
                    <a:pt x="784" y="1"/>
                  </a:cubicBezTo>
                  <a:close/>
                </a:path>
              </a:pathLst>
            </a:custGeom>
            <a:solidFill>
              <a:srgbClr val="C8705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 name="Google Shape;1191;p31">
              <a:extLst>
                <a:ext uri="{FF2B5EF4-FFF2-40B4-BE49-F238E27FC236}">
                  <a16:creationId xmlns:a16="http://schemas.microsoft.com/office/drawing/2014/main" id="{A944D3C2-7018-49CB-B404-AC23353255EF}"/>
                </a:ext>
              </a:extLst>
            </p:cNvPr>
            <p:cNvSpPr/>
            <p:nvPr/>
          </p:nvSpPr>
          <p:spPr>
            <a:xfrm>
              <a:off x="2586650" y="4917250"/>
              <a:ext cx="39150" cy="39175"/>
            </a:xfrm>
            <a:custGeom>
              <a:avLst/>
              <a:gdLst/>
              <a:ahLst/>
              <a:cxnLst/>
              <a:rect l="l" t="t" r="r" b="b"/>
              <a:pathLst>
                <a:path w="1566" h="1567" extrusionOk="0">
                  <a:moveTo>
                    <a:pt x="783" y="1"/>
                  </a:moveTo>
                  <a:cubicBezTo>
                    <a:pt x="346" y="1"/>
                    <a:pt x="0" y="357"/>
                    <a:pt x="0" y="784"/>
                  </a:cubicBezTo>
                  <a:cubicBezTo>
                    <a:pt x="0" y="1221"/>
                    <a:pt x="346" y="1567"/>
                    <a:pt x="783" y="1567"/>
                  </a:cubicBezTo>
                  <a:cubicBezTo>
                    <a:pt x="1211" y="1567"/>
                    <a:pt x="1566" y="1221"/>
                    <a:pt x="1566" y="784"/>
                  </a:cubicBezTo>
                  <a:cubicBezTo>
                    <a:pt x="1566" y="357"/>
                    <a:pt x="1211" y="1"/>
                    <a:pt x="783" y="1"/>
                  </a:cubicBezTo>
                  <a:close/>
                </a:path>
              </a:pathLst>
            </a:custGeom>
            <a:solidFill>
              <a:srgbClr val="C8705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Google Shape;1192;p31">
              <a:extLst>
                <a:ext uri="{FF2B5EF4-FFF2-40B4-BE49-F238E27FC236}">
                  <a16:creationId xmlns:a16="http://schemas.microsoft.com/office/drawing/2014/main" id="{283A7183-0192-4A35-B137-63F7A4B6E4E0}"/>
                </a:ext>
              </a:extLst>
            </p:cNvPr>
            <p:cNvSpPr/>
            <p:nvPr/>
          </p:nvSpPr>
          <p:spPr>
            <a:xfrm rot="10800000" flipH="1">
              <a:off x="2664175" y="4975475"/>
              <a:ext cx="57475" cy="6875"/>
            </a:xfrm>
            <a:custGeom>
              <a:avLst/>
              <a:gdLst/>
              <a:ahLst/>
              <a:cxnLst/>
              <a:rect l="l" t="t" r="r" b="b"/>
              <a:pathLst>
                <a:path w="2299" h="275" extrusionOk="0">
                  <a:moveTo>
                    <a:pt x="41" y="1"/>
                  </a:moveTo>
                  <a:cubicBezTo>
                    <a:pt x="21" y="1"/>
                    <a:pt x="10" y="10"/>
                    <a:pt x="1" y="21"/>
                  </a:cubicBezTo>
                  <a:cubicBezTo>
                    <a:pt x="1" y="31"/>
                    <a:pt x="1" y="51"/>
                    <a:pt x="21" y="62"/>
                  </a:cubicBezTo>
                  <a:cubicBezTo>
                    <a:pt x="193" y="143"/>
                    <a:pt x="387" y="193"/>
                    <a:pt x="570" y="224"/>
                  </a:cubicBezTo>
                  <a:cubicBezTo>
                    <a:pt x="763" y="254"/>
                    <a:pt x="956" y="275"/>
                    <a:pt x="1149" y="275"/>
                  </a:cubicBezTo>
                  <a:cubicBezTo>
                    <a:pt x="1343" y="275"/>
                    <a:pt x="1536" y="254"/>
                    <a:pt x="1729" y="224"/>
                  </a:cubicBezTo>
                  <a:cubicBezTo>
                    <a:pt x="1912" y="193"/>
                    <a:pt x="2105" y="143"/>
                    <a:pt x="2278" y="62"/>
                  </a:cubicBezTo>
                  <a:cubicBezTo>
                    <a:pt x="2288" y="51"/>
                    <a:pt x="2299" y="41"/>
                    <a:pt x="2299" y="21"/>
                  </a:cubicBezTo>
                  <a:cubicBezTo>
                    <a:pt x="2288" y="10"/>
                    <a:pt x="2278" y="1"/>
                    <a:pt x="2258" y="1"/>
                  </a:cubicBezTo>
                  <a:lnTo>
                    <a:pt x="2258" y="10"/>
                  </a:lnTo>
                  <a:lnTo>
                    <a:pt x="1983" y="71"/>
                  </a:lnTo>
                  <a:cubicBezTo>
                    <a:pt x="1892" y="92"/>
                    <a:pt x="1800" y="102"/>
                    <a:pt x="1709" y="112"/>
                  </a:cubicBezTo>
                  <a:cubicBezTo>
                    <a:pt x="1526" y="143"/>
                    <a:pt x="1332" y="153"/>
                    <a:pt x="1149" y="153"/>
                  </a:cubicBezTo>
                  <a:cubicBezTo>
                    <a:pt x="956" y="153"/>
                    <a:pt x="773" y="143"/>
                    <a:pt x="590" y="112"/>
                  </a:cubicBezTo>
                  <a:cubicBezTo>
                    <a:pt x="499" y="102"/>
                    <a:pt x="407" y="92"/>
                    <a:pt x="315" y="71"/>
                  </a:cubicBezTo>
                  <a:lnTo>
                    <a:pt x="41" y="10"/>
                  </a:lnTo>
                  <a:lnTo>
                    <a:pt x="41" y="1"/>
                  </a:ln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 name="Google Shape;1193;p31">
              <a:extLst>
                <a:ext uri="{FF2B5EF4-FFF2-40B4-BE49-F238E27FC236}">
                  <a16:creationId xmlns:a16="http://schemas.microsoft.com/office/drawing/2014/main" id="{30C9486F-FE2B-4037-859D-323FC1A120AB}"/>
                </a:ext>
              </a:extLst>
            </p:cNvPr>
            <p:cNvSpPr/>
            <p:nvPr/>
          </p:nvSpPr>
          <p:spPr>
            <a:xfrm>
              <a:off x="2691875" y="4897175"/>
              <a:ext cx="15775" cy="57725"/>
            </a:xfrm>
            <a:custGeom>
              <a:avLst/>
              <a:gdLst/>
              <a:ahLst/>
              <a:cxnLst/>
              <a:rect l="l" t="t" r="r" b="b"/>
              <a:pathLst>
                <a:path w="631" h="2309" extrusionOk="0">
                  <a:moveTo>
                    <a:pt x="41" y="1"/>
                  </a:moveTo>
                  <a:cubicBezTo>
                    <a:pt x="21" y="1"/>
                    <a:pt x="1" y="21"/>
                    <a:pt x="1" y="42"/>
                  </a:cubicBezTo>
                  <a:cubicBezTo>
                    <a:pt x="1" y="255"/>
                    <a:pt x="41" y="469"/>
                    <a:pt x="102" y="682"/>
                  </a:cubicBezTo>
                  <a:cubicBezTo>
                    <a:pt x="153" y="896"/>
                    <a:pt x="235" y="1099"/>
                    <a:pt x="336" y="1292"/>
                  </a:cubicBezTo>
                  <a:cubicBezTo>
                    <a:pt x="367" y="1343"/>
                    <a:pt x="387" y="1384"/>
                    <a:pt x="418" y="1434"/>
                  </a:cubicBezTo>
                  <a:cubicBezTo>
                    <a:pt x="448" y="1485"/>
                    <a:pt x="468" y="1515"/>
                    <a:pt x="479" y="1567"/>
                  </a:cubicBezTo>
                  <a:cubicBezTo>
                    <a:pt x="499" y="1658"/>
                    <a:pt x="499" y="1750"/>
                    <a:pt x="459" y="1831"/>
                  </a:cubicBezTo>
                  <a:cubicBezTo>
                    <a:pt x="407" y="1922"/>
                    <a:pt x="357" y="2004"/>
                    <a:pt x="285" y="2075"/>
                  </a:cubicBezTo>
                  <a:cubicBezTo>
                    <a:pt x="204" y="2146"/>
                    <a:pt x="123" y="2197"/>
                    <a:pt x="31" y="2238"/>
                  </a:cubicBezTo>
                  <a:cubicBezTo>
                    <a:pt x="11" y="2248"/>
                    <a:pt x="1" y="2268"/>
                    <a:pt x="11" y="2278"/>
                  </a:cubicBezTo>
                  <a:cubicBezTo>
                    <a:pt x="11" y="2299"/>
                    <a:pt x="31" y="2309"/>
                    <a:pt x="52" y="2309"/>
                  </a:cubicBezTo>
                  <a:cubicBezTo>
                    <a:pt x="265" y="2248"/>
                    <a:pt x="459" y="2095"/>
                    <a:pt x="560" y="1892"/>
                  </a:cubicBezTo>
                  <a:cubicBezTo>
                    <a:pt x="621" y="1780"/>
                    <a:pt x="631" y="1648"/>
                    <a:pt x="601" y="1526"/>
                  </a:cubicBezTo>
                  <a:cubicBezTo>
                    <a:pt x="581" y="1475"/>
                    <a:pt x="550" y="1414"/>
                    <a:pt x="520" y="1373"/>
                  </a:cubicBezTo>
                  <a:cubicBezTo>
                    <a:pt x="499" y="1323"/>
                    <a:pt x="468" y="1282"/>
                    <a:pt x="448" y="1231"/>
                  </a:cubicBezTo>
                  <a:cubicBezTo>
                    <a:pt x="346" y="1048"/>
                    <a:pt x="265" y="855"/>
                    <a:pt x="204" y="652"/>
                  </a:cubicBezTo>
                  <a:cubicBezTo>
                    <a:pt x="143" y="448"/>
                    <a:pt x="92" y="245"/>
                    <a:pt x="72" y="42"/>
                  </a:cubicBezTo>
                  <a:lnTo>
                    <a:pt x="72" y="31"/>
                  </a:lnTo>
                  <a:cubicBezTo>
                    <a:pt x="72" y="21"/>
                    <a:pt x="62" y="1"/>
                    <a:pt x="41"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 name="Google Shape;1194;p31">
              <a:extLst>
                <a:ext uri="{FF2B5EF4-FFF2-40B4-BE49-F238E27FC236}">
                  <a16:creationId xmlns:a16="http://schemas.microsoft.com/office/drawing/2014/main" id="{6B68849A-C5AC-46DF-89EB-03EFF8E88E67}"/>
                </a:ext>
              </a:extLst>
            </p:cNvPr>
            <p:cNvSpPr/>
            <p:nvPr/>
          </p:nvSpPr>
          <p:spPr>
            <a:xfrm>
              <a:off x="2603675" y="4856475"/>
              <a:ext cx="52900" cy="13275"/>
            </a:xfrm>
            <a:custGeom>
              <a:avLst/>
              <a:gdLst/>
              <a:ahLst/>
              <a:cxnLst/>
              <a:rect l="l" t="t" r="r" b="b"/>
              <a:pathLst>
                <a:path w="2116" h="531" extrusionOk="0">
                  <a:moveTo>
                    <a:pt x="1136" y="0"/>
                  </a:moveTo>
                  <a:cubicBezTo>
                    <a:pt x="1110" y="0"/>
                    <a:pt x="1084" y="1"/>
                    <a:pt x="1058" y="2"/>
                  </a:cubicBezTo>
                  <a:cubicBezTo>
                    <a:pt x="865" y="12"/>
                    <a:pt x="661" y="43"/>
                    <a:pt x="478" y="124"/>
                  </a:cubicBezTo>
                  <a:cubicBezTo>
                    <a:pt x="295" y="195"/>
                    <a:pt x="123" y="317"/>
                    <a:pt x="11" y="480"/>
                  </a:cubicBezTo>
                  <a:cubicBezTo>
                    <a:pt x="1" y="490"/>
                    <a:pt x="1" y="510"/>
                    <a:pt x="11" y="520"/>
                  </a:cubicBezTo>
                  <a:cubicBezTo>
                    <a:pt x="16" y="526"/>
                    <a:pt x="24" y="528"/>
                    <a:pt x="31" y="528"/>
                  </a:cubicBezTo>
                  <a:cubicBezTo>
                    <a:pt x="39" y="528"/>
                    <a:pt x="46" y="526"/>
                    <a:pt x="51" y="520"/>
                  </a:cubicBezTo>
                  <a:cubicBezTo>
                    <a:pt x="194" y="409"/>
                    <a:pt x="367" y="337"/>
                    <a:pt x="530" y="287"/>
                  </a:cubicBezTo>
                  <a:cubicBezTo>
                    <a:pt x="673" y="253"/>
                    <a:pt x="824" y="233"/>
                    <a:pt x="971" y="233"/>
                  </a:cubicBezTo>
                  <a:cubicBezTo>
                    <a:pt x="1000" y="233"/>
                    <a:pt x="1029" y="234"/>
                    <a:pt x="1058" y="236"/>
                  </a:cubicBezTo>
                  <a:cubicBezTo>
                    <a:pt x="1241" y="246"/>
                    <a:pt x="1414" y="266"/>
                    <a:pt x="1576" y="327"/>
                  </a:cubicBezTo>
                  <a:cubicBezTo>
                    <a:pt x="1739" y="388"/>
                    <a:pt x="1892" y="449"/>
                    <a:pt x="2064" y="520"/>
                  </a:cubicBezTo>
                  <a:cubicBezTo>
                    <a:pt x="2075" y="531"/>
                    <a:pt x="2085" y="531"/>
                    <a:pt x="2095" y="531"/>
                  </a:cubicBezTo>
                  <a:cubicBezTo>
                    <a:pt x="2105" y="520"/>
                    <a:pt x="2116" y="500"/>
                    <a:pt x="2116" y="480"/>
                  </a:cubicBezTo>
                  <a:cubicBezTo>
                    <a:pt x="2075" y="378"/>
                    <a:pt x="2003" y="297"/>
                    <a:pt x="1922" y="236"/>
                  </a:cubicBezTo>
                  <a:cubicBezTo>
                    <a:pt x="1841" y="165"/>
                    <a:pt x="1750" y="124"/>
                    <a:pt x="1658" y="93"/>
                  </a:cubicBezTo>
                  <a:cubicBezTo>
                    <a:pt x="1490" y="31"/>
                    <a:pt x="1313" y="0"/>
                    <a:pt x="1136"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 name="Google Shape;1195;p31">
              <a:extLst>
                <a:ext uri="{FF2B5EF4-FFF2-40B4-BE49-F238E27FC236}">
                  <a16:creationId xmlns:a16="http://schemas.microsoft.com/office/drawing/2014/main" id="{E8C1F441-4867-4A82-B010-7E4E131536A3}"/>
                </a:ext>
              </a:extLst>
            </p:cNvPr>
            <p:cNvSpPr/>
            <p:nvPr/>
          </p:nvSpPr>
          <p:spPr>
            <a:xfrm>
              <a:off x="2554625" y="4721025"/>
              <a:ext cx="276575" cy="170075"/>
            </a:xfrm>
            <a:custGeom>
              <a:avLst/>
              <a:gdLst/>
              <a:ahLst/>
              <a:cxnLst/>
              <a:rect l="l" t="t" r="r" b="b"/>
              <a:pathLst>
                <a:path w="11063" h="6803" extrusionOk="0">
                  <a:moveTo>
                    <a:pt x="5531" y="0"/>
                  </a:moveTo>
                  <a:cubicBezTo>
                    <a:pt x="3111" y="0"/>
                    <a:pt x="1200" y="1312"/>
                    <a:pt x="600" y="3091"/>
                  </a:cubicBezTo>
                  <a:cubicBezTo>
                    <a:pt x="0" y="4860"/>
                    <a:pt x="499" y="6803"/>
                    <a:pt x="499" y="6803"/>
                  </a:cubicBezTo>
                  <a:cubicBezTo>
                    <a:pt x="499" y="6803"/>
                    <a:pt x="905" y="6498"/>
                    <a:pt x="1281" y="5847"/>
                  </a:cubicBezTo>
                  <a:cubicBezTo>
                    <a:pt x="1647" y="5196"/>
                    <a:pt x="1759" y="4607"/>
                    <a:pt x="2186" y="3823"/>
                  </a:cubicBezTo>
                  <a:lnTo>
                    <a:pt x="2186" y="3823"/>
                  </a:lnTo>
                  <a:cubicBezTo>
                    <a:pt x="2186" y="3824"/>
                    <a:pt x="1729" y="4871"/>
                    <a:pt x="1759" y="6081"/>
                  </a:cubicBezTo>
                  <a:cubicBezTo>
                    <a:pt x="1759" y="6081"/>
                    <a:pt x="1993" y="5949"/>
                    <a:pt x="2532" y="5867"/>
                  </a:cubicBezTo>
                  <a:cubicBezTo>
                    <a:pt x="2562" y="5471"/>
                    <a:pt x="2644" y="4840"/>
                    <a:pt x="2847" y="4342"/>
                  </a:cubicBezTo>
                  <a:lnTo>
                    <a:pt x="2847" y="4342"/>
                  </a:lnTo>
                  <a:cubicBezTo>
                    <a:pt x="2847" y="4343"/>
                    <a:pt x="2766" y="5115"/>
                    <a:pt x="2806" y="5837"/>
                  </a:cubicBezTo>
                  <a:cubicBezTo>
                    <a:pt x="2950" y="5824"/>
                    <a:pt x="3109" y="5816"/>
                    <a:pt x="3285" y="5816"/>
                  </a:cubicBezTo>
                  <a:cubicBezTo>
                    <a:pt x="3396" y="5816"/>
                    <a:pt x="3514" y="5819"/>
                    <a:pt x="3640" y="5827"/>
                  </a:cubicBezTo>
                  <a:cubicBezTo>
                    <a:pt x="4586" y="4983"/>
                    <a:pt x="5531" y="3763"/>
                    <a:pt x="5531" y="3762"/>
                  </a:cubicBezTo>
                  <a:lnTo>
                    <a:pt x="5531" y="3762"/>
                  </a:lnTo>
                  <a:cubicBezTo>
                    <a:pt x="5165" y="4627"/>
                    <a:pt x="4453" y="5440"/>
                    <a:pt x="4057" y="5857"/>
                  </a:cubicBezTo>
                  <a:cubicBezTo>
                    <a:pt x="4322" y="5877"/>
                    <a:pt x="4606" y="5928"/>
                    <a:pt x="4932" y="5979"/>
                  </a:cubicBezTo>
                  <a:cubicBezTo>
                    <a:pt x="4932" y="5979"/>
                    <a:pt x="6162" y="5542"/>
                    <a:pt x="6721" y="4189"/>
                  </a:cubicBezTo>
                  <a:cubicBezTo>
                    <a:pt x="7341" y="2705"/>
                    <a:pt x="7982" y="2594"/>
                    <a:pt x="7982" y="2594"/>
                  </a:cubicBezTo>
                  <a:cubicBezTo>
                    <a:pt x="7982" y="2594"/>
                    <a:pt x="8500" y="3021"/>
                    <a:pt x="8877" y="3823"/>
                  </a:cubicBezTo>
                  <a:cubicBezTo>
                    <a:pt x="9253" y="4627"/>
                    <a:pt x="9405" y="5196"/>
                    <a:pt x="9781" y="5847"/>
                  </a:cubicBezTo>
                  <a:cubicBezTo>
                    <a:pt x="10147" y="6498"/>
                    <a:pt x="10565" y="6803"/>
                    <a:pt x="10565" y="6803"/>
                  </a:cubicBezTo>
                  <a:cubicBezTo>
                    <a:pt x="10565" y="6803"/>
                    <a:pt x="11062" y="4860"/>
                    <a:pt x="10463" y="3091"/>
                  </a:cubicBezTo>
                  <a:cubicBezTo>
                    <a:pt x="9863" y="1312"/>
                    <a:pt x="7951" y="0"/>
                    <a:pt x="5531"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1196;p31">
              <a:extLst>
                <a:ext uri="{FF2B5EF4-FFF2-40B4-BE49-F238E27FC236}">
                  <a16:creationId xmlns:a16="http://schemas.microsoft.com/office/drawing/2014/main" id="{A8376224-BB3A-4A6A-94D5-BB911582F9B1}"/>
                </a:ext>
              </a:extLst>
            </p:cNvPr>
            <p:cNvSpPr/>
            <p:nvPr/>
          </p:nvSpPr>
          <p:spPr>
            <a:xfrm>
              <a:off x="2550300" y="4707800"/>
              <a:ext cx="142625" cy="146450"/>
            </a:xfrm>
            <a:custGeom>
              <a:avLst/>
              <a:gdLst/>
              <a:ahLst/>
              <a:cxnLst/>
              <a:rect l="l" t="t" r="r" b="b"/>
              <a:pathLst>
                <a:path w="5705" h="5858" extrusionOk="0">
                  <a:moveTo>
                    <a:pt x="5704" y="1"/>
                  </a:moveTo>
                  <a:cubicBezTo>
                    <a:pt x="5176" y="82"/>
                    <a:pt x="4464" y="418"/>
                    <a:pt x="3732" y="845"/>
                  </a:cubicBezTo>
                  <a:cubicBezTo>
                    <a:pt x="3793" y="825"/>
                    <a:pt x="3854" y="804"/>
                    <a:pt x="3925" y="784"/>
                  </a:cubicBezTo>
                  <a:cubicBezTo>
                    <a:pt x="3966" y="753"/>
                    <a:pt x="4016" y="733"/>
                    <a:pt x="4057" y="703"/>
                  </a:cubicBezTo>
                  <a:lnTo>
                    <a:pt x="4210" y="581"/>
                  </a:lnTo>
                  <a:lnTo>
                    <a:pt x="4240" y="611"/>
                  </a:lnTo>
                  <a:cubicBezTo>
                    <a:pt x="4789" y="316"/>
                    <a:pt x="5308" y="102"/>
                    <a:pt x="5704" y="41"/>
                  </a:cubicBezTo>
                  <a:lnTo>
                    <a:pt x="5704" y="1"/>
                  </a:lnTo>
                  <a:close/>
                  <a:moveTo>
                    <a:pt x="1576" y="2248"/>
                  </a:moveTo>
                  <a:lnTo>
                    <a:pt x="1576" y="2248"/>
                  </a:lnTo>
                  <a:cubicBezTo>
                    <a:pt x="1424" y="2350"/>
                    <a:pt x="1291" y="2451"/>
                    <a:pt x="1160" y="2543"/>
                  </a:cubicBezTo>
                  <a:cubicBezTo>
                    <a:pt x="132" y="3295"/>
                    <a:pt x="1" y="4983"/>
                    <a:pt x="92" y="5857"/>
                  </a:cubicBezTo>
                  <a:lnTo>
                    <a:pt x="132" y="5857"/>
                  </a:lnTo>
                  <a:cubicBezTo>
                    <a:pt x="41" y="4983"/>
                    <a:pt x="173" y="3326"/>
                    <a:pt x="1190" y="2573"/>
                  </a:cubicBezTo>
                  <a:cubicBezTo>
                    <a:pt x="1271" y="2512"/>
                    <a:pt x="1363" y="2451"/>
                    <a:pt x="1465" y="2380"/>
                  </a:cubicBezTo>
                  <a:cubicBezTo>
                    <a:pt x="1495" y="2339"/>
                    <a:pt x="1536" y="2289"/>
                    <a:pt x="1576" y="2248"/>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1197;p31">
              <a:extLst>
                <a:ext uri="{FF2B5EF4-FFF2-40B4-BE49-F238E27FC236}">
                  <a16:creationId xmlns:a16="http://schemas.microsoft.com/office/drawing/2014/main" id="{BA673C13-63DC-40BC-B992-B3ABDBE0CBA2}"/>
                </a:ext>
              </a:extLst>
            </p:cNvPr>
            <p:cNvSpPr/>
            <p:nvPr/>
          </p:nvSpPr>
          <p:spPr>
            <a:xfrm>
              <a:off x="2586900" y="4727375"/>
              <a:ext cx="61550" cy="39925"/>
            </a:xfrm>
            <a:custGeom>
              <a:avLst/>
              <a:gdLst/>
              <a:ahLst/>
              <a:cxnLst/>
              <a:rect l="l" t="t" r="r" b="b"/>
              <a:pathLst>
                <a:path w="2462" h="1597" extrusionOk="0">
                  <a:moveTo>
                    <a:pt x="2461" y="1"/>
                  </a:moveTo>
                  <a:lnTo>
                    <a:pt x="2461" y="1"/>
                  </a:lnTo>
                  <a:cubicBezTo>
                    <a:pt x="2390" y="21"/>
                    <a:pt x="2329" y="42"/>
                    <a:pt x="2268" y="62"/>
                  </a:cubicBezTo>
                  <a:cubicBezTo>
                    <a:pt x="1506" y="499"/>
                    <a:pt x="733" y="1018"/>
                    <a:pt x="112" y="1465"/>
                  </a:cubicBezTo>
                  <a:cubicBezTo>
                    <a:pt x="72" y="1506"/>
                    <a:pt x="31" y="1556"/>
                    <a:pt x="1" y="1597"/>
                  </a:cubicBezTo>
                  <a:cubicBezTo>
                    <a:pt x="682" y="1099"/>
                    <a:pt x="1597" y="478"/>
                    <a:pt x="2461"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 name="Google Shape;1198;p31">
              <a:extLst>
                <a:ext uri="{FF2B5EF4-FFF2-40B4-BE49-F238E27FC236}">
                  <a16:creationId xmlns:a16="http://schemas.microsoft.com/office/drawing/2014/main" id="{39DBF1C6-B47C-4226-852C-387CAAB5DFE1}"/>
                </a:ext>
              </a:extLst>
            </p:cNvPr>
            <p:cNvSpPr/>
            <p:nvPr/>
          </p:nvSpPr>
          <p:spPr>
            <a:xfrm>
              <a:off x="2649950" y="4722300"/>
              <a:ext cx="6375" cy="4600"/>
            </a:xfrm>
            <a:custGeom>
              <a:avLst/>
              <a:gdLst/>
              <a:ahLst/>
              <a:cxnLst/>
              <a:rect l="l" t="t" r="r" b="b"/>
              <a:pathLst>
                <a:path w="255" h="184" extrusionOk="0">
                  <a:moveTo>
                    <a:pt x="224" y="1"/>
                  </a:moveTo>
                  <a:lnTo>
                    <a:pt x="71" y="123"/>
                  </a:lnTo>
                  <a:cubicBezTo>
                    <a:pt x="51" y="143"/>
                    <a:pt x="30" y="163"/>
                    <a:pt x="0" y="184"/>
                  </a:cubicBezTo>
                  <a:cubicBezTo>
                    <a:pt x="41" y="173"/>
                    <a:pt x="71" y="163"/>
                    <a:pt x="102" y="153"/>
                  </a:cubicBezTo>
                  <a:lnTo>
                    <a:pt x="254" y="31"/>
                  </a:lnTo>
                  <a:lnTo>
                    <a:pt x="224" y="1"/>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 name="Google Shape;1199;p31">
              <a:extLst>
                <a:ext uri="{FF2B5EF4-FFF2-40B4-BE49-F238E27FC236}">
                  <a16:creationId xmlns:a16="http://schemas.microsoft.com/office/drawing/2014/main" id="{A9C07BD5-1E47-4BD7-8E6D-63E8AC33D384}"/>
                </a:ext>
              </a:extLst>
            </p:cNvPr>
            <p:cNvSpPr/>
            <p:nvPr/>
          </p:nvSpPr>
          <p:spPr>
            <a:xfrm>
              <a:off x="2567825" y="4726100"/>
              <a:ext cx="84675" cy="126100"/>
            </a:xfrm>
            <a:custGeom>
              <a:avLst/>
              <a:gdLst/>
              <a:ahLst/>
              <a:cxnLst/>
              <a:rect l="l" t="t" r="r" b="b"/>
              <a:pathLst>
                <a:path w="3387" h="5044" extrusionOk="0">
                  <a:moveTo>
                    <a:pt x="3387" y="1"/>
                  </a:moveTo>
                  <a:lnTo>
                    <a:pt x="3387" y="1"/>
                  </a:lnTo>
                  <a:cubicBezTo>
                    <a:pt x="3356" y="11"/>
                    <a:pt x="3326" y="21"/>
                    <a:pt x="3285" y="32"/>
                  </a:cubicBezTo>
                  <a:cubicBezTo>
                    <a:pt x="3224" y="82"/>
                    <a:pt x="3153" y="143"/>
                    <a:pt x="3082" y="204"/>
                  </a:cubicBezTo>
                  <a:cubicBezTo>
                    <a:pt x="2380" y="773"/>
                    <a:pt x="1414" y="1557"/>
                    <a:pt x="1150" y="2197"/>
                  </a:cubicBezTo>
                  <a:cubicBezTo>
                    <a:pt x="1048" y="2452"/>
                    <a:pt x="947" y="2766"/>
                    <a:pt x="835" y="3092"/>
                  </a:cubicBezTo>
                  <a:cubicBezTo>
                    <a:pt x="601" y="3794"/>
                    <a:pt x="337" y="4587"/>
                    <a:pt x="1" y="5014"/>
                  </a:cubicBezTo>
                  <a:lnTo>
                    <a:pt x="32" y="5044"/>
                  </a:lnTo>
                  <a:cubicBezTo>
                    <a:pt x="377" y="4607"/>
                    <a:pt x="642" y="3814"/>
                    <a:pt x="875" y="3102"/>
                  </a:cubicBezTo>
                  <a:cubicBezTo>
                    <a:pt x="987" y="2777"/>
                    <a:pt x="1089" y="2461"/>
                    <a:pt x="1191" y="2217"/>
                  </a:cubicBezTo>
                  <a:cubicBezTo>
                    <a:pt x="1445" y="1577"/>
                    <a:pt x="2411" y="804"/>
                    <a:pt x="3112" y="235"/>
                  </a:cubicBezTo>
                  <a:cubicBezTo>
                    <a:pt x="3204" y="154"/>
                    <a:pt x="3306" y="72"/>
                    <a:pt x="3387"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 name="Google Shape;1200;p31">
              <a:extLst>
                <a:ext uri="{FF2B5EF4-FFF2-40B4-BE49-F238E27FC236}">
                  <a16:creationId xmlns:a16="http://schemas.microsoft.com/office/drawing/2014/main" id="{F1D2DBFB-A779-47E1-BAEC-856E58F0C0A8}"/>
                </a:ext>
              </a:extLst>
            </p:cNvPr>
            <p:cNvSpPr/>
            <p:nvPr/>
          </p:nvSpPr>
          <p:spPr>
            <a:xfrm>
              <a:off x="2636225" y="4741625"/>
              <a:ext cx="114400" cy="112625"/>
            </a:xfrm>
            <a:custGeom>
              <a:avLst/>
              <a:gdLst/>
              <a:ahLst/>
              <a:cxnLst/>
              <a:rect l="l" t="t" r="r" b="b"/>
              <a:pathLst>
                <a:path w="4576" h="4505" extrusionOk="0">
                  <a:moveTo>
                    <a:pt x="3945" y="0"/>
                  </a:moveTo>
                  <a:cubicBezTo>
                    <a:pt x="3579" y="0"/>
                    <a:pt x="3213" y="173"/>
                    <a:pt x="2949" y="396"/>
                  </a:cubicBezTo>
                  <a:cubicBezTo>
                    <a:pt x="2694" y="600"/>
                    <a:pt x="2420" y="773"/>
                    <a:pt x="2135" y="946"/>
                  </a:cubicBezTo>
                  <a:cubicBezTo>
                    <a:pt x="1647" y="1241"/>
                    <a:pt x="1139" y="1546"/>
                    <a:pt x="661" y="2084"/>
                  </a:cubicBezTo>
                  <a:cubicBezTo>
                    <a:pt x="274" y="2522"/>
                    <a:pt x="122" y="3162"/>
                    <a:pt x="61" y="3620"/>
                  </a:cubicBezTo>
                  <a:cubicBezTo>
                    <a:pt x="0" y="4108"/>
                    <a:pt x="30" y="4504"/>
                    <a:pt x="30" y="4504"/>
                  </a:cubicBezTo>
                  <a:lnTo>
                    <a:pt x="82" y="4504"/>
                  </a:lnTo>
                  <a:cubicBezTo>
                    <a:pt x="82" y="4494"/>
                    <a:pt x="41" y="4108"/>
                    <a:pt x="102" y="3620"/>
                  </a:cubicBezTo>
                  <a:cubicBezTo>
                    <a:pt x="163" y="3173"/>
                    <a:pt x="305" y="2542"/>
                    <a:pt x="701" y="2115"/>
                  </a:cubicBezTo>
                  <a:cubicBezTo>
                    <a:pt x="1169" y="1576"/>
                    <a:pt x="1668" y="1271"/>
                    <a:pt x="2156" y="976"/>
                  </a:cubicBezTo>
                  <a:cubicBezTo>
                    <a:pt x="2440" y="803"/>
                    <a:pt x="2715" y="640"/>
                    <a:pt x="2969" y="427"/>
                  </a:cubicBezTo>
                  <a:cubicBezTo>
                    <a:pt x="3234" y="213"/>
                    <a:pt x="3589" y="41"/>
                    <a:pt x="3935" y="41"/>
                  </a:cubicBezTo>
                  <a:cubicBezTo>
                    <a:pt x="4158" y="41"/>
                    <a:pt x="4362" y="102"/>
                    <a:pt x="4555" y="274"/>
                  </a:cubicBezTo>
                  <a:lnTo>
                    <a:pt x="4576" y="244"/>
                  </a:lnTo>
                  <a:cubicBezTo>
                    <a:pt x="4382" y="61"/>
                    <a:pt x="4169" y="0"/>
                    <a:pt x="3945" y="0"/>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 name="Google Shape;1201;p31">
              <a:extLst>
                <a:ext uri="{FF2B5EF4-FFF2-40B4-BE49-F238E27FC236}">
                  <a16:creationId xmlns:a16="http://schemas.microsoft.com/office/drawing/2014/main" id="{BCCE2213-A1E3-4269-85D1-3FB8CA8C0562}"/>
                </a:ext>
              </a:extLst>
            </p:cNvPr>
            <p:cNvSpPr/>
            <p:nvPr/>
          </p:nvSpPr>
          <p:spPr>
            <a:xfrm>
              <a:off x="2677900" y="4758400"/>
              <a:ext cx="72475" cy="103975"/>
            </a:xfrm>
            <a:custGeom>
              <a:avLst/>
              <a:gdLst/>
              <a:ahLst/>
              <a:cxnLst/>
              <a:rect l="l" t="t" r="r" b="b"/>
              <a:pathLst>
                <a:path w="2899" h="4159" extrusionOk="0">
                  <a:moveTo>
                    <a:pt x="2848" y="0"/>
                  </a:moveTo>
                  <a:cubicBezTo>
                    <a:pt x="2075" y="0"/>
                    <a:pt x="1811" y="1058"/>
                    <a:pt x="1637" y="1770"/>
                  </a:cubicBezTo>
                  <a:lnTo>
                    <a:pt x="1607" y="1901"/>
                  </a:lnTo>
                  <a:cubicBezTo>
                    <a:pt x="1404" y="2694"/>
                    <a:pt x="743" y="3610"/>
                    <a:pt x="1" y="4128"/>
                  </a:cubicBezTo>
                  <a:lnTo>
                    <a:pt x="21" y="4159"/>
                  </a:lnTo>
                  <a:cubicBezTo>
                    <a:pt x="773" y="3640"/>
                    <a:pt x="1434" y="2715"/>
                    <a:pt x="1637" y="1912"/>
                  </a:cubicBezTo>
                  <a:lnTo>
                    <a:pt x="1678" y="1779"/>
                  </a:lnTo>
                  <a:cubicBezTo>
                    <a:pt x="1861" y="1047"/>
                    <a:pt x="2105" y="41"/>
                    <a:pt x="2837" y="41"/>
                  </a:cubicBezTo>
                  <a:lnTo>
                    <a:pt x="2898" y="41"/>
                  </a:lnTo>
                  <a:lnTo>
                    <a:pt x="2898" y="0"/>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 name="Google Shape;1202;p31">
              <a:extLst>
                <a:ext uri="{FF2B5EF4-FFF2-40B4-BE49-F238E27FC236}">
                  <a16:creationId xmlns:a16="http://schemas.microsoft.com/office/drawing/2014/main" id="{FA7F45ED-FBF3-4331-95F8-4F202B9B5CC7}"/>
                </a:ext>
              </a:extLst>
            </p:cNvPr>
            <p:cNvSpPr/>
            <p:nvPr/>
          </p:nvSpPr>
          <p:spPr>
            <a:xfrm>
              <a:off x="2655275" y="4753050"/>
              <a:ext cx="66100" cy="81375"/>
            </a:xfrm>
            <a:custGeom>
              <a:avLst/>
              <a:gdLst/>
              <a:ahLst/>
              <a:cxnLst/>
              <a:rect l="l" t="t" r="r" b="b"/>
              <a:pathLst>
                <a:path w="2644" h="3255" extrusionOk="0">
                  <a:moveTo>
                    <a:pt x="2603" y="0"/>
                  </a:moveTo>
                  <a:cubicBezTo>
                    <a:pt x="2228" y="499"/>
                    <a:pt x="1526" y="1292"/>
                    <a:pt x="906" y="1862"/>
                  </a:cubicBezTo>
                  <a:cubicBezTo>
                    <a:pt x="326" y="2400"/>
                    <a:pt x="11" y="3234"/>
                    <a:pt x="0" y="3244"/>
                  </a:cubicBezTo>
                  <a:lnTo>
                    <a:pt x="41" y="3254"/>
                  </a:lnTo>
                  <a:cubicBezTo>
                    <a:pt x="52" y="3244"/>
                    <a:pt x="357" y="2420"/>
                    <a:pt x="936" y="1892"/>
                  </a:cubicBezTo>
                  <a:cubicBezTo>
                    <a:pt x="1556" y="1322"/>
                    <a:pt x="2268" y="519"/>
                    <a:pt x="2644" y="21"/>
                  </a:cubicBezTo>
                  <a:lnTo>
                    <a:pt x="2603" y="0"/>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 name="Google Shape;1203;p31">
              <a:extLst>
                <a:ext uri="{FF2B5EF4-FFF2-40B4-BE49-F238E27FC236}">
                  <a16:creationId xmlns:a16="http://schemas.microsoft.com/office/drawing/2014/main" id="{065EB284-B210-447F-9955-CF757C79E603}"/>
                </a:ext>
              </a:extLst>
            </p:cNvPr>
            <p:cNvSpPr/>
            <p:nvPr/>
          </p:nvSpPr>
          <p:spPr>
            <a:xfrm>
              <a:off x="2769650" y="4736275"/>
              <a:ext cx="68675" cy="132975"/>
            </a:xfrm>
            <a:custGeom>
              <a:avLst/>
              <a:gdLst/>
              <a:ahLst/>
              <a:cxnLst/>
              <a:rect l="l" t="t" r="r" b="b"/>
              <a:pathLst>
                <a:path w="2747" h="5319" extrusionOk="0">
                  <a:moveTo>
                    <a:pt x="11" y="0"/>
                  </a:moveTo>
                  <a:lnTo>
                    <a:pt x="1" y="41"/>
                  </a:lnTo>
                  <a:cubicBezTo>
                    <a:pt x="112" y="72"/>
                    <a:pt x="272" y="121"/>
                    <a:pt x="461" y="201"/>
                  </a:cubicBezTo>
                  <a:lnTo>
                    <a:pt x="461" y="201"/>
                  </a:lnTo>
                  <a:cubicBezTo>
                    <a:pt x="459" y="198"/>
                    <a:pt x="459" y="194"/>
                    <a:pt x="459" y="194"/>
                  </a:cubicBezTo>
                  <a:lnTo>
                    <a:pt x="479" y="163"/>
                  </a:lnTo>
                  <a:cubicBezTo>
                    <a:pt x="286" y="82"/>
                    <a:pt x="123" y="31"/>
                    <a:pt x="11" y="0"/>
                  </a:cubicBezTo>
                  <a:close/>
                  <a:moveTo>
                    <a:pt x="461" y="201"/>
                  </a:moveTo>
                  <a:cubicBezTo>
                    <a:pt x="463" y="202"/>
                    <a:pt x="465" y="204"/>
                    <a:pt x="469" y="204"/>
                  </a:cubicBezTo>
                  <a:cubicBezTo>
                    <a:pt x="466" y="203"/>
                    <a:pt x="464" y="202"/>
                    <a:pt x="461" y="201"/>
                  </a:cubicBezTo>
                  <a:close/>
                  <a:moveTo>
                    <a:pt x="479" y="163"/>
                  </a:moveTo>
                  <a:cubicBezTo>
                    <a:pt x="499" y="174"/>
                    <a:pt x="560" y="214"/>
                    <a:pt x="652" y="285"/>
                  </a:cubicBezTo>
                  <a:cubicBezTo>
                    <a:pt x="1343" y="590"/>
                    <a:pt x="2248" y="1211"/>
                    <a:pt x="2309" y="2298"/>
                  </a:cubicBezTo>
                  <a:cubicBezTo>
                    <a:pt x="2339" y="3010"/>
                    <a:pt x="2400" y="3854"/>
                    <a:pt x="2502" y="4495"/>
                  </a:cubicBezTo>
                  <a:cubicBezTo>
                    <a:pt x="2543" y="4566"/>
                    <a:pt x="2563" y="4617"/>
                    <a:pt x="2563" y="4617"/>
                  </a:cubicBezTo>
                  <a:lnTo>
                    <a:pt x="2533" y="4637"/>
                  </a:lnTo>
                  <a:lnTo>
                    <a:pt x="2522" y="4627"/>
                  </a:lnTo>
                  <a:lnTo>
                    <a:pt x="2522" y="4627"/>
                  </a:lnTo>
                  <a:cubicBezTo>
                    <a:pt x="2574" y="4922"/>
                    <a:pt x="2635" y="5156"/>
                    <a:pt x="2705" y="5318"/>
                  </a:cubicBezTo>
                  <a:lnTo>
                    <a:pt x="2746" y="5308"/>
                  </a:lnTo>
                  <a:cubicBezTo>
                    <a:pt x="2563" y="4891"/>
                    <a:pt x="2431" y="3823"/>
                    <a:pt x="2350" y="2298"/>
                  </a:cubicBezTo>
                  <a:cubicBezTo>
                    <a:pt x="2278" y="1078"/>
                    <a:pt x="1201" y="448"/>
                    <a:pt x="479" y="163"/>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1204;p31">
              <a:extLst>
                <a:ext uri="{FF2B5EF4-FFF2-40B4-BE49-F238E27FC236}">
                  <a16:creationId xmlns:a16="http://schemas.microsoft.com/office/drawing/2014/main" id="{70D988C1-DF8B-47C8-886B-2291B81684CD}"/>
                </a:ext>
              </a:extLst>
            </p:cNvPr>
            <p:cNvSpPr/>
            <p:nvPr/>
          </p:nvSpPr>
          <p:spPr>
            <a:xfrm>
              <a:off x="2781100" y="4740350"/>
              <a:ext cx="52650" cy="111850"/>
            </a:xfrm>
            <a:custGeom>
              <a:avLst/>
              <a:gdLst/>
              <a:ahLst/>
              <a:cxnLst/>
              <a:rect l="l" t="t" r="r" b="b"/>
              <a:pathLst>
                <a:path w="2106" h="4474" extrusionOk="0">
                  <a:moveTo>
                    <a:pt x="21" y="0"/>
                  </a:moveTo>
                  <a:lnTo>
                    <a:pt x="1" y="31"/>
                  </a:lnTo>
                  <a:cubicBezTo>
                    <a:pt x="1" y="31"/>
                    <a:pt x="1" y="41"/>
                    <a:pt x="11" y="41"/>
                  </a:cubicBezTo>
                  <a:cubicBezTo>
                    <a:pt x="102" y="102"/>
                    <a:pt x="1058" y="722"/>
                    <a:pt x="1149" y="1729"/>
                  </a:cubicBezTo>
                  <a:cubicBezTo>
                    <a:pt x="1160" y="1759"/>
                    <a:pt x="1180" y="1790"/>
                    <a:pt x="1190" y="1821"/>
                  </a:cubicBezTo>
                  <a:lnTo>
                    <a:pt x="1190" y="1780"/>
                  </a:lnTo>
                  <a:cubicBezTo>
                    <a:pt x="1140" y="936"/>
                    <a:pt x="509" y="356"/>
                    <a:pt x="194" y="122"/>
                  </a:cubicBezTo>
                  <a:cubicBezTo>
                    <a:pt x="102" y="51"/>
                    <a:pt x="41" y="11"/>
                    <a:pt x="21" y="0"/>
                  </a:cubicBezTo>
                  <a:close/>
                  <a:moveTo>
                    <a:pt x="1648" y="3468"/>
                  </a:moveTo>
                  <a:lnTo>
                    <a:pt x="1648" y="3468"/>
                  </a:lnTo>
                  <a:cubicBezTo>
                    <a:pt x="1658" y="3518"/>
                    <a:pt x="1658" y="3569"/>
                    <a:pt x="1668" y="3610"/>
                  </a:cubicBezTo>
                  <a:cubicBezTo>
                    <a:pt x="1861" y="4078"/>
                    <a:pt x="2044" y="4423"/>
                    <a:pt x="2064" y="4464"/>
                  </a:cubicBezTo>
                  <a:lnTo>
                    <a:pt x="2075" y="4474"/>
                  </a:lnTo>
                  <a:lnTo>
                    <a:pt x="2105" y="4454"/>
                  </a:lnTo>
                  <a:cubicBezTo>
                    <a:pt x="2105" y="4454"/>
                    <a:pt x="2085" y="4403"/>
                    <a:pt x="2044" y="4332"/>
                  </a:cubicBezTo>
                  <a:cubicBezTo>
                    <a:pt x="1963" y="4169"/>
                    <a:pt x="1811" y="3854"/>
                    <a:pt x="1648" y="3468"/>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 name="Google Shape;1205;p31">
              <a:extLst>
                <a:ext uri="{FF2B5EF4-FFF2-40B4-BE49-F238E27FC236}">
                  <a16:creationId xmlns:a16="http://schemas.microsoft.com/office/drawing/2014/main" id="{1B170C2B-2852-4989-A368-423B0EC58EA1}"/>
                </a:ext>
              </a:extLst>
            </p:cNvPr>
            <p:cNvSpPr/>
            <p:nvPr/>
          </p:nvSpPr>
          <p:spPr>
            <a:xfrm>
              <a:off x="2809825" y="4783550"/>
              <a:ext cx="13000" cy="47050"/>
            </a:xfrm>
            <a:custGeom>
              <a:avLst/>
              <a:gdLst/>
              <a:ahLst/>
              <a:cxnLst/>
              <a:rect l="l" t="t" r="r" b="b"/>
              <a:pathLst>
                <a:path w="520" h="1882" extrusionOk="0">
                  <a:moveTo>
                    <a:pt x="0" y="1"/>
                  </a:moveTo>
                  <a:lnTo>
                    <a:pt x="0" y="52"/>
                  </a:lnTo>
                  <a:cubicBezTo>
                    <a:pt x="31" y="631"/>
                    <a:pt x="285" y="1343"/>
                    <a:pt x="519" y="1882"/>
                  </a:cubicBezTo>
                  <a:cubicBezTo>
                    <a:pt x="509" y="1841"/>
                    <a:pt x="509" y="1790"/>
                    <a:pt x="499" y="1740"/>
                  </a:cubicBezTo>
                  <a:cubicBezTo>
                    <a:pt x="296" y="1231"/>
                    <a:pt x="82" y="621"/>
                    <a:pt x="41" y="93"/>
                  </a:cubicBezTo>
                  <a:cubicBezTo>
                    <a:pt x="31" y="62"/>
                    <a:pt x="11" y="31"/>
                    <a:pt x="0"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 name="Google Shape;1206;p31">
              <a:extLst>
                <a:ext uri="{FF2B5EF4-FFF2-40B4-BE49-F238E27FC236}">
                  <a16:creationId xmlns:a16="http://schemas.microsoft.com/office/drawing/2014/main" id="{4587065B-297D-4F99-A1F5-E16079DD6171}"/>
                </a:ext>
              </a:extLst>
            </p:cNvPr>
            <p:cNvSpPr/>
            <p:nvPr/>
          </p:nvSpPr>
          <p:spPr>
            <a:xfrm>
              <a:off x="2767125" y="4767275"/>
              <a:ext cx="49325" cy="87225"/>
            </a:xfrm>
            <a:custGeom>
              <a:avLst/>
              <a:gdLst/>
              <a:ahLst/>
              <a:cxnLst/>
              <a:rect l="l" t="t" r="r" b="b"/>
              <a:pathLst>
                <a:path w="1973" h="3489" extrusionOk="0">
                  <a:moveTo>
                    <a:pt x="21" y="1"/>
                  </a:moveTo>
                  <a:lnTo>
                    <a:pt x="0" y="32"/>
                  </a:lnTo>
                  <a:cubicBezTo>
                    <a:pt x="509" y="306"/>
                    <a:pt x="946" y="1282"/>
                    <a:pt x="1150" y="2116"/>
                  </a:cubicBezTo>
                  <a:cubicBezTo>
                    <a:pt x="1292" y="2736"/>
                    <a:pt x="1566" y="3193"/>
                    <a:pt x="1943" y="3489"/>
                  </a:cubicBezTo>
                  <a:lnTo>
                    <a:pt x="1973" y="3458"/>
                  </a:lnTo>
                  <a:cubicBezTo>
                    <a:pt x="1597" y="3173"/>
                    <a:pt x="1333" y="2716"/>
                    <a:pt x="1190" y="2106"/>
                  </a:cubicBezTo>
                  <a:cubicBezTo>
                    <a:pt x="976" y="1262"/>
                    <a:pt x="539" y="276"/>
                    <a:pt x="21"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 name="Google Shape;1207;p31">
              <a:extLst>
                <a:ext uri="{FF2B5EF4-FFF2-40B4-BE49-F238E27FC236}">
                  <a16:creationId xmlns:a16="http://schemas.microsoft.com/office/drawing/2014/main" id="{A38CFFD5-F27F-408B-8D4B-A32B72C72B5B}"/>
                </a:ext>
              </a:extLst>
            </p:cNvPr>
            <p:cNvSpPr/>
            <p:nvPr/>
          </p:nvSpPr>
          <p:spPr>
            <a:xfrm>
              <a:off x="2565300" y="5377350"/>
              <a:ext cx="254975" cy="11700"/>
            </a:xfrm>
            <a:custGeom>
              <a:avLst/>
              <a:gdLst/>
              <a:ahLst/>
              <a:cxnLst/>
              <a:rect l="l" t="t" r="r" b="b"/>
              <a:pathLst>
                <a:path w="10199" h="468" extrusionOk="0">
                  <a:moveTo>
                    <a:pt x="0" y="0"/>
                  </a:moveTo>
                  <a:lnTo>
                    <a:pt x="51" y="366"/>
                  </a:lnTo>
                  <a:cubicBezTo>
                    <a:pt x="61" y="427"/>
                    <a:pt x="112" y="468"/>
                    <a:pt x="163" y="468"/>
                  </a:cubicBezTo>
                  <a:lnTo>
                    <a:pt x="10036" y="468"/>
                  </a:lnTo>
                  <a:cubicBezTo>
                    <a:pt x="10097" y="468"/>
                    <a:pt x="10147" y="427"/>
                    <a:pt x="10158" y="366"/>
                  </a:cubicBezTo>
                  <a:lnTo>
                    <a:pt x="10199" y="0"/>
                  </a:lnTo>
                  <a:close/>
                </a:path>
              </a:pathLst>
            </a:custGeom>
            <a:solidFill>
              <a:srgbClr val="82A5F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 name="Google Shape;1208;p31">
              <a:extLst>
                <a:ext uri="{FF2B5EF4-FFF2-40B4-BE49-F238E27FC236}">
                  <a16:creationId xmlns:a16="http://schemas.microsoft.com/office/drawing/2014/main" id="{A5C5963C-36BB-4DB6-B83D-2EC136E7ACC8}"/>
                </a:ext>
              </a:extLst>
            </p:cNvPr>
            <p:cNvSpPr/>
            <p:nvPr/>
          </p:nvSpPr>
          <p:spPr>
            <a:xfrm>
              <a:off x="2544700" y="5193300"/>
              <a:ext cx="296425" cy="184075"/>
            </a:xfrm>
            <a:custGeom>
              <a:avLst/>
              <a:gdLst/>
              <a:ahLst/>
              <a:cxnLst/>
              <a:rect l="l" t="t" r="r" b="b"/>
              <a:pathLst>
                <a:path w="11857" h="7363" extrusionOk="0">
                  <a:moveTo>
                    <a:pt x="377" y="1"/>
                  </a:moveTo>
                  <a:cubicBezTo>
                    <a:pt x="286" y="1"/>
                    <a:pt x="194" y="41"/>
                    <a:pt x="133" y="113"/>
                  </a:cubicBezTo>
                  <a:lnTo>
                    <a:pt x="31" y="204"/>
                  </a:lnTo>
                  <a:cubicBezTo>
                    <a:pt x="11" y="224"/>
                    <a:pt x="1" y="265"/>
                    <a:pt x="1" y="296"/>
                  </a:cubicBezTo>
                  <a:lnTo>
                    <a:pt x="580" y="7251"/>
                  </a:lnTo>
                  <a:cubicBezTo>
                    <a:pt x="591" y="7312"/>
                    <a:pt x="641" y="7362"/>
                    <a:pt x="702" y="7362"/>
                  </a:cubicBezTo>
                  <a:lnTo>
                    <a:pt x="11154" y="7362"/>
                  </a:lnTo>
                  <a:cubicBezTo>
                    <a:pt x="11215" y="7362"/>
                    <a:pt x="11267" y="7312"/>
                    <a:pt x="11276" y="7251"/>
                  </a:cubicBezTo>
                  <a:lnTo>
                    <a:pt x="11856" y="296"/>
                  </a:lnTo>
                  <a:cubicBezTo>
                    <a:pt x="11856" y="265"/>
                    <a:pt x="11846" y="224"/>
                    <a:pt x="11816" y="204"/>
                  </a:cubicBezTo>
                  <a:lnTo>
                    <a:pt x="11724" y="113"/>
                  </a:lnTo>
                  <a:cubicBezTo>
                    <a:pt x="11653" y="41"/>
                    <a:pt x="11572" y="1"/>
                    <a:pt x="11470"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 name="Google Shape;1209;p31">
              <a:extLst>
                <a:ext uri="{FF2B5EF4-FFF2-40B4-BE49-F238E27FC236}">
                  <a16:creationId xmlns:a16="http://schemas.microsoft.com/office/drawing/2014/main" id="{BEC3D240-9720-4337-94B3-CB2A54D2D175}"/>
                </a:ext>
              </a:extLst>
            </p:cNvPr>
            <p:cNvSpPr/>
            <p:nvPr/>
          </p:nvSpPr>
          <p:spPr>
            <a:xfrm>
              <a:off x="2544700" y="5199400"/>
              <a:ext cx="296425" cy="177975"/>
            </a:xfrm>
            <a:custGeom>
              <a:avLst/>
              <a:gdLst/>
              <a:ahLst/>
              <a:cxnLst/>
              <a:rect l="l" t="t" r="r" b="b"/>
              <a:pathLst>
                <a:path w="11857" h="7119" extrusionOk="0">
                  <a:moveTo>
                    <a:pt x="123" y="1"/>
                  </a:moveTo>
                  <a:cubicBezTo>
                    <a:pt x="51" y="1"/>
                    <a:pt x="1" y="62"/>
                    <a:pt x="11" y="123"/>
                  </a:cubicBezTo>
                  <a:lnTo>
                    <a:pt x="580" y="7007"/>
                  </a:lnTo>
                  <a:cubicBezTo>
                    <a:pt x="591" y="7068"/>
                    <a:pt x="641" y="7118"/>
                    <a:pt x="702" y="7118"/>
                  </a:cubicBezTo>
                  <a:lnTo>
                    <a:pt x="11154" y="7118"/>
                  </a:lnTo>
                  <a:cubicBezTo>
                    <a:pt x="11215" y="7118"/>
                    <a:pt x="11267" y="7068"/>
                    <a:pt x="11276" y="7007"/>
                  </a:cubicBezTo>
                  <a:lnTo>
                    <a:pt x="11846" y="123"/>
                  </a:lnTo>
                  <a:cubicBezTo>
                    <a:pt x="11856" y="62"/>
                    <a:pt x="11795" y="1"/>
                    <a:pt x="11724" y="1"/>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 name="Google Shape;1210;p31">
              <a:extLst>
                <a:ext uri="{FF2B5EF4-FFF2-40B4-BE49-F238E27FC236}">
                  <a16:creationId xmlns:a16="http://schemas.microsoft.com/office/drawing/2014/main" id="{B9F22D61-D8AF-4F49-9C4B-79FA1D7C5FF2}"/>
                </a:ext>
              </a:extLst>
            </p:cNvPr>
            <p:cNvSpPr/>
            <p:nvPr/>
          </p:nvSpPr>
          <p:spPr>
            <a:xfrm>
              <a:off x="2658825" y="5267800"/>
              <a:ext cx="68150" cy="40925"/>
            </a:xfrm>
            <a:custGeom>
              <a:avLst/>
              <a:gdLst/>
              <a:ahLst/>
              <a:cxnLst/>
              <a:rect l="l" t="t" r="r" b="b"/>
              <a:pathLst>
                <a:path w="2726" h="1637" extrusionOk="0">
                  <a:moveTo>
                    <a:pt x="32" y="0"/>
                  </a:moveTo>
                  <a:cubicBezTo>
                    <a:pt x="11" y="0"/>
                    <a:pt x="1" y="21"/>
                    <a:pt x="1" y="30"/>
                  </a:cubicBezTo>
                  <a:lnTo>
                    <a:pt x="133" y="1617"/>
                  </a:lnTo>
                  <a:cubicBezTo>
                    <a:pt x="133" y="1627"/>
                    <a:pt x="143" y="1637"/>
                    <a:pt x="163" y="1637"/>
                  </a:cubicBezTo>
                  <a:lnTo>
                    <a:pt x="2563" y="1637"/>
                  </a:lnTo>
                  <a:cubicBezTo>
                    <a:pt x="2574" y="1637"/>
                    <a:pt x="2583" y="1627"/>
                    <a:pt x="2594" y="1617"/>
                  </a:cubicBezTo>
                  <a:lnTo>
                    <a:pt x="2726" y="30"/>
                  </a:lnTo>
                  <a:cubicBezTo>
                    <a:pt x="2726" y="21"/>
                    <a:pt x="2705" y="0"/>
                    <a:pt x="2696" y="0"/>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 name="Google Shape;1211;p31">
              <a:extLst>
                <a:ext uri="{FF2B5EF4-FFF2-40B4-BE49-F238E27FC236}">
                  <a16:creationId xmlns:a16="http://schemas.microsoft.com/office/drawing/2014/main" id="{7F1C2BAC-A8C6-499C-A136-A1EA44A9DB61}"/>
                </a:ext>
              </a:extLst>
            </p:cNvPr>
            <p:cNvSpPr/>
            <p:nvPr/>
          </p:nvSpPr>
          <p:spPr>
            <a:xfrm>
              <a:off x="2658825" y="5268050"/>
              <a:ext cx="68150" cy="40675"/>
            </a:xfrm>
            <a:custGeom>
              <a:avLst/>
              <a:gdLst/>
              <a:ahLst/>
              <a:cxnLst/>
              <a:rect l="l" t="t" r="r" b="b"/>
              <a:pathLst>
                <a:path w="2726" h="1627" extrusionOk="0">
                  <a:moveTo>
                    <a:pt x="11" y="0"/>
                  </a:moveTo>
                  <a:cubicBezTo>
                    <a:pt x="11" y="11"/>
                    <a:pt x="1" y="11"/>
                    <a:pt x="1" y="20"/>
                  </a:cubicBezTo>
                  <a:lnTo>
                    <a:pt x="133" y="1607"/>
                  </a:lnTo>
                  <a:cubicBezTo>
                    <a:pt x="133" y="1617"/>
                    <a:pt x="143" y="1627"/>
                    <a:pt x="163" y="1627"/>
                  </a:cubicBezTo>
                  <a:lnTo>
                    <a:pt x="2563" y="1627"/>
                  </a:lnTo>
                  <a:cubicBezTo>
                    <a:pt x="2574" y="1627"/>
                    <a:pt x="2583" y="1617"/>
                    <a:pt x="2594" y="1607"/>
                  </a:cubicBezTo>
                  <a:lnTo>
                    <a:pt x="2726" y="20"/>
                  </a:lnTo>
                  <a:cubicBezTo>
                    <a:pt x="2726" y="11"/>
                    <a:pt x="2716" y="11"/>
                    <a:pt x="2716" y="0"/>
                  </a:cubicBezTo>
                  <a:lnTo>
                    <a:pt x="2594" y="1485"/>
                  </a:lnTo>
                  <a:cubicBezTo>
                    <a:pt x="2583" y="1495"/>
                    <a:pt x="2574" y="1505"/>
                    <a:pt x="2563" y="1505"/>
                  </a:cubicBezTo>
                  <a:lnTo>
                    <a:pt x="163" y="1505"/>
                  </a:lnTo>
                  <a:cubicBezTo>
                    <a:pt x="143" y="1505"/>
                    <a:pt x="133" y="1495"/>
                    <a:pt x="133" y="1485"/>
                  </a:cubicBezTo>
                  <a:lnTo>
                    <a:pt x="11" y="0"/>
                  </a:lnTo>
                  <a:close/>
                </a:path>
              </a:pathLst>
            </a:custGeom>
            <a:solidFill>
              <a:srgbClr val="9EB9F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409150790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39" name="Google Shape;2144;p42">
            <a:extLst>
              <a:ext uri="{FF2B5EF4-FFF2-40B4-BE49-F238E27FC236}">
                <a16:creationId xmlns:a16="http://schemas.microsoft.com/office/drawing/2014/main" id="{1D27258A-2791-4458-8FFE-08F0CBF0A556}"/>
              </a:ext>
            </a:extLst>
          </p:cNvPr>
          <p:cNvSpPr/>
          <p:nvPr/>
        </p:nvSpPr>
        <p:spPr>
          <a:xfrm>
            <a:off x="2812921" y="14781910"/>
            <a:ext cx="4159168" cy="875382"/>
          </a:xfrm>
          <a:custGeom>
            <a:avLst/>
            <a:gdLst/>
            <a:ahLst/>
            <a:cxnLst/>
            <a:rect l="l" t="t" r="r" b="b"/>
            <a:pathLst>
              <a:path w="9020" h="905" extrusionOk="0">
                <a:moveTo>
                  <a:pt x="4505" y="0"/>
                </a:moveTo>
                <a:cubicBezTo>
                  <a:pt x="2013" y="0"/>
                  <a:pt x="0" y="204"/>
                  <a:pt x="0" y="457"/>
                </a:cubicBezTo>
                <a:cubicBezTo>
                  <a:pt x="0" y="701"/>
                  <a:pt x="2013" y="905"/>
                  <a:pt x="4505" y="905"/>
                </a:cubicBezTo>
                <a:cubicBezTo>
                  <a:pt x="6995" y="905"/>
                  <a:pt x="9019" y="701"/>
                  <a:pt x="9019" y="457"/>
                </a:cubicBezTo>
                <a:cubicBezTo>
                  <a:pt x="9019" y="204"/>
                  <a:pt x="6995" y="0"/>
                  <a:pt x="4505" y="0"/>
                </a:cubicBezTo>
                <a:close/>
              </a:path>
            </a:pathLst>
          </a:custGeom>
          <a:solidFill>
            <a:schemeClr val="bg2">
              <a:lumMod val="40000"/>
              <a:lumOff val="60000"/>
              <a:alpha val="252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CuadroTexto 19">
            <a:extLst>
              <a:ext uri="{FF2B5EF4-FFF2-40B4-BE49-F238E27FC236}">
                <a16:creationId xmlns:a16="http://schemas.microsoft.com/office/drawing/2014/main" id="{C6714114-A6CC-4A7F-B218-0012DB368940}"/>
              </a:ext>
            </a:extLst>
          </p:cNvPr>
          <p:cNvSpPr txBox="1"/>
          <p:nvPr/>
        </p:nvSpPr>
        <p:spPr>
          <a:xfrm>
            <a:off x="6033019" y="4684627"/>
            <a:ext cx="17587446" cy="77155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 </a:t>
            </a:r>
          </a:p>
          <a:p>
            <a:pPr algn="just">
              <a:defRPr/>
            </a:pPr>
            <a:endParaRPr lang="es-ES" sz="4400" b="0" dirty="0">
              <a:solidFill>
                <a:srgbClr val="000000">
                  <a:lumMod val="65000"/>
                  <a:lumOff val="35000"/>
                </a:srgbClr>
              </a:solidFill>
              <a:latin typeface="Daytona Condensed" panose="020B0506030503040204" pitchFamily="34" charset="0"/>
              <a:cs typeface="Calibri" panose="020F0502020204030204" pitchFamily="34" charset="0"/>
            </a:endParaRPr>
          </a:p>
          <a:p>
            <a:pPr algn="just">
              <a:defRPr/>
            </a:pPr>
            <a:r>
              <a:rPr lang="es-ES" sz="4400" b="0" dirty="0">
                <a:solidFill>
                  <a:srgbClr val="000000">
                    <a:lumMod val="65000"/>
                    <a:lumOff val="35000"/>
                  </a:srgbClr>
                </a:solidFill>
                <a:latin typeface="Daytona Condensed" panose="020B0506030503040204" pitchFamily="34" charset="0"/>
                <a:cs typeface="Calibri" panose="020F0502020204030204" pitchFamily="34" charset="0"/>
              </a:rPr>
              <a:t>3. Subcarpetas con los nombres de los meses del año (2. Febrero a 12. DICIEMBRE) en donde deberán cargar un único archivo en formato pdf por cada aprendiz en donde se consolidan todos los documentos relacionados más adelante. Para nombrar el documento se debe tener en cuenta el consecutivo de la base de Excel RELACIÓN COMITÉS 2022, y quedará con la siguiente información: “CONSECUTIVO (guion bajo) APELLIDOS NOMBRES (guion bajo) FICHA”. Ejemplo: si el aprendiz Juan Perez de la ficha 1234567 está en el consecutivo 10 su pdf consolidado será nombrado así: 10_PEREZ JUAN_1234567.pdf </a:t>
            </a:r>
          </a:p>
          <a:p>
            <a:pPr algn="just">
              <a:defRPr/>
            </a:pPr>
            <a:endParaRPr lang="es-ES" sz="4800" b="0" dirty="0">
              <a:solidFill>
                <a:srgbClr val="000000">
                  <a:lumMod val="65000"/>
                  <a:lumOff val="35000"/>
                </a:srgbClr>
              </a:solidFill>
              <a:latin typeface="Daytona Condensed" panose="020B0506030503040204" pitchFamily="34" charset="0"/>
              <a:cs typeface="Calibri" panose="020F0502020204030204" pitchFamily="34" charset="0"/>
            </a:endParaRPr>
          </a:p>
        </p:txBody>
      </p:sp>
      <p:sp>
        <p:nvSpPr>
          <p:cNvPr id="5" name="Rectángulo 4">
            <a:extLst>
              <a:ext uri="{FF2B5EF4-FFF2-40B4-BE49-F238E27FC236}">
                <a16:creationId xmlns:a16="http://schemas.microsoft.com/office/drawing/2014/main" id="{822B6C71-02DE-4708-9E6C-362C021A6F56}"/>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6602677-529B-44DA-BB41-EB7846A5C1DE}"/>
              </a:ext>
            </a:extLst>
          </p:cNvPr>
          <p:cNvSpPr txBox="1"/>
          <p:nvPr/>
        </p:nvSpPr>
        <p:spPr>
          <a:xfrm>
            <a:off x="636282" y="684972"/>
            <a:ext cx="19692151"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Debido Proceso Programación Comités</a:t>
            </a:r>
          </a:p>
        </p:txBody>
      </p:sp>
      <p:grpSp>
        <p:nvGrpSpPr>
          <p:cNvPr id="240" name="Google Shape;4580;p66">
            <a:extLst>
              <a:ext uri="{FF2B5EF4-FFF2-40B4-BE49-F238E27FC236}">
                <a16:creationId xmlns:a16="http://schemas.microsoft.com/office/drawing/2014/main" id="{75251551-B9EE-4416-AE60-D67EF18AF623}"/>
              </a:ext>
            </a:extLst>
          </p:cNvPr>
          <p:cNvGrpSpPr/>
          <p:nvPr/>
        </p:nvGrpSpPr>
        <p:grpSpPr>
          <a:xfrm>
            <a:off x="17893487" y="2492711"/>
            <a:ext cx="2434946" cy="2151364"/>
            <a:chOff x="5856100" y="2212650"/>
            <a:chExt cx="522825" cy="450925"/>
          </a:xfrm>
        </p:grpSpPr>
        <p:sp>
          <p:nvSpPr>
            <p:cNvPr id="241" name="Google Shape;4581;p66">
              <a:extLst>
                <a:ext uri="{FF2B5EF4-FFF2-40B4-BE49-F238E27FC236}">
                  <a16:creationId xmlns:a16="http://schemas.microsoft.com/office/drawing/2014/main" id="{B7A84CD3-6465-41CC-8759-27AD40687DCD}"/>
                </a:ext>
              </a:extLst>
            </p:cNvPr>
            <p:cNvSpPr/>
            <p:nvPr/>
          </p:nvSpPr>
          <p:spPr>
            <a:xfrm>
              <a:off x="5999225" y="2524625"/>
              <a:ext cx="132025" cy="138950"/>
            </a:xfrm>
            <a:custGeom>
              <a:avLst/>
              <a:gdLst/>
              <a:ahLst/>
              <a:cxnLst/>
              <a:rect l="l" t="t" r="r" b="b"/>
              <a:pathLst>
                <a:path w="5281" h="5558" extrusionOk="0">
                  <a:moveTo>
                    <a:pt x="2619" y="0"/>
                  </a:moveTo>
                  <a:cubicBezTo>
                    <a:pt x="2555" y="0"/>
                    <a:pt x="2492" y="4"/>
                    <a:pt x="2430" y="12"/>
                  </a:cubicBezTo>
                  <a:cubicBezTo>
                    <a:pt x="2325" y="24"/>
                    <a:pt x="2209" y="48"/>
                    <a:pt x="2103" y="59"/>
                  </a:cubicBezTo>
                  <a:cubicBezTo>
                    <a:pt x="1975" y="82"/>
                    <a:pt x="1799" y="176"/>
                    <a:pt x="1682" y="235"/>
                  </a:cubicBezTo>
                  <a:cubicBezTo>
                    <a:pt x="1612" y="258"/>
                    <a:pt x="1542" y="305"/>
                    <a:pt x="1472" y="339"/>
                  </a:cubicBezTo>
                  <a:cubicBezTo>
                    <a:pt x="1122" y="550"/>
                    <a:pt x="807" y="865"/>
                    <a:pt x="573" y="1204"/>
                  </a:cubicBezTo>
                  <a:cubicBezTo>
                    <a:pt x="176" y="1788"/>
                    <a:pt x="0" y="2512"/>
                    <a:pt x="94" y="3213"/>
                  </a:cubicBezTo>
                  <a:cubicBezTo>
                    <a:pt x="129" y="3529"/>
                    <a:pt x="187" y="3821"/>
                    <a:pt x="269" y="4124"/>
                  </a:cubicBezTo>
                  <a:cubicBezTo>
                    <a:pt x="351" y="4393"/>
                    <a:pt x="444" y="4674"/>
                    <a:pt x="526" y="4942"/>
                  </a:cubicBezTo>
                  <a:cubicBezTo>
                    <a:pt x="608" y="5165"/>
                    <a:pt x="737" y="5339"/>
                    <a:pt x="935" y="5456"/>
                  </a:cubicBezTo>
                  <a:cubicBezTo>
                    <a:pt x="1063" y="5524"/>
                    <a:pt x="1200" y="5558"/>
                    <a:pt x="1337" y="5558"/>
                  </a:cubicBezTo>
                  <a:cubicBezTo>
                    <a:pt x="1414" y="5558"/>
                    <a:pt x="1490" y="5547"/>
                    <a:pt x="1566" y="5526"/>
                  </a:cubicBezTo>
                  <a:cubicBezTo>
                    <a:pt x="1998" y="5409"/>
                    <a:pt x="2302" y="4931"/>
                    <a:pt x="2162" y="4498"/>
                  </a:cubicBezTo>
                  <a:cubicBezTo>
                    <a:pt x="2010" y="4054"/>
                    <a:pt x="1869" y="3622"/>
                    <a:pt x="1788" y="3179"/>
                  </a:cubicBezTo>
                  <a:cubicBezTo>
                    <a:pt x="1765" y="3026"/>
                    <a:pt x="1765" y="2875"/>
                    <a:pt x="1776" y="2722"/>
                  </a:cubicBezTo>
                  <a:cubicBezTo>
                    <a:pt x="1788" y="2606"/>
                    <a:pt x="1823" y="2501"/>
                    <a:pt x="1858" y="2384"/>
                  </a:cubicBezTo>
                  <a:cubicBezTo>
                    <a:pt x="1893" y="2302"/>
                    <a:pt x="1940" y="2221"/>
                    <a:pt x="1998" y="2138"/>
                  </a:cubicBezTo>
                  <a:cubicBezTo>
                    <a:pt x="2056" y="2068"/>
                    <a:pt x="2126" y="1998"/>
                    <a:pt x="2209" y="1928"/>
                  </a:cubicBezTo>
                  <a:lnTo>
                    <a:pt x="2267" y="1881"/>
                  </a:lnTo>
                  <a:cubicBezTo>
                    <a:pt x="2349" y="1823"/>
                    <a:pt x="2430" y="1777"/>
                    <a:pt x="2512" y="1730"/>
                  </a:cubicBezTo>
                  <a:lnTo>
                    <a:pt x="2559" y="1718"/>
                  </a:lnTo>
                  <a:lnTo>
                    <a:pt x="2570" y="1718"/>
                  </a:lnTo>
                  <a:lnTo>
                    <a:pt x="2676" y="1741"/>
                  </a:lnTo>
                  <a:cubicBezTo>
                    <a:pt x="2827" y="1823"/>
                    <a:pt x="2968" y="1917"/>
                    <a:pt x="3108" y="2010"/>
                  </a:cubicBezTo>
                  <a:cubicBezTo>
                    <a:pt x="3341" y="2185"/>
                    <a:pt x="3540" y="2395"/>
                    <a:pt x="3751" y="2582"/>
                  </a:cubicBezTo>
                  <a:cubicBezTo>
                    <a:pt x="3935" y="2743"/>
                    <a:pt x="4161" y="2828"/>
                    <a:pt x="4385" y="2828"/>
                  </a:cubicBezTo>
                  <a:cubicBezTo>
                    <a:pt x="4616" y="2828"/>
                    <a:pt x="4846" y="2738"/>
                    <a:pt x="5024" y="2548"/>
                  </a:cubicBezTo>
                  <a:cubicBezTo>
                    <a:pt x="5187" y="2384"/>
                    <a:pt x="5281" y="2150"/>
                    <a:pt x="5281" y="1917"/>
                  </a:cubicBezTo>
                  <a:cubicBezTo>
                    <a:pt x="5281" y="1671"/>
                    <a:pt x="5164" y="1461"/>
                    <a:pt x="5000" y="1274"/>
                  </a:cubicBezTo>
                  <a:cubicBezTo>
                    <a:pt x="4779" y="1040"/>
                    <a:pt x="4522" y="853"/>
                    <a:pt x="4265" y="666"/>
                  </a:cubicBezTo>
                  <a:cubicBezTo>
                    <a:pt x="4054" y="526"/>
                    <a:pt x="3844" y="386"/>
                    <a:pt x="3622" y="269"/>
                  </a:cubicBezTo>
                  <a:cubicBezTo>
                    <a:pt x="3411" y="165"/>
                    <a:pt x="3190" y="94"/>
                    <a:pt x="2968" y="36"/>
                  </a:cubicBezTo>
                  <a:cubicBezTo>
                    <a:pt x="2854" y="13"/>
                    <a:pt x="2736"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4582;p66">
              <a:extLst>
                <a:ext uri="{FF2B5EF4-FFF2-40B4-BE49-F238E27FC236}">
                  <a16:creationId xmlns:a16="http://schemas.microsoft.com/office/drawing/2014/main" id="{92B5DF69-F1E7-481F-8F38-6F48D3BF6923}"/>
                </a:ext>
              </a:extLst>
            </p:cNvPr>
            <p:cNvSpPr/>
            <p:nvPr/>
          </p:nvSpPr>
          <p:spPr>
            <a:xfrm>
              <a:off x="6229075" y="2410075"/>
              <a:ext cx="105450" cy="121300"/>
            </a:xfrm>
            <a:custGeom>
              <a:avLst/>
              <a:gdLst/>
              <a:ahLst/>
              <a:cxnLst/>
              <a:rect l="l" t="t" r="r" b="b"/>
              <a:pathLst>
                <a:path w="4218" h="4852" extrusionOk="0">
                  <a:moveTo>
                    <a:pt x="2340" y="1"/>
                  </a:moveTo>
                  <a:cubicBezTo>
                    <a:pt x="2225" y="1"/>
                    <a:pt x="2109" y="13"/>
                    <a:pt x="1998" y="38"/>
                  </a:cubicBezTo>
                  <a:cubicBezTo>
                    <a:pt x="1776" y="97"/>
                    <a:pt x="1566" y="190"/>
                    <a:pt x="1367" y="295"/>
                  </a:cubicBezTo>
                  <a:lnTo>
                    <a:pt x="1297" y="331"/>
                  </a:lnTo>
                  <a:cubicBezTo>
                    <a:pt x="1146" y="424"/>
                    <a:pt x="1005" y="541"/>
                    <a:pt x="876" y="658"/>
                  </a:cubicBezTo>
                  <a:cubicBezTo>
                    <a:pt x="806" y="716"/>
                    <a:pt x="736" y="786"/>
                    <a:pt x="678" y="856"/>
                  </a:cubicBezTo>
                  <a:cubicBezTo>
                    <a:pt x="409" y="1172"/>
                    <a:pt x="175" y="1487"/>
                    <a:pt x="82" y="1896"/>
                  </a:cubicBezTo>
                  <a:cubicBezTo>
                    <a:pt x="1" y="2281"/>
                    <a:pt x="71" y="2655"/>
                    <a:pt x="152" y="3041"/>
                  </a:cubicBezTo>
                  <a:cubicBezTo>
                    <a:pt x="234" y="3449"/>
                    <a:pt x="386" y="3859"/>
                    <a:pt x="515" y="4256"/>
                  </a:cubicBezTo>
                  <a:cubicBezTo>
                    <a:pt x="585" y="4466"/>
                    <a:pt x="713" y="4641"/>
                    <a:pt x="912" y="4758"/>
                  </a:cubicBezTo>
                  <a:cubicBezTo>
                    <a:pt x="1036" y="4820"/>
                    <a:pt x="1176" y="4851"/>
                    <a:pt x="1315" y="4851"/>
                  </a:cubicBezTo>
                  <a:cubicBezTo>
                    <a:pt x="1384" y="4851"/>
                    <a:pt x="1453" y="4843"/>
                    <a:pt x="1519" y="4828"/>
                  </a:cubicBezTo>
                  <a:cubicBezTo>
                    <a:pt x="1928" y="4711"/>
                    <a:pt x="2220" y="4244"/>
                    <a:pt x="2091" y="3823"/>
                  </a:cubicBezTo>
                  <a:cubicBezTo>
                    <a:pt x="1940" y="3356"/>
                    <a:pt x="1764" y="2889"/>
                    <a:pt x="1671" y="2410"/>
                  </a:cubicBezTo>
                  <a:lnTo>
                    <a:pt x="1671" y="2247"/>
                  </a:lnTo>
                  <a:lnTo>
                    <a:pt x="1671" y="2223"/>
                  </a:lnTo>
                  <a:lnTo>
                    <a:pt x="1730" y="2130"/>
                  </a:lnTo>
                  <a:cubicBezTo>
                    <a:pt x="1823" y="2024"/>
                    <a:pt x="1917" y="1919"/>
                    <a:pt x="2021" y="1826"/>
                  </a:cubicBezTo>
                  <a:cubicBezTo>
                    <a:pt x="2091" y="1779"/>
                    <a:pt x="2161" y="1744"/>
                    <a:pt x="2232" y="1709"/>
                  </a:cubicBezTo>
                  <a:lnTo>
                    <a:pt x="2278" y="1686"/>
                  </a:lnTo>
                  <a:cubicBezTo>
                    <a:pt x="2360" y="1779"/>
                    <a:pt x="2442" y="1873"/>
                    <a:pt x="2524" y="1977"/>
                  </a:cubicBezTo>
                  <a:cubicBezTo>
                    <a:pt x="2571" y="2036"/>
                    <a:pt x="2617" y="2094"/>
                    <a:pt x="2664" y="2141"/>
                  </a:cubicBezTo>
                  <a:cubicBezTo>
                    <a:pt x="2769" y="2270"/>
                    <a:pt x="2898" y="2351"/>
                    <a:pt x="3026" y="2445"/>
                  </a:cubicBezTo>
                  <a:cubicBezTo>
                    <a:pt x="3155" y="2515"/>
                    <a:pt x="3283" y="2550"/>
                    <a:pt x="3423" y="2550"/>
                  </a:cubicBezTo>
                  <a:cubicBezTo>
                    <a:pt x="3633" y="2550"/>
                    <a:pt x="3844" y="2457"/>
                    <a:pt x="3996" y="2293"/>
                  </a:cubicBezTo>
                  <a:cubicBezTo>
                    <a:pt x="4089" y="2200"/>
                    <a:pt x="4160" y="2071"/>
                    <a:pt x="4194" y="1943"/>
                  </a:cubicBezTo>
                  <a:cubicBezTo>
                    <a:pt x="4206" y="1873"/>
                    <a:pt x="4206" y="1803"/>
                    <a:pt x="4217" y="1732"/>
                  </a:cubicBezTo>
                  <a:cubicBezTo>
                    <a:pt x="4217" y="1592"/>
                    <a:pt x="4183" y="1452"/>
                    <a:pt x="4101" y="1335"/>
                  </a:cubicBezTo>
                  <a:cubicBezTo>
                    <a:pt x="3996" y="1102"/>
                    <a:pt x="3844" y="903"/>
                    <a:pt x="3680" y="704"/>
                  </a:cubicBezTo>
                  <a:cubicBezTo>
                    <a:pt x="3446" y="424"/>
                    <a:pt x="3155" y="155"/>
                    <a:pt x="2781" y="61"/>
                  </a:cubicBezTo>
                  <a:cubicBezTo>
                    <a:pt x="2642" y="22"/>
                    <a:pt x="2491" y="1"/>
                    <a:pt x="2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4583;p66">
              <a:extLst>
                <a:ext uri="{FF2B5EF4-FFF2-40B4-BE49-F238E27FC236}">
                  <a16:creationId xmlns:a16="http://schemas.microsoft.com/office/drawing/2014/main" id="{353EF45A-F29A-44EA-B9D3-CBBD95D67017}"/>
                </a:ext>
              </a:extLst>
            </p:cNvPr>
            <p:cNvSpPr/>
            <p:nvPr/>
          </p:nvSpPr>
          <p:spPr>
            <a:xfrm>
              <a:off x="6051800" y="2360500"/>
              <a:ext cx="120050" cy="112575"/>
            </a:xfrm>
            <a:custGeom>
              <a:avLst/>
              <a:gdLst/>
              <a:ahLst/>
              <a:cxnLst/>
              <a:rect l="l" t="t" r="r" b="b"/>
              <a:pathLst>
                <a:path w="4802" h="4503" extrusionOk="0">
                  <a:moveTo>
                    <a:pt x="2299" y="1"/>
                  </a:moveTo>
                  <a:cubicBezTo>
                    <a:pt x="1913" y="1"/>
                    <a:pt x="1529" y="107"/>
                    <a:pt x="1204" y="304"/>
                  </a:cubicBezTo>
                  <a:cubicBezTo>
                    <a:pt x="1145" y="339"/>
                    <a:pt x="1098" y="374"/>
                    <a:pt x="1040" y="421"/>
                  </a:cubicBezTo>
                  <a:cubicBezTo>
                    <a:pt x="911" y="502"/>
                    <a:pt x="783" y="608"/>
                    <a:pt x="666" y="713"/>
                  </a:cubicBezTo>
                  <a:cubicBezTo>
                    <a:pt x="514" y="842"/>
                    <a:pt x="397" y="1005"/>
                    <a:pt x="293" y="1169"/>
                  </a:cubicBezTo>
                  <a:cubicBezTo>
                    <a:pt x="210" y="1286"/>
                    <a:pt x="164" y="1437"/>
                    <a:pt x="117" y="1566"/>
                  </a:cubicBezTo>
                  <a:cubicBezTo>
                    <a:pt x="94" y="1636"/>
                    <a:pt x="82" y="1694"/>
                    <a:pt x="59" y="1764"/>
                  </a:cubicBezTo>
                  <a:cubicBezTo>
                    <a:pt x="0" y="2044"/>
                    <a:pt x="23" y="2325"/>
                    <a:pt x="70" y="2605"/>
                  </a:cubicBezTo>
                  <a:cubicBezTo>
                    <a:pt x="164" y="3131"/>
                    <a:pt x="421" y="3610"/>
                    <a:pt x="666" y="4089"/>
                  </a:cubicBezTo>
                  <a:cubicBezTo>
                    <a:pt x="811" y="4363"/>
                    <a:pt x="1108" y="4503"/>
                    <a:pt x="1405" y="4503"/>
                  </a:cubicBezTo>
                  <a:cubicBezTo>
                    <a:pt x="1564" y="4503"/>
                    <a:pt x="1723" y="4463"/>
                    <a:pt x="1858" y="4381"/>
                  </a:cubicBezTo>
                  <a:cubicBezTo>
                    <a:pt x="2056" y="4264"/>
                    <a:pt x="2208" y="4077"/>
                    <a:pt x="2255" y="3856"/>
                  </a:cubicBezTo>
                  <a:cubicBezTo>
                    <a:pt x="2325" y="3622"/>
                    <a:pt x="2266" y="3400"/>
                    <a:pt x="2162" y="3189"/>
                  </a:cubicBezTo>
                  <a:cubicBezTo>
                    <a:pt x="2080" y="3038"/>
                    <a:pt x="1998" y="2874"/>
                    <a:pt x="1928" y="2711"/>
                  </a:cubicBezTo>
                  <a:cubicBezTo>
                    <a:pt x="1869" y="2558"/>
                    <a:pt x="1811" y="2395"/>
                    <a:pt x="1776" y="2231"/>
                  </a:cubicBezTo>
                  <a:lnTo>
                    <a:pt x="1776" y="2138"/>
                  </a:lnTo>
                  <a:lnTo>
                    <a:pt x="1799" y="2057"/>
                  </a:lnTo>
                  <a:lnTo>
                    <a:pt x="1811" y="2021"/>
                  </a:lnTo>
                  <a:cubicBezTo>
                    <a:pt x="1905" y="1928"/>
                    <a:pt x="1986" y="1834"/>
                    <a:pt x="2092" y="1753"/>
                  </a:cubicBezTo>
                  <a:cubicBezTo>
                    <a:pt x="2150" y="1717"/>
                    <a:pt x="2208" y="1671"/>
                    <a:pt x="2266" y="1636"/>
                  </a:cubicBezTo>
                  <a:lnTo>
                    <a:pt x="2313" y="1624"/>
                  </a:lnTo>
                  <a:lnTo>
                    <a:pt x="2523" y="1624"/>
                  </a:lnTo>
                  <a:cubicBezTo>
                    <a:pt x="2687" y="1647"/>
                    <a:pt x="2851" y="1694"/>
                    <a:pt x="3014" y="1741"/>
                  </a:cubicBezTo>
                  <a:lnTo>
                    <a:pt x="3294" y="1881"/>
                  </a:lnTo>
                  <a:cubicBezTo>
                    <a:pt x="3435" y="1963"/>
                    <a:pt x="3564" y="2057"/>
                    <a:pt x="3715" y="2138"/>
                  </a:cubicBezTo>
                  <a:cubicBezTo>
                    <a:pt x="3822" y="2196"/>
                    <a:pt x="3943" y="2225"/>
                    <a:pt x="4065" y="2225"/>
                  </a:cubicBezTo>
                  <a:cubicBezTo>
                    <a:pt x="4261" y="2225"/>
                    <a:pt x="4459" y="2149"/>
                    <a:pt x="4603" y="1998"/>
                  </a:cubicBezTo>
                  <a:cubicBezTo>
                    <a:pt x="4732" y="1858"/>
                    <a:pt x="4802" y="1671"/>
                    <a:pt x="4802" y="1484"/>
                  </a:cubicBezTo>
                  <a:cubicBezTo>
                    <a:pt x="4802" y="1273"/>
                    <a:pt x="4708" y="1110"/>
                    <a:pt x="4580" y="958"/>
                  </a:cubicBezTo>
                  <a:cubicBezTo>
                    <a:pt x="4416" y="772"/>
                    <a:pt x="4194" y="619"/>
                    <a:pt x="3984" y="491"/>
                  </a:cubicBezTo>
                  <a:cubicBezTo>
                    <a:pt x="3762" y="362"/>
                    <a:pt x="3528" y="258"/>
                    <a:pt x="3294" y="187"/>
                  </a:cubicBezTo>
                  <a:cubicBezTo>
                    <a:pt x="3037" y="105"/>
                    <a:pt x="2780" y="47"/>
                    <a:pt x="2512" y="12"/>
                  </a:cubicBezTo>
                  <a:cubicBezTo>
                    <a:pt x="2441" y="4"/>
                    <a:pt x="2370" y="1"/>
                    <a:pt x="2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4584;p66">
              <a:extLst>
                <a:ext uri="{FF2B5EF4-FFF2-40B4-BE49-F238E27FC236}">
                  <a16:creationId xmlns:a16="http://schemas.microsoft.com/office/drawing/2014/main" id="{117E1D6E-5691-45AA-BFC9-1C7C01736DEB}"/>
                </a:ext>
              </a:extLst>
            </p:cNvPr>
            <p:cNvSpPr/>
            <p:nvPr/>
          </p:nvSpPr>
          <p:spPr>
            <a:xfrm>
              <a:off x="6242525" y="2220775"/>
              <a:ext cx="136400" cy="89525"/>
            </a:xfrm>
            <a:custGeom>
              <a:avLst/>
              <a:gdLst/>
              <a:ahLst/>
              <a:cxnLst/>
              <a:rect l="l" t="t" r="r" b="b"/>
              <a:pathLst>
                <a:path w="5456" h="3581" extrusionOk="0">
                  <a:moveTo>
                    <a:pt x="2609" y="1"/>
                  </a:moveTo>
                  <a:cubicBezTo>
                    <a:pt x="2559" y="1"/>
                    <a:pt x="2507" y="2"/>
                    <a:pt x="2453" y="5"/>
                  </a:cubicBezTo>
                  <a:cubicBezTo>
                    <a:pt x="2243" y="29"/>
                    <a:pt x="2021" y="63"/>
                    <a:pt x="1822" y="133"/>
                  </a:cubicBezTo>
                  <a:cubicBezTo>
                    <a:pt x="1682" y="180"/>
                    <a:pt x="1553" y="250"/>
                    <a:pt x="1425" y="320"/>
                  </a:cubicBezTo>
                  <a:cubicBezTo>
                    <a:pt x="1192" y="461"/>
                    <a:pt x="981" y="636"/>
                    <a:pt x="806" y="847"/>
                  </a:cubicBezTo>
                  <a:cubicBezTo>
                    <a:pt x="549" y="1127"/>
                    <a:pt x="362" y="1442"/>
                    <a:pt x="234" y="1804"/>
                  </a:cubicBezTo>
                  <a:cubicBezTo>
                    <a:pt x="140" y="2049"/>
                    <a:pt x="93" y="2318"/>
                    <a:pt x="35" y="2575"/>
                  </a:cubicBezTo>
                  <a:cubicBezTo>
                    <a:pt x="0" y="2786"/>
                    <a:pt x="11" y="2996"/>
                    <a:pt x="128" y="3183"/>
                  </a:cubicBezTo>
                  <a:cubicBezTo>
                    <a:pt x="245" y="3370"/>
                    <a:pt x="421" y="3510"/>
                    <a:pt x="631" y="3557"/>
                  </a:cubicBezTo>
                  <a:cubicBezTo>
                    <a:pt x="692" y="3573"/>
                    <a:pt x="755" y="3580"/>
                    <a:pt x="819" y="3580"/>
                  </a:cubicBezTo>
                  <a:cubicBezTo>
                    <a:pt x="1175" y="3580"/>
                    <a:pt x="1533" y="3339"/>
                    <a:pt x="1612" y="2973"/>
                  </a:cubicBezTo>
                  <a:cubicBezTo>
                    <a:pt x="1647" y="2739"/>
                    <a:pt x="1694" y="2517"/>
                    <a:pt x="1776" y="2295"/>
                  </a:cubicBezTo>
                  <a:cubicBezTo>
                    <a:pt x="1810" y="2202"/>
                    <a:pt x="1857" y="2119"/>
                    <a:pt x="1916" y="2026"/>
                  </a:cubicBezTo>
                  <a:cubicBezTo>
                    <a:pt x="1997" y="1933"/>
                    <a:pt x="2067" y="1851"/>
                    <a:pt x="2161" y="1769"/>
                  </a:cubicBezTo>
                  <a:cubicBezTo>
                    <a:pt x="2208" y="1734"/>
                    <a:pt x="2254" y="1699"/>
                    <a:pt x="2313" y="1675"/>
                  </a:cubicBezTo>
                  <a:lnTo>
                    <a:pt x="2488" y="1629"/>
                  </a:lnTo>
                  <a:cubicBezTo>
                    <a:pt x="2570" y="1618"/>
                    <a:pt x="2651" y="1618"/>
                    <a:pt x="2734" y="1618"/>
                  </a:cubicBezTo>
                  <a:cubicBezTo>
                    <a:pt x="2885" y="1652"/>
                    <a:pt x="3025" y="1688"/>
                    <a:pt x="3178" y="1734"/>
                  </a:cubicBezTo>
                  <a:cubicBezTo>
                    <a:pt x="3248" y="1758"/>
                    <a:pt x="3318" y="1792"/>
                    <a:pt x="3388" y="1839"/>
                  </a:cubicBezTo>
                  <a:cubicBezTo>
                    <a:pt x="3469" y="1886"/>
                    <a:pt x="3551" y="1933"/>
                    <a:pt x="3633" y="1991"/>
                  </a:cubicBezTo>
                  <a:cubicBezTo>
                    <a:pt x="3762" y="2096"/>
                    <a:pt x="3879" y="2202"/>
                    <a:pt x="4007" y="2306"/>
                  </a:cubicBezTo>
                  <a:cubicBezTo>
                    <a:pt x="4169" y="2451"/>
                    <a:pt x="4374" y="2527"/>
                    <a:pt x="4578" y="2527"/>
                  </a:cubicBezTo>
                  <a:cubicBezTo>
                    <a:pt x="4786" y="2527"/>
                    <a:pt x="4992" y="2448"/>
                    <a:pt x="5151" y="2283"/>
                  </a:cubicBezTo>
                  <a:cubicBezTo>
                    <a:pt x="5455" y="1968"/>
                    <a:pt x="5455" y="1431"/>
                    <a:pt x="5128" y="1127"/>
                  </a:cubicBezTo>
                  <a:cubicBezTo>
                    <a:pt x="4824" y="858"/>
                    <a:pt x="4509" y="590"/>
                    <a:pt x="4147" y="390"/>
                  </a:cubicBezTo>
                  <a:cubicBezTo>
                    <a:pt x="3960" y="286"/>
                    <a:pt x="3750" y="216"/>
                    <a:pt x="3539" y="146"/>
                  </a:cubicBezTo>
                  <a:cubicBezTo>
                    <a:pt x="3376" y="87"/>
                    <a:pt x="3189" y="52"/>
                    <a:pt x="3014" y="29"/>
                  </a:cubicBezTo>
                  <a:cubicBezTo>
                    <a:pt x="2878" y="12"/>
                    <a:pt x="2747"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4585;p66">
              <a:extLst>
                <a:ext uri="{FF2B5EF4-FFF2-40B4-BE49-F238E27FC236}">
                  <a16:creationId xmlns:a16="http://schemas.microsoft.com/office/drawing/2014/main" id="{08F07348-0770-473C-A55A-7E4F00F67BF8}"/>
                </a:ext>
              </a:extLst>
            </p:cNvPr>
            <p:cNvSpPr/>
            <p:nvPr/>
          </p:nvSpPr>
          <p:spPr>
            <a:xfrm>
              <a:off x="5856100" y="2470525"/>
              <a:ext cx="108975" cy="90025"/>
            </a:xfrm>
            <a:custGeom>
              <a:avLst/>
              <a:gdLst/>
              <a:ahLst/>
              <a:cxnLst/>
              <a:rect l="l" t="t" r="r" b="b"/>
              <a:pathLst>
                <a:path w="4359" h="3601" extrusionOk="0">
                  <a:moveTo>
                    <a:pt x="2455" y="1"/>
                  </a:moveTo>
                  <a:cubicBezTo>
                    <a:pt x="2241" y="1"/>
                    <a:pt x="2030" y="29"/>
                    <a:pt x="1812" y="62"/>
                  </a:cubicBezTo>
                  <a:cubicBezTo>
                    <a:pt x="1649" y="86"/>
                    <a:pt x="1473" y="156"/>
                    <a:pt x="1333" y="237"/>
                  </a:cubicBezTo>
                  <a:lnTo>
                    <a:pt x="1228" y="296"/>
                  </a:lnTo>
                  <a:cubicBezTo>
                    <a:pt x="1064" y="389"/>
                    <a:pt x="912" y="517"/>
                    <a:pt x="761" y="657"/>
                  </a:cubicBezTo>
                  <a:cubicBezTo>
                    <a:pt x="644" y="786"/>
                    <a:pt x="538" y="938"/>
                    <a:pt x="445" y="1078"/>
                  </a:cubicBezTo>
                  <a:cubicBezTo>
                    <a:pt x="398" y="1160"/>
                    <a:pt x="364" y="1242"/>
                    <a:pt x="328" y="1324"/>
                  </a:cubicBezTo>
                  <a:cubicBezTo>
                    <a:pt x="258" y="1499"/>
                    <a:pt x="188" y="1674"/>
                    <a:pt x="141" y="1849"/>
                  </a:cubicBezTo>
                  <a:cubicBezTo>
                    <a:pt x="48" y="2176"/>
                    <a:pt x="1" y="2527"/>
                    <a:pt x="48" y="2866"/>
                  </a:cubicBezTo>
                  <a:cubicBezTo>
                    <a:pt x="48" y="3006"/>
                    <a:pt x="83" y="3123"/>
                    <a:pt x="153" y="3240"/>
                  </a:cubicBezTo>
                  <a:cubicBezTo>
                    <a:pt x="247" y="3414"/>
                    <a:pt x="410" y="3531"/>
                    <a:pt x="608" y="3578"/>
                  </a:cubicBezTo>
                  <a:cubicBezTo>
                    <a:pt x="669" y="3593"/>
                    <a:pt x="732" y="3601"/>
                    <a:pt x="796" y="3601"/>
                  </a:cubicBezTo>
                  <a:cubicBezTo>
                    <a:pt x="927" y="3601"/>
                    <a:pt x="1059" y="3567"/>
                    <a:pt x="1169" y="3497"/>
                  </a:cubicBezTo>
                  <a:cubicBezTo>
                    <a:pt x="1322" y="3403"/>
                    <a:pt x="1485" y="3228"/>
                    <a:pt x="1508" y="3041"/>
                  </a:cubicBezTo>
                  <a:cubicBezTo>
                    <a:pt x="1566" y="2667"/>
                    <a:pt x="1613" y="2282"/>
                    <a:pt x="1742" y="1919"/>
                  </a:cubicBezTo>
                  <a:cubicBezTo>
                    <a:pt x="1765" y="1861"/>
                    <a:pt x="1800" y="1814"/>
                    <a:pt x="1823" y="1756"/>
                  </a:cubicBezTo>
                  <a:lnTo>
                    <a:pt x="1976" y="1604"/>
                  </a:lnTo>
                  <a:lnTo>
                    <a:pt x="2080" y="1545"/>
                  </a:lnTo>
                  <a:lnTo>
                    <a:pt x="2233" y="1511"/>
                  </a:lnTo>
                  <a:cubicBezTo>
                    <a:pt x="2323" y="1502"/>
                    <a:pt x="2413" y="1498"/>
                    <a:pt x="2504" y="1498"/>
                  </a:cubicBezTo>
                  <a:cubicBezTo>
                    <a:pt x="2649" y="1498"/>
                    <a:pt x="2795" y="1508"/>
                    <a:pt x="2945" y="1522"/>
                  </a:cubicBezTo>
                  <a:lnTo>
                    <a:pt x="3401" y="1592"/>
                  </a:lnTo>
                  <a:cubicBezTo>
                    <a:pt x="3465" y="1604"/>
                    <a:pt x="3528" y="1610"/>
                    <a:pt x="3590" y="1610"/>
                  </a:cubicBezTo>
                  <a:cubicBezTo>
                    <a:pt x="3719" y="1610"/>
                    <a:pt x="3843" y="1582"/>
                    <a:pt x="3962" y="1511"/>
                  </a:cubicBezTo>
                  <a:cubicBezTo>
                    <a:pt x="4136" y="1417"/>
                    <a:pt x="4253" y="1242"/>
                    <a:pt x="4300" y="1055"/>
                  </a:cubicBezTo>
                  <a:cubicBezTo>
                    <a:pt x="4359" y="868"/>
                    <a:pt x="4323" y="657"/>
                    <a:pt x="4219" y="494"/>
                  </a:cubicBezTo>
                  <a:cubicBezTo>
                    <a:pt x="4125" y="330"/>
                    <a:pt x="3950" y="179"/>
                    <a:pt x="3763" y="156"/>
                  </a:cubicBezTo>
                  <a:cubicBezTo>
                    <a:pt x="3412" y="86"/>
                    <a:pt x="3062" y="39"/>
                    <a:pt x="2711" y="15"/>
                  </a:cubicBezTo>
                  <a:cubicBezTo>
                    <a:pt x="2625" y="5"/>
                    <a:pt x="2540" y="1"/>
                    <a:pt x="2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4586;p66">
              <a:extLst>
                <a:ext uri="{FF2B5EF4-FFF2-40B4-BE49-F238E27FC236}">
                  <a16:creationId xmlns:a16="http://schemas.microsoft.com/office/drawing/2014/main" id="{98C78B34-5F95-4BBC-B7FD-23A338DD284F}"/>
                </a:ext>
              </a:extLst>
            </p:cNvPr>
            <p:cNvSpPr/>
            <p:nvPr/>
          </p:nvSpPr>
          <p:spPr>
            <a:xfrm>
              <a:off x="5885325" y="2322900"/>
              <a:ext cx="96700" cy="91000"/>
            </a:xfrm>
            <a:custGeom>
              <a:avLst/>
              <a:gdLst/>
              <a:ahLst/>
              <a:cxnLst/>
              <a:rect l="l" t="t" r="r" b="b"/>
              <a:pathLst>
                <a:path w="3868" h="3640" extrusionOk="0">
                  <a:moveTo>
                    <a:pt x="2242" y="0"/>
                  </a:moveTo>
                  <a:cubicBezTo>
                    <a:pt x="1846" y="0"/>
                    <a:pt x="1458" y="131"/>
                    <a:pt x="1122" y="324"/>
                  </a:cubicBezTo>
                  <a:cubicBezTo>
                    <a:pt x="1064" y="360"/>
                    <a:pt x="1005" y="406"/>
                    <a:pt x="958" y="441"/>
                  </a:cubicBezTo>
                  <a:cubicBezTo>
                    <a:pt x="678" y="640"/>
                    <a:pt x="456" y="862"/>
                    <a:pt x="257" y="1142"/>
                  </a:cubicBezTo>
                  <a:cubicBezTo>
                    <a:pt x="223" y="1189"/>
                    <a:pt x="187" y="1248"/>
                    <a:pt x="153" y="1305"/>
                  </a:cubicBezTo>
                  <a:cubicBezTo>
                    <a:pt x="117" y="1388"/>
                    <a:pt x="82" y="1481"/>
                    <a:pt x="47" y="1562"/>
                  </a:cubicBezTo>
                  <a:cubicBezTo>
                    <a:pt x="12" y="1785"/>
                    <a:pt x="0" y="1960"/>
                    <a:pt x="47" y="2170"/>
                  </a:cubicBezTo>
                  <a:cubicBezTo>
                    <a:pt x="94" y="2416"/>
                    <a:pt x="223" y="2649"/>
                    <a:pt x="339" y="2871"/>
                  </a:cubicBezTo>
                  <a:cubicBezTo>
                    <a:pt x="410" y="3000"/>
                    <a:pt x="491" y="3128"/>
                    <a:pt x="573" y="3257"/>
                  </a:cubicBezTo>
                  <a:cubicBezTo>
                    <a:pt x="720" y="3497"/>
                    <a:pt x="986" y="3640"/>
                    <a:pt x="1258" y="3640"/>
                  </a:cubicBezTo>
                  <a:cubicBezTo>
                    <a:pt x="1395" y="3640"/>
                    <a:pt x="1534" y="3603"/>
                    <a:pt x="1659" y="3525"/>
                  </a:cubicBezTo>
                  <a:cubicBezTo>
                    <a:pt x="2033" y="3304"/>
                    <a:pt x="2162" y="2801"/>
                    <a:pt x="1939" y="2439"/>
                  </a:cubicBezTo>
                  <a:cubicBezTo>
                    <a:pt x="1823" y="2263"/>
                    <a:pt x="1718" y="2089"/>
                    <a:pt x="1624" y="1902"/>
                  </a:cubicBezTo>
                  <a:lnTo>
                    <a:pt x="1671" y="1843"/>
                  </a:lnTo>
                  <a:cubicBezTo>
                    <a:pt x="1741" y="1749"/>
                    <a:pt x="1823" y="1656"/>
                    <a:pt x="1916" y="1575"/>
                  </a:cubicBezTo>
                  <a:cubicBezTo>
                    <a:pt x="1975" y="1539"/>
                    <a:pt x="2033" y="1492"/>
                    <a:pt x="2103" y="1469"/>
                  </a:cubicBezTo>
                  <a:lnTo>
                    <a:pt x="2209" y="1434"/>
                  </a:lnTo>
                  <a:cubicBezTo>
                    <a:pt x="2244" y="1428"/>
                    <a:pt x="2281" y="1425"/>
                    <a:pt x="2319" y="1425"/>
                  </a:cubicBezTo>
                  <a:cubicBezTo>
                    <a:pt x="2357" y="1425"/>
                    <a:pt x="2395" y="1428"/>
                    <a:pt x="2430" y="1434"/>
                  </a:cubicBezTo>
                  <a:cubicBezTo>
                    <a:pt x="2617" y="1469"/>
                    <a:pt x="2793" y="1516"/>
                    <a:pt x="2980" y="1562"/>
                  </a:cubicBezTo>
                  <a:cubicBezTo>
                    <a:pt x="3035" y="1578"/>
                    <a:pt x="3092" y="1585"/>
                    <a:pt x="3148" y="1585"/>
                  </a:cubicBezTo>
                  <a:cubicBezTo>
                    <a:pt x="3398" y="1585"/>
                    <a:pt x="3638" y="1443"/>
                    <a:pt x="3762" y="1224"/>
                  </a:cubicBezTo>
                  <a:cubicBezTo>
                    <a:pt x="3844" y="1072"/>
                    <a:pt x="3867" y="885"/>
                    <a:pt x="3821" y="710"/>
                  </a:cubicBezTo>
                  <a:cubicBezTo>
                    <a:pt x="3774" y="547"/>
                    <a:pt x="3645" y="348"/>
                    <a:pt x="3481" y="277"/>
                  </a:cubicBezTo>
                  <a:cubicBezTo>
                    <a:pt x="3307" y="207"/>
                    <a:pt x="3143" y="149"/>
                    <a:pt x="2956" y="103"/>
                  </a:cubicBezTo>
                  <a:cubicBezTo>
                    <a:pt x="2781" y="44"/>
                    <a:pt x="2606" y="33"/>
                    <a:pt x="2419" y="9"/>
                  </a:cubicBezTo>
                  <a:cubicBezTo>
                    <a:pt x="2360" y="3"/>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4587;p66">
              <a:extLst>
                <a:ext uri="{FF2B5EF4-FFF2-40B4-BE49-F238E27FC236}">
                  <a16:creationId xmlns:a16="http://schemas.microsoft.com/office/drawing/2014/main" id="{F5034818-EE7B-46B7-9761-DFEB995204A2}"/>
                </a:ext>
              </a:extLst>
            </p:cNvPr>
            <p:cNvSpPr/>
            <p:nvPr/>
          </p:nvSpPr>
          <p:spPr>
            <a:xfrm>
              <a:off x="6056775" y="2212650"/>
              <a:ext cx="109250" cy="109600"/>
            </a:xfrm>
            <a:custGeom>
              <a:avLst/>
              <a:gdLst/>
              <a:ahLst/>
              <a:cxnLst/>
              <a:rect l="l" t="t" r="r" b="b"/>
              <a:pathLst>
                <a:path w="4370" h="4384" extrusionOk="0">
                  <a:moveTo>
                    <a:pt x="2275" y="1"/>
                  </a:moveTo>
                  <a:cubicBezTo>
                    <a:pt x="2245" y="1"/>
                    <a:pt x="2215" y="2"/>
                    <a:pt x="2184" y="3"/>
                  </a:cubicBezTo>
                  <a:cubicBezTo>
                    <a:pt x="2056" y="3"/>
                    <a:pt x="1927" y="38"/>
                    <a:pt x="1810" y="50"/>
                  </a:cubicBezTo>
                  <a:cubicBezTo>
                    <a:pt x="1612" y="85"/>
                    <a:pt x="1413" y="178"/>
                    <a:pt x="1238" y="272"/>
                  </a:cubicBezTo>
                  <a:lnTo>
                    <a:pt x="1180" y="307"/>
                  </a:lnTo>
                  <a:cubicBezTo>
                    <a:pt x="1052" y="388"/>
                    <a:pt x="923" y="494"/>
                    <a:pt x="806" y="599"/>
                  </a:cubicBezTo>
                  <a:cubicBezTo>
                    <a:pt x="678" y="704"/>
                    <a:pt x="572" y="821"/>
                    <a:pt x="467" y="949"/>
                  </a:cubicBezTo>
                  <a:cubicBezTo>
                    <a:pt x="268" y="1195"/>
                    <a:pt x="140" y="1463"/>
                    <a:pt x="58" y="1767"/>
                  </a:cubicBezTo>
                  <a:cubicBezTo>
                    <a:pt x="11" y="1954"/>
                    <a:pt x="11" y="2164"/>
                    <a:pt x="0" y="2363"/>
                  </a:cubicBezTo>
                  <a:cubicBezTo>
                    <a:pt x="0" y="2550"/>
                    <a:pt x="11" y="2737"/>
                    <a:pt x="23" y="2924"/>
                  </a:cubicBezTo>
                  <a:cubicBezTo>
                    <a:pt x="35" y="3181"/>
                    <a:pt x="58" y="3438"/>
                    <a:pt x="70" y="3683"/>
                  </a:cubicBezTo>
                  <a:cubicBezTo>
                    <a:pt x="81" y="3882"/>
                    <a:pt x="152" y="4057"/>
                    <a:pt x="292" y="4186"/>
                  </a:cubicBezTo>
                  <a:cubicBezTo>
                    <a:pt x="421" y="4314"/>
                    <a:pt x="595" y="4384"/>
                    <a:pt x="782" y="4384"/>
                  </a:cubicBezTo>
                  <a:cubicBezTo>
                    <a:pt x="1145" y="4372"/>
                    <a:pt x="1495" y="4057"/>
                    <a:pt x="1472" y="3672"/>
                  </a:cubicBezTo>
                  <a:cubicBezTo>
                    <a:pt x="1460" y="3379"/>
                    <a:pt x="1437" y="3099"/>
                    <a:pt x="1425" y="2807"/>
                  </a:cubicBezTo>
                  <a:cubicBezTo>
                    <a:pt x="1413" y="2597"/>
                    <a:pt x="1402" y="2386"/>
                    <a:pt x="1413" y="2176"/>
                  </a:cubicBezTo>
                  <a:cubicBezTo>
                    <a:pt x="1425" y="2106"/>
                    <a:pt x="1449" y="2047"/>
                    <a:pt x="1460" y="1977"/>
                  </a:cubicBezTo>
                  <a:cubicBezTo>
                    <a:pt x="1495" y="1930"/>
                    <a:pt x="1519" y="1884"/>
                    <a:pt x="1553" y="1826"/>
                  </a:cubicBezTo>
                  <a:cubicBezTo>
                    <a:pt x="1636" y="1720"/>
                    <a:pt x="1729" y="1627"/>
                    <a:pt x="1823" y="1545"/>
                  </a:cubicBezTo>
                  <a:lnTo>
                    <a:pt x="1997" y="1440"/>
                  </a:lnTo>
                  <a:lnTo>
                    <a:pt x="2114" y="1405"/>
                  </a:lnTo>
                  <a:lnTo>
                    <a:pt x="2301" y="1405"/>
                  </a:lnTo>
                  <a:cubicBezTo>
                    <a:pt x="2348" y="1416"/>
                    <a:pt x="2407" y="1429"/>
                    <a:pt x="2453" y="1452"/>
                  </a:cubicBezTo>
                  <a:cubicBezTo>
                    <a:pt x="2570" y="1499"/>
                    <a:pt x="2675" y="1557"/>
                    <a:pt x="2781" y="1627"/>
                  </a:cubicBezTo>
                  <a:cubicBezTo>
                    <a:pt x="2921" y="1732"/>
                    <a:pt x="3061" y="1849"/>
                    <a:pt x="3224" y="1919"/>
                  </a:cubicBezTo>
                  <a:cubicBezTo>
                    <a:pt x="3341" y="1977"/>
                    <a:pt x="3458" y="2013"/>
                    <a:pt x="3575" y="2013"/>
                  </a:cubicBezTo>
                  <a:cubicBezTo>
                    <a:pt x="3773" y="2013"/>
                    <a:pt x="3960" y="1930"/>
                    <a:pt x="4089" y="1790"/>
                  </a:cubicBezTo>
                  <a:cubicBezTo>
                    <a:pt x="4357" y="1510"/>
                    <a:pt x="4369" y="1019"/>
                    <a:pt x="4077" y="762"/>
                  </a:cubicBezTo>
                  <a:cubicBezTo>
                    <a:pt x="3890" y="611"/>
                    <a:pt x="3680" y="494"/>
                    <a:pt x="3481" y="365"/>
                  </a:cubicBezTo>
                  <a:cubicBezTo>
                    <a:pt x="3306" y="237"/>
                    <a:pt x="3084" y="155"/>
                    <a:pt x="2874" y="97"/>
                  </a:cubicBezTo>
                  <a:cubicBezTo>
                    <a:pt x="2680" y="36"/>
                    <a:pt x="2478" y="1"/>
                    <a:pt x="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4580;p66">
            <a:extLst>
              <a:ext uri="{FF2B5EF4-FFF2-40B4-BE49-F238E27FC236}">
                <a16:creationId xmlns:a16="http://schemas.microsoft.com/office/drawing/2014/main" id="{B5EE75B0-D1ED-467C-8EE1-7777816B2A3D}"/>
              </a:ext>
            </a:extLst>
          </p:cNvPr>
          <p:cNvGrpSpPr/>
          <p:nvPr/>
        </p:nvGrpSpPr>
        <p:grpSpPr>
          <a:xfrm rot="4480799">
            <a:off x="4331392" y="12969920"/>
            <a:ext cx="2434946" cy="2151364"/>
            <a:chOff x="5856100" y="2212650"/>
            <a:chExt cx="522825" cy="450925"/>
          </a:xfrm>
        </p:grpSpPr>
        <p:sp>
          <p:nvSpPr>
            <p:cNvPr id="249" name="Google Shape;4581;p66">
              <a:extLst>
                <a:ext uri="{FF2B5EF4-FFF2-40B4-BE49-F238E27FC236}">
                  <a16:creationId xmlns:a16="http://schemas.microsoft.com/office/drawing/2014/main" id="{2370DFFD-62E8-484A-86C4-EC20B1AECAA0}"/>
                </a:ext>
              </a:extLst>
            </p:cNvPr>
            <p:cNvSpPr/>
            <p:nvPr/>
          </p:nvSpPr>
          <p:spPr>
            <a:xfrm>
              <a:off x="5999225" y="2524625"/>
              <a:ext cx="132025" cy="138950"/>
            </a:xfrm>
            <a:custGeom>
              <a:avLst/>
              <a:gdLst/>
              <a:ahLst/>
              <a:cxnLst/>
              <a:rect l="l" t="t" r="r" b="b"/>
              <a:pathLst>
                <a:path w="5281" h="5558" extrusionOk="0">
                  <a:moveTo>
                    <a:pt x="2619" y="0"/>
                  </a:moveTo>
                  <a:cubicBezTo>
                    <a:pt x="2555" y="0"/>
                    <a:pt x="2492" y="4"/>
                    <a:pt x="2430" y="12"/>
                  </a:cubicBezTo>
                  <a:cubicBezTo>
                    <a:pt x="2325" y="24"/>
                    <a:pt x="2209" y="48"/>
                    <a:pt x="2103" y="59"/>
                  </a:cubicBezTo>
                  <a:cubicBezTo>
                    <a:pt x="1975" y="82"/>
                    <a:pt x="1799" y="176"/>
                    <a:pt x="1682" y="235"/>
                  </a:cubicBezTo>
                  <a:cubicBezTo>
                    <a:pt x="1612" y="258"/>
                    <a:pt x="1542" y="305"/>
                    <a:pt x="1472" y="339"/>
                  </a:cubicBezTo>
                  <a:cubicBezTo>
                    <a:pt x="1122" y="550"/>
                    <a:pt x="807" y="865"/>
                    <a:pt x="573" y="1204"/>
                  </a:cubicBezTo>
                  <a:cubicBezTo>
                    <a:pt x="176" y="1788"/>
                    <a:pt x="0" y="2512"/>
                    <a:pt x="94" y="3213"/>
                  </a:cubicBezTo>
                  <a:cubicBezTo>
                    <a:pt x="129" y="3529"/>
                    <a:pt x="187" y="3821"/>
                    <a:pt x="269" y="4124"/>
                  </a:cubicBezTo>
                  <a:cubicBezTo>
                    <a:pt x="351" y="4393"/>
                    <a:pt x="444" y="4674"/>
                    <a:pt x="526" y="4942"/>
                  </a:cubicBezTo>
                  <a:cubicBezTo>
                    <a:pt x="608" y="5165"/>
                    <a:pt x="737" y="5339"/>
                    <a:pt x="935" y="5456"/>
                  </a:cubicBezTo>
                  <a:cubicBezTo>
                    <a:pt x="1063" y="5524"/>
                    <a:pt x="1200" y="5558"/>
                    <a:pt x="1337" y="5558"/>
                  </a:cubicBezTo>
                  <a:cubicBezTo>
                    <a:pt x="1414" y="5558"/>
                    <a:pt x="1490" y="5547"/>
                    <a:pt x="1566" y="5526"/>
                  </a:cubicBezTo>
                  <a:cubicBezTo>
                    <a:pt x="1998" y="5409"/>
                    <a:pt x="2302" y="4931"/>
                    <a:pt x="2162" y="4498"/>
                  </a:cubicBezTo>
                  <a:cubicBezTo>
                    <a:pt x="2010" y="4054"/>
                    <a:pt x="1869" y="3622"/>
                    <a:pt x="1788" y="3179"/>
                  </a:cubicBezTo>
                  <a:cubicBezTo>
                    <a:pt x="1765" y="3026"/>
                    <a:pt x="1765" y="2875"/>
                    <a:pt x="1776" y="2722"/>
                  </a:cubicBezTo>
                  <a:cubicBezTo>
                    <a:pt x="1788" y="2606"/>
                    <a:pt x="1823" y="2501"/>
                    <a:pt x="1858" y="2384"/>
                  </a:cubicBezTo>
                  <a:cubicBezTo>
                    <a:pt x="1893" y="2302"/>
                    <a:pt x="1940" y="2221"/>
                    <a:pt x="1998" y="2138"/>
                  </a:cubicBezTo>
                  <a:cubicBezTo>
                    <a:pt x="2056" y="2068"/>
                    <a:pt x="2126" y="1998"/>
                    <a:pt x="2209" y="1928"/>
                  </a:cubicBezTo>
                  <a:lnTo>
                    <a:pt x="2267" y="1881"/>
                  </a:lnTo>
                  <a:cubicBezTo>
                    <a:pt x="2349" y="1823"/>
                    <a:pt x="2430" y="1777"/>
                    <a:pt x="2512" y="1730"/>
                  </a:cubicBezTo>
                  <a:lnTo>
                    <a:pt x="2559" y="1718"/>
                  </a:lnTo>
                  <a:lnTo>
                    <a:pt x="2570" y="1718"/>
                  </a:lnTo>
                  <a:lnTo>
                    <a:pt x="2676" y="1741"/>
                  </a:lnTo>
                  <a:cubicBezTo>
                    <a:pt x="2827" y="1823"/>
                    <a:pt x="2968" y="1917"/>
                    <a:pt x="3108" y="2010"/>
                  </a:cubicBezTo>
                  <a:cubicBezTo>
                    <a:pt x="3341" y="2185"/>
                    <a:pt x="3540" y="2395"/>
                    <a:pt x="3751" y="2582"/>
                  </a:cubicBezTo>
                  <a:cubicBezTo>
                    <a:pt x="3935" y="2743"/>
                    <a:pt x="4161" y="2828"/>
                    <a:pt x="4385" y="2828"/>
                  </a:cubicBezTo>
                  <a:cubicBezTo>
                    <a:pt x="4616" y="2828"/>
                    <a:pt x="4846" y="2738"/>
                    <a:pt x="5024" y="2548"/>
                  </a:cubicBezTo>
                  <a:cubicBezTo>
                    <a:pt x="5187" y="2384"/>
                    <a:pt x="5281" y="2150"/>
                    <a:pt x="5281" y="1917"/>
                  </a:cubicBezTo>
                  <a:cubicBezTo>
                    <a:pt x="5281" y="1671"/>
                    <a:pt x="5164" y="1461"/>
                    <a:pt x="5000" y="1274"/>
                  </a:cubicBezTo>
                  <a:cubicBezTo>
                    <a:pt x="4779" y="1040"/>
                    <a:pt x="4522" y="853"/>
                    <a:pt x="4265" y="666"/>
                  </a:cubicBezTo>
                  <a:cubicBezTo>
                    <a:pt x="4054" y="526"/>
                    <a:pt x="3844" y="386"/>
                    <a:pt x="3622" y="269"/>
                  </a:cubicBezTo>
                  <a:cubicBezTo>
                    <a:pt x="3411" y="165"/>
                    <a:pt x="3190" y="94"/>
                    <a:pt x="2968" y="36"/>
                  </a:cubicBezTo>
                  <a:cubicBezTo>
                    <a:pt x="2854" y="13"/>
                    <a:pt x="2736"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4582;p66">
              <a:extLst>
                <a:ext uri="{FF2B5EF4-FFF2-40B4-BE49-F238E27FC236}">
                  <a16:creationId xmlns:a16="http://schemas.microsoft.com/office/drawing/2014/main" id="{14384CDE-8F03-4961-A8AA-E8834CFF3626}"/>
                </a:ext>
              </a:extLst>
            </p:cNvPr>
            <p:cNvSpPr/>
            <p:nvPr/>
          </p:nvSpPr>
          <p:spPr>
            <a:xfrm>
              <a:off x="6229075" y="2410075"/>
              <a:ext cx="105450" cy="121300"/>
            </a:xfrm>
            <a:custGeom>
              <a:avLst/>
              <a:gdLst/>
              <a:ahLst/>
              <a:cxnLst/>
              <a:rect l="l" t="t" r="r" b="b"/>
              <a:pathLst>
                <a:path w="4218" h="4852" extrusionOk="0">
                  <a:moveTo>
                    <a:pt x="2340" y="1"/>
                  </a:moveTo>
                  <a:cubicBezTo>
                    <a:pt x="2225" y="1"/>
                    <a:pt x="2109" y="13"/>
                    <a:pt x="1998" y="38"/>
                  </a:cubicBezTo>
                  <a:cubicBezTo>
                    <a:pt x="1776" y="97"/>
                    <a:pt x="1566" y="190"/>
                    <a:pt x="1367" y="295"/>
                  </a:cubicBezTo>
                  <a:lnTo>
                    <a:pt x="1297" y="331"/>
                  </a:lnTo>
                  <a:cubicBezTo>
                    <a:pt x="1146" y="424"/>
                    <a:pt x="1005" y="541"/>
                    <a:pt x="876" y="658"/>
                  </a:cubicBezTo>
                  <a:cubicBezTo>
                    <a:pt x="806" y="716"/>
                    <a:pt x="736" y="786"/>
                    <a:pt x="678" y="856"/>
                  </a:cubicBezTo>
                  <a:cubicBezTo>
                    <a:pt x="409" y="1172"/>
                    <a:pt x="175" y="1487"/>
                    <a:pt x="82" y="1896"/>
                  </a:cubicBezTo>
                  <a:cubicBezTo>
                    <a:pt x="1" y="2281"/>
                    <a:pt x="71" y="2655"/>
                    <a:pt x="152" y="3041"/>
                  </a:cubicBezTo>
                  <a:cubicBezTo>
                    <a:pt x="234" y="3449"/>
                    <a:pt x="386" y="3859"/>
                    <a:pt x="515" y="4256"/>
                  </a:cubicBezTo>
                  <a:cubicBezTo>
                    <a:pt x="585" y="4466"/>
                    <a:pt x="713" y="4641"/>
                    <a:pt x="912" y="4758"/>
                  </a:cubicBezTo>
                  <a:cubicBezTo>
                    <a:pt x="1036" y="4820"/>
                    <a:pt x="1176" y="4851"/>
                    <a:pt x="1315" y="4851"/>
                  </a:cubicBezTo>
                  <a:cubicBezTo>
                    <a:pt x="1384" y="4851"/>
                    <a:pt x="1453" y="4843"/>
                    <a:pt x="1519" y="4828"/>
                  </a:cubicBezTo>
                  <a:cubicBezTo>
                    <a:pt x="1928" y="4711"/>
                    <a:pt x="2220" y="4244"/>
                    <a:pt x="2091" y="3823"/>
                  </a:cubicBezTo>
                  <a:cubicBezTo>
                    <a:pt x="1940" y="3356"/>
                    <a:pt x="1764" y="2889"/>
                    <a:pt x="1671" y="2410"/>
                  </a:cubicBezTo>
                  <a:lnTo>
                    <a:pt x="1671" y="2247"/>
                  </a:lnTo>
                  <a:lnTo>
                    <a:pt x="1671" y="2223"/>
                  </a:lnTo>
                  <a:lnTo>
                    <a:pt x="1730" y="2130"/>
                  </a:lnTo>
                  <a:cubicBezTo>
                    <a:pt x="1823" y="2024"/>
                    <a:pt x="1917" y="1919"/>
                    <a:pt x="2021" y="1826"/>
                  </a:cubicBezTo>
                  <a:cubicBezTo>
                    <a:pt x="2091" y="1779"/>
                    <a:pt x="2161" y="1744"/>
                    <a:pt x="2232" y="1709"/>
                  </a:cubicBezTo>
                  <a:lnTo>
                    <a:pt x="2278" y="1686"/>
                  </a:lnTo>
                  <a:cubicBezTo>
                    <a:pt x="2360" y="1779"/>
                    <a:pt x="2442" y="1873"/>
                    <a:pt x="2524" y="1977"/>
                  </a:cubicBezTo>
                  <a:cubicBezTo>
                    <a:pt x="2571" y="2036"/>
                    <a:pt x="2617" y="2094"/>
                    <a:pt x="2664" y="2141"/>
                  </a:cubicBezTo>
                  <a:cubicBezTo>
                    <a:pt x="2769" y="2270"/>
                    <a:pt x="2898" y="2351"/>
                    <a:pt x="3026" y="2445"/>
                  </a:cubicBezTo>
                  <a:cubicBezTo>
                    <a:pt x="3155" y="2515"/>
                    <a:pt x="3283" y="2550"/>
                    <a:pt x="3423" y="2550"/>
                  </a:cubicBezTo>
                  <a:cubicBezTo>
                    <a:pt x="3633" y="2550"/>
                    <a:pt x="3844" y="2457"/>
                    <a:pt x="3996" y="2293"/>
                  </a:cubicBezTo>
                  <a:cubicBezTo>
                    <a:pt x="4089" y="2200"/>
                    <a:pt x="4160" y="2071"/>
                    <a:pt x="4194" y="1943"/>
                  </a:cubicBezTo>
                  <a:cubicBezTo>
                    <a:pt x="4206" y="1873"/>
                    <a:pt x="4206" y="1803"/>
                    <a:pt x="4217" y="1732"/>
                  </a:cubicBezTo>
                  <a:cubicBezTo>
                    <a:pt x="4217" y="1592"/>
                    <a:pt x="4183" y="1452"/>
                    <a:pt x="4101" y="1335"/>
                  </a:cubicBezTo>
                  <a:cubicBezTo>
                    <a:pt x="3996" y="1102"/>
                    <a:pt x="3844" y="903"/>
                    <a:pt x="3680" y="704"/>
                  </a:cubicBezTo>
                  <a:cubicBezTo>
                    <a:pt x="3446" y="424"/>
                    <a:pt x="3155" y="155"/>
                    <a:pt x="2781" y="61"/>
                  </a:cubicBezTo>
                  <a:cubicBezTo>
                    <a:pt x="2642" y="22"/>
                    <a:pt x="2491" y="1"/>
                    <a:pt x="2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4583;p66">
              <a:extLst>
                <a:ext uri="{FF2B5EF4-FFF2-40B4-BE49-F238E27FC236}">
                  <a16:creationId xmlns:a16="http://schemas.microsoft.com/office/drawing/2014/main" id="{C2DD8F05-41FA-45A1-A3F0-453E43CBD989}"/>
                </a:ext>
              </a:extLst>
            </p:cNvPr>
            <p:cNvSpPr/>
            <p:nvPr/>
          </p:nvSpPr>
          <p:spPr>
            <a:xfrm>
              <a:off x="6051800" y="2360500"/>
              <a:ext cx="120050" cy="112575"/>
            </a:xfrm>
            <a:custGeom>
              <a:avLst/>
              <a:gdLst/>
              <a:ahLst/>
              <a:cxnLst/>
              <a:rect l="l" t="t" r="r" b="b"/>
              <a:pathLst>
                <a:path w="4802" h="4503" extrusionOk="0">
                  <a:moveTo>
                    <a:pt x="2299" y="1"/>
                  </a:moveTo>
                  <a:cubicBezTo>
                    <a:pt x="1913" y="1"/>
                    <a:pt x="1529" y="107"/>
                    <a:pt x="1204" y="304"/>
                  </a:cubicBezTo>
                  <a:cubicBezTo>
                    <a:pt x="1145" y="339"/>
                    <a:pt x="1098" y="374"/>
                    <a:pt x="1040" y="421"/>
                  </a:cubicBezTo>
                  <a:cubicBezTo>
                    <a:pt x="911" y="502"/>
                    <a:pt x="783" y="608"/>
                    <a:pt x="666" y="713"/>
                  </a:cubicBezTo>
                  <a:cubicBezTo>
                    <a:pt x="514" y="842"/>
                    <a:pt x="397" y="1005"/>
                    <a:pt x="293" y="1169"/>
                  </a:cubicBezTo>
                  <a:cubicBezTo>
                    <a:pt x="210" y="1286"/>
                    <a:pt x="164" y="1437"/>
                    <a:pt x="117" y="1566"/>
                  </a:cubicBezTo>
                  <a:cubicBezTo>
                    <a:pt x="94" y="1636"/>
                    <a:pt x="82" y="1694"/>
                    <a:pt x="59" y="1764"/>
                  </a:cubicBezTo>
                  <a:cubicBezTo>
                    <a:pt x="0" y="2044"/>
                    <a:pt x="23" y="2325"/>
                    <a:pt x="70" y="2605"/>
                  </a:cubicBezTo>
                  <a:cubicBezTo>
                    <a:pt x="164" y="3131"/>
                    <a:pt x="421" y="3610"/>
                    <a:pt x="666" y="4089"/>
                  </a:cubicBezTo>
                  <a:cubicBezTo>
                    <a:pt x="811" y="4363"/>
                    <a:pt x="1108" y="4503"/>
                    <a:pt x="1405" y="4503"/>
                  </a:cubicBezTo>
                  <a:cubicBezTo>
                    <a:pt x="1564" y="4503"/>
                    <a:pt x="1723" y="4463"/>
                    <a:pt x="1858" y="4381"/>
                  </a:cubicBezTo>
                  <a:cubicBezTo>
                    <a:pt x="2056" y="4264"/>
                    <a:pt x="2208" y="4077"/>
                    <a:pt x="2255" y="3856"/>
                  </a:cubicBezTo>
                  <a:cubicBezTo>
                    <a:pt x="2325" y="3622"/>
                    <a:pt x="2266" y="3400"/>
                    <a:pt x="2162" y="3189"/>
                  </a:cubicBezTo>
                  <a:cubicBezTo>
                    <a:pt x="2080" y="3038"/>
                    <a:pt x="1998" y="2874"/>
                    <a:pt x="1928" y="2711"/>
                  </a:cubicBezTo>
                  <a:cubicBezTo>
                    <a:pt x="1869" y="2558"/>
                    <a:pt x="1811" y="2395"/>
                    <a:pt x="1776" y="2231"/>
                  </a:cubicBezTo>
                  <a:lnTo>
                    <a:pt x="1776" y="2138"/>
                  </a:lnTo>
                  <a:lnTo>
                    <a:pt x="1799" y="2057"/>
                  </a:lnTo>
                  <a:lnTo>
                    <a:pt x="1811" y="2021"/>
                  </a:lnTo>
                  <a:cubicBezTo>
                    <a:pt x="1905" y="1928"/>
                    <a:pt x="1986" y="1834"/>
                    <a:pt x="2092" y="1753"/>
                  </a:cubicBezTo>
                  <a:cubicBezTo>
                    <a:pt x="2150" y="1717"/>
                    <a:pt x="2208" y="1671"/>
                    <a:pt x="2266" y="1636"/>
                  </a:cubicBezTo>
                  <a:lnTo>
                    <a:pt x="2313" y="1624"/>
                  </a:lnTo>
                  <a:lnTo>
                    <a:pt x="2523" y="1624"/>
                  </a:lnTo>
                  <a:cubicBezTo>
                    <a:pt x="2687" y="1647"/>
                    <a:pt x="2851" y="1694"/>
                    <a:pt x="3014" y="1741"/>
                  </a:cubicBezTo>
                  <a:lnTo>
                    <a:pt x="3294" y="1881"/>
                  </a:lnTo>
                  <a:cubicBezTo>
                    <a:pt x="3435" y="1963"/>
                    <a:pt x="3564" y="2057"/>
                    <a:pt x="3715" y="2138"/>
                  </a:cubicBezTo>
                  <a:cubicBezTo>
                    <a:pt x="3822" y="2196"/>
                    <a:pt x="3943" y="2225"/>
                    <a:pt x="4065" y="2225"/>
                  </a:cubicBezTo>
                  <a:cubicBezTo>
                    <a:pt x="4261" y="2225"/>
                    <a:pt x="4459" y="2149"/>
                    <a:pt x="4603" y="1998"/>
                  </a:cubicBezTo>
                  <a:cubicBezTo>
                    <a:pt x="4732" y="1858"/>
                    <a:pt x="4802" y="1671"/>
                    <a:pt x="4802" y="1484"/>
                  </a:cubicBezTo>
                  <a:cubicBezTo>
                    <a:pt x="4802" y="1273"/>
                    <a:pt x="4708" y="1110"/>
                    <a:pt x="4580" y="958"/>
                  </a:cubicBezTo>
                  <a:cubicBezTo>
                    <a:pt x="4416" y="772"/>
                    <a:pt x="4194" y="619"/>
                    <a:pt x="3984" y="491"/>
                  </a:cubicBezTo>
                  <a:cubicBezTo>
                    <a:pt x="3762" y="362"/>
                    <a:pt x="3528" y="258"/>
                    <a:pt x="3294" y="187"/>
                  </a:cubicBezTo>
                  <a:cubicBezTo>
                    <a:pt x="3037" y="105"/>
                    <a:pt x="2780" y="47"/>
                    <a:pt x="2512" y="12"/>
                  </a:cubicBezTo>
                  <a:cubicBezTo>
                    <a:pt x="2441" y="4"/>
                    <a:pt x="2370" y="1"/>
                    <a:pt x="2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4584;p66">
              <a:extLst>
                <a:ext uri="{FF2B5EF4-FFF2-40B4-BE49-F238E27FC236}">
                  <a16:creationId xmlns:a16="http://schemas.microsoft.com/office/drawing/2014/main" id="{8D6557B2-91AF-41D9-A5C6-0331980211CA}"/>
                </a:ext>
              </a:extLst>
            </p:cNvPr>
            <p:cNvSpPr/>
            <p:nvPr/>
          </p:nvSpPr>
          <p:spPr>
            <a:xfrm>
              <a:off x="6242525" y="2220775"/>
              <a:ext cx="136400" cy="89525"/>
            </a:xfrm>
            <a:custGeom>
              <a:avLst/>
              <a:gdLst/>
              <a:ahLst/>
              <a:cxnLst/>
              <a:rect l="l" t="t" r="r" b="b"/>
              <a:pathLst>
                <a:path w="5456" h="3581" extrusionOk="0">
                  <a:moveTo>
                    <a:pt x="2609" y="1"/>
                  </a:moveTo>
                  <a:cubicBezTo>
                    <a:pt x="2559" y="1"/>
                    <a:pt x="2507" y="2"/>
                    <a:pt x="2453" y="5"/>
                  </a:cubicBezTo>
                  <a:cubicBezTo>
                    <a:pt x="2243" y="29"/>
                    <a:pt x="2021" y="63"/>
                    <a:pt x="1822" y="133"/>
                  </a:cubicBezTo>
                  <a:cubicBezTo>
                    <a:pt x="1682" y="180"/>
                    <a:pt x="1553" y="250"/>
                    <a:pt x="1425" y="320"/>
                  </a:cubicBezTo>
                  <a:cubicBezTo>
                    <a:pt x="1192" y="461"/>
                    <a:pt x="981" y="636"/>
                    <a:pt x="806" y="847"/>
                  </a:cubicBezTo>
                  <a:cubicBezTo>
                    <a:pt x="549" y="1127"/>
                    <a:pt x="362" y="1442"/>
                    <a:pt x="234" y="1804"/>
                  </a:cubicBezTo>
                  <a:cubicBezTo>
                    <a:pt x="140" y="2049"/>
                    <a:pt x="93" y="2318"/>
                    <a:pt x="35" y="2575"/>
                  </a:cubicBezTo>
                  <a:cubicBezTo>
                    <a:pt x="0" y="2786"/>
                    <a:pt x="11" y="2996"/>
                    <a:pt x="128" y="3183"/>
                  </a:cubicBezTo>
                  <a:cubicBezTo>
                    <a:pt x="245" y="3370"/>
                    <a:pt x="421" y="3510"/>
                    <a:pt x="631" y="3557"/>
                  </a:cubicBezTo>
                  <a:cubicBezTo>
                    <a:pt x="692" y="3573"/>
                    <a:pt x="755" y="3580"/>
                    <a:pt x="819" y="3580"/>
                  </a:cubicBezTo>
                  <a:cubicBezTo>
                    <a:pt x="1175" y="3580"/>
                    <a:pt x="1533" y="3339"/>
                    <a:pt x="1612" y="2973"/>
                  </a:cubicBezTo>
                  <a:cubicBezTo>
                    <a:pt x="1647" y="2739"/>
                    <a:pt x="1694" y="2517"/>
                    <a:pt x="1776" y="2295"/>
                  </a:cubicBezTo>
                  <a:cubicBezTo>
                    <a:pt x="1810" y="2202"/>
                    <a:pt x="1857" y="2119"/>
                    <a:pt x="1916" y="2026"/>
                  </a:cubicBezTo>
                  <a:cubicBezTo>
                    <a:pt x="1997" y="1933"/>
                    <a:pt x="2067" y="1851"/>
                    <a:pt x="2161" y="1769"/>
                  </a:cubicBezTo>
                  <a:cubicBezTo>
                    <a:pt x="2208" y="1734"/>
                    <a:pt x="2254" y="1699"/>
                    <a:pt x="2313" y="1675"/>
                  </a:cubicBezTo>
                  <a:lnTo>
                    <a:pt x="2488" y="1629"/>
                  </a:lnTo>
                  <a:cubicBezTo>
                    <a:pt x="2570" y="1618"/>
                    <a:pt x="2651" y="1618"/>
                    <a:pt x="2734" y="1618"/>
                  </a:cubicBezTo>
                  <a:cubicBezTo>
                    <a:pt x="2885" y="1652"/>
                    <a:pt x="3025" y="1688"/>
                    <a:pt x="3178" y="1734"/>
                  </a:cubicBezTo>
                  <a:cubicBezTo>
                    <a:pt x="3248" y="1758"/>
                    <a:pt x="3318" y="1792"/>
                    <a:pt x="3388" y="1839"/>
                  </a:cubicBezTo>
                  <a:cubicBezTo>
                    <a:pt x="3469" y="1886"/>
                    <a:pt x="3551" y="1933"/>
                    <a:pt x="3633" y="1991"/>
                  </a:cubicBezTo>
                  <a:cubicBezTo>
                    <a:pt x="3762" y="2096"/>
                    <a:pt x="3879" y="2202"/>
                    <a:pt x="4007" y="2306"/>
                  </a:cubicBezTo>
                  <a:cubicBezTo>
                    <a:pt x="4169" y="2451"/>
                    <a:pt x="4374" y="2527"/>
                    <a:pt x="4578" y="2527"/>
                  </a:cubicBezTo>
                  <a:cubicBezTo>
                    <a:pt x="4786" y="2527"/>
                    <a:pt x="4992" y="2448"/>
                    <a:pt x="5151" y="2283"/>
                  </a:cubicBezTo>
                  <a:cubicBezTo>
                    <a:pt x="5455" y="1968"/>
                    <a:pt x="5455" y="1431"/>
                    <a:pt x="5128" y="1127"/>
                  </a:cubicBezTo>
                  <a:cubicBezTo>
                    <a:pt x="4824" y="858"/>
                    <a:pt x="4509" y="590"/>
                    <a:pt x="4147" y="390"/>
                  </a:cubicBezTo>
                  <a:cubicBezTo>
                    <a:pt x="3960" y="286"/>
                    <a:pt x="3750" y="216"/>
                    <a:pt x="3539" y="146"/>
                  </a:cubicBezTo>
                  <a:cubicBezTo>
                    <a:pt x="3376" y="87"/>
                    <a:pt x="3189" y="52"/>
                    <a:pt x="3014" y="29"/>
                  </a:cubicBezTo>
                  <a:cubicBezTo>
                    <a:pt x="2878" y="12"/>
                    <a:pt x="2747"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4585;p66">
              <a:extLst>
                <a:ext uri="{FF2B5EF4-FFF2-40B4-BE49-F238E27FC236}">
                  <a16:creationId xmlns:a16="http://schemas.microsoft.com/office/drawing/2014/main" id="{681B9CA9-F5F5-47E7-BC94-F1B4D8D9F1C5}"/>
                </a:ext>
              </a:extLst>
            </p:cNvPr>
            <p:cNvSpPr/>
            <p:nvPr/>
          </p:nvSpPr>
          <p:spPr>
            <a:xfrm>
              <a:off x="5856100" y="2470525"/>
              <a:ext cx="108975" cy="90025"/>
            </a:xfrm>
            <a:custGeom>
              <a:avLst/>
              <a:gdLst/>
              <a:ahLst/>
              <a:cxnLst/>
              <a:rect l="l" t="t" r="r" b="b"/>
              <a:pathLst>
                <a:path w="4359" h="3601" extrusionOk="0">
                  <a:moveTo>
                    <a:pt x="2455" y="1"/>
                  </a:moveTo>
                  <a:cubicBezTo>
                    <a:pt x="2241" y="1"/>
                    <a:pt x="2030" y="29"/>
                    <a:pt x="1812" y="62"/>
                  </a:cubicBezTo>
                  <a:cubicBezTo>
                    <a:pt x="1649" y="86"/>
                    <a:pt x="1473" y="156"/>
                    <a:pt x="1333" y="237"/>
                  </a:cubicBezTo>
                  <a:lnTo>
                    <a:pt x="1228" y="296"/>
                  </a:lnTo>
                  <a:cubicBezTo>
                    <a:pt x="1064" y="389"/>
                    <a:pt x="912" y="517"/>
                    <a:pt x="761" y="657"/>
                  </a:cubicBezTo>
                  <a:cubicBezTo>
                    <a:pt x="644" y="786"/>
                    <a:pt x="538" y="938"/>
                    <a:pt x="445" y="1078"/>
                  </a:cubicBezTo>
                  <a:cubicBezTo>
                    <a:pt x="398" y="1160"/>
                    <a:pt x="364" y="1242"/>
                    <a:pt x="328" y="1324"/>
                  </a:cubicBezTo>
                  <a:cubicBezTo>
                    <a:pt x="258" y="1499"/>
                    <a:pt x="188" y="1674"/>
                    <a:pt x="141" y="1849"/>
                  </a:cubicBezTo>
                  <a:cubicBezTo>
                    <a:pt x="48" y="2176"/>
                    <a:pt x="1" y="2527"/>
                    <a:pt x="48" y="2866"/>
                  </a:cubicBezTo>
                  <a:cubicBezTo>
                    <a:pt x="48" y="3006"/>
                    <a:pt x="83" y="3123"/>
                    <a:pt x="153" y="3240"/>
                  </a:cubicBezTo>
                  <a:cubicBezTo>
                    <a:pt x="247" y="3414"/>
                    <a:pt x="410" y="3531"/>
                    <a:pt x="608" y="3578"/>
                  </a:cubicBezTo>
                  <a:cubicBezTo>
                    <a:pt x="669" y="3593"/>
                    <a:pt x="732" y="3601"/>
                    <a:pt x="796" y="3601"/>
                  </a:cubicBezTo>
                  <a:cubicBezTo>
                    <a:pt x="927" y="3601"/>
                    <a:pt x="1059" y="3567"/>
                    <a:pt x="1169" y="3497"/>
                  </a:cubicBezTo>
                  <a:cubicBezTo>
                    <a:pt x="1322" y="3403"/>
                    <a:pt x="1485" y="3228"/>
                    <a:pt x="1508" y="3041"/>
                  </a:cubicBezTo>
                  <a:cubicBezTo>
                    <a:pt x="1566" y="2667"/>
                    <a:pt x="1613" y="2282"/>
                    <a:pt x="1742" y="1919"/>
                  </a:cubicBezTo>
                  <a:cubicBezTo>
                    <a:pt x="1765" y="1861"/>
                    <a:pt x="1800" y="1814"/>
                    <a:pt x="1823" y="1756"/>
                  </a:cubicBezTo>
                  <a:lnTo>
                    <a:pt x="1976" y="1604"/>
                  </a:lnTo>
                  <a:lnTo>
                    <a:pt x="2080" y="1545"/>
                  </a:lnTo>
                  <a:lnTo>
                    <a:pt x="2233" y="1511"/>
                  </a:lnTo>
                  <a:cubicBezTo>
                    <a:pt x="2323" y="1502"/>
                    <a:pt x="2413" y="1498"/>
                    <a:pt x="2504" y="1498"/>
                  </a:cubicBezTo>
                  <a:cubicBezTo>
                    <a:pt x="2649" y="1498"/>
                    <a:pt x="2795" y="1508"/>
                    <a:pt x="2945" y="1522"/>
                  </a:cubicBezTo>
                  <a:lnTo>
                    <a:pt x="3401" y="1592"/>
                  </a:lnTo>
                  <a:cubicBezTo>
                    <a:pt x="3465" y="1604"/>
                    <a:pt x="3528" y="1610"/>
                    <a:pt x="3590" y="1610"/>
                  </a:cubicBezTo>
                  <a:cubicBezTo>
                    <a:pt x="3719" y="1610"/>
                    <a:pt x="3843" y="1582"/>
                    <a:pt x="3962" y="1511"/>
                  </a:cubicBezTo>
                  <a:cubicBezTo>
                    <a:pt x="4136" y="1417"/>
                    <a:pt x="4253" y="1242"/>
                    <a:pt x="4300" y="1055"/>
                  </a:cubicBezTo>
                  <a:cubicBezTo>
                    <a:pt x="4359" y="868"/>
                    <a:pt x="4323" y="657"/>
                    <a:pt x="4219" y="494"/>
                  </a:cubicBezTo>
                  <a:cubicBezTo>
                    <a:pt x="4125" y="330"/>
                    <a:pt x="3950" y="179"/>
                    <a:pt x="3763" y="156"/>
                  </a:cubicBezTo>
                  <a:cubicBezTo>
                    <a:pt x="3412" y="86"/>
                    <a:pt x="3062" y="39"/>
                    <a:pt x="2711" y="15"/>
                  </a:cubicBezTo>
                  <a:cubicBezTo>
                    <a:pt x="2625" y="5"/>
                    <a:pt x="2540" y="1"/>
                    <a:pt x="2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4586;p66">
              <a:extLst>
                <a:ext uri="{FF2B5EF4-FFF2-40B4-BE49-F238E27FC236}">
                  <a16:creationId xmlns:a16="http://schemas.microsoft.com/office/drawing/2014/main" id="{54B6322A-CF85-4E4B-8E66-7ECC3BF67522}"/>
                </a:ext>
              </a:extLst>
            </p:cNvPr>
            <p:cNvSpPr/>
            <p:nvPr/>
          </p:nvSpPr>
          <p:spPr>
            <a:xfrm>
              <a:off x="5885325" y="2322900"/>
              <a:ext cx="96700" cy="91000"/>
            </a:xfrm>
            <a:custGeom>
              <a:avLst/>
              <a:gdLst/>
              <a:ahLst/>
              <a:cxnLst/>
              <a:rect l="l" t="t" r="r" b="b"/>
              <a:pathLst>
                <a:path w="3868" h="3640" extrusionOk="0">
                  <a:moveTo>
                    <a:pt x="2242" y="0"/>
                  </a:moveTo>
                  <a:cubicBezTo>
                    <a:pt x="1846" y="0"/>
                    <a:pt x="1458" y="131"/>
                    <a:pt x="1122" y="324"/>
                  </a:cubicBezTo>
                  <a:cubicBezTo>
                    <a:pt x="1064" y="360"/>
                    <a:pt x="1005" y="406"/>
                    <a:pt x="958" y="441"/>
                  </a:cubicBezTo>
                  <a:cubicBezTo>
                    <a:pt x="678" y="640"/>
                    <a:pt x="456" y="862"/>
                    <a:pt x="257" y="1142"/>
                  </a:cubicBezTo>
                  <a:cubicBezTo>
                    <a:pt x="223" y="1189"/>
                    <a:pt x="187" y="1248"/>
                    <a:pt x="153" y="1305"/>
                  </a:cubicBezTo>
                  <a:cubicBezTo>
                    <a:pt x="117" y="1388"/>
                    <a:pt x="82" y="1481"/>
                    <a:pt x="47" y="1562"/>
                  </a:cubicBezTo>
                  <a:cubicBezTo>
                    <a:pt x="12" y="1785"/>
                    <a:pt x="0" y="1960"/>
                    <a:pt x="47" y="2170"/>
                  </a:cubicBezTo>
                  <a:cubicBezTo>
                    <a:pt x="94" y="2416"/>
                    <a:pt x="223" y="2649"/>
                    <a:pt x="339" y="2871"/>
                  </a:cubicBezTo>
                  <a:cubicBezTo>
                    <a:pt x="410" y="3000"/>
                    <a:pt x="491" y="3128"/>
                    <a:pt x="573" y="3257"/>
                  </a:cubicBezTo>
                  <a:cubicBezTo>
                    <a:pt x="720" y="3497"/>
                    <a:pt x="986" y="3640"/>
                    <a:pt x="1258" y="3640"/>
                  </a:cubicBezTo>
                  <a:cubicBezTo>
                    <a:pt x="1395" y="3640"/>
                    <a:pt x="1534" y="3603"/>
                    <a:pt x="1659" y="3525"/>
                  </a:cubicBezTo>
                  <a:cubicBezTo>
                    <a:pt x="2033" y="3304"/>
                    <a:pt x="2162" y="2801"/>
                    <a:pt x="1939" y="2439"/>
                  </a:cubicBezTo>
                  <a:cubicBezTo>
                    <a:pt x="1823" y="2263"/>
                    <a:pt x="1718" y="2089"/>
                    <a:pt x="1624" y="1902"/>
                  </a:cubicBezTo>
                  <a:lnTo>
                    <a:pt x="1671" y="1843"/>
                  </a:lnTo>
                  <a:cubicBezTo>
                    <a:pt x="1741" y="1749"/>
                    <a:pt x="1823" y="1656"/>
                    <a:pt x="1916" y="1575"/>
                  </a:cubicBezTo>
                  <a:cubicBezTo>
                    <a:pt x="1975" y="1539"/>
                    <a:pt x="2033" y="1492"/>
                    <a:pt x="2103" y="1469"/>
                  </a:cubicBezTo>
                  <a:lnTo>
                    <a:pt x="2209" y="1434"/>
                  </a:lnTo>
                  <a:cubicBezTo>
                    <a:pt x="2244" y="1428"/>
                    <a:pt x="2281" y="1425"/>
                    <a:pt x="2319" y="1425"/>
                  </a:cubicBezTo>
                  <a:cubicBezTo>
                    <a:pt x="2357" y="1425"/>
                    <a:pt x="2395" y="1428"/>
                    <a:pt x="2430" y="1434"/>
                  </a:cubicBezTo>
                  <a:cubicBezTo>
                    <a:pt x="2617" y="1469"/>
                    <a:pt x="2793" y="1516"/>
                    <a:pt x="2980" y="1562"/>
                  </a:cubicBezTo>
                  <a:cubicBezTo>
                    <a:pt x="3035" y="1578"/>
                    <a:pt x="3092" y="1585"/>
                    <a:pt x="3148" y="1585"/>
                  </a:cubicBezTo>
                  <a:cubicBezTo>
                    <a:pt x="3398" y="1585"/>
                    <a:pt x="3638" y="1443"/>
                    <a:pt x="3762" y="1224"/>
                  </a:cubicBezTo>
                  <a:cubicBezTo>
                    <a:pt x="3844" y="1072"/>
                    <a:pt x="3867" y="885"/>
                    <a:pt x="3821" y="710"/>
                  </a:cubicBezTo>
                  <a:cubicBezTo>
                    <a:pt x="3774" y="547"/>
                    <a:pt x="3645" y="348"/>
                    <a:pt x="3481" y="277"/>
                  </a:cubicBezTo>
                  <a:cubicBezTo>
                    <a:pt x="3307" y="207"/>
                    <a:pt x="3143" y="149"/>
                    <a:pt x="2956" y="103"/>
                  </a:cubicBezTo>
                  <a:cubicBezTo>
                    <a:pt x="2781" y="44"/>
                    <a:pt x="2606" y="33"/>
                    <a:pt x="2419" y="9"/>
                  </a:cubicBezTo>
                  <a:cubicBezTo>
                    <a:pt x="2360" y="3"/>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4587;p66">
              <a:extLst>
                <a:ext uri="{FF2B5EF4-FFF2-40B4-BE49-F238E27FC236}">
                  <a16:creationId xmlns:a16="http://schemas.microsoft.com/office/drawing/2014/main" id="{88BAB89A-84C0-4933-BD21-7482AA5086C1}"/>
                </a:ext>
              </a:extLst>
            </p:cNvPr>
            <p:cNvSpPr/>
            <p:nvPr/>
          </p:nvSpPr>
          <p:spPr>
            <a:xfrm>
              <a:off x="6056775" y="2212650"/>
              <a:ext cx="109250" cy="109600"/>
            </a:xfrm>
            <a:custGeom>
              <a:avLst/>
              <a:gdLst/>
              <a:ahLst/>
              <a:cxnLst/>
              <a:rect l="l" t="t" r="r" b="b"/>
              <a:pathLst>
                <a:path w="4370" h="4384" extrusionOk="0">
                  <a:moveTo>
                    <a:pt x="2275" y="1"/>
                  </a:moveTo>
                  <a:cubicBezTo>
                    <a:pt x="2245" y="1"/>
                    <a:pt x="2215" y="2"/>
                    <a:pt x="2184" y="3"/>
                  </a:cubicBezTo>
                  <a:cubicBezTo>
                    <a:pt x="2056" y="3"/>
                    <a:pt x="1927" y="38"/>
                    <a:pt x="1810" y="50"/>
                  </a:cubicBezTo>
                  <a:cubicBezTo>
                    <a:pt x="1612" y="85"/>
                    <a:pt x="1413" y="178"/>
                    <a:pt x="1238" y="272"/>
                  </a:cubicBezTo>
                  <a:lnTo>
                    <a:pt x="1180" y="307"/>
                  </a:lnTo>
                  <a:cubicBezTo>
                    <a:pt x="1052" y="388"/>
                    <a:pt x="923" y="494"/>
                    <a:pt x="806" y="599"/>
                  </a:cubicBezTo>
                  <a:cubicBezTo>
                    <a:pt x="678" y="704"/>
                    <a:pt x="572" y="821"/>
                    <a:pt x="467" y="949"/>
                  </a:cubicBezTo>
                  <a:cubicBezTo>
                    <a:pt x="268" y="1195"/>
                    <a:pt x="140" y="1463"/>
                    <a:pt x="58" y="1767"/>
                  </a:cubicBezTo>
                  <a:cubicBezTo>
                    <a:pt x="11" y="1954"/>
                    <a:pt x="11" y="2164"/>
                    <a:pt x="0" y="2363"/>
                  </a:cubicBezTo>
                  <a:cubicBezTo>
                    <a:pt x="0" y="2550"/>
                    <a:pt x="11" y="2737"/>
                    <a:pt x="23" y="2924"/>
                  </a:cubicBezTo>
                  <a:cubicBezTo>
                    <a:pt x="35" y="3181"/>
                    <a:pt x="58" y="3438"/>
                    <a:pt x="70" y="3683"/>
                  </a:cubicBezTo>
                  <a:cubicBezTo>
                    <a:pt x="81" y="3882"/>
                    <a:pt x="152" y="4057"/>
                    <a:pt x="292" y="4186"/>
                  </a:cubicBezTo>
                  <a:cubicBezTo>
                    <a:pt x="421" y="4314"/>
                    <a:pt x="595" y="4384"/>
                    <a:pt x="782" y="4384"/>
                  </a:cubicBezTo>
                  <a:cubicBezTo>
                    <a:pt x="1145" y="4372"/>
                    <a:pt x="1495" y="4057"/>
                    <a:pt x="1472" y="3672"/>
                  </a:cubicBezTo>
                  <a:cubicBezTo>
                    <a:pt x="1460" y="3379"/>
                    <a:pt x="1437" y="3099"/>
                    <a:pt x="1425" y="2807"/>
                  </a:cubicBezTo>
                  <a:cubicBezTo>
                    <a:pt x="1413" y="2597"/>
                    <a:pt x="1402" y="2386"/>
                    <a:pt x="1413" y="2176"/>
                  </a:cubicBezTo>
                  <a:cubicBezTo>
                    <a:pt x="1425" y="2106"/>
                    <a:pt x="1449" y="2047"/>
                    <a:pt x="1460" y="1977"/>
                  </a:cubicBezTo>
                  <a:cubicBezTo>
                    <a:pt x="1495" y="1930"/>
                    <a:pt x="1519" y="1884"/>
                    <a:pt x="1553" y="1826"/>
                  </a:cubicBezTo>
                  <a:cubicBezTo>
                    <a:pt x="1636" y="1720"/>
                    <a:pt x="1729" y="1627"/>
                    <a:pt x="1823" y="1545"/>
                  </a:cubicBezTo>
                  <a:lnTo>
                    <a:pt x="1997" y="1440"/>
                  </a:lnTo>
                  <a:lnTo>
                    <a:pt x="2114" y="1405"/>
                  </a:lnTo>
                  <a:lnTo>
                    <a:pt x="2301" y="1405"/>
                  </a:lnTo>
                  <a:cubicBezTo>
                    <a:pt x="2348" y="1416"/>
                    <a:pt x="2407" y="1429"/>
                    <a:pt x="2453" y="1452"/>
                  </a:cubicBezTo>
                  <a:cubicBezTo>
                    <a:pt x="2570" y="1499"/>
                    <a:pt x="2675" y="1557"/>
                    <a:pt x="2781" y="1627"/>
                  </a:cubicBezTo>
                  <a:cubicBezTo>
                    <a:pt x="2921" y="1732"/>
                    <a:pt x="3061" y="1849"/>
                    <a:pt x="3224" y="1919"/>
                  </a:cubicBezTo>
                  <a:cubicBezTo>
                    <a:pt x="3341" y="1977"/>
                    <a:pt x="3458" y="2013"/>
                    <a:pt x="3575" y="2013"/>
                  </a:cubicBezTo>
                  <a:cubicBezTo>
                    <a:pt x="3773" y="2013"/>
                    <a:pt x="3960" y="1930"/>
                    <a:pt x="4089" y="1790"/>
                  </a:cubicBezTo>
                  <a:cubicBezTo>
                    <a:pt x="4357" y="1510"/>
                    <a:pt x="4369" y="1019"/>
                    <a:pt x="4077" y="762"/>
                  </a:cubicBezTo>
                  <a:cubicBezTo>
                    <a:pt x="3890" y="611"/>
                    <a:pt x="3680" y="494"/>
                    <a:pt x="3481" y="365"/>
                  </a:cubicBezTo>
                  <a:cubicBezTo>
                    <a:pt x="3306" y="237"/>
                    <a:pt x="3084" y="155"/>
                    <a:pt x="2874" y="97"/>
                  </a:cubicBezTo>
                  <a:cubicBezTo>
                    <a:pt x="2680" y="36"/>
                    <a:pt x="2478" y="1"/>
                    <a:pt x="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4225;p65">
            <a:extLst>
              <a:ext uri="{FF2B5EF4-FFF2-40B4-BE49-F238E27FC236}">
                <a16:creationId xmlns:a16="http://schemas.microsoft.com/office/drawing/2014/main" id="{862D5E06-0794-44CC-8F5C-859D6CBF6396}"/>
              </a:ext>
            </a:extLst>
          </p:cNvPr>
          <p:cNvGrpSpPr/>
          <p:nvPr/>
        </p:nvGrpSpPr>
        <p:grpSpPr>
          <a:xfrm rot="19638900" flipH="1">
            <a:off x="18772745" y="13290680"/>
            <a:ext cx="6058552" cy="2696846"/>
            <a:chOff x="5802375" y="3298175"/>
            <a:chExt cx="1041800" cy="548625"/>
          </a:xfrm>
          <a:solidFill>
            <a:srgbClr val="FF7030"/>
          </a:solidFill>
        </p:grpSpPr>
        <p:sp>
          <p:nvSpPr>
            <p:cNvPr id="257" name="Google Shape;4226;p65">
              <a:extLst>
                <a:ext uri="{FF2B5EF4-FFF2-40B4-BE49-F238E27FC236}">
                  <a16:creationId xmlns:a16="http://schemas.microsoft.com/office/drawing/2014/main" id="{91BC675D-345C-4478-90E7-6004D1639C74}"/>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4227;p65">
              <a:extLst>
                <a:ext uri="{FF2B5EF4-FFF2-40B4-BE49-F238E27FC236}">
                  <a16:creationId xmlns:a16="http://schemas.microsoft.com/office/drawing/2014/main" id="{8B800D8B-BB88-4F15-AF9C-5C73EED5327B}"/>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4228;p65">
              <a:extLst>
                <a:ext uri="{FF2B5EF4-FFF2-40B4-BE49-F238E27FC236}">
                  <a16:creationId xmlns:a16="http://schemas.microsoft.com/office/drawing/2014/main" id="{197663AA-6D9B-46F4-932F-0F9CC50B7F30}"/>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1146;p31">
            <a:extLst>
              <a:ext uri="{FF2B5EF4-FFF2-40B4-BE49-F238E27FC236}">
                <a16:creationId xmlns:a16="http://schemas.microsoft.com/office/drawing/2014/main" id="{CA953CC2-F33E-4769-8C52-EDC80F46792B}"/>
              </a:ext>
            </a:extLst>
          </p:cNvPr>
          <p:cNvGrpSpPr/>
          <p:nvPr/>
        </p:nvGrpSpPr>
        <p:grpSpPr>
          <a:xfrm>
            <a:off x="929457" y="4135732"/>
            <a:ext cx="4711079" cy="7164364"/>
            <a:chOff x="2508350" y="4693575"/>
            <a:chExt cx="369100" cy="695475"/>
          </a:xfrm>
        </p:grpSpPr>
        <p:sp>
          <p:nvSpPr>
            <p:cNvPr id="261" name="Google Shape;1147;p31">
              <a:extLst>
                <a:ext uri="{FF2B5EF4-FFF2-40B4-BE49-F238E27FC236}">
                  <a16:creationId xmlns:a16="http://schemas.microsoft.com/office/drawing/2014/main" id="{7B5359D8-FBBF-4723-865E-C2BD796E4C01}"/>
                </a:ext>
              </a:extLst>
            </p:cNvPr>
            <p:cNvSpPr/>
            <p:nvPr/>
          </p:nvSpPr>
          <p:spPr>
            <a:xfrm>
              <a:off x="2508350" y="4693575"/>
              <a:ext cx="369100" cy="429100"/>
            </a:xfrm>
            <a:custGeom>
              <a:avLst/>
              <a:gdLst/>
              <a:ahLst/>
              <a:cxnLst/>
              <a:rect l="l" t="t" r="r" b="b"/>
              <a:pathLst>
                <a:path w="14764" h="17164" extrusionOk="0">
                  <a:moveTo>
                    <a:pt x="7382" y="0"/>
                  </a:moveTo>
                  <a:cubicBezTo>
                    <a:pt x="5868" y="0"/>
                    <a:pt x="2502" y="763"/>
                    <a:pt x="1618" y="3590"/>
                  </a:cubicBezTo>
                  <a:cubicBezTo>
                    <a:pt x="723" y="6426"/>
                    <a:pt x="1221" y="7352"/>
                    <a:pt x="1058" y="8948"/>
                  </a:cubicBezTo>
                  <a:cubicBezTo>
                    <a:pt x="895" y="10554"/>
                    <a:pt x="407" y="10554"/>
                    <a:pt x="204" y="11978"/>
                  </a:cubicBezTo>
                  <a:cubicBezTo>
                    <a:pt x="1" y="13401"/>
                    <a:pt x="1109" y="13534"/>
                    <a:pt x="1424" y="14551"/>
                  </a:cubicBezTo>
                  <a:cubicBezTo>
                    <a:pt x="1740" y="15567"/>
                    <a:pt x="855" y="15679"/>
                    <a:pt x="1882" y="17163"/>
                  </a:cubicBezTo>
                  <a:cubicBezTo>
                    <a:pt x="1882" y="17163"/>
                    <a:pt x="2075" y="17052"/>
                    <a:pt x="2431" y="16940"/>
                  </a:cubicBezTo>
                  <a:cubicBezTo>
                    <a:pt x="2187" y="16269"/>
                    <a:pt x="2350" y="15455"/>
                    <a:pt x="2350" y="15455"/>
                  </a:cubicBezTo>
                  <a:lnTo>
                    <a:pt x="2350" y="15455"/>
                  </a:lnTo>
                  <a:cubicBezTo>
                    <a:pt x="2309" y="16015"/>
                    <a:pt x="2512" y="16523"/>
                    <a:pt x="2685" y="16869"/>
                  </a:cubicBezTo>
                  <a:cubicBezTo>
                    <a:pt x="2899" y="16808"/>
                    <a:pt x="3143" y="16757"/>
                    <a:pt x="3437" y="16726"/>
                  </a:cubicBezTo>
                  <a:cubicBezTo>
                    <a:pt x="3254" y="16340"/>
                    <a:pt x="3061" y="15821"/>
                    <a:pt x="3132" y="15425"/>
                  </a:cubicBezTo>
                  <a:cubicBezTo>
                    <a:pt x="3265" y="14713"/>
                    <a:pt x="3204" y="14368"/>
                    <a:pt x="3112" y="14072"/>
                  </a:cubicBezTo>
                  <a:lnTo>
                    <a:pt x="3112" y="14072"/>
                  </a:lnTo>
                  <a:cubicBezTo>
                    <a:pt x="3112" y="14072"/>
                    <a:pt x="3519" y="14560"/>
                    <a:pt x="3478" y="15170"/>
                  </a:cubicBezTo>
                  <a:cubicBezTo>
                    <a:pt x="3427" y="15811"/>
                    <a:pt x="3590" y="16340"/>
                    <a:pt x="3753" y="16695"/>
                  </a:cubicBezTo>
                  <a:cubicBezTo>
                    <a:pt x="3885" y="16686"/>
                    <a:pt x="4027" y="16675"/>
                    <a:pt x="4169" y="16675"/>
                  </a:cubicBezTo>
                  <a:cubicBezTo>
                    <a:pt x="4184" y="16675"/>
                    <a:pt x="4198" y="16675"/>
                    <a:pt x="4213" y="16675"/>
                  </a:cubicBezTo>
                  <a:cubicBezTo>
                    <a:pt x="5673" y="16675"/>
                    <a:pt x="6114" y="17163"/>
                    <a:pt x="7382" y="17163"/>
                  </a:cubicBezTo>
                  <a:cubicBezTo>
                    <a:pt x="8623" y="17163"/>
                    <a:pt x="9070" y="16695"/>
                    <a:pt x="10443" y="16675"/>
                  </a:cubicBezTo>
                  <a:cubicBezTo>
                    <a:pt x="10626" y="16329"/>
                    <a:pt x="10778" y="15862"/>
                    <a:pt x="10789" y="15303"/>
                  </a:cubicBezTo>
                  <a:cubicBezTo>
                    <a:pt x="10799" y="14205"/>
                    <a:pt x="10941" y="13737"/>
                    <a:pt x="11185" y="13422"/>
                  </a:cubicBezTo>
                  <a:lnTo>
                    <a:pt x="11185" y="13422"/>
                  </a:lnTo>
                  <a:cubicBezTo>
                    <a:pt x="11185" y="13422"/>
                    <a:pt x="11022" y="13889"/>
                    <a:pt x="11033" y="14530"/>
                  </a:cubicBezTo>
                  <a:cubicBezTo>
                    <a:pt x="11043" y="15018"/>
                    <a:pt x="11256" y="15872"/>
                    <a:pt x="11063" y="16695"/>
                  </a:cubicBezTo>
                  <a:cubicBezTo>
                    <a:pt x="11521" y="16736"/>
                    <a:pt x="11897" y="16808"/>
                    <a:pt x="12181" y="16889"/>
                  </a:cubicBezTo>
                  <a:cubicBezTo>
                    <a:pt x="12344" y="16503"/>
                    <a:pt x="12497" y="15954"/>
                    <a:pt x="12477" y="15353"/>
                  </a:cubicBezTo>
                  <a:lnTo>
                    <a:pt x="12477" y="15353"/>
                  </a:lnTo>
                  <a:cubicBezTo>
                    <a:pt x="12477" y="15354"/>
                    <a:pt x="12619" y="16065"/>
                    <a:pt x="12456" y="16980"/>
                  </a:cubicBezTo>
                  <a:cubicBezTo>
                    <a:pt x="12730" y="17072"/>
                    <a:pt x="12883" y="17163"/>
                    <a:pt x="12883" y="17163"/>
                  </a:cubicBezTo>
                  <a:cubicBezTo>
                    <a:pt x="13900" y="15679"/>
                    <a:pt x="13015" y="15567"/>
                    <a:pt x="13331" y="14551"/>
                  </a:cubicBezTo>
                  <a:cubicBezTo>
                    <a:pt x="13645" y="13534"/>
                    <a:pt x="14764" y="13401"/>
                    <a:pt x="14561" y="11978"/>
                  </a:cubicBezTo>
                  <a:cubicBezTo>
                    <a:pt x="14357" y="10554"/>
                    <a:pt x="13869" y="10554"/>
                    <a:pt x="13706" y="8948"/>
                  </a:cubicBezTo>
                  <a:cubicBezTo>
                    <a:pt x="13534" y="7352"/>
                    <a:pt x="14063" y="6416"/>
                    <a:pt x="13148" y="3590"/>
                  </a:cubicBezTo>
                  <a:cubicBezTo>
                    <a:pt x="12689" y="2171"/>
                    <a:pt x="11121" y="1037"/>
                    <a:pt x="10172" y="1037"/>
                  </a:cubicBezTo>
                  <a:cubicBezTo>
                    <a:pt x="10047" y="1037"/>
                    <a:pt x="9933" y="1057"/>
                    <a:pt x="9833" y="1098"/>
                  </a:cubicBezTo>
                  <a:cubicBezTo>
                    <a:pt x="9833" y="1098"/>
                    <a:pt x="8887" y="0"/>
                    <a:pt x="7382"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1148;p31">
              <a:extLst>
                <a:ext uri="{FF2B5EF4-FFF2-40B4-BE49-F238E27FC236}">
                  <a16:creationId xmlns:a16="http://schemas.microsoft.com/office/drawing/2014/main" id="{05F22212-E2A7-4E93-8E51-AD7ECF92E341}"/>
                </a:ext>
              </a:extLst>
            </p:cNvPr>
            <p:cNvSpPr/>
            <p:nvPr/>
          </p:nvSpPr>
          <p:spPr>
            <a:xfrm>
              <a:off x="2534275" y="4942950"/>
              <a:ext cx="25200" cy="167775"/>
            </a:xfrm>
            <a:custGeom>
              <a:avLst/>
              <a:gdLst/>
              <a:ahLst/>
              <a:cxnLst/>
              <a:rect l="l" t="t" r="r" b="b"/>
              <a:pathLst>
                <a:path w="1008" h="6711" extrusionOk="0">
                  <a:moveTo>
                    <a:pt x="459" y="0"/>
                  </a:moveTo>
                  <a:cubicBezTo>
                    <a:pt x="245" y="722"/>
                    <a:pt x="1" y="1830"/>
                    <a:pt x="418" y="2450"/>
                  </a:cubicBezTo>
                  <a:cubicBezTo>
                    <a:pt x="926" y="3202"/>
                    <a:pt x="956" y="4433"/>
                    <a:pt x="733" y="5206"/>
                  </a:cubicBezTo>
                  <a:cubicBezTo>
                    <a:pt x="540" y="5857"/>
                    <a:pt x="642" y="6476"/>
                    <a:pt x="733" y="6711"/>
                  </a:cubicBezTo>
                  <a:lnTo>
                    <a:pt x="773" y="6700"/>
                  </a:lnTo>
                  <a:cubicBezTo>
                    <a:pt x="764" y="6690"/>
                    <a:pt x="529" y="6009"/>
                    <a:pt x="773" y="5216"/>
                  </a:cubicBezTo>
                  <a:cubicBezTo>
                    <a:pt x="1008" y="4433"/>
                    <a:pt x="967" y="3193"/>
                    <a:pt x="459" y="2430"/>
                  </a:cubicBezTo>
                  <a:cubicBezTo>
                    <a:pt x="41" y="1820"/>
                    <a:pt x="285" y="732"/>
                    <a:pt x="489" y="20"/>
                  </a:cubicBezTo>
                  <a:cubicBezTo>
                    <a:pt x="479" y="10"/>
                    <a:pt x="468" y="10"/>
                    <a:pt x="459" y="0"/>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1149;p31">
              <a:extLst>
                <a:ext uri="{FF2B5EF4-FFF2-40B4-BE49-F238E27FC236}">
                  <a16:creationId xmlns:a16="http://schemas.microsoft.com/office/drawing/2014/main" id="{5EFC2EC2-FDE5-4FA3-BA2A-7C39DA7DC665}"/>
                </a:ext>
              </a:extLst>
            </p:cNvPr>
            <p:cNvSpPr/>
            <p:nvPr/>
          </p:nvSpPr>
          <p:spPr>
            <a:xfrm>
              <a:off x="2823800" y="4946225"/>
              <a:ext cx="16300" cy="168575"/>
            </a:xfrm>
            <a:custGeom>
              <a:avLst/>
              <a:gdLst/>
              <a:ahLst/>
              <a:cxnLst/>
              <a:rect l="l" t="t" r="r" b="b"/>
              <a:pathLst>
                <a:path w="652" h="6743" extrusionOk="0">
                  <a:moveTo>
                    <a:pt x="347" y="1"/>
                  </a:moveTo>
                  <a:cubicBezTo>
                    <a:pt x="326" y="1"/>
                    <a:pt x="316" y="1"/>
                    <a:pt x="306" y="11"/>
                  </a:cubicBezTo>
                  <a:cubicBezTo>
                    <a:pt x="458" y="631"/>
                    <a:pt x="652" y="1607"/>
                    <a:pt x="458" y="2136"/>
                  </a:cubicBezTo>
                  <a:cubicBezTo>
                    <a:pt x="164" y="2970"/>
                    <a:pt x="1" y="3478"/>
                    <a:pt x="143" y="4292"/>
                  </a:cubicBezTo>
                  <a:cubicBezTo>
                    <a:pt x="133" y="4221"/>
                    <a:pt x="143" y="4140"/>
                    <a:pt x="153" y="4068"/>
                  </a:cubicBezTo>
                  <a:cubicBezTo>
                    <a:pt x="82" y="3387"/>
                    <a:pt x="234" y="2899"/>
                    <a:pt x="499" y="2147"/>
                  </a:cubicBezTo>
                  <a:cubicBezTo>
                    <a:pt x="621" y="1801"/>
                    <a:pt x="611" y="1241"/>
                    <a:pt x="448" y="479"/>
                  </a:cubicBezTo>
                  <a:cubicBezTo>
                    <a:pt x="417" y="306"/>
                    <a:pt x="377" y="143"/>
                    <a:pt x="347" y="1"/>
                  </a:cubicBezTo>
                  <a:close/>
                  <a:moveTo>
                    <a:pt x="143" y="4292"/>
                  </a:moveTo>
                  <a:cubicBezTo>
                    <a:pt x="173" y="4475"/>
                    <a:pt x="204" y="4637"/>
                    <a:pt x="245" y="4811"/>
                  </a:cubicBezTo>
                  <a:cubicBezTo>
                    <a:pt x="377" y="5410"/>
                    <a:pt x="499" y="5979"/>
                    <a:pt x="245" y="6732"/>
                  </a:cubicBezTo>
                  <a:lnTo>
                    <a:pt x="275" y="6742"/>
                  </a:lnTo>
                  <a:cubicBezTo>
                    <a:pt x="550" y="5979"/>
                    <a:pt x="417" y="5410"/>
                    <a:pt x="286" y="4800"/>
                  </a:cubicBezTo>
                  <a:cubicBezTo>
                    <a:pt x="245" y="4637"/>
                    <a:pt x="214" y="4465"/>
                    <a:pt x="184" y="4292"/>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1150;p31">
              <a:extLst>
                <a:ext uri="{FF2B5EF4-FFF2-40B4-BE49-F238E27FC236}">
                  <a16:creationId xmlns:a16="http://schemas.microsoft.com/office/drawing/2014/main" id="{E42CE86C-E1A6-4FE2-B394-3840F3FF6BFF}"/>
                </a:ext>
              </a:extLst>
            </p:cNvPr>
            <p:cNvSpPr/>
            <p:nvPr/>
          </p:nvSpPr>
          <p:spPr>
            <a:xfrm>
              <a:off x="2827100" y="4953850"/>
              <a:ext cx="36400" cy="99675"/>
            </a:xfrm>
            <a:custGeom>
              <a:avLst/>
              <a:gdLst/>
              <a:ahLst/>
              <a:cxnLst/>
              <a:rect l="l" t="t" r="r" b="b"/>
              <a:pathLst>
                <a:path w="1456" h="3987" extrusionOk="0">
                  <a:moveTo>
                    <a:pt x="1008" y="1"/>
                  </a:moveTo>
                  <a:lnTo>
                    <a:pt x="967" y="21"/>
                  </a:lnTo>
                  <a:cubicBezTo>
                    <a:pt x="977" y="21"/>
                    <a:pt x="1414" y="1008"/>
                    <a:pt x="1017" y="1801"/>
                  </a:cubicBezTo>
                  <a:cubicBezTo>
                    <a:pt x="895" y="2055"/>
                    <a:pt x="743" y="2299"/>
                    <a:pt x="590" y="2533"/>
                  </a:cubicBezTo>
                  <a:cubicBezTo>
                    <a:pt x="326" y="2960"/>
                    <a:pt x="72" y="3356"/>
                    <a:pt x="21" y="3763"/>
                  </a:cubicBezTo>
                  <a:cubicBezTo>
                    <a:pt x="11" y="3835"/>
                    <a:pt x="1" y="3916"/>
                    <a:pt x="11" y="3987"/>
                  </a:cubicBezTo>
                  <a:lnTo>
                    <a:pt x="52" y="3987"/>
                  </a:lnTo>
                  <a:cubicBezTo>
                    <a:pt x="21" y="3519"/>
                    <a:pt x="316" y="3051"/>
                    <a:pt x="631" y="2563"/>
                  </a:cubicBezTo>
                  <a:cubicBezTo>
                    <a:pt x="773" y="2319"/>
                    <a:pt x="926" y="2075"/>
                    <a:pt x="1058" y="1821"/>
                  </a:cubicBezTo>
                  <a:cubicBezTo>
                    <a:pt x="1455" y="1008"/>
                    <a:pt x="1008" y="11"/>
                    <a:pt x="1008"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1151;p31">
              <a:extLst>
                <a:ext uri="{FF2B5EF4-FFF2-40B4-BE49-F238E27FC236}">
                  <a16:creationId xmlns:a16="http://schemas.microsoft.com/office/drawing/2014/main" id="{2545ACC2-244F-4036-A699-DD2C419BE90B}"/>
                </a:ext>
              </a:extLst>
            </p:cNvPr>
            <p:cNvSpPr/>
            <p:nvPr/>
          </p:nvSpPr>
          <p:spPr>
            <a:xfrm>
              <a:off x="2532750" y="4883700"/>
              <a:ext cx="320300" cy="48075"/>
            </a:xfrm>
            <a:custGeom>
              <a:avLst/>
              <a:gdLst/>
              <a:ahLst/>
              <a:cxnLst/>
              <a:rect l="l" t="t" r="r" b="b"/>
              <a:pathLst>
                <a:path w="12812" h="1923" extrusionOk="0">
                  <a:moveTo>
                    <a:pt x="12751" y="1557"/>
                  </a:moveTo>
                  <a:lnTo>
                    <a:pt x="12751" y="1557"/>
                  </a:lnTo>
                  <a:cubicBezTo>
                    <a:pt x="12771" y="1688"/>
                    <a:pt x="12791" y="1810"/>
                    <a:pt x="12812" y="1923"/>
                  </a:cubicBezTo>
                  <a:lnTo>
                    <a:pt x="12812" y="1923"/>
                  </a:lnTo>
                  <a:cubicBezTo>
                    <a:pt x="12791" y="1810"/>
                    <a:pt x="12771" y="1688"/>
                    <a:pt x="12751" y="1557"/>
                  </a:cubicBezTo>
                  <a:close/>
                  <a:moveTo>
                    <a:pt x="52" y="1557"/>
                  </a:moveTo>
                  <a:cubicBezTo>
                    <a:pt x="41" y="1688"/>
                    <a:pt x="21" y="1810"/>
                    <a:pt x="1" y="1923"/>
                  </a:cubicBezTo>
                  <a:lnTo>
                    <a:pt x="1" y="1923"/>
                  </a:lnTo>
                  <a:cubicBezTo>
                    <a:pt x="21" y="1810"/>
                    <a:pt x="41" y="1688"/>
                    <a:pt x="52" y="1557"/>
                  </a:cubicBezTo>
                  <a:lnTo>
                    <a:pt x="52" y="1557"/>
                  </a:lnTo>
                  <a:close/>
                  <a:moveTo>
                    <a:pt x="12710" y="11"/>
                  </a:moveTo>
                  <a:cubicBezTo>
                    <a:pt x="12700" y="123"/>
                    <a:pt x="12700" y="235"/>
                    <a:pt x="12700" y="346"/>
                  </a:cubicBezTo>
                  <a:lnTo>
                    <a:pt x="12700" y="346"/>
                  </a:lnTo>
                  <a:cubicBezTo>
                    <a:pt x="12700" y="235"/>
                    <a:pt x="12700" y="123"/>
                    <a:pt x="12710" y="11"/>
                  </a:cubicBezTo>
                  <a:lnTo>
                    <a:pt x="12710" y="11"/>
                  </a:lnTo>
                  <a:close/>
                  <a:moveTo>
                    <a:pt x="102" y="1"/>
                  </a:moveTo>
                  <a:lnTo>
                    <a:pt x="102" y="1"/>
                  </a:lnTo>
                  <a:cubicBezTo>
                    <a:pt x="113" y="123"/>
                    <a:pt x="113" y="235"/>
                    <a:pt x="113" y="346"/>
                  </a:cubicBezTo>
                  <a:lnTo>
                    <a:pt x="113" y="346"/>
                  </a:lnTo>
                  <a:cubicBezTo>
                    <a:pt x="113" y="235"/>
                    <a:pt x="113" y="123"/>
                    <a:pt x="102" y="1"/>
                  </a:cubicBezTo>
                  <a:close/>
                </a:path>
              </a:pathLst>
            </a:custGeom>
            <a:solidFill>
              <a:srgbClr val="AC9B9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1152;p31">
              <a:extLst>
                <a:ext uri="{FF2B5EF4-FFF2-40B4-BE49-F238E27FC236}">
                  <a16:creationId xmlns:a16="http://schemas.microsoft.com/office/drawing/2014/main" id="{8CBC3F83-F3CC-495D-8106-B84FB01D1862}"/>
                </a:ext>
              </a:extLst>
            </p:cNvPr>
            <p:cNvSpPr/>
            <p:nvPr/>
          </p:nvSpPr>
          <p:spPr>
            <a:xfrm>
              <a:off x="2532750" y="4865675"/>
              <a:ext cx="320300" cy="238175"/>
            </a:xfrm>
            <a:custGeom>
              <a:avLst/>
              <a:gdLst/>
              <a:ahLst/>
              <a:cxnLst/>
              <a:rect l="l" t="t" r="r" b="b"/>
              <a:pathLst>
                <a:path w="12812" h="9527" extrusionOk="0">
                  <a:moveTo>
                    <a:pt x="1374" y="1006"/>
                  </a:moveTo>
                  <a:lnTo>
                    <a:pt x="1374" y="1017"/>
                  </a:lnTo>
                  <a:lnTo>
                    <a:pt x="1383" y="1017"/>
                  </a:lnTo>
                  <a:cubicBezTo>
                    <a:pt x="1374" y="1017"/>
                    <a:pt x="1374" y="1017"/>
                    <a:pt x="1374" y="1006"/>
                  </a:cubicBezTo>
                  <a:close/>
                  <a:moveTo>
                    <a:pt x="11429" y="1006"/>
                  </a:moveTo>
                  <a:lnTo>
                    <a:pt x="11429" y="1017"/>
                  </a:lnTo>
                  <a:lnTo>
                    <a:pt x="11440" y="1017"/>
                  </a:lnTo>
                  <a:cubicBezTo>
                    <a:pt x="11440" y="1017"/>
                    <a:pt x="11440" y="1006"/>
                    <a:pt x="11429" y="1006"/>
                  </a:cubicBezTo>
                  <a:close/>
                  <a:moveTo>
                    <a:pt x="1211" y="0"/>
                  </a:moveTo>
                  <a:cubicBezTo>
                    <a:pt x="1211" y="20"/>
                    <a:pt x="1119" y="468"/>
                    <a:pt x="1099" y="631"/>
                  </a:cubicBezTo>
                  <a:cubicBezTo>
                    <a:pt x="1099" y="631"/>
                    <a:pt x="916" y="559"/>
                    <a:pt x="682" y="559"/>
                  </a:cubicBezTo>
                  <a:cubicBezTo>
                    <a:pt x="509" y="559"/>
                    <a:pt x="296" y="600"/>
                    <a:pt x="102" y="722"/>
                  </a:cubicBezTo>
                  <a:cubicBezTo>
                    <a:pt x="113" y="844"/>
                    <a:pt x="113" y="956"/>
                    <a:pt x="113" y="1067"/>
                  </a:cubicBezTo>
                  <a:cubicBezTo>
                    <a:pt x="215" y="945"/>
                    <a:pt x="337" y="854"/>
                    <a:pt x="499" y="814"/>
                  </a:cubicBezTo>
                  <a:lnTo>
                    <a:pt x="509" y="814"/>
                  </a:lnTo>
                  <a:cubicBezTo>
                    <a:pt x="550" y="803"/>
                    <a:pt x="601" y="793"/>
                    <a:pt x="642" y="793"/>
                  </a:cubicBezTo>
                  <a:cubicBezTo>
                    <a:pt x="642" y="793"/>
                    <a:pt x="642" y="783"/>
                    <a:pt x="651" y="783"/>
                  </a:cubicBezTo>
                  <a:lnTo>
                    <a:pt x="773" y="783"/>
                  </a:lnTo>
                  <a:cubicBezTo>
                    <a:pt x="1028" y="783"/>
                    <a:pt x="1221" y="884"/>
                    <a:pt x="1374" y="1017"/>
                  </a:cubicBezTo>
                  <a:cubicBezTo>
                    <a:pt x="1363" y="997"/>
                    <a:pt x="1261" y="600"/>
                    <a:pt x="1211" y="0"/>
                  </a:cubicBezTo>
                  <a:close/>
                  <a:moveTo>
                    <a:pt x="11602" y="0"/>
                  </a:moveTo>
                  <a:cubicBezTo>
                    <a:pt x="11541" y="600"/>
                    <a:pt x="11440" y="997"/>
                    <a:pt x="11440" y="1017"/>
                  </a:cubicBezTo>
                  <a:cubicBezTo>
                    <a:pt x="11582" y="884"/>
                    <a:pt x="11785" y="783"/>
                    <a:pt x="12039" y="783"/>
                  </a:cubicBezTo>
                  <a:lnTo>
                    <a:pt x="12070" y="783"/>
                  </a:lnTo>
                  <a:cubicBezTo>
                    <a:pt x="12141" y="783"/>
                    <a:pt x="12222" y="793"/>
                    <a:pt x="12314" y="814"/>
                  </a:cubicBezTo>
                  <a:cubicBezTo>
                    <a:pt x="12477" y="854"/>
                    <a:pt x="12608" y="945"/>
                    <a:pt x="12700" y="1067"/>
                  </a:cubicBezTo>
                  <a:cubicBezTo>
                    <a:pt x="12700" y="956"/>
                    <a:pt x="12700" y="844"/>
                    <a:pt x="12710" y="732"/>
                  </a:cubicBezTo>
                  <a:cubicBezTo>
                    <a:pt x="12517" y="600"/>
                    <a:pt x="12303" y="559"/>
                    <a:pt x="12131" y="559"/>
                  </a:cubicBezTo>
                  <a:cubicBezTo>
                    <a:pt x="11887" y="559"/>
                    <a:pt x="11704" y="631"/>
                    <a:pt x="11704" y="631"/>
                  </a:cubicBezTo>
                  <a:cubicBezTo>
                    <a:pt x="11693" y="468"/>
                    <a:pt x="11602" y="20"/>
                    <a:pt x="11602" y="0"/>
                  </a:cubicBezTo>
                  <a:close/>
                  <a:moveTo>
                    <a:pt x="52" y="2278"/>
                  </a:moveTo>
                  <a:cubicBezTo>
                    <a:pt x="41" y="2409"/>
                    <a:pt x="21" y="2531"/>
                    <a:pt x="1" y="2644"/>
                  </a:cubicBezTo>
                  <a:cubicBezTo>
                    <a:pt x="133" y="2816"/>
                    <a:pt x="296" y="2969"/>
                    <a:pt x="520" y="3091"/>
                  </a:cubicBezTo>
                  <a:cubicBezTo>
                    <a:pt x="540" y="3010"/>
                    <a:pt x="570" y="2928"/>
                    <a:pt x="590" y="2857"/>
                  </a:cubicBezTo>
                  <a:cubicBezTo>
                    <a:pt x="387" y="2735"/>
                    <a:pt x="194" y="2542"/>
                    <a:pt x="52" y="2278"/>
                  </a:cubicBezTo>
                  <a:close/>
                  <a:moveTo>
                    <a:pt x="12751" y="2278"/>
                  </a:moveTo>
                  <a:cubicBezTo>
                    <a:pt x="12547" y="2674"/>
                    <a:pt x="12233" y="2898"/>
                    <a:pt x="11917" y="2979"/>
                  </a:cubicBezTo>
                  <a:cubicBezTo>
                    <a:pt x="11937" y="3050"/>
                    <a:pt x="11958" y="3132"/>
                    <a:pt x="11989" y="3223"/>
                  </a:cubicBezTo>
                  <a:cubicBezTo>
                    <a:pt x="12355" y="3101"/>
                    <a:pt x="12629" y="2898"/>
                    <a:pt x="12812" y="2644"/>
                  </a:cubicBezTo>
                  <a:cubicBezTo>
                    <a:pt x="12791" y="2531"/>
                    <a:pt x="12771" y="2409"/>
                    <a:pt x="12751" y="2278"/>
                  </a:cubicBezTo>
                  <a:close/>
                  <a:moveTo>
                    <a:pt x="8166" y="6467"/>
                  </a:moveTo>
                  <a:lnTo>
                    <a:pt x="8166" y="6467"/>
                  </a:lnTo>
                  <a:cubicBezTo>
                    <a:pt x="7911" y="6538"/>
                    <a:pt x="7657" y="6599"/>
                    <a:pt x="7382" y="6639"/>
                  </a:cubicBezTo>
                  <a:cubicBezTo>
                    <a:pt x="7393" y="6741"/>
                    <a:pt x="7403" y="6853"/>
                    <a:pt x="7434" y="6965"/>
                  </a:cubicBezTo>
                  <a:cubicBezTo>
                    <a:pt x="7495" y="7301"/>
                    <a:pt x="7617" y="7656"/>
                    <a:pt x="7840" y="7880"/>
                  </a:cubicBezTo>
                  <a:cubicBezTo>
                    <a:pt x="7840" y="7423"/>
                    <a:pt x="7983" y="6924"/>
                    <a:pt x="8166" y="6467"/>
                  </a:cubicBezTo>
                  <a:close/>
                  <a:moveTo>
                    <a:pt x="4291" y="6345"/>
                  </a:moveTo>
                  <a:cubicBezTo>
                    <a:pt x="4474" y="6772"/>
                    <a:pt x="4596" y="7199"/>
                    <a:pt x="4485" y="7758"/>
                  </a:cubicBezTo>
                  <a:cubicBezTo>
                    <a:pt x="4454" y="7870"/>
                    <a:pt x="4444" y="7981"/>
                    <a:pt x="4434" y="8083"/>
                  </a:cubicBezTo>
                  <a:cubicBezTo>
                    <a:pt x="4617" y="8022"/>
                    <a:pt x="4790" y="7961"/>
                    <a:pt x="4962" y="7900"/>
                  </a:cubicBezTo>
                  <a:cubicBezTo>
                    <a:pt x="5156" y="7697"/>
                    <a:pt x="5278" y="7402"/>
                    <a:pt x="5349" y="7107"/>
                  </a:cubicBezTo>
                  <a:cubicBezTo>
                    <a:pt x="5389" y="6944"/>
                    <a:pt x="5410" y="6792"/>
                    <a:pt x="5430" y="6639"/>
                  </a:cubicBezTo>
                  <a:cubicBezTo>
                    <a:pt x="5023" y="6578"/>
                    <a:pt x="4637" y="6477"/>
                    <a:pt x="4291" y="6345"/>
                  </a:cubicBezTo>
                  <a:close/>
                  <a:moveTo>
                    <a:pt x="8979" y="6121"/>
                  </a:moveTo>
                  <a:cubicBezTo>
                    <a:pt x="8745" y="6253"/>
                    <a:pt x="8491" y="6365"/>
                    <a:pt x="8216" y="6446"/>
                  </a:cubicBezTo>
                  <a:cubicBezTo>
                    <a:pt x="8023" y="6924"/>
                    <a:pt x="7881" y="7432"/>
                    <a:pt x="7881" y="7911"/>
                  </a:cubicBezTo>
                  <a:cubicBezTo>
                    <a:pt x="8094" y="7992"/>
                    <a:pt x="8328" y="8073"/>
                    <a:pt x="8562" y="8144"/>
                  </a:cubicBezTo>
                  <a:cubicBezTo>
                    <a:pt x="8582" y="8124"/>
                    <a:pt x="8613" y="8114"/>
                    <a:pt x="8633" y="8094"/>
                  </a:cubicBezTo>
                  <a:cubicBezTo>
                    <a:pt x="8765" y="8134"/>
                    <a:pt x="8887" y="8175"/>
                    <a:pt x="9009" y="8225"/>
                  </a:cubicBezTo>
                  <a:cubicBezTo>
                    <a:pt x="8999" y="8012"/>
                    <a:pt x="9020" y="7768"/>
                    <a:pt x="9070" y="7493"/>
                  </a:cubicBezTo>
                  <a:cubicBezTo>
                    <a:pt x="9142" y="7107"/>
                    <a:pt x="9081" y="6599"/>
                    <a:pt x="8979" y="6121"/>
                  </a:cubicBezTo>
                  <a:close/>
                  <a:moveTo>
                    <a:pt x="10880" y="3914"/>
                  </a:moveTo>
                  <a:cubicBezTo>
                    <a:pt x="10484" y="4881"/>
                    <a:pt x="9863" y="5622"/>
                    <a:pt x="9020" y="6101"/>
                  </a:cubicBezTo>
                  <a:cubicBezTo>
                    <a:pt x="9121" y="6589"/>
                    <a:pt x="9192" y="7107"/>
                    <a:pt x="9111" y="7504"/>
                  </a:cubicBezTo>
                  <a:cubicBezTo>
                    <a:pt x="9060" y="7778"/>
                    <a:pt x="9040" y="8022"/>
                    <a:pt x="9050" y="8236"/>
                  </a:cubicBezTo>
                  <a:cubicBezTo>
                    <a:pt x="9264" y="8317"/>
                    <a:pt x="9457" y="8388"/>
                    <a:pt x="9609" y="8419"/>
                  </a:cubicBezTo>
                  <a:cubicBezTo>
                    <a:pt x="9670" y="8439"/>
                    <a:pt x="9741" y="8460"/>
                    <a:pt x="9802" y="8480"/>
                  </a:cubicBezTo>
                  <a:cubicBezTo>
                    <a:pt x="9813" y="8460"/>
                    <a:pt x="9813" y="8439"/>
                    <a:pt x="9813" y="8419"/>
                  </a:cubicBezTo>
                  <a:cubicBezTo>
                    <a:pt x="9823" y="7321"/>
                    <a:pt x="9965" y="6853"/>
                    <a:pt x="10209" y="6538"/>
                  </a:cubicBezTo>
                  <a:lnTo>
                    <a:pt x="10209" y="6538"/>
                  </a:lnTo>
                  <a:cubicBezTo>
                    <a:pt x="10209" y="6538"/>
                    <a:pt x="10057" y="6985"/>
                    <a:pt x="10057" y="7595"/>
                  </a:cubicBezTo>
                  <a:lnTo>
                    <a:pt x="10057" y="7646"/>
                  </a:lnTo>
                  <a:cubicBezTo>
                    <a:pt x="10067" y="7900"/>
                    <a:pt x="10118" y="8246"/>
                    <a:pt x="10148" y="8643"/>
                  </a:cubicBezTo>
                  <a:cubicBezTo>
                    <a:pt x="10280" y="8713"/>
                    <a:pt x="10423" y="8795"/>
                    <a:pt x="10565" y="8917"/>
                  </a:cubicBezTo>
                  <a:cubicBezTo>
                    <a:pt x="10677" y="8551"/>
                    <a:pt x="10778" y="8103"/>
                    <a:pt x="10697" y="7728"/>
                  </a:cubicBezTo>
                  <a:cubicBezTo>
                    <a:pt x="10616" y="7290"/>
                    <a:pt x="10758" y="6802"/>
                    <a:pt x="10911" y="6284"/>
                  </a:cubicBezTo>
                  <a:cubicBezTo>
                    <a:pt x="11022" y="5907"/>
                    <a:pt x="11144" y="5521"/>
                    <a:pt x="11165" y="5134"/>
                  </a:cubicBezTo>
                  <a:cubicBezTo>
                    <a:pt x="11196" y="4606"/>
                    <a:pt x="11022" y="4169"/>
                    <a:pt x="10880" y="3914"/>
                  </a:cubicBezTo>
                  <a:close/>
                  <a:moveTo>
                    <a:pt x="1302" y="4158"/>
                  </a:moveTo>
                  <a:cubicBezTo>
                    <a:pt x="1180" y="4494"/>
                    <a:pt x="1089" y="4901"/>
                    <a:pt x="1200" y="5206"/>
                  </a:cubicBezTo>
                  <a:cubicBezTo>
                    <a:pt x="1282" y="5450"/>
                    <a:pt x="1424" y="5602"/>
                    <a:pt x="1557" y="5765"/>
                  </a:cubicBezTo>
                  <a:cubicBezTo>
                    <a:pt x="1760" y="6009"/>
                    <a:pt x="1943" y="6232"/>
                    <a:pt x="1912" y="6711"/>
                  </a:cubicBezTo>
                  <a:cubicBezTo>
                    <a:pt x="1902" y="6853"/>
                    <a:pt x="1882" y="7016"/>
                    <a:pt x="1862" y="7188"/>
                  </a:cubicBezTo>
                  <a:cubicBezTo>
                    <a:pt x="1790" y="7819"/>
                    <a:pt x="1699" y="8571"/>
                    <a:pt x="1953" y="9171"/>
                  </a:cubicBezTo>
                  <a:cubicBezTo>
                    <a:pt x="2024" y="9100"/>
                    <a:pt x="2095" y="9039"/>
                    <a:pt x="2167" y="8988"/>
                  </a:cubicBezTo>
                  <a:cubicBezTo>
                    <a:pt x="2146" y="8896"/>
                    <a:pt x="2136" y="8805"/>
                    <a:pt x="2136" y="8724"/>
                  </a:cubicBezTo>
                  <a:cubicBezTo>
                    <a:pt x="2136" y="8652"/>
                    <a:pt x="2146" y="8591"/>
                    <a:pt x="2156" y="8541"/>
                  </a:cubicBezTo>
                  <a:cubicBezTo>
                    <a:pt x="2207" y="8236"/>
                    <a:pt x="2228" y="8002"/>
                    <a:pt x="2228" y="7809"/>
                  </a:cubicBezTo>
                  <a:cubicBezTo>
                    <a:pt x="2228" y="7545"/>
                    <a:pt x="2197" y="7351"/>
                    <a:pt x="2136" y="7188"/>
                  </a:cubicBezTo>
                  <a:lnTo>
                    <a:pt x="2136" y="7188"/>
                  </a:lnTo>
                  <a:cubicBezTo>
                    <a:pt x="2136" y="7188"/>
                    <a:pt x="2502" y="7626"/>
                    <a:pt x="2502" y="8195"/>
                  </a:cubicBezTo>
                  <a:lnTo>
                    <a:pt x="2502" y="8286"/>
                  </a:lnTo>
                  <a:cubicBezTo>
                    <a:pt x="2492" y="8368"/>
                    <a:pt x="2492" y="8439"/>
                    <a:pt x="2492" y="8510"/>
                  </a:cubicBezTo>
                  <a:cubicBezTo>
                    <a:pt x="2492" y="8591"/>
                    <a:pt x="2492" y="8663"/>
                    <a:pt x="2502" y="8734"/>
                  </a:cubicBezTo>
                  <a:cubicBezTo>
                    <a:pt x="2756" y="8571"/>
                    <a:pt x="2990" y="8480"/>
                    <a:pt x="3193" y="8419"/>
                  </a:cubicBezTo>
                  <a:cubicBezTo>
                    <a:pt x="3295" y="8399"/>
                    <a:pt x="3417" y="8368"/>
                    <a:pt x="3550" y="8338"/>
                  </a:cubicBezTo>
                  <a:cubicBezTo>
                    <a:pt x="3539" y="8195"/>
                    <a:pt x="3550" y="8033"/>
                    <a:pt x="3580" y="7870"/>
                  </a:cubicBezTo>
                  <a:cubicBezTo>
                    <a:pt x="3712" y="7066"/>
                    <a:pt x="3193" y="6548"/>
                    <a:pt x="2370" y="6019"/>
                  </a:cubicBezTo>
                  <a:cubicBezTo>
                    <a:pt x="1668" y="5572"/>
                    <a:pt x="1374" y="4454"/>
                    <a:pt x="1302" y="4158"/>
                  </a:cubicBezTo>
                  <a:close/>
                  <a:moveTo>
                    <a:pt x="621" y="2877"/>
                  </a:moveTo>
                  <a:cubicBezTo>
                    <a:pt x="601" y="2949"/>
                    <a:pt x="581" y="3030"/>
                    <a:pt x="550" y="3111"/>
                  </a:cubicBezTo>
                  <a:cubicBezTo>
                    <a:pt x="794" y="3233"/>
                    <a:pt x="1089" y="3304"/>
                    <a:pt x="1444" y="3304"/>
                  </a:cubicBezTo>
                  <a:cubicBezTo>
                    <a:pt x="1444" y="3304"/>
                    <a:pt x="1048" y="4067"/>
                    <a:pt x="1017" y="5053"/>
                  </a:cubicBezTo>
                  <a:cubicBezTo>
                    <a:pt x="987" y="6040"/>
                    <a:pt x="1770" y="6751"/>
                    <a:pt x="1709" y="7524"/>
                  </a:cubicBezTo>
                  <a:cubicBezTo>
                    <a:pt x="1648" y="8185"/>
                    <a:pt x="1516" y="8724"/>
                    <a:pt x="1627" y="9527"/>
                  </a:cubicBezTo>
                  <a:cubicBezTo>
                    <a:pt x="1729" y="9405"/>
                    <a:pt x="1831" y="9303"/>
                    <a:pt x="1923" y="9201"/>
                  </a:cubicBezTo>
                  <a:cubicBezTo>
                    <a:pt x="1648" y="8591"/>
                    <a:pt x="1740" y="7829"/>
                    <a:pt x="1821" y="7188"/>
                  </a:cubicBezTo>
                  <a:cubicBezTo>
                    <a:pt x="1841" y="7016"/>
                    <a:pt x="1862" y="6853"/>
                    <a:pt x="1871" y="6711"/>
                  </a:cubicBezTo>
                  <a:cubicBezTo>
                    <a:pt x="1902" y="6243"/>
                    <a:pt x="1729" y="6040"/>
                    <a:pt x="1526" y="5785"/>
                  </a:cubicBezTo>
                  <a:cubicBezTo>
                    <a:pt x="1383" y="5633"/>
                    <a:pt x="1252" y="5470"/>
                    <a:pt x="1160" y="5216"/>
                  </a:cubicBezTo>
                  <a:cubicBezTo>
                    <a:pt x="936" y="4585"/>
                    <a:pt x="1516" y="3569"/>
                    <a:pt x="1536" y="3528"/>
                  </a:cubicBezTo>
                  <a:lnTo>
                    <a:pt x="1577" y="3548"/>
                  </a:lnTo>
                  <a:cubicBezTo>
                    <a:pt x="1577" y="3548"/>
                    <a:pt x="1444" y="3783"/>
                    <a:pt x="1333" y="4077"/>
                  </a:cubicBezTo>
                  <a:cubicBezTo>
                    <a:pt x="1353" y="4189"/>
                    <a:pt x="1627" y="5491"/>
                    <a:pt x="2390" y="5979"/>
                  </a:cubicBezTo>
                  <a:cubicBezTo>
                    <a:pt x="3224" y="6517"/>
                    <a:pt x="3763" y="7046"/>
                    <a:pt x="3620" y="7880"/>
                  </a:cubicBezTo>
                  <a:cubicBezTo>
                    <a:pt x="3590" y="8033"/>
                    <a:pt x="3590" y="8185"/>
                    <a:pt x="3590" y="8327"/>
                  </a:cubicBezTo>
                  <a:cubicBezTo>
                    <a:pt x="3834" y="8266"/>
                    <a:pt x="4119" y="8185"/>
                    <a:pt x="4393" y="8103"/>
                  </a:cubicBezTo>
                  <a:cubicBezTo>
                    <a:pt x="4404" y="7981"/>
                    <a:pt x="4413" y="7870"/>
                    <a:pt x="4434" y="7748"/>
                  </a:cubicBezTo>
                  <a:cubicBezTo>
                    <a:pt x="4556" y="7188"/>
                    <a:pt x="4424" y="6761"/>
                    <a:pt x="4241" y="6314"/>
                  </a:cubicBezTo>
                  <a:cubicBezTo>
                    <a:pt x="2848" y="5735"/>
                    <a:pt x="1993" y="4535"/>
                    <a:pt x="1607" y="2877"/>
                  </a:cubicBezTo>
                  <a:cubicBezTo>
                    <a:pt x="1496" y="2969"/>
                    <a:pt x="1333" y="3020"/>
                    <a:pt x="1150" y="3020"/>
                  </a:cubicBezTo>
                  <a:cubicBezTo>
                    <a:pt x="987" y="3020"/>
                    <a:pt x="804" y="2969"/>
                    <a:pt x="621" y="2877"/>
                  </a:cubicBezTo>
                  <a:close/>
                  <a:moveTo>
                    <a:pt x="11205" y="2877"/>
                  </a:moveTo>
                  <a:cubicBezTo>
                    <a:pt x="11124" y="3223"/>
                    <a:pt x="11022" y="3548"/>
                    <a:pt x="10900" y="3864"/>
                  </a:cubicBezTo>
                  <a:cubicBezTo>
                    <a:pt x="11043" y="4118"/>
                    <a:pt x="11236" y="4576"/>
                    <a:pt x="11205" y="5145"/>
                  </a:cubicBezTo>
                  <a:cubicBezTo>
                    <a:pt x="11185" y="5521"/>
                    <a:pt x="11063" y="5918"/>
                    <a:pt x="10952" y="6304"/>
                  </a:cubicBezTo>
                  <a:cubicBezTo>
                    <a:pt x="10799" y="6812"/>
                    <a:pt x="10656" y="7290"/>
                    <a:pt x="10738" y="7717"/>
                  </a:cubicBezTo>
                  <a:cubicBezTo>
                    <a:pt x="10819" y="8103"/>
                    <a:pt x="10717" y="8571"/>
                    <a:pt x="10595" y="8937"/>
                  </a:cubicBezTo>
                  <a:cubicBezTo>
                    <a:pt x="10778" y="9090"/>
                    <a:pt x="10972" y="9283"/>
                    <a:pt x="11185" y="9527"/>
                  </a:cubicBezTo>
                  <a:cubicBezTo>
                    <a:pt x="11297" y="8724"/>
                    <a:pt x="11155" y="8185"/>
                    <a:pt x="11104" y="7524"/>
                  </a:cubicBezTo>
                  <a:cubicBezTo>
                    <a:pt x="11043" y="6751"/>
                    <a:pt x="11826" y="6040"/>
                    <a:pt x="11795" y="5053"/>
                  </a:cubicBezTo>
                  <a:cubicBezTo>
                    <a:pt x="11765" y="4067"/>
                    <a:pt x="11368" y="3304"/>
                    <a:pt x="11368" y="3304"/>
                  </a:cubicBezTo>
                  <a:cubicBezTo>
                    <a:pt x="11582" y="3304"/>
                    <a:pt x="11775" y="3274"/>
                    <a:pt x="11948" y="3233"/>
                  </a:cubicBezTo>
                  <a:cubicBezTo>
                    <a:pt x="11917" y="3142"/>
                    <a:pt x="11897" y="3060"/>
                    <a:pt x="11876" y="2989"/>
                  </a:cubicBezTo>
                  <a:cubicBezTo>
                    <a:pt x="11806" y="3010"/>
                    <a:pt x="11724" y="3020"/>
                    <a:pt x="11653" y="3020"/>
                  </a:cubicBezTo>
                  <a:cubicBezTo>
                    <a:pt x="11480" y="3020"/>
                    <a:pt x="11318" y="2969"/>
                    <a:pt x="11205" y="2877"/>
                  </a:cubicBezTo>
                  <a:close/>
                </a:path>
              </a:pathLst>
            </a:custGeom>
            <a:solidFill>
              <a:srgbClr val="3D211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1153;p31">
              <a:extLst>
                <a:ext uri="{FF2B5EF4-FFF2-40B4-BE49-F238E27FC236}">
                  <a16:creationId xmlns:a16="http://schemas.microsoft.com/office/drawing/2014/main" id="{7A0EBBC8-B01C-478F-BEE0-B4D9E7A2BE42}"/>
                </a:ext>
              </a:extLst>
            </p:cNvPr>
            <p:cNvSpPr/>
            <p:nvPr/>
          </p:nvSpPr>
          <p:spPr>
            <a:xfrm>
              <a:off x="2545725" y="4937075"/>
              <a:ext cx="2575" cy="6400"/>
            </a:xfrm>
            <a:custGeom>
              <a:avLst/>
              <a:gdLst/>
              <a:ahLst/>
              <a:cxnLst/>
              <a:rect l="l" t="t" r="r" b="b"/>
              <a:pathLst>
                <a:path w="103" h="256" extrusionOk="0">
                  <a:moveTo>
                    <a:pt x="71" y="1"/>
                  </a:moveTo>
                  <a:cubicBezTo>
                    <a:pt x="51" y="72"/>
                    <a:pt x="21" y="154"/>
                    <a:pt x="1" y="235"/>
                  </a:cubicBezTo>
                  <a:cubicBezTo>
                    <a:pt x="10" y="245"/>
                    <a:pt x="21" y="245"/>
                    <a:pt x="31" y="255"/>
                  </a:cubicBezTo>
                  <a:cubicBezTo>
                    <a:pt x="62" y="174"/>
                    <a:pt x="82" y="93"/>
                    <a:pt x="102" y="21"/>
                  </a:cubicBezTo>
                  <a:cubicBezTo>
                    <a:pt x="92" y="11"/>
                    <a:pt x="82" y="1"/>
                    <a:pt x="7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1154;p31">
              <a:extLst>
                <a:ext uri="{FF2B5EF4-FFF2-40B4-BE49-F238E27FC236}">
                  <a16:creationId xmlns:a16="http://schemas.microsoft.com/office/drawing/2014/main" id="{D2700B97-EF1B-4C36-A093-4EBEE237ABCF}"/>
                </a:ext>
              </a:extLst>
            </p:cNvPr>
            <p:cNvSpPr/>
            <p:nvPr/>
          </p:nvSpPr>
          <p:spPr>
            <a:xfrm>
              <a:off x="2556150" y="4953850"/>
              <a:ext cx="25425" cy="141875"/>
            </a:xfrm>
            <a:custGeom>
              <a:avLst/>
              <a:gdLst/>
              <a:ahLst/>
              <a:cxnLst/>
              <a:rect l="l" t="t" r="r" b="b"/>
              <a:pathLst>
                <a:path w="1017" h="5675" extrusionOk="0">
                  <a:moveTo>
                    <a:pt x="600" y="1"/>
                  </a:moveTo>
                  <a:cubicBezTo>
                    <a:pt x="580" y="42"/>
                    <a:pt x="0" y="1058"/>
                    <a:pt x="224" y="1689"/>
                  </a:cubicBezTo>
                  <a:cubicBezTo>
                    <a:pt x="316" y="1943"/>
                    <a:pt x="447" y="2106"/>
                    <a:pt x="590" y="2258"/>
                  </a:cubicBezTo>
                  <a:cubicBezTo>
                    <a:pt x="793" y="2513"/>
                    <a:pt x="966" y="2716"/>
                    <a:pt x="935" y="3184"/>
                  </a:cubicBezTo>
                  <a:cubicBezTo>
                    <a:pt x="926" y="3326"/>
                    <a:pt x="905" y="3489"/>
                    <a:pt x="885" y="3661"/>
                  </a:cubicBezTo>
                  <a:cubicBezTo>
                    <a:pt x="804" y="4302"/>
                    <a:pt x="712" y="5064"/>
                    <a:pt x="987" y="5674"/>
                  </a:cubicBezTo>
                  <a:lnTo>
                    <a:pt x="1017" y="5644"/>
                  </a:lnTo>
                  <a:cubicBezTo>
                    <a:pt x="763" y="5044"/>
                    <a:pt x="854" y="4292"/>
                    <a:pt x="926" y="3661"/>
                  </a:cubicBezTo>
                  <a:cubicBezTo>
                    <a:pt x="946" y="3489"/>
                    <a:pt x="966" y="3326"/>
                    <a:pt x="976" y="3184"/>
                  </a:cubicBezTo>
                  <a:cubicBezTo>
                    <a:pt x="1007" y="2705"/>
                    <a:pt x="824" y="2482"/>
                    <a:pt x="621" y="2238"/>
                  </a:cubicBezTo>
                  <a:cubicBezTo>
                    <a:pt x="488" y="2075"/>
                    <a:pt x="346" y="1923"/>
                    <a:pt x="264" y="1679"/>
                  </a:cubicBezTo>
                  <a:cubicBezTo>
                    <a:pt x="153" y="1374"/>
                    <a:pt x="244" y="967"/>
                    <a:pt x="366" y="631"/>
                  </a:cubicBezTo>
                  <a:cubicBezTo>
                    <a:pt x="356" y="581"/>
                    <a:pt x="346" y="561"/>
                    <a:pt x="346" y="561"/>
                  </a:cubicBezTo>
                  <a:lnTo>
                    <a:pt x="386" y="550"/>
                  </a:lnTo>
                  <a:lnTo>
                    <a:pt x="397" y="550"/>
                  </a:lnTo>
                  <a:cubicBezTo>
                    <a:pt x="508" y="256"/>
                    <a:pt x="641" y="21"/>
                    <a:pt x="641" y="21"/>
                  </a:cubicBezTo>
                  <a:lnTo>
                    <a:pt x="600" y="1"/>
                  </a:ln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1155;p31">
              <a:extLst>
                <a:ext uri="{FF2B5EF4-FFF2-40B4-BE49-F238E27FC236}">
                  <a16:creationId xmlns:a16="http://schemas.microsoft.com/office/drawing/2014/main" id="{9EA8F399-8932-4CD5-B4B3-E67348501B03}"/>
                </a:ext>
              </a:extLst>
            </p:cNvPr>
            <p:cNvSpPr/>
            <p:nvPr/>
          </p:nvSpPr>
          <p:spPr>
            <a:xfrm>
              <a:off x="2564775" y="4967575"/>
              <a:ext cx="62050" cy="106550"/>
            </a:xfrm>
            <a:custGeom>
              <a:avLst/>
              <a:gdLst/>
              <a:ahLst/>
              <a:cxnLst/>
              <a:rect l="l" t="t" r="r" b="b"/>
              <a:pathLst>
                <a:path w="2482" h="4262" extrusionOk="0">
                  <a:moveTo>
                    <a:pt x="41" y="1"/>
                  </a:moveTo>
                  <a:lnTo>
                    <a:pt x="1" y="12"/>
                  </a:lnTo>
                  <a:cubicBezTo>
                    <a:pt x="1" y="12"/>
                    <a:pt x="11" y="32"/>
                    <a:pt x="21" y="82"/>
                  </a:cubicBezTo>
                  <a:cubicBezTo>
                    <a:pt x="93" y="378"/>
                    <a:pt x="387" y="1496"/>
                    <a:pt x="1089" y="1943"/>
                  </a:cubicBezTo>
                  <a:cubicBezTo>
                    <a:pt x="1912" y="2472"/>
                    <a:pt x="2431" y="2990"/>
                    <a:pt x="2299" y="3794"/>
                  </a:cubicBezTo>
                  <a:cubicBezTo>
                    <a:pt x="2269" y="3957"/>
                    <a:pt x="2258" y="4119"/>
                    <a:pt x="2269" y="4262"/>
                  </a:cubicBezTo>
                  <a:cubicBezTo>
                    <a:pt x="2278" y="4262"/>
                    <a:pt x="2299" y="4251"/>
                    <a:pt x="2309" y="4251"/>
                  </a:cubicBezTo>
                  <a:cubicBezTo>
                    <a:pt x="2309" y="4109"/>
                    <a:pt x="2309" y="3957"/>
                    <a:pt x="2339" y="3804"/>
                  </a:cubicBezTo>
                  <a:cubicBezTo>
                    <a:pt x="2482" y="2970"/>
                    <a:pt x="1943" y="2441"/>
                    <a:pt x="1109" y="1903"/>
                  </a:cubicBezTo>
                  <a:cubicBezTo>
                    <a:pt x="346" y="1415"/>
                    <a:pt x="72" y="113"/>
                    <a:pt x="52"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1156;p31">
              <a:extLst>
                <a:ext uri="{FF2B5EF4-FFF2-40B4-BE49-F238E27FC236}">
                  <a16:creationId xmlns:a16="http://schemas.microsoft.com/office/drawing/2014/main" id="{314D6AC8-0C5E-442B-B090-8AD8FE8887F3}"/>
                </a:ext>
              </a:extLst>
            </p:cNvPr>
            <p:cNvSpPr/>
            <p:nvPr/>
          </p:nvSpPr>
          <p:spPr>
            <a:xfrm>
              <a:off x="2638750" y="5023500"/>
              <a:ext cx="8925" cy="44775"/>
            </a:xfrm>
            <a:custGeom>
              <a:avLst/>
              <a:gdLst/>
              <a:ahLst/>
              <a:cxnLst/>
              <a:rect l="l" t="t" r="r" b="b"/>
              <a:pathLst>
                <a:path w="357" h="1791" extrusionOk="0">
                  <a:moveTo>
                    <a:pt x="1" y="1"/>
                  </a:moveTo>
                  <a:lnTo>
                    <a:pt x="1" y="1"/>
                  </a:lnTo>
                  <a:cubicBezTo>
                    <a:pt x="184" y="448"/>
                    <a:pt x="316" y="875"/>
                    <a:pt x="194" y="1435"/>
                  </a:cubicBezTo>
                  <a:cubicBezTo>
                    <a:pt x="173" y="1557"/>
                    <a:pt x="164" y="1668"/>
                    <a:pt x="153" y="1790"/>
                  </a:cubicBezTo>
                  <a:cubicBezTo>
                    <a:pt x="164" y="1781"/>
                    <a:pt x="184" y="1781"/>
                    <a:pt x="194" y="1770"/>
                  </a:cubicBezTo>
                  <a:cubicBezTo>
                    <a:pt x="204" y="1668"/>
                    <a:pt x="214" y="1557"/>
                    <a:pt x="245" y="1445"/>
                  </a:cubicBezTo>
                  <a:cubicBezTo>
                    <a:pt x="356" y="886"/>
                    <a:pt x="234" y="459"/>
                    <a:pt x="51" y="32"/>
                  </a:cubicBezTo>
                  <a:cubicBezTo>
                    <a:pt x="42" y="21"/>
                    <a:pt x="21" y="11"/>
                    <a:pt x="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1157;p31">
              <a:extLst>
                <a:ext uri="{FF2B5EF4-FFF2-40B4-BE49-F238E27FC236}">
                  <a16:creationId xmlns:a16="http://schemas.microsoft.com/office/drawing/2014/main" id="{B5EF627B-0E9D-4500-9266-540FCC98FECF}"/>
                </a:ext>
              </a:extLst>
            </p:cNvPr>
            <p:cNvSpPr/>
            <p:nvPr/>
          </p:nvSpPr>
          <p:spPr>
            <a:xfrm>
              <a:off x="2728750" y="5026825"/>
              <a:ext cx="9425" cy="36625"/>
            </a:xfrm>
            <a:custGeom>
              <a:avLst/>
              <a:gdLst/>
              <a:ahLst/>
              <a:cxnLst/>
              <a:rect l="l" t="t" r="r" b="b"/>
              <a:pathLst>
                <a:path w="377" h="1465" extrusionOk="0">
                  <a:moveTo>
                    <a:pt x="376" y="0"/>
                  </a:moveTo>
                  <a:cubicBezTo>
                    <a:pt x="356" y="10"/>
                    <a:pt x="335" y="10"/>
                    <a:pt x="326" y="21"/>
                  </a:cubicBezTo>
                  <a:cubicBezTo>
                    <a:pt x="143" y="478"/>
                    <a:pt x="0" y="977"/>
                    <a:pt x="0" y="1434"/>
                  </a:cubicBezTo>
                  <a:cubicBezTo>
                    <a:pt x="0" y="1444"/>
                    <a:pt x="10" y="1444"/>
                    <a:pt x="10" y="1454"/>
                  </a:cubicBezTo>
                  <a:cubicBezTo>
                    <a:pt x="21" y="1454"/>
                    <a:pt x="30" y="1454"/>
                    <a:pt x="41" y="1465"/>
                  </a:cubicBezTo>
                  <a:cubicBezTo>
                    <a:pt x="41" y="986"/>
                    <a:pt x="183" y="478"/>
                    <a:pt x="376" y="0"/>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1158;p31">
              <a:extLst>
                <a:ext uri="{FF2B5EF4-FFF2-40B4-BE49-F238E27FC236}">
                  <a16:creationId xmlns:a16="http://schemas.microsoft.com/office/drawing/2014/main" id="{8C35F5DA-F89D-4871-B079-056B3354311F}"/>
                </a:ext>
              </a:extLst>
            </p:cNvPr>
            <p:cNvSpPr/>
            <p:nvPr/>
          </p:nvSpPr>
          <p:spPr>
            <a:xfrm>
              <a:off x="2757225" y="5018175"/>
              <a:ext cx="5350" cy="53400"/>
            </a:xfrm>
            <a:custGeom>
              <a:avLst/>
              <a:gdLst/>
              <a:ahLst/>
              <a:cxnLst/>
              <a:rect l="l" t="t" r="r" b="b"/>
              <a:pathLst>
                <a:path w="214" h="2136" extrusionOk="0">
                  <a:moveTo>
                    <a:pt x="41" y="1"/>
                  </a:moveTo>
                  <a:cubicBezTo>
                    <a:pt x="30" y="10"/>
                    <a:pt x="10" y="10"/>
                    <a:pt x="0" y="21"/>
                  </a:cubicBezTo>
                  <a:cubicBezTo>
                    <a:pt x="102" y="499"/>
                    <a:pt x="163" y="1007"/>
                    <a:pt x="91" y="1393"/>
                  </a:cubicBezTo>
                  <a:cubicBezTo>
                    <a:pt x="41" y="1668"/>
                    <a:pt x="20" y="1912"/>
                    <a:pt x="30" y="2125"/>
                  </a:cubicBezTo>
                  <a:cubicBezTo>
                    <a:pt x="50" y="2125"/>
                    <a:pt x="61" y="2136"/>
                    <a:pt x="71" y="2136"/>
                  </a:cubicBezTo>
                  <a:cubicBezTo>
                    <a:pt x="61" y="1922"/>
                    <a:pt x="81" y="1678"/>
                    <a:pt x="132" y="1404"/>
                  </a:cubicBezTo>
                  <a:cubicBezTo>
                    <a:pt x="213" y="1007"/>
                    <a:pt x="142" y="489"/>
                    <a:pt x="4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1159;p31">
              <a:extLst>
                <a:ext uri="{FF2B5EF4-FFF2-40B4-BE49-F238E27FC236}">
                  <a16:creationId xmlns:a16="http://schemas.microsoft.com/office/drawing/2014/main" id="{A8227D17-A039-4E19-BEBC-FE3A99533560}"/>
                </a:ext>
              </a:extLst>
            </p:cNvPr>
            <p:cNvSpPr/>
            <p:nvPr/>
          </p:nvSpPr>
          <p:spPr>
            <a:xfrm>
              <a:off x="2796875" y="4962250"/>
              <a:ext cx="16800" cy="126875"/>
            </a:xfrm>
            <a:custGeom>
              <a:avLst/>
              <a:gdLst/>
              <a:ahLst/>
              <a:cxnLst/>
              <a:rect l="l" t="t" r="r" b="b"/>
              <a:pathLst>
                <a:path w="672" h="5075" extrusionOk="0">
                  <a:moveTo>
                    <a:pt x="335" y="1"/>
                  </a:moveTo>
                  <a:cubicBezTo>
                    <a:pt x="326" y="11"/>
                    <a:pt x="315" y="31"/>
                    <a:pt x="315" y="51"/>
                  </a:cubicBezTo>
                  <a:cubicBezTo>
                    <a:pt x="457" y="306"/>
                    <a:pt x="631" y="743"/>
                    <a:pt x="600" y="1271"/>
                  </a:cubicBezTo>
                  <a:cubicBezTo>
                    <a:pt x="579" y="1658"/>
                    <a:pt x="457" y="2044"/>
                    <a:pt x="346" y="2421"/>
                  </a:cubicBezTo>
                  <a:cubicBezTo>
                    <a:pt x="193" y="2939"/>
                    <a:pt x="51" y="3427"/>
                    <a:pt x="132" y="3865"/>
                  </a:cubicBezTo>
                  <a:cubicBezTo>
                    <a:pt x="213" y="4240"/>
                    <a:pt x="112" y="4688"/>
                    <a:pt x="0" y="5054"/>
                  </a:cubicBezTo>
                  <a:cubicBezTo>
                    <a:pt x="10" y="5064"/>
                    <a:pt x="21" y="5064"/>
                    <a:pt x="30" y="5074"/>
                  </a:cubicBezTo>
                  <a:cubicBezTo>
                    <a:pt x="152" y="4708"/>
                    <a:pt x="254" y="4240"/>
                    <a:pt x="173" y="3854"/>
                  </a:cubicBezTo>
                  <a:cubicBezTo>
                    <a:pt x="91" y="3427"/>
                    <a:pt x="234" y="2949"/>
                    <a:pt x="387" y="2441"/>
                  </a:cubicBezTo>
                  <a:cubicBezTo>
                    <a:pt x="498" y="2055"/>
                    <a:pt x="620" y="1658"/>
                    <a:pt x="640" y="1282"/>
                  </a:cubicBezTo>
                  <a:cubicBezTo>
                    <a:pt x="671" y="713"/>
                    <a:pt x="478" y="255"/>
                    <a:pt x="335"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1160;p31">
              <a:extLst>
                <a:ext uri="{FF2B5EF4-FFF2-40B4-BE49-F238E27FC236}">
                  <a16:creationId xmlns:a16="http://schemas.microsoft.com/office/drawing/2014/main" id="{2D09CAFA-EC76-44F2-8D96-C47B4CB15309}"/>
                </a:ext>
              </a:extLst>
            </p:cNvPr>
            <p:cNvSpPr/>
            <p:nvPr/>
          </p:nvSpPr>
          <p:spPr>
            <a:xfrm>
              <a:off x="2829650" y="4940125"/>
              <a:ext cx="2825" cy="6400"/>
            </a:xfrm>
            <a:custGeom>
              <a:avLst/>
              <a:gdLst/>
              <a:ahLst/>
              <a:cxnLst/>
              <a:rect l="l" t="t" r="r" b="b"/>
              <a:pathLst>
                <a:path w="113" h="256" extrusionOk="0">
                  <a:moveTo>
                    <a:pt x="41" y="1"/>
                  </a:moveTo>
                  <a:cubicBezTo>
                    <a:pt x="31" y="11"/>
                    <a:pt x="21" y="11"/>
                    <a:pt x="0" y="11"/>
                  </a:cubicBezTo>
                  <a:cubicBezTo>
                    <a:pt x="21" y="82"/>
                    <a:pt x="41" y="164"/>
                    <a:pt x="72" y="255"/>
                  </a:cubicBezTo>
                  <a:cubicBezTo>
                    <a:pt x="82" y="245"/>
                    <a:pt x="92" y="245"/>
                    <a:pt x="113" y="245"/>
                  </a:cubicBezTo>
                  <a:cubicBezTo>
                    <a:pt x="82" y="154"/>
                    <a:pt x="61" y="72"/>
                    <a:pt x="41" y="1"/>
                  </a:cubicBezTo>
                  <a:close/>
                </a:path>
              </a:pathLst>
            </a:custGeom>
            <a:solidFill>
              <a:srgbClr val="321A1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1161;p31">
              <a:extLst>
                <a:ext uri="{FF2B5EF4-FFF2-40B4-BE49-F238E27FC236}">
                  <a16:creationId xmlns:a16="http://schemas.microsoft.com/office/drawing/2014/main" id="{F835F0D3-7943-48CA-AE99-F727A51CD9F7}"/>
                </a:ext>
              </a:extLst>
            </p:cNvPr>
            <p:cNvSpPr/>
            <p:nvPr/>
          </p:nvSpPr>
          <p:spPr>
            <a:xfrm>
              <a:off x="2612050" y="5015650"/>
              <a:ext cx="136550" cy="97875"/>
            </a:xfrm>
            <a:custGeom>
              <a:avLst/>
              <a:gdLst/>
              <a:ahLst/>
              <a:cxnLst/>
              <a:rect l="l" t="t" r="r" b="b"/>
              <a:pathLst>
                <a:path w="5462" h="3915" extrusionOk="0">
                  <a:moveTo>
                    <a:pt x="2289" y="0"/>
                  </a:moveTo>
                  <a:cubicBezTo>
                    <a:pt x="2289" y="0"/>
                    <a:pt x="2350" y="1332"/>
                    <a:pt x="1790" y="1901"/>
                  </a:cubicBezTo>
                  <a:cubicBezTo>
                    <a:pt x="1201" y="2135"/>
                    <a:pt x="439" y="2328"/>
                    <a:pt x="21" y="2420"/>
                  </a:cubicBezTo>
                  <a:lnTo>
                    <a:pt x="21" y="3792"/>
                  </a:lnTo>
                  <a:cubicBezTo>
                    <a:pt x="21" y="3792"/>
                    <a:pt x="21" y="3833"/>
                    <a:pt x="1" y="3914"/>
                  </a:cubicBezTo>
                  <a:cubicBezTo>
                    <a:pt x="561" y="3864"/>
                    <a:pt x="1171" y="3772"/>
                    <a:pt x="1811" y="3629"/>
                  </a:cubicBezTo>
                  <a:cubicBezTo>
                    <a:pt x="3591" y="3233"/>
                    <a:pt x="4628" y="2653"/>
                    <a:pt x="5461" y="2165"/>
                  </a:cubicBezTo>
                  <a:cubicBezTo>
                    <a:pt x="5197" y="2084"/>
                    <a:pt x="4922" y="1993"/>
                    <a:pt x="4678" y="1901"/>
                  </a:cubicBezTo>
                  <a:cubicBezTo>
                    <a:pt x="4119" y="1332"/>
                    <a:pt x="4180" y="0"/>
                    <a:pt x="4180"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1162;p31">
              <a:extLst>
                <a:ext uri="{FF2B5EF4-FFF2-40B4-BE49-F238E27FC236}">
                  <a16:creationId xmlns:a16="http://schemas.microsoft.com/office/drawing/2014/main" id="{5BC62FE6-1E26-4315-A8C2-F384635F926E}"/>
                </a:ext>
              </a:extLst>
            </p:cNvPr>
            <p:cNvSpPr/>
            <p:nvPr/>
          </p:nvSpPr>
          <p:spPr>
            <a:xfrm>
              <a:off x="2666450" y="5031650"/>
              <a:ext cx="52150" cy="11700"/>
            </a:xfrm>
            <a:custGeom>
              <a:avLst/>
              <a:gdLst/>
              <a:ahLst/>
              <a:cxnLst/>
              <a:rect l="l" t="t" r="r" b="b"/>
              <a:pathLst>
                <a:path w="2086" h="468" extrusionOk="0">
                  <a:moveTo>
                    <a:pt x="2034" y="0"/>
                  </a:moveTo>
                  <a:lnTo>
                    <a:pt x="2034" y="0"/>
                  </a:lnTo>
                  <a:cubicBezTo>
                    <a:pt x="2045" y="102"/>
                    <a:pt x="2055" y="214"/>
                    <a:pt x="2086" y="326"/>
                  </a:cubicBezTo>
                  <a:lnTo>
                    <a:pt x="2086" y="326"/>
                  </a:lnTo>
                  <a:cubicBezTo>
                    <a:pt x="2055" y="214"/>
                    <a:pt x="2045" y="102"/>
                    <a:pt x="2034" y="0"/>
                  </a:cubicBezTo>
                  <a:close/>
                  <a:moveTo>
                    <a:pt x="82" y="0"/>
                  </a:moveTo>
                  <a:cubicBezTo>
                    <a:pt x="62" y="153"/>
                    <a:pt x="41" y="305"/>
                    <a:pt x="1" y="468"/>
                  </a:cubicBezTo>
                  <a:lnTo>
                    <a:pt x="1" y="468"/>
                  </a:lnTo>
                  <a:cubicBezTo>
                    <a:pt x="41" y="305"/>
                    <a:pt x="62" y="153"/>
                    <a:pt x="82" y="0"/>
                  </a:cubicBez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1163;p31">
              <a:extLst>
                <a:ext uri="{FF2B5EF4-FFF2-40B4-BE49-F238E27FC236}">
                  <a16:creationId xmlns:a16="http://schemas.microsoft.com/office/drawing/2014/main" id="{547DCAD1-2E3E-45DD-A329-E87FBAECF447}"/>
                </a:ext>
              </a:extLst>
            </p:cNvPr>
            <p:cNvSpPr/>
            <p:nvPr/>
          </p:nvSpPr>
          <p:spPr>
            <a:xfrm>
              <a:off x="2666450" y="5031650"/>
              <a:ext cx="52150" cy="11975"/>
            </a:xfrm>
            <a:custGeom>
              <a:avLst/>
              <a:gdLst/>
              <a:ahLst/>
              <a:cxnLst/>
              <a:rect l="l" t="t" r="r" b="b"/>
              <a:pathLst>
                <a:path w="2086" h="479" extrusionOk="0">
                  <a:moveTo>
                    <a:pt x="82" y="0"/>
                  </a:moveTo>
                  <a:cubicBezTo>
                    <a:pt x="62" y="153"/>
                    <a:pt x="41" y="305"/>
                    <a:pt x="1" y="468"/>
                  </a:cubicBezTo>
                  <a:cubicBezTo>
                    <a:pt x="123" y="478"/>
                    <a:pt x="265" y="478"/>
                    <a:pt x="408" y="478"/>
                  </a:cubicBezTo>
                  <a:cubicBezTo>
                    <a:pt x="896" y="478"/>
                    <a:pt x="1485" y="438"/>
                    <a:pt x="2086" y="326"/>
                  </a:cubicBezTo>
                  <a:cubicBezTo>
                    <a:pt x="2055" y="214"/>
                    <a:pt x="2045" y="102"/>
                    <a:pt x="2034" y="0"/>
                  </a:cubicBezTo>
                  <a:cubicBezTo>
                    <a:pt x="1729" y="51"/>
                    <a:pt x="1404" y="72"/>
                    <a:pt x="1058" y="72"/>
                  </a:cubicBezTo>
                  <a:cubicBezTo>
                    <a:pt x="713" y="72"/>
                    <a:pt x="387" y="51"/>
                    <a:pt x="82" y="0"/>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1164;p31">
              <a:extLst>
                <a:ext uri="{FF2B5EF4-FFF2-40B4-BE49-F238E27FC236}">
                  <a16:creationId xmlns:a16="http://schemas.microsoft.com/office/drawing/2014/main" id="{D7814902-96A1-410A-A704-25FF38B7B60A}"/>
                </a:ext>
              </a:extLst>
            </p:cNvPr>
            <p:cNvSpPr/>
            <p:nvPr/>
          </p:nvSpPr>
          <p:spPr>
            <a:xfrm>
              <a:off x="2565300" y="5076125"/>
              <a:ext cx="58975" cy="38525"/>
            </a:xfrm>
            <a:custGeom>
              <a:avLst/>
              <a:gdLst/>
              <a:ahLst/>
              <a:cxnLst/>
              <a:rect l="l" t="t" r="r" b="b"/>
              <a:pathLst>
                <a:path w="2359" h="1541" extrusionOk="0">
                  <a:moveTo>
                    <a:pt x="1891" y="1"/>
                  </a:moveTo>
                  <a:cubicBezTo>
                    <a:pt x="1414" y="143"/>
                    <a:pt x="783" y="448"/>
                    <a:pt x="0" y="1516"/>
                  </a:cubicBezTo>
                  <a:cubicBezTo>
                    <a:pt x="245" y="1531"/>
                    <a:pt x="510" y="1540"/>
                    <a:pt x="795" y="1540"/>
                  </a:cubicBezTo>
                  <a:cubicBezTo>
                    <a:pt x="1265" y="1540"/>
                    <a:pt x="1789" y="1514"/>
                    <a:pt x="2359" y="1445"/>
                  </a:cubicBezTo>
                  <a:lnTo>
                    <a:pt x="2359" y="1"/>
                  </a:ln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1165;p31">
              <a:extLst>
                <a:ext uri="{FF2B5EF4-FFF2-40B4-BE49-F238E27FC236}">
                  <a16:creationId xmlns:a16="http://schemas.microsoft.com/office/drawing/2014/main" id="{8D82A290-7257-4ADB-A5AB-7EB9FBAEBC45}"/>
                </a:ext>
              </a:extLst>
            </p:cNvPr>
            <p:cNvSpPr/>
            <p:nvPr/>
          </p:nvSpPr>
          <p:spPr>
            <a:xfrm>
              <a:off x="2615875" y="5112225"/>
              <a:ext cx="8400" cy="775"/>
            </a:xfrm>
            <a:custGeom>
              <a:avLst/>
              <a:gdLst/>
              <a:ahLst/>
              <a:cxnLst/>
              <a:rect l="l" t="t" r="r" b="b"/>
              <a:pathLst>
                <a:path w="336" h="31" extrusionOk="0">
                  <a:moveTo>
                    <a:pt x="336" y="1"/>
                  </a:moveTo>
                  <a:lnTo>
                    <a:pt x="336" y="1"/>
                  </a:lnTo>
                  <a:lnTo>
                    <a:pt x="1" y="31"/>
                  </a:lnTo>
                  <a:close/>
                </a:path>
              </a:pathLst>
            </a:custGeom>
            <a:solidFill>
              <a:srgbClr val="AA78D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1166;p31">
              <a:extLst>
                <a:ext uri="{FF2B5EF4-FFF2-40B4-BE49-F238E27FC236}">
                  <a16:creationId xmlns:a16="http://schemas.microsoft.com/office/drawing/2014/main" id="{8FA06A9A-E5F5-418D-B49F-6C0F72224E0E}"/>
                </a:ext>
              </a:extLst>
            </p:cNvPr>
            <p:cNvSpPr/>
            <p:nvPr/>
          </p:nvSpPr>
          <p:spPr>
            <a:xfrm>
              <a:off x="2510650" y="5112225"/>
              <a:ext cx="117975" cy="181525"/>
            </a:xfrm>
            <a:custGeom>
              <a:avLst/>
              <a:gdLst/>
              <a:ahLst/>
              <a:cxnLst/>
              <a:rect l="l" t="t" r="r" b="b"/>
              <a:pathLst>
                <a:path w="4719" h="7261" extrusionOk="0">
                  <a:moveTo>
                    <a:pt x="2156" y="1"/>
                  </a:moveTo>
                  <a:cubicBezTo>
                    <a:pt x="1881" y="367"/>
                    <a:pt x="1627" y="916"/>
                    <a:pt x="1322" y="1495"/>
                  </a:cubicBezTo>
                  <a:cubicBezTo>
                    <a:pt x="590" y="2868"/>
                    <a:pt x="0" y="4230"/>
                    <a:pt x="468" y="5135"/>
                  </a:cubicBezTo>
                  <a:cubicBezTo>
                    <a:pt x="844" y="5867"/>
                    <a:pt x="2288" y="7047"/>
                    <a:pt x="3701" y="7260"/>
                  </a:cubicBezTo>
                  <a:lnTo>
                    <a:pt x="4718" y="5135"/>
                  </a:lnTo>
                  <a:cubicBezTo>
                    <a:pt x="4718" y="5135"/>
                    <a:pt x="3569" y="4230"/>
                    <a:pt x="3305" y="3986"/>
                  </a:cubicBezTo>
                  <a:cubicBezTo>
                    <a:pt x="3305" y="3986"/>
                    <a:pt x="3579" y="3458"/>
                    <a:pt x="3905" y="2827"/>
                  </a:cubicBezTo>
                  <a:cubicBezTo>
                    <a:pt x="3823" y="2451"/>
                    <a:pt x="3803" y="2064"/>
                    <a:pt x="3833" y="1689"/>
                  </a:cubicBezTo>
                  <a:cubicBezTo>
                    <a:pt x="3915" y="966"/>
                    <a:pt x="4016" y="306"/>
                    <a:pt x="4057" y="51"/>
                  </a:cubicBezTo>
                  <a:lnTo>
                    <a:pt x="4057" y="51"/>
                  </a:lnTo>
                  <a:cubicBezTo>
                    <a:pt x="4057" y="51"/>
                    <a:pt x="3752" y="60"/>
                    <a:pt x="3374" y="60"/>
                  </a:cubicBezTo>
                  <a:cubicBezTo>
                    <a:pt x="2950" y="60"/>
                    <a:pt x="2435" y="49"/>
                    <a:pt x="2156"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1167;p31">
              <a:extLst>
                <a:ext uri="{FF2B5EF4-FFF2-40B4-BE49-F238E27FC236}">
                  <a16:creationId xmlns:a16="http://schemas.microsoft.com/office/drawing/2014/main" id="{E66962ED-7E09-4BE2-892B-791113B50CE8}"/>
                </a:ext>
              </a:extLst>
            </p:cNvPr>
            <p:cNvSpPr/>
            <p:nvPr/>
          </p:nvSpPr>
          <p:spPr>
            <a:xfrm>
              <a:off x="2602900" y="5182900"/>
              <a:ext cx="5375" cy="10425"/>
            </a:xfrm>
            <a:custGeom>
              <a:avLst/>
              <a:gdLst/>
              <a:ahLst/>
              <a:cxnLst/>
              <a:rect l="l" t="t" r="r" b="b"/>
              <a:pathLst>
                <a:path w="215" h="417" extrusionOk="0">
                  <a:moveTo>
                    <a:pt x="215" y="0"/>
                  </a:moveTo>
                  <a:cubicBezTo>
                    <a:pt x="143" y="152"/>
                    <a:pt x="72" y="295"/>
                    <a:pt x="1" y="417"/>
                  </a:cubicBezTo>
                  <a:lnTo>
                    <a:pt x="1" y="417"/>
                  </a:lnTo>
                  <a:cubicBezTo>
                    <a:pt x="72" y="295"/>
                    <a:pt x="143" y="152"/>
                    <a:pt x="215" y="0"/>
                  </a:cubicBez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1168;p31">
              <a:extLst>
                <a:ext uri="{FF2B5EF4-FFF2-40B4-BE49-F238E27FC236}">
                  <a16:creationId xmlns:a16="http://schemas.microsoft.com/office/drawing/2014/main" id="{DF7998C8-AD62-4F87-A63B-A80F40FF36E2}"/>
                </a:ext>
              </a:extLst>
            </p:cNvPr>
            <p:cNvSpPr/>
            <p:nvPr/>
          </p:nvSpPr>
          <p:spPr>
            <a:xfrm>
              <a:off x="2594275" y="5113500"/>
              <a:ext cx="17800" cy="79825"/>
            </a:xfrm>
            <a:custGeom>
              <a:avLst/>
              <a:gdLst/>
              <a:ahLst/>
              <a:cxnLst/>
              <a:rect l="l" t="t" r="r" b="b"/>
              <a:pathLst>
                <a:path w="712" h="3193" extrusionOk="0">
                  <a:moveTo>
                    <a:pt x="712" y="0"/>
                  </a:moveTo>
                  <a:cubicBezTo>
                    <a:pt x="712" y="0"/>
                    <a:pt x="0" y="1597"/>
                    <a:pt x="255" y="3193"/>
                  </a:cubicBezTo>
                  <a:lnTo>
                    <a:pt x="346" y="3193"/>
                  </a:lnTo>
                  <a:cubicBezTo>
                    <a:pt x="417" y="3071"/>
                    <a:pt x="488" y="2928"/>
                    <a:pt x="560" y="2776"/>
                  </a:cubicBezTo>
                  <a:cubicBezTo>
                    <a:pt x="478" y="2420"/>
                    <a:pt x="458" y="2044"/>
                    <a:pt x="488" y="1678"/>
                  </a:cubicBezTo>
                  <a:lnTo>
                    <a:pt x="488" y="1668"/>
                  </a:lnTo>
                  <a:lnTo>
                    <a:pt x="488" y="1658"/>
                  </a:lnTo>
                  <a:lnTo>
                    <a:pt x="488" y="1638"/>
                  </a:lnTo>
                  <a:cubicBezTo>
                    <a:pt x="560" y="967"/>
                    <a:pt x="662" y="346"/>
                    <a:pt x="702" y="61"/>
                  </a:cubicBezTo>
                  <a:cubicBezTo>
                    <a:pt x="712" y="31"/>
                    <a:pt x="712" y="11"/>
                    <a:pt x="712" y="0"/>
                  </a:cubicBezTo>
                  <a:close/>
                </a:path>
              </a:pathLst>
            </a:custGeom>
            <a:solidFill>
              <a:srgbClr val="EBA03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1169;p31">
              <a:extLst>
                <a:ext uri="{FF2B5EF4-FFF2-40B4-BE49-F238E27FC236}">
                  <a16:creationId xmlns:a16="http://schemas.microsoft.com/office/drawing/2014/main" id="{E4149C36-11DE-4CB4-B342-55244B3C08A3}"/>
                </a:ext>
              </a:extLst>
            </p:cNvPr>
            <p:cNvSpPr/>
            <p:nvPr/>
          </p:nvSpPr>
          <p:spPr>
            <a:xfrm>
              <a:off x="2757225" y="5076125"/>
              <a:ext cx="117950" cy="217625"/>
            </a:xfrm>
            <a:custGeom>
              <a:avLst/>
              <a:gdLst/>
              <a:ahLst/>
              <a:cxnLst/>
              <a:rect l="l" t="t" r="r" b="b"/>
              <a:pathLst>
                <a:path w="4718" h="8705" extrusionOk="0">
                  <a:moveTo>
                    <a:pt x="630" y="1"/>
                  </a:moveTo>
                  <a:lnTo>
                    <a:pt x="630" y="1373"/>
                  </a:lnTo>
                  <a:cubicBezTo>
                    <a:pt x="630" y="1373"/>
                    <a:pt x="783" y="2207"/>
                    <a:pt x="874" y="3133"/>
                  </a:cubicBezTo>
                  <a:cubicBezTo>
                    <a:pt x="915" y="3508"/>
                    <a:pt x="895" y="3895"/>
                    <a:pt x="813" y="4261"/>
                  </a:cubicBezTo>
                  <a:lnTo>
                    <a:pt x="1424" y="5440"/>
                  </a:lnTo>
                  <a:cubicBezTo>
                    <a:pt x="1169" y="5654"/>
                    <a:pt x="0" y="6579"/>
                    <a:pt x="0" y="6579"/>
                  </a:cubicBezTo>
                  <a:lnTo>
                    <a:pt x="1027" y="8704"/>
                  </a:lnTo>
                  <a:cubicBezTo>
                    <a:pt x="2511" y="8348"/>
                    <a:pt x="3792" y="7464"/>
                    <a:pt x="4250" y="6579"/>
                  </a:cubicBezTo>
                  <a:cubicBezTo>
                    <a:pt x="4718" y="5664"/>
                    <a:pt x="4118" y="4312"/>
                    <a:pt x="3396" y="2939"/>
                  </a:cubicBezTo>
                  <a:cubicBezTo>
                    <a:pt x="2206" y="682"/>
                    <a:pt x="1291" y="184"/>
                    <a:pt x="630"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1170;p31">
              <a:extLst>
                <a:ext uri="{FF2B5EF4-FFF2-40B4-BE49-F238E27FC236}">
                  <a16:creationId xmlns:a16="http://schemas.microsoft.com/office/drawing/2014/main" id="{3163FDBD-DEA1-4097-A20E-9B07255E2AD6}"/>
                </a:ext>
              </a:extLst>
            </p:cNvPr>
            <p:cNvSpPr/>
            <p:nvPr/>
          </p:nvSpPr>
          <p:spPr>
            <a:xfrm>
              <a:off x="2772975" y="5110450"/>
              <a:ext cx="20100" cy="82875"/>
            </a:xfrm>
            <a:custGeom>
              <a:avLst/>
              <a:gdLst/>
              <a:ahLst/>
              <a:cxnLst/>
              <a:rect l="l" t="t" r="r" b="b"/>
              <a:pathLst>
                <a:path w="804" h="3315" extrusionOk="0">
                  <a:moveTo>
                    <a:pt x="0" y="0"/>
                  </a:moveTo>
                  <a:lnTo>
                    <a:pt x="0" y="0"/>
                  </a:lnTo>
                  <a:cubicBezTo>
                    <a:pt x="10" y="51"/>
                    <a:pt x="153" y="865"/>
                    <a:pt x="244" y="1760"/>
                  </a:cubicBezTo>
                  <a:lnTo>
                    <a:pt x="244" y="1769"/>
                  </a:lnTo>
                  <a:lnTo>
                    <a:pt x="244" y="1780"/>
                  </a:lnTo>
                  <a:cubicBezTo>
                    <a:pt x="285" y="2146"/>
                    <a:pt x="265" y="2522"/>
                    <a:pt x="183" y="2888"/>
                  </a:cubicBezTo>
                  <a:lnTo>
                    <a:pt x="407" y="3315"/>
                  </a:lnTo>
                  <a:lnTo>
                    <a:pt x="488" y="3315"/>
                  </a:lnTo>
                  <a:cubicBezTo>
                    <a:pt x="803" y="2065"/>
                    <a:pt x="1" y="1"/>
                    <a:pt x="0" y="0"/>
                  </a:cubicBezTo>
                  <a:close/>
                </a:path>
              </a:pathLst>
            </a:custGeom>
            <a:solidFill>
              <a:srgbClr val="EBA03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1171;p31">
              <a:extLst>
                <a:ext uri="{FF2B5EF4-FFF2-40B4-BE49-F238E27FC236}">
                  <a16:creationId xmlns:a16="http://schemas.microsoft.com/office/drawing/2014/main" id="{BC5F8816-F4FB-4C0E-A6E4-A818A3727542}"/>
                </a:ext>
              </a:extLst>
            </p:cNvPr>
            <p:cNvSpPr/>
            <p:nvPr/>
          </p:nvSpPr>
          <p:spPr>
            <a:xfrm>
              <a:off x="2590475" y="5068000"/>
              <a:ext cx="204900" cy="274800"/>
            </a:xfrm>
            <a:custGeom>
              <a:avLst/>
              <a:gdLst/>
              <a:ahLst/>
              <a:cxnLst/>
              <a:rect l="l" t="t" r="r" b="b"/>
              <a:pathLst>
                <a:path w="8196" h="10992" extrusionOk="0">
                  <a:moveTo>
                    <a:pt x="6324" y="1"/>
                  </a:moveTo>
                  <a:cubicBezTo>
                    <a:pt x="5491" y="498"/>
                    <a:pt x="4454" y="1139"/>
                    <a:pt x="2674" y="1535"/>
                  </a:cubicBezTo>
                  <a:cubicBezTo>
                    <a:pt x="2034" y="1678"/>
                    <a:pt x="1424" y="1770"/>
                    <a:pt x="864" y="1820"/>
                  </a:cubicBezTo>
                  <a:cubicBezTo>
                    <a:pt x="823" y="2075"/>
                    <a:pt x="722" y="2735"/>
                    <a:pt x="640" y="3458"/>
                  </a:cubicBezTo>
                  <a:cubicBezTo>
                    <a:pt x="600" y="3905"/>
                    <a:pt x="640" y="4362"/>
                    <a:pt x="773" y="4800"/>
                  </a:cubicBezTo>
                  <a:cubicBezTo>
                    <a:pt x="854" y="5084"/>
                    <a:pt x="966" y="5420"/>
                    <a:pt x="1128" y="5735"/>
                  </a:cubicBezTo>
                  <a:cubicBezTo>
                    <a:pt x="1128" y="7606"/>
                    <a:pt x="285" y="9375"/>
                    <a:pt x="0" y="10991"/>
                  </a:cubicBezTo>
                  <a:lnTo>
                    <a:pt x="8195" y="10991"/>
                  </a:lnTo>
                  <a:cubicBezTo>
                    <a:pt x="7910" y="9375"/>
                    <a:pt x="7066" y="7606"/>
                    <a:pt x="7066" y="5735"/>
                  </a:cubicBezTo>
                  <a:cubicBezTo>
                    <a:pt x="7219" y="5420"/>
                    <a:pt x="7341" y="5084"/>
                    <a:pt x="7422" y="4800"/>
                  </a:cubicBezTo>
                  <a:cubicBezTo>
                    <a:pt x="7554" y="4373"/>
                    <a:pt x="7595" y="3905"/>
                    <a:pt x="7544" y="3458"/>
                  </a:cubicBezTo>
                  <a:cubicBezTo>
                    <a:pt x="7453" y="2532"/>
                    <a:pt x="7300" y="1698"/>
                    <a:pt x="7300" y="1698"/>
                  </a:cubicBezTo>
                  <a:lnTo>
                    <a:pt x="7300" y="326"/>
                  </a:lnTo>
                  <a:cubicBezTo>
                    <a:pt x="7056" y="275"/>
                    <a:pt x="6700" y="112"/>
                    <a:pt x="6324" y="1"/>
                  </a:cubicBez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1172;p31">
              <a:extLst>
                <a:ext uri="{FF2B5EF4-FFF2-40B4-BE49-F238E27FC236}">
                  <a16:creationId xmlns:a16="http://schemas.microsoft.com/office/drawing/2014/main" id="{A58E88AF-B045-4AD2-A9FC-63EDC09F0AD8}"/>
                </a:ext>
              </a:extLst>
            </p:cNvPr>
            <p:cNvSpPr/>
            <p:nvPr/>
          </p:nvSpPr>
          <p:spPr>
            <a:xfrm>
              <a:off x="2810325" y="4885125"/>
              <a:ext cx="47825" cy="56025"/>
            </a:xfrm>
            <a:custGeom>
              <a:avLst/>
              <a:gdLst/>
              <a:ahLst/>
              <a:cxnLst/>
              <a:rect l="l" t="t" r="r" b="b"/>
              <a:pathLst>
                <a:path w="1913" h="2241" extrusionOk="0">
                  <a:moveTo>
                    <a:pt x="941" y="0"/>
                  </a:moveTo>
                  <a:cubicBezTo>
                    <a:pt x="259" y="0"/>
                    <a:pt x="1" y="727"/>
                    <a:pt x="1" y="727"/>
                  </a:cubicBezTo>
                  <a:lnTo>
                    <a:pt x="1" y="1997"/>
                  </a:lnTo>
                  <a:cubicBezTo>
                    <a:pt x="117" y="2155"/>
                    <a:pt x="321" y="2241"/>
                    <a:pt x="554" y="2241"/>
                  </a:cubicBezTo>
                  <a:cubicBezTo>
                    <a:pt x="949" y="2241"/>
                    <a:pt x="1426" y="1992"/>
                    <a:pt x="1688" y="1428"/>
                  </a:cubicBezTo>
                  <a:cubicBezTo>
                    <a:pt x="1912" y="951"/>
                    <a:pt x="1790" y="188"/>
                    <a:pt x="1211" y="36"/>
                  </a:cubicBezTo>
                  <a:cubicBezTo>
                    <a:pt x="1115" y="11"/>
                    <a:pt x="1025" y="0"/>
                    <a:pt x="941"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1173;p31">
              <a:extLst>
                <a:ext uri="{FF2B5EF4-FFF2-40B4-BE49-F238E27FC236}">
                  <a16:creationId xmlns:a16="http://schemas.microsoft.com/office/drawing/2014/main" id="{8D638E01-D7D5-43B7-97DE-9CFAB5684C02}"/>
                </a:ext>
              </a:extLst>
            </p:cNvPr>
            <p:cNvSpPr/>
            <p:nvPr/>
          </p:nvSpPr>
          <p:spPr>
            <a:xfrm>
              <a:off x="2815425" y="4894375"/>
              <a:ext cx="30000" cy="36050"/>
            </a:xfrm>
            <a:custGeom>
              <a:avLst/>
              <a:gdLst/>
              <a:ahLst/>
              <a:cxnLst/>
              <a:rect l="l" t="t" r="r" b="b"/>
              <a:pathLst>
                <a:path w="1200" h="1442" extrusionOk="0">
                  <a:moveTo>
                    <a:pt x="824" y="1"/>
                  </a:moveTo>
                  <a:cubicBezTo>
                    <a:pt x="682" y="1"/>
                    <a:pt x="539" y="41"/>
                    <a:pt x="417" y="123"/>
                  </a:cubicBezTo>
                  <a:cubicBezTo>
                    <a:pt x="305" y="204"/>
                    <a:pt x="214" y="306"/>
                    <a:pt x="142" y="428"/>
                  </a:cubicBezTo>
                  <a:cubicBezTo>
                    <a:pt x="72" y="540"/>
                    <a:pt x="31" y="672"/>
                    <a:pt x="0" y="804"/>
                  </a:cubicBezTo>
                  <a:lnTo>
                    <a:pt x="0" y="834"/>
                  </a:lnTo>
                  <a:cubicBezTo>
                    <a:pt x="5" y="840"/>
                    <a:pt x="13" y="842"/>
                    <a:pt x="21" y="842"/>
                  </a:cubicBezTo>
                  <a:cubicBezTo>
                    <a:pt x="28" y="842"/>
                    <a:pt x="36" y="840"/>
                    <a:pt x="41" y="834"/>
                  </a:cubicBezTo>
                  <a:cubicBezTo>
                    <a:pt x="112" y="784"/>
                    <a:pt x="194" y="743"/>
                    <a:pt x="275" y="712"/>
                  </a:cubicBezTo>
                  <a:cubicBezTo>
                    <a:pt x="346" y="682"/>
                    <a:pt x="427" y="662"/>
                    <a:pt x="508" y="651"/>
                  </a:cubicBezTo>
                  <a:cubicBezTo>
                    <a:pt x="590" y="651"/>
                    <a:pt x="651" y="672"/>
                    <a:pt x="702" y="723"/>
                  </a:cubicBezTo>
                  <a:lnTo>
                    <a:pt x="722" y="773"/>
                  </a:lnTo>
                  <a:cubicBezTo>
                    <a:pt x="732" y="794"/>
                    <a:pt x="743" y="804"/>
                    <a:pt x="752" y="825"/>
                  </a:cubicBezTo>
                  <a:cubicBezTo>
                    <a:pt x="763" y="865"/>
                    <a:pt x="773" y="906"/>
                    <a:pt x="783" y="936"/>
                  </a:cubicBezTo>
                  <a:cubicBezTo>
                    <a:pt x="783" y="1008"/>
                    <a:pt x="763" y="1078"/>
                    <a:pt x="712" y="1119"/>
                  </a:cubicBezTo>
                  <a:cubicBezTo>
                    <a:pt x="682" y="1139"/>
                    <a:pt x="651" y="1160"/>
                    <a:pt x="621" y="1170"/>
                  </a:cubicBezTo>
                  <a:cubicBezTo>
                    <a:pt x="580" y="1180"/>
                    <a:pt x="549" y="1180"/>
                    <a:pt x="499" y="1180"/>
                  </a:cubicBezTo>
                  <a:cubicBezTo>
                    <a:pt x="407" y="1191"/>
                    <a:pt x="316" y="1211"/>
                    <a:pt x="234" y="1231"/>
                  </a:cubicBezTo>
                  <a:cubicBezTo>
                    <a:pt x="183" y="1252"/>
                    <a:pt x="142" y="1261"/>
                    <a:pt x="102" y="1292"/>
                  </a:cubicBezTo>
                  <a:cubicBezTo>
                    <a:pt x="61" y="1313"/>
                    <a:pt x="20" y="1353"/>
                    <a:pt x="0" y="1404"/>
                  </a:cubicBezTo>
                  <a:cubicBezTo>
                    <a:pt x="0" y="1414"/>
                    <a:pt x="0" y="1435"/>
                    <a:pt x="11" y="1435"/>
                  </a:cubicBezTo>
                  <a:cubicBezTo>
                    <a:pt x="15" y="1439"/>
                    <a:pt x="20" y="1441"/>
                    <a:pt x="26" y="1441"/>
                  </a:cubicBezTo>
                  <a:cubicBezTo>
                    <a:pt x="35" y="1441"/>
                    <a:pt x="45" y="1436"/>
                    <a:pt x="51" y="1424"/>
                  </a:cubicBezTo>
                  <a:cubicBezTo>
                    <a:pt x="92" y="1363"/>
                    <a:pt x="173" y="1343"/>
                    <a:pt x="255" y="1322"/>
                  </a:cubicBezTo>
                  <a:cubicBezTo>
                    <a:pt x="336" y="1313"/>
                    <a:pt x="427" y="1302"/>
                    <a:pt x="508" y="1302"/>
                  </a:cubicBezTo>
                  <a:cubicBezTo>
                    <a:pt x="600" y="1302"/>
                    <a:pt x="702" y="1282"/>
                    <a:pt x="793" y="1211"/>
                  </a:cubicBezTo>
                  <a:cubicBezTo>
                    <a:pt x="834" y="1180"/>
                    <a:pt x="865" y="1130"/>
                    <a:pt x="885" y="1078"/>
                  </a:cubicBezTo>
                  <a:cubicBezTo>
                    <a:pt x="905" y="1028"/>
                    <a:pt x="905" y="977"/>
                    <a:pt x="905" y="926"/>
                  </a:cubicBezTo>
                  <a:cubicBezTo>
                    <a:pt x="895" y="875"/>
                    <a:pt x="885" y="825"/>
                    <a:pt x="865" y="784"/>
                  </a:cubicBezTo>
                  <a:cubicBezTo>
                    <a:pt x="854" y="764"/>
                    <a:pt x="844" y="733"/>
                    <a:pt x="834" y="712"/>
                  </a:cubicBezTo>
                  <a:cubicBezTo>
                    <a:pt x="813" y="692"/>
                    <a:pt x="804" y="672"/>
                    <a:pt x="783" y="651"/>
                  </a:cubicBezTo>
                  <a:cubicBezTo>
                    <a:pt x="763" y="631"/>
                    <a:pt x="752" y="611"/>
                    <a:pt x="722" y="601"/>
                  </a:cubicBezTo>
                  <a:cubicBezTo>
                    <a:pt x="702" y="590"/>
                    <a:pt x="682" y="570"/>
                    <a:pt x="651" y="560"/>
                  </a:cubicBezTo>
                  <a:cubicBezTo>
                    <a:pt x="615" y="553"/>
                    <a:pt x="579" y="546"/>
                    <a:pt x="543" y="546"/>
                  </a:cubicBezTo>
                  <a:cubicBezTo>
                    <a:pt x="528" y="546"/>
                    <a:pt x="513" y="547"/>
                    <a:pt x="499" y="550"/>
                  </a:cubicBezTo>
                  <a:cubicBezTo>
                    <a:pt x="407" y="560"/>
                    <a:pt x="316" y="590"/>
                    <a:pt x="234" y="642"/>
                  </a:cubicBezTo>
                  <a:cubicBezTo>
                    <a:pt x="185" y="666"/>
                    <a:pt x="139" y="691"/>
                    <a:pt x="95" y="720"/>
                  </a:cubicBezTo>
                  <a:lnTo>
                    <a:pt x="95" y="720"/>
                  </a:lnTo>
                  <a:cubicBezTo>
                    <a:pt x="106" y="692"/>
                    <a:pt x="118" y="665"/>
                    <a:pt x="133" y="642"/>
                  </a:cubicBezTo>
                  <a:lnTo>
                    <a:pt x="173" y="560"/>
                  </a:lnTo>
                  <a:lnTo>
                    <a:pt x="224" y="479"/>
                  </a:lnTo>
                  <a:cubicBezTo>
                    <a:pt x="295" y="377"/>
                    <a:pt x="386" y="285"/>
                    <a:pt x="488" y="224"/>
                  </a:cubicBezTo>
                  <a:cubicBezTo>
                    <a:pt x="590" y="154"/>
                    <a:pt x="702" y="113"/>
                    <a:pt x="824" y="102"/>
                  </a:cubicBezTo>
                  <a:cubicBezTo>
                    <a:pt x="835" y="101"/>
                    <a:pt x="846" y="101"/>
                    <a:pt x="857" y="101"/>
                  </a:cubicBezTo>
                  <a:cubicBezTo>
                    <a:pt x="959" y="101"/>
                    <a:pt x="1065" y="142"/>
                    <a:pt x="1139" y="224"/>
                  </a:cubicBezTo>
                  <a:cubicBezTo>
                    <a:pt x="1144" y="230"/>
                    <a:pt x="1152" y="232"/>
                    <a:pt x="1159" y="232"/>
                  </a:cubicBezTo>
                  <a:cubicBezTo>
                    <a:pt x="1167" y="232"/>
                    <a:pt x="1175" y="230"/>
                    <a:pt x="1179" y="224"/>
                  </a:cubicBezTo>
                  <a:cubicBezTo>
                    <a:pt x="1190" y="224"/>
                    <a:pt x="1200" y="204"/>
                    <a:pt x="1190" y="194"/>
                  </a:cubicBezTo>
                  <a:cubicBezTo>
                    <a:pt x="1149" y="123"/>
                    <a:pt x="1098" y="82"/>
                    <a:pt x="1027" y="41"/>
                  </a:cubicBezTo>
                  <a:cubicBezTo>
                    <a:pt x="966" y="21"/>
                    <a:pt x="895" y="1"/>
                    <a:pt x="824"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1174;p31">
              <a:extLst>
                <a:ext uri="{FF2B5EF4-FFF2-40B4-BE49-F238E27FC236}">
                  <a16:creationId xmlns:a16="http://schemas.microsoft.com/office/drawing/2014/main" id="{AC99E2B1-E204-410F-83BB-509D1F4BAB87}"/>
                </a:ext>
              </a:extLst>
            </p:cNvPr>
            <p:cNvSpPr/>
            <p:nvPr/>
          </p:nvSpPr>
          <p:spPr>
            <a:xfrm>
              <a:off x="2818475" y="4885225"/>
              <a:ext cx="16025" cy="5875"/>
            </a:xfrm>
            <a:custGeom>
              <a:avLst/>
              <a:gdLst/>
              <a:ahLst/>
              <a:cxnLst/>
              <a:rect l="l" t="t" r="r" b="b"/>
              <a:pathLst>
                <a:path w="641" h="235" extrusionOk="0">
                  <a:moveTo>
                    <a:pt x="11" y="235"/>
                  </a:moveTo>
                  <a:lnTo>
                    <a:pt x="0" y="235"/>
                  </a:lnTo>
                  <a:lnTo>
                    <a:pt x="0" y="235"/>
                  </a:lnTo>
                  <a:lnTo>
                    <a:pt x="11" y="235"/>
                  </a:lnTo>
                  <a:lnTo>
                    <a:pt x="11" y="235"/>
                  </a:lnTo>
                  <a:close/>
                  <a:moveTo>
                    <a:pt x="610" y="1"/>
                  </a:moveTo>
                  <a:cubicBezTo>
                    <a:pt x="356" y="1"/>
                    <a:pt x="153" y="102"/>
                    <a:pt x="11" y="235"/>
                  </a:cubicBezTo>
                  <a:lnTo>
                    <a:pt x="11" y="235"/>
                  </a:lnTo>
                  <a:cubicBezTo>
                    <a:pt x="153" y="102"/>
                    <a:pt x="356" y="1"/>
                    <a:pt x="610" y="1"/>
                  </a:cubicBezTo>
                  <a:lnTo>
                    <a:pt x="641" y="1"/>
                  </a:ln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1175;p31">
              <a:extLst>
                <a:ext uri="{FF2B5EF4-FFF2-40B4-BE49-F238E27FC236}">
                  <a16:creationId xmlns:a16="http://schemas.microsoft.com/office/drawing/2014/main" id="{2533C7FF-518A-46B7-AAF7-DD33A49B0C7E}"/>
                </a:ext>
              </a:extLst>
            </p:cNvPr>
            <p:cNvSpPr/>
            <p:nvPr/>
          </p:nvSpPr>
          <p:spPr>
            <a:xfrm>
              <a:off x="2812875" y="4885225"/>
              <a:ext cx="27750" cy="55200"/>
            </a:xfrm>
            <a:custGeom>
              <a:avLst/>
              <a:gdLst/>
              <a:ahLst/>
              <a:cxnLst/>
              <a:rect l="l" t="t" r="r" b="b"/>
              <a:pathLst>
                <a:path w="1110" h="2208" extrusionOk="0">
                  <a:moveTo>
                    <a:pt x="834" y="1"/>
                  </a:moveTo>
                  <a:cubicBezTo>
                    <a:pt x="580" y="1"/>
                    <a:pt x="377" y="102"/>
                    <a:pt x="235" y="235"/>
                  </a:cubicBezTo>
                  <a:lnTo>
                    <a:pt x="224" y="235"/>
                  </a:lnTo>
                  <a:cubicBezTo>
                    <a:pt x="214" y="468"/>
                    <a:pt x="204" y="682"/>
                    <a:pt x="183" y="895"/>
                  </a:cubicBezTo>
                  <a:cubicBezTo>
                    <a:pt x="204" y="865"/>
                    <a:pt x="224" y="825"/>
                    <a:pt x="244" y="794"/>
                  </a:cubicBezTo>
                  <a:cubicBezTo>
                    <a:pt x="316" y="672"/>
                    <a:pt x="407" y="570"/>
                    <a:pt x="519" y="489"/>
                  </a:cubicBezTo>
                  <a:cubicBezTo>
                    <a:pt x="590" y="438"/>
                    <a:pt x="671" y="407"/>
                    <a:pt x="753" y="387"/>
                  </a:cubicBezTo>
                  <a:cubicBezTo>
                    <a:pt x="946" y="123"/>
                    <a:pt x="1109" y="32"/>
                    <a:pt x="1109" y="32"/>
                  </a:cubicBezTo>
                  <a:cubicBezTo>
                    <a:pt x="1017" y="11"/>
                    <a:pt x="936" y="1"/>
                    <a:pt x="865" y="1"/>
                  </a:cubicBezTo>
                  <a:close/>
                  <a:moveTo>
                    <a:pt x="651" y="550"/>
                  </a:moveTo>
                  <a:cubicBezTo>
                    <a:pt x="631" y="560"/>
                    <a:pt x="610" y="570"/>
                    <a:pt x="590" y="590"/>
                  </a:cubicBezTo>
                  <a:cubicBezTo>
                    <a:pt x="488" y="651"/>
                    <a:pt x="397" y="743"/>
                    <a:pt x="326" y="845"/>
                  </a:cubicBezTo>
                  <a:lnTo>
                    <a:pt x="275" y="926"/>
                  </a:lnTo>
                  <a:lnTo>
                    <a:pt x="235" y="1008"/>
                  </a:lnTo>
                  <a:cubicBezTo>
                    <a:pt x="214" y="1038"/>
                    <a:pt x="204" y="1058"/>
                    <a:pt x="194" y="1089"/>
                  </a:cubicBezTo>
                  <a:cubicBezTo>
                    <a:pt x="244" y="1058"/>
                    <a:pt x="285" y="1028"/>
                    <a:pt x="336" y="1008"/>
                  </a:cubicBezTo>
                  <a:cubicBezTo>
                    <a:pt x="377" y="987"/>
                    <a:pt x="407" y="967"/>
                    <a:pt x="448" y="956"/>
                  </a:cubicBezTo>
                  <a:cubicBezTo>
                    <a:pt x="509" y="794"/>
                    <a:pt x="580" y="662"/>
                    <a:pt x="651" y="550"/>
                  </a:cubicBezTo>
                  <a:close/>
                  <a:moveTo>
                    <a:pt x="418" y="1058"/>
                  </a:moveTo>
                  <a:lnTo>
                    <a:pt x="418" y="1058"/>
                  </a:lnTo>
                  <a:cubicBezTo>
                    <a:pt x="407" y="1069"/>
                    <a:pt x="387" y="1078"/>
                    <a:pt x="377" y="1078"/>
                  </a:cubicBezTo>
                  <a:cubicBezTo>
                    <a:pt x="296" y="1109"/>
                    <a:pt x="224" y="1150"/>
                    <a:pt x="153" y="1191"/>
                  </a:cubicBezTo>
                  <a:cubicBezTo>
                    <a:pt x="113" y="1505"/>
                    <a:pt x="61" y="1810"/>
                    <a:pt x="0" y="2095"/>
                  </a:cubicBezTo>
                  <a:cubicBezTo>
                    <a:pt x="61" y="2146"/>
                    <a:pt x="133" y="2177"/>
                    <a:pt x="214" y="2207"/>
                  </a:cubicBezTo>
                  <a:cubicBezTo>
                    <a:pt x="265" y="2024"/>
                    <a:pt x="305" y="1851"/>
                    <a:pt x="336" y="1699"/>
                  </a:cubicBezTo>
                  <a:lnTo>
                    <a:pt x="336" y="1699"/>
                  </a:lnTo>
                  <a:cubicBezTo>
                    <a:pt x="265" y="1709"/>
                    <a:pt x="183" y="1740"/>
                    <a:pt x="153" y="1790"/>
                  </a:cubicBezTo>
                  <a:cubicBezTo>
                    <a:pt x="143" y="1801"/>
                    <a:pt x="143" y="1810"/>
                    <a:pt x="133" y="1810"/>
                  </a:cubicBezTo>
                  <a:cubicBezTo>
                    <a:pt x="122" y="1810"/>
                    <a:pt x="122" y="1810"/>
                    <a:pt x="113" y="1801"/>
                  </a:cubicBezTo>
                  <a:cubicBezTo>
                    <a:pt x="102" y="1801"/>
                    <a:pt x="102" y="1780"/>
                    <a:pt x="102" y="1770"/>
                  </a:cubicBezTo>
                  <a:cubicBezTo>
                    <a:pt x="122" y="1719"/>
                    <a:pt x="163" y="1679"/>
                    <a:pt x="204" y="1658"/>
                  </a:cubicBezTo>
                  <a:cubicBezTo>
                    <a:pt x="244" y="1627"/>
                    <a:pt x="285" y="1618"/>
                    <a:pt x="336" y="1597"/>
                  </a:cubicBezTo>
                  <a:lnTo>
                    <a:pt x="346" y="1597"/>
                  </a:lnTo>
                  <a:cubicBezTo>
                    <a:pt x="397" y="1353"/>
                    <a:pt x="418" y="1150"/>
                    <a:pt x="418" y="1058"/>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1176;p31">
              <a:extLst>
                <a:ext uri="{FF2B5EF4-FFF2-40B4-BE49-F238E27FC236}">
                  <a16:creationId xmlns:a16="http://schemas.microsoft.com/office/drawing/2014/main" id="{03E9D716-991C-4277-87FA-A87F07EEEB4E}"/>
                </a:ext>
              </a:extLst>
            </p:cNvPr>
            <p:cNvSpPr/>
            <p:nvPr/>
          </p:nvSpPr>
          <p:spPr>
            <a:xfrm>
              <a:off x="2815425" y="4894900"/>
              <a:ext cx="16275" cy="35600"/>
            </a:xfrm>
            <a:custGeom>
              <a:avLst/>
              <a:gdLst/>
              <a:ahLst/>
              <a:cxnLst/>
              <a:rect l="l" t="t" r="r" b="b"/>
              <a:pathLst>
                <a:path w="651" h="1424" extrusionOk="0">
                  <a:moveTo>
                    <a:pt x="651" y="0"/>
                  </a:moveTo>
                  <a:cubicBezTo>
                    <a:pt x="569" y="20"/>
                    <a:pt x="488" y="51"/>
                    <a:pt x="417" y="102"/>
                  </a:cubicBezTo>
                  <a:cubicBezTo>
                    <a:pt x="305" y="183"/>
                    <a:pt x="214" y="285"/>
                    <a:pt x="142" y="407"/>
                  </a:cubicBezTo>
                  <a:cubicBezTo>
                    <a:pt x="122" y="438"/>
                    <a:pt x="102" y="478"/>
                    <a:pt x="81" y="508"/>
                  </a:cubicBezTo>
                  <a:cubicBezTo>
                    <a:pt x="72" y="610"/>
                    <a:pt x="61" y="712"/>
                    <a:pt x="51" y="804"/>
                  </a:cubicBezTo>
                  <a:cubicBezTo>
                    <a:pt x="122" y="763"/>
                    <a:pt x="194" y="722"/>
                    <a:pt x="275" y="691"/>
                  </a:cubicBezTo>
                  <a:cubicBezTo>
                    <a:pt x="285" y="691"/>
                    <a:pt x="305" y="682"/>
                    <a:pt x="316" y="671"/>
                  </a:cubicBezTo>
                  <a:cubicBezTo>
                    <a:pt x="325" y="641"/>
                    <a:pt x="325" y="621"/>
                    <a:pt x="325" y="621"/>
                  </a:cubicBezTo>
                  <a:cubicBezTo>
                    <a:pt x="336" y="600"/>
                    <a:pt x="336" y="590"/>
                    <a:pt x="346" y="569"/>
                  </a:cubicBezTo>
                  <a:lnTo>
                    <a:pt x="346" y="569"/>
                  </a:lnTo>
                  <a:cubicBezTo>
                    <a:pt x="305" y="580"/>
                    <a:pt x="275" y="600"/>
                    <a:pt x="234" y="621"/>
                  </a:cubicBezTo>
                  <a:cubicBezTo>
                    <a:pt x="183" y="641"/>
                    <a:pt x="142" y="671"/>
                    <a:pt x="92" y="702"/>
                  </a:cubicBezTo>
                  <a:cubicBezTo>
                    <a:pt x="102" y="671"/>
                    <a:pt x="112" y="651"/>
                    <a:pt x="133" y="621"/>
                  </a:cubicBezTo>
                  <a:lnTo>
                    <a:pt x="173" y="539"/>
                  </a:lnTo>
                  <a:lnTo>
                    <a:pt x="224" y="458"/>
                  </a:lnTo>
                  <a:cubicBezTo>
                    <a:pt x="295" y="356"/>
                    <a:pt x="386" y="264"/>
                    <a:pt x="488" y="203"/>
                  </a:cubicBezTo>
                  <a:cubicBezTo>
                    <a:pt x="508" y="183"/>
                    <a:pt x="529" y="173"/>
                    <a:pt x="549" y="163"/>
                  </a:cubicBezTo>
                  <a:cubicBezTo>
                    <a:pt x="580" y="102"/>
                    <a:pt x="621" y="51"/>
                    <a:pt x="651" y="0"/>
                  </a:cubicBezTo>
                  <a:close/>
                  <a:moveTo>
                    <a:pt x="234" y="1210"/>
                  </a:moveTo>
                  <a:cubicBezTo>
                    <a:pt x="183" y="1231"/>
                    <a:pt x="142" y="1240"/>
                    <a:pt x="102" y="1271"/>
                  </a:cubicBezTo>
                  <a:cubicBezTo>
                    <a:pt x="61" y="1292"/>
                    <a:pt x="20" y="1332"/>
                    <a:pt x="0" y="1383"/>
                  </a:cubicBezTo>
                  <a:cubicBezTo>
                    <a:pt x="0" y="1393"/>
                    <a:pt x="0" y="1414"/>
                    <a:pt x="11" y="1414"/>
                  </a:cubicBezTo>
                  <a:cubicBezTo>
                    <a:pt x="20" y="1423"/>
                    <a:pt x="20" y="1423"/>
                    <a:pt x="31" y="1423"/>
                  </a:cubicBezTo>
                  <a:cubicBezTo>
                    <a:pt x="41" y="1423"/>
                    <a:pt x="41" y="1414"/>
                    <a:pt x="51" y="1403"/>
                  </a:cubicBezTo>
                  <a:cubicBezTo>
                    <a:pt x="81" y="1353"/>
                    <a:pt x="163" y="1322"/>
                    <a:pt x="234" y="1312"/>
                  </a:cubicBezTo>
                  <a:cubicBezTo>
                    <a:pt x="234" y="1271"/>
                    <a:pt x="244" y="1240"/>
                    <a:pt x="244" y="1210"/>
                  </a:cubicBezTo>
                  <a:close/>
                </a:path>
              </a:pathLst>
            </a:custGeom>
            <a:solidFill>
              <a:srgbClr val="8E554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1177;p31">
              <a:extLst>
                <a:ext uri="{FF2B5EF4-FFF2-40B4-BE49-F238E27FC236}">
                  <a16:creationId xmlns:a16="http://schemas.microsoft.com/office/drawing/2014/main" id="{E4A09D9E-F042-4526-9120-806A5A2CF6B3}"/>
                </a:ext>
              </a:extLst>
            </p:cNvPr>
            <p:cNvSpPr/>
            <p:nvPr/>
          </p:nvSpPr>
          <p:spPr>
            <a:xfrm>
              <a:off x="2527675" y="4885125"/>
              <a:ext cx="47800" cy="56025"/>
            </a:xfrm>
            <a:custGeom>
              <a:avLst/>
              <a:gdLst/>
              <a:ahLst/>
              <a:cxnLst/>
              <a:rect l="l" t="t" r="r" b="b"/>
              <a:pathLst>
                <a:path w="1912" h="2241" extrusionOk="0">
                  <a:moveTo>
                    <a:pt x="969" y="0"/>
                  </a:moveTo>
                  <a:cubicBezTo>
                    <a:pt x="886" y="0"/>
                    <a:pt x="797" y="11"/>
                    <a:pt x="702" y="36"/>
                  </a:cubicBezTo>
                  <a:cubicBezTo>
                    <a:pt x="122" y="188"/>
                    <a:pt x="0" y="951"/>
                    <a:pt x="224" y="1428"/>
                  </a:cubicBezTo>
                  <a:cubicBezTo>
                    <a:pt x="487" y="1992"/>
                    <a:pt x="960" y="2241"/>
                    <a:pt x="1355" y="2241"/>
                  </a:cubicBezTo>
                  <a:cubicBezTo>
                    <a:pt x="1587" y="2241"/>
                    <a:pt x="1792" y="2155"/>
                    <a:pt x="1912" y="1997"/>
                  </a:cubicBezTo>
                  <a:lnTo>
                    <a:pt x="1912" y="727"/>
                  </a:lnTo>
                  <a:cubicBezTo>
                    <a:pt x="1912" y="727"/>
                    <a:pt x="1646" y="0"/>
                    <a:pt x="969" y="0"/>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 name="Google Shape;1178;p31">
              <a:extLst>
                <a:ext uri="{FF2B5EF4-FFF2-40B4-BE49-F238E27FC236}">
                  <a16:creationId xmlns:a16="http://schemas.microsoft.com/office/drawing/2014/main" id="{64696DF7-46FE-46E1-BC25-E2B94E512677}"/>
                </a:ext>
              </a:extLst>
            </p:cNvPr>
            <p:cNvSpPr/>
            <p:nvPr/>
          </p:nvSpPr>
          <p:spPr>
            <a:xfrm>
              <a:off x="2540375" y="4894375"/>
              <a:ext cx="30025" cy="36125"/>
            </a:xfrm>
            <a:custGeom>
              <a:avLst/>
              <a:gdLst/>
              <a:ahLst/>
              <a:cxnLst/>
              <a:rect l="l" t="t" r="r" b="b"/>
              <a:pathLst>
                <a:path w="1201" h="1445" extrusionOk="0">
                  <a:moveTo>
                    <a:pt x="377" y="1"/>
                  </a:moveTo>
                  <a:cubicBezTo>
                    <a:pt x="306" y="1"/>
                    <a:pt x="235" y="21"/>
                    <a:pt x="174" y="41"/>
                  </a:cubicBezTo>
                  <a:cubicBezTo>
                    <a:pt x="102" y="82"/>
                    <a:pt x="41" y="123"/>
                    <a:pt x="11" y="194"/>
                  </a:cubicBezTo>
                  <a:cubicBezTo>
                    <a:pt x="1" y="204"/>
                    <a:pt x="11" y="215"/>
                    <a:pt x="21" y="224"/>
                  </a:cubicBezTo>
                  <a:cubicBezTo>
                    <a:pt x="26" y="230"/>
                    <a:pt x="31" y="232"/>
                    <a:pt x="36" y="232"/>
                  </a:cubicBezTo>
                  <a:cubicBezTo>
                    <a:pt x="42" y="232"/>
                    <a:pt x="47" y="230"/>
                    <a:pt x="52" y="224"/>
                  </a:cubicBezTo>
                  <a:lnTo>
                    <a:pt x="62" y="224"/>
                  </a:lnTo>
                  <a:cubicBezTo>
                    <a:pt x="126" y="142"/>
                    <a:pt x="232" y="101"/>
                    <a:pt x="342" y="101"/>
                  </a:cubicBezTo>
                  <a:cubicBezTo>
                    <a:pt x="354" y="101"/>
                    <a:pt x="365" y="101"/>
                    <a:pt x="377" y="102"/>
                  </a:cubicBezTo>
                  <a:cubicBezTo>
                    <a:pt x="499" y="113"/>
                    <a:pt x="611" y="154"/>
                    <a:pt x="712" y="224"/>
                  </a:cubicBezTo>
                  <a:cubicBezTo>
                    <a:pt x="814" y="285"/>
                    <a:pt x="895" y="377"/>
                    <a:pt x="967" y="479"/>
                  </a:cubicBezTo>
                  <a:lnTo>
                    <a:pt x="1028" y="560"/>
                  </a:lnTo>
                  <a:lnTo>
                    <a:pt x="1069" y="642"/>
                  </a:lnTo>
                  <a:cubicBezTo>
                    <a:pt x="1082" y="665"/>
                    <a:pt x="1094" y="692"/>
                    <a:pt x="1106" y="720"/>
                  </a:cubicBezTo>
                  <a:lnTo>
                    <a:pt x="1106" y="720"/>
                  </a:lnTo>
                  <a:cubicBezTo>
                    <a:pt x="1062" y="691"/>
                    <a:pt x="1016" y="666"/>
                    <a:pt x="967" y="642"/>
                  </a:cubicBezTo>
                  <a:cubicBezTo>
                    <a:pt x="886" y="590"/>
                    <a:pt x="794" y="560"/>
                    <a:pt x="692" y="550"/>
                  </a:cubicBezTo>
                  <a:cubicBezTo>
                    <a:pt x="680" y="547"/>
                    <a:pt x="668" y="546"/>
                    <a:pt x="654" y="546"/>
                  </a:cubicBezTo>
                  <a:cubicBezTo>
                    <a:pt x="622" y="546"/>
                    <a:pt x="586" y="553"/>
                    <a:pt x="550" y="560"/>
                  </a:cubicBezTo>
                  <a:cubicBezTo>
                    <a:pt x="520" y="570"/>
                    <a:pt x="499" y="590"/>
                    <a:pt x="468" y="601"/>
                  </a:cubicBezTo>
                  <a:cubicBezTo>
                    <a:pt x="448" y="611"/>
                    <a:pt x="428" y="631"/>
                    <a:pt x="407" y="651"/>
                  </a:cubicBezTo>
                  <a:cubicBezTo>
                    <a:pt x="398" y="672"/>
                    <a:pt x="377" y="692"/>
                    <a:pt x="367" y="712"/>
                  </a:cubicBezTo>
                  <a:cubicBezTo>
                    <a:pt x="357" y="733"/>
                    <a:pt x="346" y="764"/>
                    <a:pt x="337" y="784"/>
                  </a:cubicBezTo>
                  <a:cubicBezTo>
                    <a:pt x="316" y="825"/>
                    <a:pt x="306" y="875"/>
                    <a:pt x="296" y="926"/>
                  </a:cubicBezTo>
                  <a:cubicBezTo>
                    <a:pt x="296" y="977"/>
                    <a:pt x="296" y="1028"/>
                    <a:pt x="316" y="1078"/>
                  </a:cubicBezTo>
                  <a:cubicBezTo>
                    <a:pt x="337" y="1130"/>
                    <a:pt x="367" y="1180"/>
                    <a:pt x="407" y="1211"/>
                  </a:cubicBezTo>
                  <a:cubicBezTo>
                    <a:pt x="489" y="1282"/>
                    <a:pt x="601" y="1302"/>
                    <a:pt x="692" y="1302"/>
                  </a:cubicBezTo>
                  <a:cubicBezTo>
                    <a:pt x="773" y="1302"/>
                    <a:pt x="865" y="1313"/>
                    <a:pt x="947" y="1322"/>
                  </a:cubicBezTo>
                  <a:cubicBezTo>
                    <a:pt x="1028" y="1343"/>
                    <a:pt x="1109" y="1363"/>
                    <a:pt x="1150" y="1424"/>
                  </a:cubicBezTo>
                  <a:cubicBezTo>
                    <a:pt x="1150" y="1435"/>
                    <a:pt x="1170" y="1444"/>
                    <a:pt x="1180" y="1444"/>
                  </a:cubicBezTo>
                  <a:cubicBezTo>
                    <a:pt x="1191" y="1435"/>
                    <a:pt x="1200" y="1414"/>
                    <a:pt x="1200" y="1404"/>
                  </a:cubicBezTo>
                  <a:cubicBezTo>
                    <a:pt x="1180" y="1353"/>
                    <a:pt x="1139" y="1313"/>
                    <a:pt x="1099" y="1292"/>
                  </a:cubicBezTo>
                  <a:cubicBezTo>
                    <a:pt x="1058" y="1261"/>
                    <a:pt x="1008" y="1252"/>
                    <a:pt x="967" y="1231"/>
                  </a:cubicBezTo>
                  <a:cubicBezTo>
                    <a:pt x="875" y="1211"/>
                    <a:pt x="784" y="1191"/>
                    <a:pt x="703" y="1180"/>
                  </a:cubicBezTo>
                  <a:cubicBezTo>
                    <a:pt x="651" y="1180"/>
                    <a:pt x="621" y="1180"/>
                    <a:pt x="581" y="1170"/>
                  </a:cubicBezTo>
                  <a:cubicBezTo>
                    <a:pt x="550" y="1160"/>
                    <a:pt x="509" y="1139"/>
                    <a:pt x="489" y="1119"/>
                  </a:cubicBezTo>
                  <a:cubicBezTo>
                    <a:pt x="438" y="1078"/>
                    <a:pt x="407" y="1008"/>
                    <a:pt x="418" y="936"/>
                  </a:cubicBezTo>
                  <a:cubicBezTo>
                    <a:pt x="418" y="906"/>
                    <a:pt x="438" y="865"/>
                    <a:pt x="448" y="825"/>
                  </a:cubicBezTo>
                  <a:cubicBezTo>
                    <a:pt x="459" y="804"/>
                    <a:pt x="468" y="794"/>
                    <a:pt x="468" y="773"/>
                  </a:cubicBezTo>
                  <a:lnTo>
                    <a:pt x="499" y="723"/>
                  </a:lnTo>
                  <a:cubicBezTo>
                    <a:pt x="540" y="672"/>
                    <a:pt x="611" y="651"/>
                    <a:pt x="692" y="651"/>
                  </a:cubicBezTo>
                  <a:cubicBezTo>
                    <a:pt x="764" y="662"/>
                    <a:pt x="845" y="682"/>
                    <a:pt x="926" y="712"/>
                  </a:cubicBezTo>
                  <a:cubicBezTo>
                    <a:pt x="1008" y="743"/>
                    <a:pt x="1078" y="784"/>
                    <a:pt x="1150" y="834"/>
                  </a:cubicBezTo>
                  <a:lnTo>
                    <a:pt x="1160" y="834"/>
                  </a:lnTo>
                  <a:cubicBezTo>
                    <a:pt x="1160" y="834"/>
                    <a:pt x="1164" y="839"/>
                    <a:pt x="1170" y="839"/>
                  </a:cubicBezTo>
                  <a:cubicBezTo>
                    <a:pt x="1174" y="839"/>
                    <a:pt x="1177" y="838"/>
                    <a:pt x="1180" y="834"/>
                  </a:cubicBezTo>
                  <a:cubicBezTo>
                    <a:pt x="1191" y="834"/>
                    <a:pt x="1200" y="825"/>
                    <a:pt x="1200" y="804"/>
                  </a:cubicBezTo>
                  <a:cubicBezTo>
                    <a:pt x="1170" y="672"/>
                    <a:pt x="1130" y="540"/>
                    <a:pt x="1058" y="428"/>
                  </a:cubicBezTo>
                  <a:cubicBezTo>
                    <a:pt x="987" y="306"/>
                    <a:pt x="895" y="204"/>
                    <a:pt x="773" y="123"/>
                  </a:cubicBezTo>
                  <a:cubicBezTo>
                    <a:pt x="662" y="41"/>
                    <a:pt x="520" y="1"/>
                    <a:pt x="377"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 name="Google Shape;1179;p31">
              <a:extLst>
                <a:ext uri="{FF2B5EF4-FFF2-40B4-BE49-F238E27FC236}">
                  <a16:creationId xmlns:a16="http://schemas.microsoft.com/office/drawing/2014/main" id="{A01B62C3-A357-42D2-AA22-1CC97ABB65DA}"/>
                </a:ext>
              </a:extLst>
            </p:cNvPr>
            <p:cNvSpPr/>
            <p:nvPr/>
          </p:nvSpPr>
          <p:spPr>
            <a:xfrm>
              <a:off x="2548775" y="4885225"/>
              <a:ext cx="18575" cy="5875"/>
            </a:xfrm>
            <a:custGeom>
              <a:avLst/>
              <a:gdLst/>
              <a:ahLst/>
              <a:cxnLst/>
              <a:rect l="l" t="t" r="r" b="b"/>
              <a:pathLst>
                <a:path w="743" h="235" extrusionOk="0">
                  <a:moveTo>
                    <a:pt x="733" y="235"/>
                  </a:moveTo>
                  <a:lnTo>
                    <a:pt x="733" y="235"/>
                  </a:lnTo>
                  <a:lnTo>
                    <a:pt x="742" y="235"/>
                  </a:lnTo>
                  <a:lnTo>
                    <a:pt x="742" y="235"/>
                  </a:lnTo>
                  <a:lnTo>
                    <a:pt x="733" y="235"/>
                  </a:lnTo>
                  <a:close/>
                  <a:moveTo>
                    <a:pt x="1" y="11"/>
                  </a:moveTo>
                  <a:lnTo>
                    <a:pt x="1" y="11"/>
                  </a:lnTo>
                  <a:lnTo>
                    <a:pt x="1" y="11"/>
                  </a:lnTo>
                  <a:close/>
                  <a:moveTo>
                    <a:pt x="132" y="1"/>
                  </a:moveTo>
                  <a:lnTo>
                    <a:pt x="10" y="1"/>
                  </a:lnTo>
                  <a:lnTo>
                    <a:pt x="132" y="1"/>
                  </a:lnTo>
                  <a:cubicBezTo>
                    <a:pt x="387" y="1"/>
                    <a:pt x="580" y="102"/>
                    <a:pt x="733" y="235"/>
                  </a:cubicBezTo>
                  <a:lnTo>
                    <a:pt x="733" y="235"/>
                  </a:lnTo>
                  <a:cubicBezTo>
                    <a:pt x="580" y="102"/>
                    <a:pt x="387" y="1"/>
                    <a:pt x="132" y="1"/>
                  </a:cubicBezTo>
                  <a:close/>
                </a:path>
              </a:pathLst>
            </a:custGeom>
            <a:solidFill>
              <a:srgbClr val="36191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1180;p31">
              <a:extLst>
                <a:ext uri="{FF2B5EF4-FFF2-40B4-BE49-F238E27FC236}">
                  <a16:creationId xmlns:a16="http://schemas.microsoft.com/office/drawing/2014/main" id="{23908E8A-C88E-4467-8A0A-34D6BEA84828}"/>
                </a:ext>
              </a:extLst>
            </p:cNvPr>
            <p:cNvSpPr/>
            <p:nvPr/>
          </p:nvSpPr>
          <p:spPr>
            <a:xfrm>
              <a:off x="2545225" y="4885225"/>
              <a:ext cx="27725" cy="55200"/>
            </a:xfrm>
            <a:custGeom>
              <a:avLst/>
              <a:gdLst/>
              <a:ahLst/>
              <a:cxnLst/>
              <a:rect l="l" t="t" r="r" b="b"/>
              <a:pathLst>
                <a:path w="1109" h="2208" extrusionOk="0">
                  <a:moveTo>
                    <a:pt x="152" y="1"/>
                  </a:moveTo>
                  <a:cubicBezTo>
                    <a:pt x="143" y="1"/>
                    <a:pt x="143" y="11"/>
                    <a:pt x="143" y="11"/>
                  </a:cubicBezTo>
                  <a:cubicBezTo>
                    <a:pt x="102" y="11"/>
                    <a:pt x="51" y="21"/>
                    <a:pt x="10" y="32"/>
                  </a:cubicBezTo>
                  <a:lnTo>
                    <a:pt x="0" y="32"/>
                  </a:lnTo>
                  <a:cubicBezTo>
                    <a:pt x="0" y="32"/>
                    <a:pt x="152" y="123"/>
                    <a:pt x="346" y="387"/>
                  </a:cubicBezTo>
                  <a:cubicBezTo>
                    <a:pt x="437" y="407"/>
                    <a:pt x="509" y="438"/>
                    <a:pt x="579" y="489"/>
                  </a:cubicBezTo>
                  <a:cubicBezTo>
                    <a:pt x="701" y="570"/>
                    <a:pt x="793" y="672"/>
                    <a:pt x="864" y="794"/>
                  </a:cubicBezTo>
                  <a:cubicBezTo>
                    <a:pt x="884" y="825"/>
                    <a:pt x="905" y="865"/>
                    <a:pt x="925" y="895"/>
                  </a:cubicBezTo>
                  <a:cubicBezTo>
                    <a:pt x="905" y="682"/>
                    <a:pt x="884" y="468"/>
                    <a:pt x="884" y="235"/>
                  </a:cubicBezTo>
                  <a:lnTo>
                    <a:pt x="875" y="235"/>
                  </a:lnTo>
                  <a:cubicBezTo>
                    <a:pt x="722" y="102"/>
                    <a:pt x="529" y="1"/>
                    <a:pt x="274" y="1"/>
                  </a:cubicBezTo>
                  <a:close/>
                  <a:moveTo>
                    <a:pt x="457" y="550"/>
                  </a:moveTo>
                  <a:lnTo>
                    <a:pt x="457" y="550"/>
                  </a:lnTo>
                  <a:cubicBezTo>
                    <a:pt x="529" y="662"/>
                    <a:pt x="590" y="794"/>
                    <a:pt x="661" y="956"/>
                  </a:cubicBezTo>
                  <a:cubicBezTo>
                    <a:pt x="692" y="967"/>
                    <a:pt x="732" y="987"/>
                    <a:pt x="773" y="1008"/>
                  </a:cubicBezTo>
                  <a:cubicBezTo>
                    <a:pt x="814" y="1028"/>
                    <a:pt x="864" y="1058"/>
                    <a:pt x="915" y="1089"/>
                  </a:cubicBezTo>
                  <a:cubicBezTo>
                    <a:pt x="895" y="1058"/>
                    <a:pt x="884" y="1038"/>
                    <a:pt x="875" y="1008"/>
                  </a:cubicBezTo>
                  <a:lnTo>
                    <a:pt x="834" y="926"/>
                  </a:lnTo>
                  <a:lnTo>
                    <a:pt x="773" y="845"/>
                  </a:lnTo>
                  <a:cubicBezTo>
                    <a:pt x="701" y="743"/>
                    <a:pt x="620" y="651"/>
                    <a:pt x="518" y="590"/>
                  </a:cubicBezTo>
                  <a:cubicBezTo>
                    <a:pt x="498" y="570"/>
                    <a:pt x="478" y="560"/>
                    <a:pt x="457" y="550"/>
                  </a:cubicBezTo>
                  <a:close/>
                  <a:moveTo>
                    <a:pt x="681" y="1058"/>
                  </a:moveTo>
                  <a:lnTo>
                    <a:pt x="681" y="1058"/>
                  </a:lnTo>
                  <a:cubicBezTo>
                    <a:pt x="692" y="1150"/>
                    <a:pt x="712" y="1353"/>
                    <a:pt x="753" y="1597"/>
                  </a:cubicBezTo>
                  <a:lnTo>
                    <a:pt x="773" y="1597"/>
                  </a:lnTo>
                  <a:cubicBezTo>
                    <a:pt x="814" y="1618"/>
                    <a:pt x="864" y="1627"/>
                    <a:pt x="905" y="1658"/>
                  </a:cubicBezTo>
                  <a:cubicBezTo>
                    <a:pt x="945" y="1679"/>
                    <a:pt x="986" y="1719"/>
                    <a:pt x="1006" y="1770"/>
                  </a:cubicBezTo>
                  <a:cubicBezTo>
                    <a:pt x="1006" y="1780"/>
                    <a:pt x="997" y="1801"/>
                    <a:pt x="986" y="1810"/>
                  </a:cubicBezTo>
                  <a:lnTo>
                    <a:pt x="976" y="1810"/>
                  </a:lnTo>
                  <a:cubicBezTo>
                    <a:pt x="966" y="1810"/>
                    <a:pt x="956" y="1801"/>
                    <a:pt x="956" y="1790"/>
                  </a:cubicBezTo>
                  <a:cubicBezTo>
                    <a:pt x="915" y="1740"/>
                    <a:pt x="844" y="1709"/>
                    <a:pt x="773" y="1699"/>
                  </a:cubicBezTo>
                  <a:lnTo>
                    <a:pt x="773" y="1699"/>
                  </a:lnTo>
                  <a:cubicBezTo>
                    <a:pt x="803" y="1851"/>
                    <a:pt x="844" y="2024"/>
                    <a:pt x="884" y="2207"/>
                  </a:cubicBezTo>
                  <a:cubicBezTo>
                    <a:pt x="976" y="2177"/>
                    <a:pt x="1047" y="2146"/>
                    <a:pt x="1108" y="2095"/>
                  </a:cubicBezTo>
                  <a:cubicBezTo>
                    <a:pt x="1047" y="1810"/>
                    <a:pt x="997" y="1505"/>
                    <a:pt x="956" y="1191"/>
                  </a:cubicBezTo>
                  <a:cubicBezTo>
                    <a:pt x="884" y="1150"/>
                    <a:pt x="814" y="1109"/>
                    <a:pt x="732" y="1078"/>
                  </a:cubicBezTo>
                  <a:cubicBezTo>
                    <a:pt x="722" y="1078"/>
                    <a:pt x="701" y="1069"/>
                    <a:pt x="681" y="1058"/>
                  </a:cubicBezTo>
                  <a:close/>
                </a:path>
              </a:pathLst>
            </a:custGeom>
            <a:solidFill>
              <a:srgbClr val="B26C4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1181;p31">
              <a:extLst>
                <a:ext uri="{FF2B5EF4-FFF2-40B4-BE49-F238E27FC236}">
                  <a16:creationId xmlns:a16="http://schemas.microsoft.com/office/drawing/2014/main" id="{FB5CB066-6A53-467F-963C-40A8DFF0DBD3}"/>
                </a:ext>
              </a:extLst>
            </p:cNvPr>
            <p:cNvSpPr/>
            <p:nvPr/>
          </p:nvSpPr>
          <p:spPr>
            <a:xfrm>
              <a:off x="2553850" y="4894900"/>
              <a:ext cx="16550" cy="35600"/>
            </a:xfrm>
            <a:custGeom>
              <a:avLst/>
              <a:gdLst/>
              <a:ahLst/>
              <a:cxnLst/>
              <a:rect l="l" t="t" r="r" b="b"/>
              <a:pathLst>
                <a:path w="662" h="1424" extrusionOk="0">
                  <a:moveTo>
                    <a:pt x="1" y="0"/>
                  </a:moveTo>
                  <a:lnTo>
                    <a:pt x="1" y="0"/>
                  </a:lnTo>
                  <a:cubicBezTo>
                    <a:pt x="42" y="51"/>
                    <a:pt x="72" y="102"/>
                    <a:pt x="112" y="163"/>
                  </a:cubicBezTo>
                  <a:cubicBezTo>
                    <a:pt x="133" y="173"/>
                    <a:pt x="153" y="183"/>
                    <a:pt x="173" y="203"/>
                  </a:cubicBezTo>
                  <a:cubicBezTo>
                    <a:pt x="275" y="264"/>
                    <a:pt x="356" y="356"/>
                    <a:pt x="428" y="458"/>
                  </a:cubicBezTo>
                  <a:lnTo>
                    <a:pt x="489" y="539"/>
                  </a:lnTo>
                  <a:lnTo>
                    <a:pt x="530" y="621"/>
                  </a:lnTo>
                  <a:cubicBezTo>
                    <a:pt x="539" y="651"/>
                    <a:pt x="550" y="671"/>
                    <a:pt x="570" y="702"/>
                  </a:cubicBezTo>
                  <a:cubicBezTo>
                    <a:pt x="519" y="671"/>
                    <a:pt x="469" y="641"/>
                    <a:pt x="428" y="621"/>
                  </a:cubicBezTo>
                  <a:cubicBezTo>
                    <a:pt x="387" y="600"/>
                    <a:pt x="347" y="580"/>
                    <a:pt x="316" y="569"/>
                  </a:cubicBezTo>
                  <a:lnTo>
                    <a:pt x="316" y="569"/>
                  </a:lnTo>
                  <a:cubicBezTo>
                    <a:pt x="316" y="590"/>
                    <a:pt x="326" y="600"/>
                    <a:pt x="336" y="621"/>
                  </a:cubicBezTo>
                  <a:lnTo>
                    <a:pt x="336" y="671"/>
                  </a:lnTo>
                  <a:cubicBezTo>
                    <a:pt x="356" y="682"/>
                    <a:pt x="377" y="691"/>
                    <a:pt x="387" y="691"/>
                  </a:cubicBezTo>
                  <a:cubicBezTo>
                    <a:pt x="469" y="722"/>
                    <a:pt x="539" y="763"/>
                    <a:pt x="611" y="804"/>
                  </a:cubicBezTo>
                  <a:cubicBezTo>
                    <a:pt x="600" y="712"/>
                    <a:pt x="591" y="610"/>
                    <a:pt x="580" y="508"/>
                  </a:cubicBezTo>
                  <a:cubicBezTo>
                    <a:pt x="560" y="478"/>
                    <a:pt x="539" y="438"/>
                    <a:pt x="519" y="407"/>
                  </a:cubicBezTo>
                  <a:cubicBezTo>
                    <a:pt x="448" y="285"/>
                    <a:pt x="356" y="183"/>
                    <a:pt x="234" y="102"/>
                  </a:cubicBezTo>
                  <a:cubicBezTo>
                    <a:pt x="164" y="51"/>
                    <a:pt x="92" y="20"/>
                    <a:pt x="1" y="0"/>
                  </a:cubicBezTo>
                  <a:close/>
                  <a:moveTo>
                    <a:pt x="408" y="1210"/>
                  </a:moveTo>
                  <a:cubicBezTo>
                    <a:pt x="417" y="1240"/>
                    <a:pt x="417" y="1271"/>
                    <a:pt x="428" y="1312"/>
                  </a:cubicBezTo>
                  <a:cubicBezTo>
                    <a:pt x="499" y="1322"/>
                    <a:pt x="570" y="1353"/>
                    <a:pt x="611" y="1403"/>
                  </a:cubicBezTo>
                  <a:cubicBezTo>
                    <a:pt x="611" y="1414"/>
                    <a:pt x="621" y="1423"/>
                    <a:pt x="631" y="1423"/>
                  </a:cubicBezTo>
                  <a:lnTo>
                    <a:pt x="641" y="1423"/>
                  </a:lnTo>
                  <a:cubicBezTo>
                    <a:pt x="652" y="1414"/>
                    <a:pt x="661" y="1393"/>
                    <a:pt x="661" y="1383"/>
                  </a:cubicBezTo>
                  <a:cubicBezTo>
                    <a:pt x="641" y="1332"/>
                    <a:pt x="600" y="1292"/>
                    <a:pt x="560" y="1271"/>
                  </a:cubicBezTo>
                  <a:cubicBezTo>
                    <a:pt x="519" y="1240"/>
                    <a:pt x="469" y="1231"/>
                    <a:pt x="428" y="1210"/>
                  </a:cubicBezTo>
                  <a:close/>
                </a:path>
              </a:pathLst>
            </a:custGeom>
            <a:solidFill>
              <a:srgbClr val="8E554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1182;p31">
              <a:extLst>
                <a:ext uri="{FF2B5EF4-FFF2-40B4-BE49-F238E27FC236}">
                  <a16:creationId xmlns:a16="http://schemas.microsoft.com/office/drawing/2014/main" id="{B9429CDD-DEAC-4DB5-87F9-04B976405E5A}"/>
                </a:ext>
              </a:extLst>
            </p:cNvPr>
            <p:cNvSpPr/>
            <p:nvPr/>
          </p:nvSpPr>
          <p:spPr>
            <a:xfrm>
              <a:off x="2563000" y="4736775"/>
              <a:ext cx="259825" cy="296675"/>
            </a:xfrm>
            <a:custGeom>
              <a:avLst/>
              <a:gdLst/>
              <a:ahLst/>
              <a:cxnLst/>
              <a:rect l="l" t="t" r="r" b="b"/>
              <a:pathLst>
                <a:path w="10393" h="11867" extrusionOk="0">
                  <a:moveTo>
                    <a:pt x="5196" y="1"/>
                  </a:moveTo>
                  <a:cubicBezTo>
                    <a:pt x="1994" y="1"/>
                    <a:pt x="306" y="2065"/>
                    <a:pt x="173" y="5064"/>
                  </a:cubicBezTo>
                  <a:cubicBezTo>
                    <a:pt x="1" y="9192"/>
                    <a:pt x="1495" y="11867"/>
                    <a:pt x="5196" y="11867"/>
                  </a:cubicBezTo>
                  <a:cubicBezTo>
                    <a:pt x="8897" y="11867"/>
                    <a:pt x="10392" y="9192"/>
                    <a:pt x="10219" y="5064"/>
                  </a:cubicBezTo>
                  <a:cubicBezTo>
                    <a:pt x="10087" y="2065"/>
                    <a:pt x="8399" y="1"/>
                    <a:pt x="5196" y="1"/>
                  </a:cubicBezTo>
                  <a:close/>
                </a:path>
              </a:pathLst>
            </a:custGeom>
            <a:solidFill>
              <a:srgbClr val="C88C6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Google Shape;1183;p31">
              <a:extLst>
                <a:ext uri="{FF2B5EF4-FFF2-40B4-BE49-F238E27FC236}">
                  <a16:creationId xmlns:a16="http://schemas.microsoft.com/office/drawing/2014/main" id="{972D6E73-35CB-47B5-8A57-9E676481AB89}"/>
                </a:ext>
              </a:extLst>
            </p:cNvPr>
            <p:cNvSpPr/>
            <p:nvPr/>
          </p:nvSpPr>
          <p:spPr>
            <a:xfrm>
              <a:off x="2743725" y="4885225"/>
              <a:ext cx="23675" cy="32050"/>
            </a:xfrm>
            <a:custGeom>
              <a:avLst/>
              <a:gdLst/>
              <a:ahLst/>
              <a:cxnLst/>
              <a:rect l="l" t="t" r="r" b="b"/>
              <a:pathLst>
                <a:path w="947" h="1282" extrusionOk="0">
                  <a:moveTo>
                    <a:pt x="479" y="1"/>
                  </a:moveTo>
                  <a:cubicBezTo>
                    <a:pt x="215" y="1"/>
                    <a:pt x="1" y="285"/>
                    <a:pt x="1" y="642"/>
                  </a:cubicBezTo>
                  <a:cubicBezTo>
                    <a:pt x="1" y="997"/>
                    <a:pt x="215" y="1282"/>
                    <a:pt x="479" y="1282"/>
                  </a:cubicBezTo>
                  <a:cubicBezTo>
                    <a:pt x="733" y="1282"/>
                    <a:pt x="947" y="997"/>
                    <a:pt x="947" y="642"/>
                  </a:cubicBezTo>
                  <a:cubicBezTo>
                    <a:pt x="947" y="285"/>
                    <a:pt x="733" y="1"/>
                    <a:pt x="479" y="1"/>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 name="Google Shape;1184;p31">
              <a:extLst>
                <a:ext uri="{FF2B5EF4-FFF2-40B4-BE49-F238E27FC236}">
                  <a16:creationId xmlns:a16="http://schemas.microsoft.com/office/drawing/2014/main" id="{9367CCD4-ACCA-4608-83FF-2C48AA7C4A6A}"/>
                </a:ext>
              </a:extLst>
            </p:cNvPr>
            <p:cNvSpPr/>
            <p:nvPr/>
          </p:nvSpPr>
          <p:spPr>
            <a:xfrm>
              <a:off x="2733825" y="4882450"/>
              <a:ext cx="43475" cy="16450"/>
            </a:xfrm>
            <a:custGeom>
              <a:avLst/>
              <a:gdLst/>
              <a:ahLst/>
              <a:cxnLst/>
              <a:rect l="l" t="t" r="r" b="b"/>
              <a:pathLst>
                <a:path w="1739" h="658" extrusionOk="0">
                  <a:moveTo>
                    <a:pt x="864" y="0"/>
                  </a:moveTo>
                  <a:cubicBezTo>
                    <a:pt x="681" y="0"/>
                    <a:pt x="489" y="61"/>
                    <a:pt x="336" y="173"/>
                  </a:cubicBezTo>
                  <a:cubicBezTo>
                    <a:pt x="184" y="285"/>
                    <a:pt x="62" y="437"/>
                    <a:pt x="1" y="610"/>
                  </a:cubicBezTo>
                  <a:cubicBezTo>
                    <a:pt x="1" y="620"/>
                    <a:pt x="1" y="640"/>
                    <a:pt x="21" y="651"/>
                  </a:cubicBezTo>
                  <a:cubicBezTo>
                    <a:pt x="25" y="655"/>
                    <a:pt x="31" y="657"/>
                    <a:pt x="37" y="657"/>
                  </a:cubicBezTo>
                  <a:cubicBezTo>
                    <a:pt x="46" y="657"/>
                    <a:pt x="55" y="652"/>
                    <a:pt x="62" y="640"/>
                  </a:cubicBezTo>
                  <a:cubicBezTo>
                    <a:pt x="173" y="509"/>
                    <a:pt x="295" y="396"/>
                    <a:pt x="428" y="326"/>
                  </a:cubicBezTo>
                  <a:cubicBezTo>
                    <a:pt x="570" y="254"/>
                    <a:pt x="722" y="213"/>
                    <a:pt x="875" y="213"/>
                  </a:cubicBezTo>
                  <a:cubicBezTo>
                    <a:pt x="1027" y="213"/>
                    <a:pt x="1169" y="254"/>
                    <a:pt x="1312" y="326"/>
                  </a:cubicBezTo>
                  <a:cubicBezTo>
                    <a:pt x="1454" y="396"/>
                    <a:pt x="1576" y="509"/>
                    <a:pt x="1678" y="640"/>
                  </a:cubicBezTo>
                  <a:cubicBezTo>
                    <a:pt x="1688" y="651"/>
                    <a:pt x="1698" y="651"/>
                    <a:pt x="1719" y="651"/>
                  </a:cubicBezTo>
                  <a:cubicBezTo>
                    <a:pt x="1729" y="640"/>
                    <a:pt x="1739" y="620"/>
                    <a:pt x="1739" y="610"/>
                  </a:cubicBezTo>
                  <a:cubicBezTo>
                    <a:pt x="1678" y="437"/>
                    <a:pt x="1556" y="285"/>
                    <a:pt x="1404" y="173"/>
                  </a:cubicBezTo>
                  <a:cubicBezTo>
                    <a:pt x="1251" y="61"/>
                    <a:pt x="1058" y="0"/>
                    <a:pt x="864"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 name="Google Shape;1185;p31">
              <a:extLst>
                <a:ext uri="{FF2B5EF4-FFF2-40B4-BE49-F238E27FC236}">
                  <a16:creationId xmlns:a16="http://schemas.microsoft.com/office/drawing/2014/main" id="{FCF6136B-DDF6-4ABA-8781-1829813BF820}"/>
                </a:ext>
              </a:extLst>
            </p:cNvPr>
            <p:cNvSpPr/>
            <p:nvPr/>
          </p:nvSpPr>
          <p:spPr>
            <a:xfrm>
              <a:off x="2729250" y="4856475"/>
              <a:ext cx="52900" cy="13225"/>
            </a:xfrm>
            <a:custGeom>
              <a:avLst/>
              <a:gdLst/>
              <a:ahLst/>
              <a:cxnLst/>
              <a:rect l="l" t="t" r="r" b="b"/>
              <a:pathLst>
                <a:path w="2116" h="529" extrusionOk="0">
                  <a:moveTo>
                    <a:pt x="980" y="0"/>
                  </a:moveTo>
                  <a:cubicBezTo>
                    <a:pt x="803" y="0"/>
                    <a:pt x="627" y="31"/>
                    <a:pt x="458" y="93"/>
                  </a:cubicBezTo>
                  <a:cubicBezTo>
                    <a:pt x="356" y="124"/>
                    <a:pt x="265" y="165"/>
                    <a:pt x="184" y="236"/>
                  </a:cubicBezTo>
                  <a:cubicBezTo>
                    <a:pt x="102" y="297"/>
                    <a:pt x="41" y="378"/>
                    <a:pt x="1" y="480"/>
                  </a:cubicBezTo>
                  <a:lnTo>
                    <a:pt x="1" y="510"/>
                  </a:lnTo>
                  <a:cubicBezTo>
                    <a:pt x="7" y="517"/>
                    <a:pt x="20" y="525"/>
                    <a:pt x="33" y="525"/>
                  </a:cubicBezTo>
                  <a:cubicBezTo>
                    <a:pt x="39" y="525"/>
                    <a:pt x="45" y="523"/>
                    <a:pt x="51" y="520"/>
                  </a:cubicBezTo>
                  <a:cubicBezTo>
                    <a:pt x="224" y="449"/>
                    <a:pt x="376" y="388"/>
                    <a:pt x="539" y="327"/>
                  </a:cubicBezTo>
                  <a:cubicBezTo>
                    <a:pt x="702" y="266"/>
                    <a:pt x="875" y="246"/>
                    <a:pt x="1058" y="236"/>
                  </a:cubicBezTo>
                  <a:cubicBezTo>
                    <a:pt x="1087" y="234"/>
                    <a:pt x="1116" y="233"/>
                    <a:pt x="1144" y="233"/>
                  </a:cubicBezTo>
                  <a:cubicBezTo>
                    <a:pt x="1288" y="233"/>
                    <a:pt x="1432" y="253"/>
                    <a:pt x="1576" y="287"/>
                  </a:cubicBezTo>
                  <a:cubicBezTo>
                    <a:pt x="1749" y="337"/>
                    <a:pt x="1922" y="409"/>
                    <a:pt x="2064" y="520"/>
                  </a:cubicBezTo>
                  <a:cubicBezTo>
                    <a:pt x="2070" y="526"/>
                    <a:pt x="2075" y="528"/>
                    <a:pt x="2080" y="528"/>
                  </a:cubicBezTo>
                  <a:cubicBezTo>
                    <a:pt x="2085" y="528"/>
                    <a:pt x="2090" y="526"/>
                    <a:pt x="2095" y="520"/>
                  </a:cubicBezTo>
                  <a:cubicBezTo>
                    <a:pt x="2115" y="510"/>
                    <a:pt x="2115" y="500"/>
                    <a:pt x="2105" y="480"/>
                  </a:cubicBezTo>
                  <a:cubicBezTo>
                    <a:pt x="1993" y="317"/>
                    <a:pt x="1820" y="195"/>
                    <a:pt x="1637" y="124"/>
                  </a:cubicBezTo>
                  <a:cubicBezTo>
                    <a:pt x="1454" y="43"/>
                    <a:pt x="1251" y="12"/>
                    <a:pt x="1058" y="2"/>
                  </a:cubicBezTo>
                  <a:cubicBezTo>
                    <a:pt x="1032" y="1"/>
                    <a:pt x="1006" y="0"/>
                    <a:pt x="980"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1186;p31">
              <a:extLst>
                <a:ext uri="{FF2B5EF4-FFF2-40B4-BE49-F238E27FC236}">
                  <a16:creationId xmlns:a16="http://schemas.microsoft.com/office/drawing/2014/main" id="{1A8C8EE9-1341-4FDC-83F0-B3E4B900E66F}"/>
                </a:ext>
              </a:extLst>
            </p:cNvPr>
            <p:cNvSpPr/>
            <p:nvPr/>
          </p:nvSpPr>
          <p:spPr>
            <a:xfrm>
              <a:off x="2772700" y="4887900"/>
              <a:ext cx="13000" cy="7000"/>
            </a:xfrm>
            <a:custGeom>
              <a:avLst/>
              <a:gdLst/>
              <a:ahLst/>
              <a:cxnLst/>
              <a:rect l="l" t="t" r="r" b="b"/>
              <a:pathLst>
                <a:path w="520" h="280" extrusionOk="0">
                  <a:moveTo>
                    <a:pt x="469" y="0"/>
                  </a:moveTo>
                  <a:cubicBezTo>
                    <a:pt x="459" y="0"/>
                    <a:pt x="449" y="5"/>
                    <a:pt x="438" y="16"/>
                  </a:cubicBezTo>
                  <a:cubicBezTo>
                    <a:pt x="296" y="169"/>
                    <a:pt x="42" y="199"/>
                    <a:pt x="42" y="199"/>
                  </a:cubicBezTo>
                  <a:cubicBezTo>
                    <a:pt x="11" y="199"/>
                    <a:pt x="1" y="219"/>
                    <a:pt x="1" y="250"/>
                  </a:cubicBezTo>
                  <a:cubicBezTo>
                    <a:pt x="1" y="270"/>
                    <a:pt x="21" y="280"/>
                    <a:pt x="42" y="280"/>
                  </a:cubicBezTo>
                  <a:cubicBezTo>
                    <a:pt x="62" y="280"/>
                    <a:pt x="326" y="250"/>
                    <a:pt x="499" y="77"/>
                  </a:cubicBezTo>
                  <a:cubicBezTo>
                    <a:pt x="520" y="56"/>
                    <a:pt x="520" y="26"/>
                    <a:pt x="499" y="16"/>
                  </a:cubicBezTo>
                  <a:cubicBezTo>
                    <a:pt x="489" y="5"/>
                    <a:pt x="479" y="0"/>
                    <a:pt x="469"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 name="Google Shape;1187;p31">
              <a:extLst>
                <a:ext uri="{FF2B5EF4-FFF2-40B4-BE49-F238E27FC236}">
                  <a16:creationId xmlns:a16="http://schemas.microsoft.com/office/drawing/2014/main" id="{B203E941-52B1-4D03-A616-9007210C0FEF}"/>
                </a:ext>
              </a:extLst>
            </p:cNvPr>
            <p:cNvSpPr/>
            <p:nvPr/>
          </p:nvSpPr>
          <p:spPr>
            <a:xfrm>
              <a:off x="2618150" y="4885225"/>
              <a:ext cx="23925" cy="32050"/>
            </a:xfrm>
            <a:custGeom>
              <a:avLst/>
              <a:gdLst/>
              <a:ahLst/>
              <a:cxnLst/>
              <a:rect l="l" t="t" r="r" b="b"/>
              <a:pathLst>
                <a:path w="957" h="1282" extrusionOk="0">
                  <a:moveTo>
                    <a:pt x="479" y="1"/>
                  </a:moveTo>
                  <a:cubicBezTo>
                    <a:pt x="215" y="1"/>
                    <a:pt x="1" y="285"/>
                    <a:pt x="1" y="642"/>
                  </a:cubicBezTo>
                  <a:cubicBezTo>
                    <a:pt x="1" y="997"/>
                    <a:pt x="215" y="1282"/>
                    <a:pt x="479" y="1282"/>
                  </a:cubicBezTo>
                  <a:cubicBezTo>
                    <a:pt x="744" y="1282"/>
                    <a:pt x="957" y="997"/>
                    <a:pt x="957" y="642"/>
                  </a:cubicBezTo>
                  <a:cubicBezTo>
                    <a:pt x="957" y="285"/>
                    <a:pt x="744" y="1"/>
                    <a:pt x="479" y="1"/>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1188;p31">
              <a:extLst>
                <a:ext uri="{FF2B5EF4-FFF2-40B4-BE49-F238E27FC236}">
                  <a16:creationId xmlns:a16="http://schemas.microsoft.com/office/drawing/2014/main" id="{69016A1C-1A96-44D0-B61B-FC44768A8D15}"/>
                </a:ext>
              </a:extLst>
            </p:cNvPr>
            <p:cNvSpPr/>
            <p:nvPr/>
          </p:nvSpPr>
          <p:spPr>
            <a:xfrm>
              <a:off x="2608250" y="4882450"/>
              <a:ext cx="43750" cy="16375"/>
            </a:xfrm>
            <a:custGeom>
              <a:avLst/>
              <a:gdLst/>
              <a:ahLst/>
              <a:cxnLst/>
              <a:rect l="l" t="t" r="r" b="b"/>
              <a:pathLst>
                <a:path w="1750" h="655" extrusionOk="0">
                  <a:moveTo>
                    <a:pt x="875" y="0"/>
                  </a:moveTo>
                  <a:cubicBezTo>
                    <a:pt x="682" y="0"/>
                    <a:pt x="499" y="61"/>
                    <a:pt x="336" y="173"/>
                  </a:cubicBezTo>
                  <a:cubicBezTo>
                    <a:pt x="184" y="285"/>
                    <a:pt x="72" y="437"/>
                    <a:pt x="11" y="610"/>
                  </a:cubicBezTo>
                  <a:cubicBezTo>
                    <a:pt x="1" y="620"/>
                    <a:pt x="11" y="640"/>
                    <a:pt x="21" y="640"/>
                  </a:cubicBezTo>
                  <a:cubicBezTo>
                    <a:pt x="30" y="649"/>
                    <a:pt x="38" y="652"/>
                    <a:pt x="46" y="652"/>
                  </a:cubicBezTo>
                  <a:cubicBezTo>
                    <a:pt x="57" y="652"/>
                    <a:pt x="66" y="646"/>
                    <a:pt x="72" y="640"/>
                  </a:cubicBezTo>
                  <a:cubicBezTo>
                    <a:pt x="173" y="509"/>
                    <a:pt x="295" y="396"/>
                    <a:pt x="438" y="326"/>
                  </a:cubicBezTo>
                  <a:cubicBezTo>
                    <a:pt x="570" y="254"/>
                    <a:pt x="722" y="213"/>
                    <a:pt x="875" y="213"/>
                  </a:cubicBezTo>
                  <a:cubicBezTo>
                    <a:pt x="1027" y="213"/>
                    <a:pt x="1180" y="254"/>
                    <a:pt x="1323" y="326"/>
                  </a:cubicBezTo>
                  <a:cubicBezTo>
                    <a:pt x="1454" y="396"/>
                    <a:pt x="1576" y="509"/>
                    <a:pt x="1678" y="640"/>
                  </a:cubicBezTo>
                  <a:cubicBezTo>
                    <a:pt x="1686" y="648"/>
                    <a:pt x="1698" y="655"/>
                    <a:pt x="1708" y="655"/>
                  </a:cubicBezTo>
                  <a:cubicBezTo>
                    <a:pt x="1712" y="655"/>
                    <a:pt x="1716" y="654"/>
                    <a:pt x="1719" y="651"/>
                  </a:cubicBezTo>
                  <a:cubicBezTo>
                    <a:pt x="1739" y="651"/>
                    <a:pt x="1750" y="631"/>
                    <a:pt x="1739" y="610"/>
                  </a:cubicBezTo>
                  <a:cubicBezTo>
                    <a:pt x="1689" y="437"/>
                    <a:pt x="1567" y="285"/>
                    <a:pt x="1414" y="173"/>
                  </a:cubicBezTo>
                  <a:cubicBezTo>
                    <a:pt x="1262" y="61"/>
                    <a:pt x="1068" y="0"/>
                    <a:pt x="875"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Google Shape;1189;p31">
              <a:extLst>
                <a:ext uri="{FF2B5EF4-FFF2-40B4-BE49-F238E27FC236}">
                  <a16:creationId xmlns:a16="http://schemas.microsoft.com/office/drawing/2014/main" id="{2824B75F-BBBB-470B-A85A-E7046FB6B9DD}"/>
                </a:ext>
              </a:extLst>
            </p:cNvPr>
            <p:cNvSpPr/>
            <p:nvPr/>
          </p:nvSpPr>
          <p:spPr>
            <a:xfrm>
              <a:off x="2600125" y="4887900"/>
              <a:ext cx="12975" cy="7000"/>
            </a:xfrm>
            <a:custGeom>
              <a:avLst/>
              <a:gdLst/>
              <a:ahLst/>
              <a:cxnLst/>
              <a:rect l="l" t="t" r="r" b="b"/>
              <a:pathLst>
                <a:path w="519" h="280" extrusionOk="0">
                  <a:moveTo>
                    <a:pt x="47" y="0"/>
                  </a:moveTo>
                  <a:cubicBezTo>
                    <a:pt x="36" y="0"/>
                    <a:pt x="26" y="5"/>
                    <a:pt x="21" y="16"/>
                  </a:cubicBezTo>
                  <a:cubicBezTo>
                    <a:pt x="0" y="26"/>
                    <a:pt x="0" y="56"/>
                    <a:pt x="21" y="77"/>
                  </a:cubicBezTo>
                  <a:cubicBezTo>
                    <a:pt x="183" y="250"/>
                    <a:pt x="458" y="280"/>
                    <a:pt x="468" y="280"/>
                  </a:cubicBezTo>
                  <a:lnTo>
                    <a:pt x="478" y="280"/>
                  </a:lnTo>
                  <a:cubicBezTo>
                    <a:pt x="498" y="280"/>
                    <a:pt x="519" y="270"/>
                    <a:pt x="519" y="250"/>
                  </a:cubicBezTo>
                  <a:cubicBezTo>
                    <a:pt x="519" y="219"/>
                    <a:pt x="498" y="199"/>
                    <a:pt x="478" y="199"/>
                  </a:cubicBezTo>
                  <a:cubicBezTo>
                    <a:pt x="478" y="199"/>
                    <a:pt x="224" y="169"/>
                    <a:pt x="82" y="16"/>
                  </a:cubicBezTo>
                  <a:cubicBezTo>
                    <a:pt x="72" y="5"/>
                    <a:pt x="59" y="0"/>
                    <a:pt x="47"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 name="Google Shape;1190;p31">
              <a:extLst>
                <a:ext uri="{FF2B5EF4-FFF2-40B4-BE49-F238E27FC236}">
                  <a16:creationId xmlns:a16="http://schemas.microsoft.com/office/drawing/2014/main" id="{99C6384B-1A0B-450A-9A91-05A5F2D777F7}"/>
                </a:ext>
              </a:extLst>
            </p:cNvPr>
            <p:cNvSpPr/>
            <p:nvPr/>
          </p:nvSpPr>
          <p:spPr>
            <a:xfrm>
              <a:off x="2760000" y="4917250"/>
              <a:ext cx="39175" cy="39175"/>
            </a:xfrm>
            <a:custGeom>
              <a:avLst/>
              <a:gdLst/>
              <a:ahLst/>
              <a:cxnLst/>
              <a:rect l="l" t="t" r="r" b="b"/>
              <a:pathLst>
                <a:path w="1567" h="1567" extrusionOk="0">
                  <a:moveTo>
                    <a:pt x="784" y="1"/>
                  </a:moveTo>
                  <a:cubicBezTo>
                    <a:pt x="346" y="1"/>
                    <a:pt x="0" y="357"/>
                    <a:pt x="0" y="784"/>
                  </a:cubicBezTo>
                  <a:cubicBezTo>
                    <a:pt x="0" y="1221"/>
                    <a:pt x="346" y="1567"/>
                    <a:pt x="784" y="1567"/>
                  </a:cubicBezTo>
                  <a:cubicBezTo>
                    <a:pt x="1221" y="1567"/>
                    <a:pt x="1566" y="1221"/>
                    <a:pt x="1566" y="784"/>
                  </a:cubicBezTo>
                  <a:cubicBezTo>
                    <a:pt x="1566" y="357"/>
                    <a:pt x="1221" y="1"/>
                    <a:pt x="784" y="1"/>
                  </a:cubicBezTo>
                  <a:close/>
                </a:path>
              </a:pathLst>
            </a:custGeom>
            <a:solidFill>
              <a:srgbClr val="C8705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 name="Google Shape;1191;p31">
              <a:extLst>
                <a:ext uri="{FF2B5EF4-FFF2-40B4-BE49-F238E27FC236}">
                  <a16:creationId xmlns:a16="http://schemas.microsoft.com/office/drawing/2014/main" id="{A944D3C2-7018-49CB-B404-AC23353255EF}"/>
                </a:ext>
              </a:extLst>
            </p:cNvPr>
            <p:cNvSpPr/>
            <p:nvPr/>
          </p:nvSpPr>
          <p:spPr>
            <a:xfrm>
              <a:off x="2586650" y="4917250"/>
              <a:ext cx="39150" cy="39175"/>
            </a:xfrm>
            <a:custGeom>
              <a:avLst/>
              <a:gdLst/>
              <a:ahLst/>
              <a:cxnLst/>
              <a:rect l="l" t="t" r="r" b="b"/>
              <a:pathLst>
                <a:path w="1566" h="1567" extrusionOk="0">
                  <a:moveTo>
                    <a:pt x="783" y="1"/>
                  </a:moveTo>
                  <a:cubicBezTo>
                    <a:pt x="346" y="1"/>
                    <a:pt x="0" y="357"/>
                    <a:pt x="0" y="784"/>
                  </a:cubicBezTo>
                  <a:cubicBezTo>
                    <a:pt x="0" y="1221"/>
                    <a:pt x="346" y="1567"/>
                    <a:pt x="783" y="1567"/>
                  </a:cubicBezTo>
                  <a:cubicBezTo>
                    <a:pt x="1211" y="1567"/>
                    <a:pt x="1566" y="1221"/>
                    <a:pt x="1566" y="784"/>
                  </a:cubicBezTo>
                  <a:cubicBezTo>
                    <a:pt x="1566" y="357"/>
                    <a:pt x="1211" y="1"/>
                    <a:pt x="783" y="1"/>
                  </a:cubicBezTo>
                  <a:close/>
                </a:path>
              </a:pathLst>
            </a:custGeom>
            <a:solidFill>
              <a:srgbClr val="C8705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Google Shape;1192;p31">
              <a:extLst>
                <a:ext uri="{FF2B5EF4-FFF2-40B4-BE49-F238E27FC236}">
                  <a16:creationId xmlns:a16="http://schemas.microsoft.com/office/drawing/2014/main" id="{283A7183-0192-4A35-B137-63F7A4B6E4E0}"/>
                </a:ext>
              </a:extLst>
            </p:cNvPr>
            <p:cNvSpPr/>
            <p:nvPr/>
          </p:nvSpPr>
          <p:spPr>
            <a:xfrm rot="10800000" flipH="1">
              <a:off x="2664175" y="4975475"/>
              <a:ext cx="57475" cy="6875"/>
            </a:xfrm>
            <a:custGeom>
              <a:avLst/>
              <a:gdLst/>
              <a:ahLst/>
              <a:cxnLst/>
              <a:rect l="l" t="t" r="r" b="b"/>
              <a:pathLst>
                <a:path w="2299" h="275" extrusionOk="0">
                  <a:moveTo>
                    <a:pt x="41" y="1"/>
                  </a:moveTo>
                  <a:cubicBezTo>
                    <a:pt x="21" y="1"/>
                    <a:pt x="10" y="10"/>
                    <a:pt x="1" y="21"/>
                  </a:cubicBezTo>
                  <a:cubicBezTo>
                    <a:pt x="1" y="31"/>
                    <a:pt x="1" y="51"/>
                    <a:pt x="21" y="62"/>
                  </a:cubicBezTo>
                  <a:cubicBezTo>
                    <a:pt x="193" y="143"/>
                    <a:pt x="387" y="193"/>
                    <a:pt x="570" y="224"/>
                  </a:cubicBezTo>
                  <a:cubicBezTo>
                    <a:pt x="763" y="254"/>
                    <a:pt x="956" y="275"/>
                    <a:pt x="1149" y="275"/>
                  </a:cubicBezTo>
                  <a:cubicBezTo>
                    <a:pt x="1343" y="275"/>
                    <a:pt x="1536" y="254"/>
                    <a:pt x="1729" y="224"/>
                  </a:cubicBezTo>
                  <a:cubicBezTo>
                    <a:pt x="1912" y="193"/>
                    <a:pt x="2105" y="143"/>
                    <a:pt x="2278" y="62"/>
                  </a:cubicBezTo>
                  <a:cubicBezTo>
                    <a:pt x="2288" y="51"/>
                    <a:pt x="2299" y="41"/>
                    <a:pt x="2299" y="21"/>
                  </a:cubicBezTo>
                  <a:cubicBezTo>
                    <a:pt x="2288" y="10"/>
                    <a:pt x="2278" y="1"/>
                    <a:pt x="2258" y="1"/>
                  </a:cubicBezTo>
                  <a:lnTo>
                    <a:pt x="2258" y="10"/>
                  </a:lnTo>
                  <a:lnTo>
                    <a:pt x="1983" y="71"/>
                  </a:lnTo>
                  <a:cubicBezTo>
                    <a:pt x="1892" y="92"/>
                    <a:pt x="1800" y="102"/>
                    <a:pt x="1709" y="112"/>
                  </a:cubicBezTo>
                  <a:cubicBezTo>
                    <a:pt x="1526" y="143"/>
                    <a:pt x="1332" y="153"/>
                    <a:pt x="1149" y="153"/>
                  </a:cubicBezTo>
                  <a:cubicBezTo>
                    <a:pt x="956" y="153"/>
                    <a:pt x="773" y="143"/>
                    <a:pt x="590" y="112"/>
                  </a:cubicBezTo>
                  <a:cubicBezTo>
                    <a:pt x="499" y="102"/>
                    <a:pt x="407" y="92"/>
                    <a:pt x="315" y="71"/>
                  </a:cubicBezTo>
                  <a:lnTo>
                    <a:pt x="41" y="10"/>
                  </a:lnTo>
                  <a:lnTo>
                    <a:pt x="41" y="1"/>
                  </a:ln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 name="Google Shape;1193;p31">
              <a:extLst>
                <a:ext uri="{FF2B5EF4-FFF2-40B4-BE49-F238E27FC236}">
                  <a16:creationId xmlns:a16="http://schemas.microsoft.com/office/drawing/2014/main" id="{30C9486F-FE2B-4037-859D-323FC1A120AB}"/>
                </a:ext>
              </a:extLst>
            </p:cNvPr>
            <p:cNvSpPr/>
            <p:nvPr/>
          </p:nvSpPr>
          <p:spPr>
            <a:xfrm>
              <a:off x="2691875" y="4897175"/>
              <a:ext cx="15775" cy="57725"/>
            </a:xfrm>
            <a:custGeom>
              <a:avLst/>
              <a:gdLst/>
              <a:ahLst/>
              <a:cxnLst/>
              <a:rect l="l" t="t" r="r" b="b"/>
              <a:pathLst>
                <a:path w="631" h="2309" extrusionOk="0">
                  <a:moveTo>
                    <a:pt x="41" y="1"/>
                  </a:moveTo>
                  <a:cubicBezTo>
                    <a:pt x="21" y="1"/>
                    <a:pt x="1" y="21"/>
                    <a:pt x="1" y="42"/>
                  </a:cubicBezTo>
                  <a:cubicBezTo>
                    <a:pt x="1" y="255"/>
                    <a:pt x="41" y="469"/>
                    <a:pt x="102" y="682"/>
                  </a:cubicBezTo>
                  <a:cubicBezTo>
                    <a:pt x="153" y="896"/>
                    <a:pt x="235" y="1099"/>
                    <a:pt x="336" y="1292"/>
                  </a:cubicBezTo>
                  <a:cubicBezTo>
                    <a:pt x="367" y="1343"/>
                    <a:pt x="387" y="1384"/>
                    <a:pt x="418" y="1434"/>
                  </a:cubicBezTo>
                  <a:cubicBezTo>
                    <a:pt x="448" y="1485"/>
                    <a:pt x="468" y="1515"/>
                    <a:pt x="479" y="1567"/>
                  </a:cubicBezTo>
                  <a:cubicBezTo>
                    <a:pt x="499" y="1658"/>
                    <a:pt x="499" y="1750"/>
                    <a:pt x="459" y="1831"/>
                  </a:cubicBezTo>
                  <a:cubicBezTo>
                    <a:pt x="407" y="1922"/>
                    <a:pt x="357" y="2004"/>
                    <a:pt x="285" y="2075"/>
                  </a:cubicBezTo>
                  <a:cubicBezTo>
                    <a:pt x="204" y="2146"/>
                    <a:pt x="123" y="2197"/>
                    <a:pt x="31" y="2238"/>
                  </a:cubicBezTo>
                  <a:cubicBezTo>
                    <a:pt x="11" y="2248"/>
                    <a:pt x="1" y="2268"/>
                    <a:pt x="11" y="2278"/>
                  </a:cubicBezTo>
                  <a:cubicBezTo>
                    <a:pt x="11" y="2299"/>
                    <a:pt x="31" y="2309"/>
                    <a:pt x="52" y="2309"/>
                  </a:cubicBezTo>
                  <a:cubicBezTo>
                    <a:pt x="265" y="2248"/>
                    <a:pt x="459" y="2095"/>
                    <a:pt x="560" y="1892"/>
                  </a:cubicBezTo>
                  <a:cubicBezTo>
                    <a:pt x="621" y="1780"/>
                    <a:pt x="631" y="1648"/>
                    <a:pt x="601" y="1526"/>
                  </a:cubicBezTo>
                  <a:cubicBezTo>
                    <a:pt x="581" y="1475"/>
                    <a:pt x="550" y="1414"/>
                    <a:pt x="520" y="1373"/>
                  </a:cubicBezTo>
                  <a:cubicBezTo>
                    <a:pt x="499" y="1323"/>
                    <a:pt x="468" y="1282"/>
                    <a:pt x="448" y="1231"/>
                  </a:cubicBezTo>
                  <a:cubicBezTo>
                    <a:pt x="346" y="1048"/>
                    <a:pt x="265" y="855"/>
                    <a:pt x="204" y="652"/>
                  </a:cubicBezTo>
                  <a:cubicBezTo>
                    <a:pt x="143" y="448"/>
                    <a:pt x="92" y="245"/>
                    <a:pt x="72" y="42"/>
                  </a:cubicBezTo>
                  <a:lnTo>
                    <a:pt x="72" y="31"/>
                  </a:lnTo>
                  <a:cubicBezTo>
                    <a:pt x="72" y="21"/>
                    <a:pt x="62" y="1"/>
                    <a:pt x="41"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 name="Google Shape;1194;p31">
              <a:extLst>
                <a:ext uri="{FF2B5EF4-FFF2-40B4-BE49-F238E27FC236}">
                  <a16:creationId xmlns:a16="http://schemas.microsoft.com/office/drawing/2014/main" id="{6B68849A-C5AC-46DF-89EB-03EFF8E88E67}"/>
                </a:ext>
              </a:extLst>
            </p:cNvPr>
            <p:cNvSpPr/>
            <p:nvPr/>
          </p:nvSpPr>
          <p:spPr>
            <a:xfrm>
              <a:off x="2603675" y="4856475"/>
              <a:ext cx="52900" cy="13275"/>
            </a:xfrm>
            <a:custGeom>
              <a:avLst/>
              <a:gdLst/>
              <a:ahLst/>
              <a:cxnLst/>
              <a:rect l="l" t="t" r="r" b="b"/>
              <a:pathLst>
                <a:path w="2116" h="531" extrusionOk="0">
                  <a:moveTo>
                    <a:pt x="1136" y="0"/>
                  </a:moveTo>
                  <a:cubicBezTo>
                    <a:pt x="1110" y="0"/>
                    <a:pt x="1084" y="1"/>
                    <a:pt x="1058" y="2"/>
                  </a:cubicBezTo>
                  <a:cubicBezTo>
                    <a:pt x="865" y="12"/>
                    <a:pt x="661" y="43"/>
                    <a:pt x="478" y="124"/>
                  </a:cubicBezTo>
                  <a:cubicBezTo>
                    <a:pt x="295" y="195"/>
                    <a:pt x="123" y="317"/>
                    <a:pt x="11" y="480"/>
                  </a:cubicBezTo>
                  <a:cubicBezTo>
                    <a:pt x="1" y="490"/>
                    <a:pt x="1" y="510"/>
                    <a:pt x="11" y="520"/>
                  </a:cubicBezTo>
                  <a:cubicBezTo>
                    <a:pt x="16" y="526"/>
                    <a:pt x="24" y="528"/>
                    <a:pt x="31" y="528"/>
                  </a:cubicBezTo>
                  <a:cubicBezTo>
                    <a:pt x="39" y="528"/>
                    <a:pt x="46" y="526"/>
                    <a:pt x="51" y="520"/>
                  </a:cubicBezTo>
                  <a:cubicBezTo>
                    <a:pt x="194" y="409"/>
                    <a:pt x="367" y="337"/>
                    <a:pt x="530" y="287"/>
                  </a:cubicBezTo>
                  <a:cubicBezTo>
                    <a:pt x="673" y="253"/>
                    <a:pt x="824" y="233"/>
                    <a:pt x="971" y="233"/>
                  </a:cubicBezTo>
                  <a:cubicBezTo>
                    <a:pt x="1000" y="233"/>
                    <a:pt x="1029" y="234"/>
                    <a:pt x="1058" y="236"/>
                  </a:cubicBezTo>
                  <a:cubicBezTo>
                    <a:pt x="1241" y="246"/>
                    <a:pt x="1414" y="266"/>
                    <a:pt x="1576" y="327"/>
                  </a:cubicBezTo>
                  <a:cubicBezTo>
                    <a:pt x="1739" y="388"/>
                    <a:pt x="1892" y="449"/>
                    <a:pt x="2064" y="520"/>
                  </a:cubicBezTo>
                  <a:cubicBezTo>
                    <a:pt x="2075" y="531"/>
                    <a:pt x="2085" y="531"/>
                    <a:pt x="2095" y="531"/>
                  </a:cubicBezTo>
                  <a:cubicBezTo>
                    <a:pt x="2105" y="520"/>
                    <a:pt x="2116" y="500"/>
                    <a:pt x="2116" y="480"/>
                  </a:cubicBezTo>
                  <a:cubicBezTo>
                    <a:pt x="2075" y="378"/>
                    <a:pt x="2003" y="297"/>
                    <a:pt x="1922" y="236"/>
                  </a:cubicBezTo>
                  <a:cubicBezTo>
                    <a:pt x="1841" y="165"/>
                    <a:pt x="1750" y="124"/>
                    <a:pt x="1658" y="93"/>
                  </a:cubicBezTo>
                  <a:cubicBezTo>
                    <a:pt x="1490" y="31"/>
                    <a:pt x="1313" y="0"/>
                    <a:pt x="1136" y="0"/>
                  </a:cubicBezTo>
                  <a:close/>
                </a:path>
              </a:pathLst>
            </a:custGeom>
            <a:solidFill>
              <a:srgbClr val="41282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 name="Google Shape;1195;p31">
              <a:extLst>
                <a:ext uri="{FF2B5EF4-FFF2-40B4-BE49-F238E27FC236}">
                  <a16:creationId xmlns:a16="http://schemas.microsoft.com/office/drawing/2014/main" id="{E8C1F441-4867-4A82-B010-7E4E131536A3}"/>
                </a:ext>
              </a:extLst>
            </p:cNvPr>
            <p:cNvSpPr/>
            <p:nvPr/>
          </p:nvSpPr>
          <p:spPr>
            <a:xfrm>
              <a:off x="2554625" y="4721025"/>
              <a:ext cx="276575" cy="170075"/>
            </a:xfrm>
            <a:custGeom>
              <a:avLst/>
              <a:gdLst/>
              <a:ahLst/>
              <a:cxnLst/>
              <a:rect l="l" t="t" r="r" b="b"/>
              <a:pathLst>
                <a:path w="11063" h="6803" extrusionOk="0">
                  <a:moveTo>
                    <a:pt x="5531" y="0"/>
                  </a:moveTo>
                  <a:cubicBezTo>
                    <a:pt x="3111" y="0"/>
                    <a:pt x="1200" y="1312"/>
                    <a:pt x="600" y="3091"/>
                  </a:cubicBezTo>
                  <a:cubicBezTo>
                    <a:pt x="0" y="4860"/>
                    <a:pt x="499" y="6803"/>
                    <a:pt x="499" y="6803"/>
                  </a:cubicBezTo>
                  <a:cubicBezTo>
                    <a:pt x="499" y="6803"/>
                    <a:pt x="905" y="6498"/>
                    <a:pt x="1281" y="5847"/>
                  </a:cubicBezTo>
                  <a:cubicBezTo>
                    <a:pt x="1647" y="5196"/>
                    <a:pt x="1759" y="4607"/>
                    <a:pt x="2186" y="3823"/>
                  </a:cubicBezTo>
                  <a:lnTo>
                    <a:pt x="2186" y="3823"/>
                  </a:lnTo>
                  <a:cubicBezTo>
                    <a:pt x="2186" y="3824"/>
                    <a:pt x="1729" y="4871"/>
                    <a:pt x="1759" y="6081"/>
                  </a:cubicBezTo>
                  <a:cubicBezTo>
                    <a:pt x="1759" y="6081"/>
                    <a:pt x="1993" y="5949"/>
                    <a:pt x="2532" y="5867"/>
                  </a:cubicBezTo>
                  <a:cubicBezTo>
                    <a:pt x="2562" y="5471"/>
                    <a:pt x="2644" y="4840"/>
                    <a:pt x="2847" y="4342"/>
                  </a:cubicBezTo>
                  <a:lnTo>
                    <a:pt x="2847" y="4342"/>
                  </a:lnTo>
                  <a:cubicBezTo>
                    <a:pt x="2847" y="4343"/>
                    <a:pt x="2766" y="5115"/>
                    <a:pt x="2806" y="5837"/>
                  </a:cubicBezTo>
                  <a:cubicBezTo>
                    <a:pt x="2950" y="5824"/>
                    <a:pt x="3109" y="5816"/>
                    <a:pt x="3285" y="5816"/>
                  </a:cubicBezTo>
                  <a:cubicBezTo>
                    <a:pt x="3396" y="5816"/>
                    <a:pt x="3514" y="5819"/>
                    <a:pt x="3640" y="5827"/>
                  </a:cubicBezTo>
                  <a:cubicBezTo>
                    <a:pt x="4586" y="4983"/>
                    <a:pt x="5531" y="3763"/>
                    <a:pt x="5531" y="3762"/>
                  </a:cubicBezTo>
                  <a:lnTo>
                    <a:pt x="5531" y="3762"/>
                  </a:lnTo>
                  <a:cubicBezTo>
                    <a:pt x="5165" y="4627"/>
                    <a:pt x="4453" y="5440"/>
                    <a:pt x="4057" y="5857"/>
                  </a:cubicBezTo>
                  <a:cubicBezTo>
                    <a:pt x="4322" y="5877"/>
                    <a:pt x="4606" y="5928"/>
                    <a:pt x="4932" y="5979"/>
                  </a:cubicBezTo>
                  <a:cubicBezTo>
                    <a:pt x="4932" y="5979"/>
                    <a:pt x="6162" y="5542"/>
                    <a:pt x="6721" y="4189"/>
                  </a:cubicBezTo>
                  <a:cubicBezTo>
                    <a:pt x="7341" y="2705"/>
                    <a:pt x="7982" y="2594"/>
                    <a:pt x="7982" y="2594"/>
                  </a:cubicBezTo>
                  <a:cubicBezTo>
                    <a:pt x="7982" y="2594"/>
                    <a:pt x="8500" y="3021"/>
                    <a:pt x="8877" y="3823"/>
                  </a:cubicBezTo>
                  <a:cubicBezTo>
                    <a:pt x="9253" y="4627"/>
                    <a:pt x="9405" y="5196"/>
                    <a:pt x="9781" y="5847"/>
                  </a:cubicBezTo>
                  <a:cubicBezTo>
                    <a:pt x="10147" y="6498"/>
                    <a:pt x="10565" y="6803"/>
                    <a:pt x="10565" y="6803"/>
                  </a:cubicBezTo>
                  <a:cubicBezTo>
                    <a:pt x="10565" y="6803"/>
                    <a:pt x="11062" y="4860"/>
                    <a:pt x="10463" y="3091"/>
                  </a:cubicBezTo>
                  <a:cubicBezTo>
                    <a:pt x="9863" y="1312"/>
                    <a:pt x="7951" y="0"/>
                    <a:pt x="5531" y="0"/>
                  </a:cubicBezTo>
                  <a:close/>
                </a:path>
              </a:pathLst>
            </a:custGeom>
            <a:solidFill>
              <a:srgbClr val="5A372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1196;p31">
              <a:extLst>
                <a:ext uri="{FF2B5EF4-FFF2-40B4-BE49-F238E27FC236}">
                  <a16:creationId xmlns:a16="http://schemas.microsoft.com/office/drawing/2014/main" id="{A8376224-BB3A-4A6A-94D5-BB911582F9B1}"/>
                </a:ext>
              </a:extLst>
            </p:cNvPr>
            <p:cNvSpPr/>
            <p:nvPr/>
          </p:nvSpPr>
          <p:spPr>
            <a:xfrm>
              <a:off x="2550300" y="4707800"/>
              <a:ext cx="142625" cy="146450"/>
            </a:xfrm>
            <a:custGeom>
              <a:avLst/>
              <a:gdLst/>
              <a:ahLst/>
              <a:cxnLst/>
              <a:rect l="l" t="t" r="r" b="b"/>
              <a:pathLst>
                <a:path w="5705" h="5858" extrusionOk="0">
                  <a:moveTo>
                    <a:pt x="5704" y="1"/>
                  </a:moveTo>
                  <a:cubicBezTo>
                    <a:pt x="5176" y="82"/>
                    <a:pt x="4464" y="418"/>
                    <a:pt x="3732" y="845"/>
                  </a:cubicBezTo>
                  <a:cubicBezTo>
                    <a:pt x="3793" y="825"/>
                    <a:pt x="3854" y="804"/>
                    <a:pt x="3925" y="784"/>
                  </a:cubicBezTo>
                  <a:cubicBezTo>
                    <a:pt x="3966" y="753"/>
                    <a:pt x="4016" y="733"/>
                    <a:pt x="4057" y="703"/>
                  </a:cubicBezTo>
                  <a:lnTo>
                    <a:pt x="4210" y="581"/>
                  </a:lnTo>
                  <a:lnTo>
                    <a:pt x="4240" y="611"/>
                  </a:lnTo>
                  <a:cubicBezTo>
                    <a:pt x="4789" y="316"/>
                    <a:pt x="5308" y="102"/>
                    <a:pt x="5704" y="41"/>
                  </a:cubicBezTo>
                  <a:lnTo>
                    <a:pt x="5704" y="1"/>
                  </a:lnTo>
                  <a:close/>
                  <a:moveTo>
                    <a:pt x="1576" y="2248"/>
                  </a:moveTo>
                  <a:lnTo>
                    <a:pt x="1576" y="2248"/>
                  </a:lnTo>
                  <a:cubicBezTo>
                    <a:pt x="1424" y="2350"/>
                    <a:pt x="1291" y="2451"/>
                    <a:pt x="1160" y="2543"/>
                  </a:cubicBezTo>
                  <a:cubicBezTo>
                    <a:pt x="132" y="3295"/>
                    <a:pt x="1" y="4983"/>
                    <a:pt x="92" y="5857"/>
                  </a:cubicBezTo>
                  <a:lnTo>
                    <a:pt x="132" y="5857"/>
                  </a:lnTo>
                  <a:cubicBezTo>
                    <a:pt x="41" y="4983"/>
                    <a:pt x="173" y="3326"/>
                    <a:pt x="1190" y="2573"/>
                  </a:cubicBezTo>
                  <a:cubicBezTo>
                    <a:pt x="1271" y="2512"/>
                    <a:pt x="1363" y="2451"/>
                    <a:pt x="1465" y="2380"/>
                  </a:cubicBezTo>
                  <a:cubicBezTo>
                    <a:pt x="1495" y="2339"/>
                    <a:pt x="1536" y="2289"/>
                    <a:pt x="1576" y="2248"/>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1197;p31">
              <a:extLst>
                <a:ext uri="{FF2B5EF4-FFF2-40B4-BE49-F238E27FC236}">
                  <a16:creationId xmlns:a16="http://schemas.microsoft.com/office/drawing/2014/main" id="{BA673C13-63DC-40BC-B992-B3ABDBE0CBA2}"/>
                </a:ext>
              </a:extLst>
            </p:cNvPr>
            <p:cNvSpPr/>
            <p:nvPr/>
          </p:nvSpPr>
          <p:spPr>
            <a:xfrm>
              <a:off x="2586900" y="4727375"/>
              <a:ext cx="61550" cy="39925"/>
            </a:xfrm>
            <a:custGeom>
              <a:avLst/>
              <a:gdLst/>
              <a:ahLst/>
              <a:cxnLst/>
              <a:rect l="l" t="t" r="r" b="b"/>
              <a:pathLst>
                <a:path w="2462" h="1597" extrusionOk="0">
                  <a:moveTo>
                    <a:pt x="2461" y="1"/>
                  </a:moveTo>
                  <a:lnTo>
                    <a:pt x="2461" y="1"/>
                  </a:lnTo>
                  <a:cubicBezTo>
                    <a:pt x="2390" y="21"/>
                    <a:pt x="2329" y="42"/>
                    <a:pt x="2268" y="62"/>
                  </a:cubicBezTo>
                  <a:cubicBezTo>
                    <a:pt x="1506" y="499"/>
                    <a:pt x="733" y="1018"/>
                    <a:pt x="112" y="1465"/>
                  </a:cubicBezTo>
                  <a:cubicBezTo>
                    <a:pt x="72" y="1506"/>
                    <a:pt x="31" y="1556"/>
                    <a:pt x="1" y="1597"/>
                  </a:cubicBezTo>
                  <a:cubicBezTo>
                    <a:pt x="682" y="1099"/>
                    <a:pt x="1597" y="478"/>
                    <a:pt x="2461"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 name="Google Shape;1198;p31">
              <a:extLst>
                <a:ext uri="{FF2B5EF4-FFF2-40B4-BE49-F238E27FC236}">
                  <a16:creationId xmlns:a16="http://schemas.microsoft.com/office/drawing/2014/main" id="{39DBF1C6-B47C-4226-852C-387CAAB5DFE1}"/>
                </a:ext>
              </a:extLst>
            </p:cNvPr>
            <p:cNvSpPr/>
            <p:nvPr/>
          </p:nvSpPr>
          <p:spPr>
            <a:xfrm>
              <a:off x="2649950" y="4722300"/>
              <a:ext cx="6375" cy="4600"/>
            </a:xfrm>
            <a:custGeom>
              <a:avLst/>
              <a:gdLst/>
              <a:ahLst/>
              <a:cxnLst/>
              <a:rect l="l" t="t" r="r" b="b"/>
              <a:pathLst>
                <a:path w="255" h="184" extrusionOk="0">
                  <a:moveTo>
                    <a:pt x="224" y="1"/>
                  </a:moveTo>
                  <a:lnTo>
                    <a:pt x="71" y="123"/>
                  </a:lnTo>
                  <a:cubicBezTo>
                    <a:pt x="51" y="143"/>
                    <a:pt x="30" y="163"/>
                    <a:pt x="0" y="184"/>
                  </a:cubicBezTo>
                  <a:cubicBezTo>
                    <a:pt x="41" y="173"/>
                    <a:pt x="71" y="163"/>
                    <a:pt x="102" y="153"/>
                  </a:cubicBezTo>
                  <a:lnTo>
                    <a:pt x="254" y="31"/>
                  </a:lnTo>
                  <a:lnTo>
                    <a:pt x="224" y="1"/>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 name="Google Shape;1199;p31">
              <a:extLst>
                <a:ext uri="{FF2B5EF4-FFF2-40B4-BE49-F238E27FC236}">
                  <a16:creationId xmlns:a16="http://schemas.microsoft.com/office/drawing/2014/main" id="{A9C07BD5-1E47-4BD7-8E6D-63E8AC33D384}"/>
                </a:ext>
              </a:extLst>
            </p:cNvPr>
            <p:cNvSpPr/>
            <p:nvPr/>
          </p:nvSpPr>
          <p:spPr>
            <a:xfrm>
              <a:off x="2567825" y="4726100"/>
              <a:ext cx="84675" cy="126100"/>
            </a:xfrm>
            <a:custGeom>
              <a:avLst/>
              <a:gdLst/>
              <a:ahLst/>
              <a:cxnLst/>
              <a:rect l="l" t="t" r="r" b="b"/>
              <a:pathLst>
                <a:path w="3387" h="5044" extrusionOk="0">
                  <a:moveTo>
                    <a:pt x="3387" y="1"/>
                  </a:moveTo>
                  <a:lnTo>
                    <a:pt x="3387" y="1"/>
                  </a:lnTo>
                  <a:cubicBezTo>
                    <a:pt x="3356" y="11"/>
                    <a:pt x="3326" y="21"/>
                    <a:pt x="3285" y="32"/>
                  </a:cubicBezTo>
                  <a:cubicBezTo>
                    <a:pt x="3224" y="82"/>
                    <a:pt x="3153" y="143"/>
                    <a:pt x="3082" y="204"/>
                  </a:cubicBezTo>
                  <a:cubicBezTo>
                    <a:pt x="2380" y="773"/>
                    <a:pt x="1414" y="1557"/>
                    <a:pt x="1150" y="2197"/>
                  </a:cubicBezTo>
                  <a:cubicBezTo>
                    <a:pt x="1048" y="2452"/>
                    <a:pt x="947" y="2766"/>
                    <a:pt x="835" y="3092"/>
                  </a:cubicBezTo>
                  <a:cubicBezTo>
                    <a:pt x="601" y="3794"/>
                    <a:pt x="337" y="4587"/>
                    <a:pt x="1" y="5014"/>
                  </a:cubicBezTo>
                  <a:lnTo>
                    <a:pt x="32" y="5044"/>
                  </a:lnTo>
                  <a:cubicBezTo>
                    <a:pt x="377" y="4607"/>
                    <a:pt x="642" y="3814"/>
                    <a:pt x="875" y="3102"/>
                  </a:cubicBezTo>
                  <a:cubicBezTo>
                    <a:pt x="987" y="2777"/>
                    <a:pt x="1089" y="2461"/>
                    <a:pt x="1191" y="2217"/>
                  </a:cubicBezTo>
                  <a:cubicBezTo>
                    <a:pt x="1445" y="1577"/>
                    <a:pt x="2411" y="804"/>
                    <a:pt x="3112" y="235"/>
                  </a:cubicBezTo>
                  <a:cubicBezTo>
                    <a:pt x="3204" y="154"/>
                    <a:pt x="3306" y="72"/>
                    <a:pt x="3387"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 name="Google Shape;1200;p31">
              <a:extLst>
                <a:ext uri="{FF2B5EF4-FFF2-40B4-BE49-F238E27FC236}">
                  <a16:creationId xmlns:a16="http://schemas.microsoft.com/office/drawing/2014/main" id="{F1D2DBFB-A779-47E1-BAEC-856E58F0C0A8}"/>
                </a:ext>
              </a:extLst>
            </p:cNvPr>
            <p:cNvSpPr/>
            <p:nvPr/>
          </p:nvSpPr>
          <p:spPr>
            <a:xfrm>
              <a:off x="2636225" y="4741625"/>
              <a:ext cx="114400" cy="112625"/>
            </a:xfrm>
            <a:custGeom>
              <a:avLst/>
              <a:gdLst/>
              <a:ahLst/>
              <a:cxnLst/>
              <a:rect l="l" t="t" r="r" b="b"/>
              <a:pathLst>
                <a:path w="4576" h="4505" extrusionOk="0">
                  <a:moveTo>
                    <a:pt x="3945" y="0"/>
                  </a:moveTo>
                  <a:cubicBezTo>
                    <a:pt x="3579" y="0"/>
                    <a:pt x="3213" y="173"/>
                    <a:pt x="2949" y="396"/>
                  </a:cubicBezTo>
                  <a:cubicBezTo>
                    <a:pt x="2694" y="600"/>
                    <a:pt x="2420" y="773"/>
                    <a:pt x="2135" y="946"/>
                  </a:cubicBezTo>
                  <a:cubicBezTo>
                    <a:pt x="1647" y="1241"/>
                    <a:pt x="1139" y="1546"/>
                    <a:pt x="661" y="2084"/>
                  </a:cubicBezTo>
                  <a:cubicBezTo>
                    <a:pt x="274" y="2522"/>
                    <a:pt x="122" y="3162"/>
                    <a:pt x="61" y="3620"/>
                  </a:cubicBezTo>
                  <a:cubicBezTo>
                    <a:pt x="0" y="4108"/>
                    <a:pt x="30" y="4504"/>
                    <a:pt x="30" y="4504"/>
                  </a:cubicBezTo>
                  <a:lnTo>
                    <a:pt x="82" y="4504"/>
                  </a:lnTo>
                  <a:cubicBezTo>
                    <a:pt x="82" y="4494"/>
                    <a:pt x="41" y="4108"/>
                    <a:pt x="102" y="3620"/>
                  </a:cubicBezTo>
                  <a:cubicBezTo>
                    <a:pt x="163" y="3173"/>
                    <a:pt x="305" y="2542"/>
                    <a:pt x="701" y="2115"/>
                  </a:cubicBezTo>
                  <a:cubicBezTo>
                    <a:pt x="1169" y="1576"/>
                    <a:pt x="1668" y="1271"/>
                    <a:pt x="2156" y="976"/>
                  </a:cubicBezTo>
                  <a:cubicBezTo>
                    <a:pt x="2440" y="803"/>
                    <a:pt x="2715" y="640"/>
                    <a:pt x="2969" y="427"/>
                  </a:cubicBezTo>
                  <a:cubicBezTo>
                    <a:pt x="3234" y="213"/>
                    <a:pt x="3589" y="41"/>
                    <a:pt x="3935" y="41"/>
                  </a:cubicBezTo>
                  <a:cubicBezTo>
                    <a:pt x="4158" y="41"/>
                    <a:pt x="4362" y="102"/>
                    <a:pt x="4555" y="274"/>
                  </a:cubicBezTo>
                  <a:lnTo>
                    <a:pt x="4576" y="244"/>
                  </a:lnTo>
                  <a:cubicBezTo>
                    <a:pt x="4382" y="61"/>
                    <a:pt x="4169" y="0"/>
                    <a:pt x="3945" y="0"/>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 name="Google Shape;1201;p31">
              <a:extLst>
                <a:ext uri="{FF2B5EF4-FFF2-40B4-BE49-F238E27FC236}">
                  <a16:creationId xmlns:a16="http://schemas.microsoft.com/office/drawing/2014/main" id="{BCCE2213-A1E3-4269-85D1-3FB8CA8C0562}"/>
                </a:ext>
              </a:extLst>
            </p:cNvPr>
            <p:cNvSpPr/>
            <p:nvPr/>
          </p:nvSpPr>
          <p:spPr>
            <a:xfrm>
              <a:off x="2677900" y="4758400"/>
              <a:ext cx="72475" cy="103975"/>
            </a:xfrm>
            <a:custGeom>
              <a:avLst/>
              <a:gdLst/>
              <a:ahLst/>
              <a:cxnLst/>
              <a:rect l="l" t="t" r="r" b="b"/>
              <a:pathLst>
                <a:path w="2899" h="4159" extrusionOk="0">
                  <a:moveTo>
                    <a:pt x="2848" y="0"/>
                  </a:moveTo>
                  <a:cubicBezTo>
                    <a:pt x="2075" y="0"/>
                    <a:pt x="1811" y="1058"/>
                    <a:pt x="1637" y="1770"/>
                  </a:cubicBezTo>
                  <a:lnTo>
                    <a:pt x="1607" y="1901"/>
                  </a:lnTo>
                  <a:cubicBezTo>
                    <a:pt x="1404" y="2694"/>
                    <a:pt x="743" y="3610"/>
                    <a:pt x="1" y="4128"/>
                  </a:cubicBezTo>
                  <a:lnTo>
                    <a:pt x="21" y="4159"/>
                  </a:lnTo>
                  <a:cubicBezTo>
                    <a:pt x="773" y="3640"/>
                    <a:pt x="1434" y="2715"/>
                    <a:pt x="1637" y="1912"/>
                  </a:cubicBezTo>
                  <a:lnTo>
                    <a:pt x="1678" y="1779"/>
                  </a:lnTo>
                  <a:cubicBezTo>
                    <a:pt x="1861" y="1047"/>
                    <a:pt x="2105" y="41"/>
                    <a:pt x="2837" y="41"/>
                  </a:cubicBezTo>
                  <a:lnTo>
                    <a:pt x="2898" y="41"/>
                  </a:lnTo>
                  <a:lnTo>
                    <a:pt x="2898" y="0"/>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 name="Google Shape;1202;p31">
              <a:extLst>
                <a:ext uri="{FF2B5EF4-FFF2-40B4-BE49-F238E27FC236}">
                  <a16:creationId xmlns:a16="http://schemas.microsoft.com/office/drawing/2014/main" id="{FA7F45ED-FBF3-4331-95F8-4F202B9B5CC7}"/>
                </a:ext>
              </a:extLst>
            </p:cNvPr>
            <p:cNvSpPr/>
            <p:nvPr/>
          </p:nvSpPr>
          <p:spPr>
            <a:xfrm>
              <a:off x="2655275" y="4753050"/>
              <a:ext cx="66100" cy="81375"/>
            </a:xfrm>
            <a:custGeom>
              <a:avLst/>
              <a:gdLst/>
              <a:ahLst/>
              <a:cxnLst/>
              <a:rect l="l" t="t" r="r" b="b"/>
              <a:pathLst>
                <a:path w="2644" h="3255" extrusionOk="0">
                  <a:moveTo>
                    <a:pt x="2603" y="0"/>
                  </a:moveTo>
                  <a:cubicBezTo>
                    <a:pt x="2228" y="499"/>
                    <a:pt x="1526" y="1292"/>
                    <a:pt x="906" y="1862"/>
                  </a:cubicBezTo>
                  <a:cubicBezTo>
                    <a:pt x="326" y="2400"/>
                    <a:pt x="11" y="3234"/>
                    <a:pt x="0" y="3244"/>
                  </a:cubicBezTo>
                  <a:lnTo>
                    <a:pt x="41" y="3254"/>
                  </a:lnTo>
                  <a:cubicBezTo>
                    <a:pt x="52" y="3244"/>
                    <a:pt x="357" y="2420"/>
                    <a:pt x="936" y="1892"/>
                  </a:cubicBezTo>
                  <a:cubicBezTo>
                    <a:pt x="1556" y="1322"/>
                    <a:pt x="2268" y="519"/>
                    <a:pt x="2644" y="21"/>
                  </a:cubicBezTo>
                  <a:lnTo>
                    <a:pt x="2603" y="0"/>
                  </a:ln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 name="Google Shape;1203;p31">
              <a:extLst>
                <a:ext uri="{FF2B5EF4-FFF2-40B4-BE49-F238E27FC236}">
                  <a16:creationId xmlns:a16="http://schemas.microsoft.com/office/drawing/2014/main" id="{065EB284-B210-447F-9955-CF757C79E603}"/>
                </a:ext>
              </a:extLst>
            </p:cNvPr>
            <p:cNvSpPr/>
            <p:nvPr/>
          </p:nvSpPr>
          <p:spPr>
            <a:xfrm>
              <a:off x="2769650" y="4736275"/>
              <a:ext cx="68675" cy="132975"/>
            </a:xfrm>
            <a:custGeom>
              <a:avLst/>
              <a:gdLst/>
              <a:ahLst/>
              <a:cxnLst/>
              <a:rect l="l" t="t" r="r" b="b"/>
              <a:pathLst>
                <a:path w="2747" h="5319" extrusionOk="0">
                  <a:moveTo>
                    <a:pt x="11" y="0"/>
                  </a:moveTo>
                  <a:lnTo>
                    <a:pt x="1" y="41"/>
                  </a:lnTo>
                  <a:cubicBezTo>
                    <a:pt x="112" y="72"/>
                    <a:pt x="272" y="121"/>
                    <a:pt x="461" y="201"/>
                  </a:cubicBezTo>
                  <a:lnTo>
                    <a:pt x="461" y="201"/>
                  </a:lnTo>
                  <a:cubicBezTo>
                    <a:pt x="459" y="198"/>
                    <a:pt x="459" y="194"/>
                    <a:pt x="459" y="194"/>
                  </a:cubicBezTo>
                  <a:lnTo>
                    <a:pt x="479" y="163"/>
                  </a:lnTo>
                  <a:cubicBezTo>
                    <a:pt x="286" y="82"/>
                    <a:pt x="123" y="31"/>
                    <a:pt x="11" y="0"/>
                  </a:cubicBezTo>
                  <a:close/>
                  <a:moveTo>
                    <a:pt x="461" y="201"/>
                  </a:moveTo>
                  <a:cubicBezTo>
                    <a:pt x="463" y="202"/>
                    <a:pt x="465" y="204"/>
                    <a:pt x="469" y="204"/>
                  </a:cubicBezTo>
                  <a:cubicBezTo>
                    <a:pt x="466" y="203"/>
                    <a:pt x="464" y="202"/>
                    <a:pt x="461" y="201"/>
                  </a:cubicBezTo>
                  <a:close/>
                  <a:moveTo>
                    <a:pt x="479" y="163"/>
                  </a:moveTo>
                  <a:cubicBezTo>
                    <a:pt x="499" y="174"/>
                    <a:pt x="560" y="214"/>
                    <a:pt x="652" y="285"/>
                  </a:cubicBezTo>
                  <a:cubicBezTo>
                    <a:pt x="1343" y="590"/>
                    <a:pt x="2248" y="1211"/>
                    <a:pt x="2309" y="2298"/>
                  </a:cubicBezTo>
                  <a:cubicBezTo>
                    <a:pt x="2339" y="3010"/>
                    <a:pt x="2400" y="3854"/>
                    <a:pt x="2502" y="4495"/>
                  </a:cubicBezTo>
                  <a:cubicBezTo>
                    <a:pt x="2543" y="4566"/>
                    <a:pt x="2563" y="4617"/>
                    <a:pt x="2563" y="4617"/>
                  </a:cubicBezTo>
                  <a:lnTo>
                    <a:pt x="2533" y="4637"/>
                  </a:lnTo>
                  <a:lnTo>
                    <a:pt x="2522" y="4627"/>
                  </a:lnTo>
                  <a:lnTo>
                    <a:pt x="2522" y="4627"/>
                  </a:lnTo>
                  <a:cubicBezTo>
                    <a:pt x="2574" y="4922"/>
                    <a:pt x="2635" y="5156"/>
                    <a:pt x="2705" y="5318"/>
                  </a:cubicBezTo>
                  <a:lnTo>
                    <a:pt x="2746" y="5308"/>
                  </a:lnTo>
                  <a:cubicBezTo>
                    <a:pt x="2563" y="4891"/>
                    <a:pt x="2431" y="3823"/>
                    <a:pt x="2350" y="2298"/>
                  </a:cubicBezTo>
                  <a:cubicBezTo>
                    <a:pt x="2278" y="1078"/>
                    <a:pt x="1201" y="448"/>
                    <a:pt x="479" y="163"/>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1204;p31">
              <a:extLst>
                <a:ext uri="{FF2B5EF4-FFF2-40B4-BE49-F238E27FC236}">
                  <a16:creationId xmlns:a16="http://schemas.microsoft.com/office/drawing/2014/main" id="{70D988C1-DF8B-47C8-886B-2291B81684CD}"/>
                </a:ext>
              </a:extLst>
            </p:cNvPr>
            <p:cNvSpPr/>
            <p:nvPr/>
          </p:nvSpPr>
          <p:spPr>
            <a:xfrm>
              <a:off x="2781100" y="4740350"/>
              <a:ext cx="52650" cy="111850"/>
            </a:xfrm>
            <a:custGeom>
              <a:avLst/>
              <a:gdLst/>
              <a:ahLst/>
              <a:cxnLst/>
              <a:rect l="l" t="t" r="r" b="b"/>
              <a:pathLst>
                <a:path w="2106" h="4474" extrusionOk="0">
                  <a:moveTo>
                    <a:pt x="21" y="0"/>
                  </a:moveTo>
                  <a:lnTo>
                    <a:pt x="1" y="31"/>
                  </a:lnTo>
                  <a:cubicBezTo>
                    <a:pt x="1" y="31"/>
                    <a:pt x="1" y="41"/>
                    <a:pt x="11" y="41"/>
                  </a:cubicBezTo>
                  <a:cubicBezTo>
                    <a:pt x="102" y="102"/>
                    <a:pt x="1058" y="722"/>
                    <a:pt x="1149" y="1729"/>
                  </a:cubicBezTo>
                  <a:cubicBezTo>
                    <a:pt x="1160" y="1759"/>
                    <a:pt x="1180" y="1790"/>
                    <a:pt x="1190" y="1821"/>
                  </a:cubicBezTo>
                  <a:lnTo>
                    <a:pt x="1190" y="1780"/>
                  </a:lnTo>
                  <a:cubicBezTo>
                    <a:pt x="1140" y="936"/>
                    <a:pt x="509" y="356"/>
                    <a:pt x="194" y="122"/>
                  </a:cubicBezTo>
                  <a:cubicBezTo>
                    <a:pt x="102" y="51"/>
                    <a:pt x="41" y="11"/>
                    <a:pt x="21" y="0"/>
                  </a:cubicBezTo>
                  <a:close/>
                  <a:moveTo>
                    <a:pt x="1648" y="3468"/>
                  </a:moveTo>
                  <a:lnTo>
                    <a:pt x="1648" y="3468"/>
                  </a:lnTo>
                  <a:cubicBezTo>
                    <a:pt x="1658" y="3518"/>
                    <a:pt x="1658" y="3569"/>
                    <a:pt x="1668" y="3610"/>
                  </a:cubicBezTo>
                  <a:cubicBezTo>
                    <a:pt x="1861" y="4078"/>
                    <a:pt x="2044" y="4423"/>
                    <a:pt x="2064" y="4464"/>
                  </a:cubicBezTo>
                  <a:lnTo>
                    <a:pt x="2075" y="4474"/>
                  </a:lnTo>
                  <a:lnTo>
                    <a:pt x="2105" y="4454"/>
                  </a:lnTo>
                  <a:cubicBezTo>
                    <a:pt x="2105" y="4454"/>
                    <a:pt x="2085" y="4403"/>
                    <a:pt x="2044" y="4332"/>
                  </a:cubicBezTo>
                  <a:cubicBezTo>
                    <a:pt x="1963" y="4169"/>
                    <a:pt x="1811" y="3854"/>
                    <a:pt x="1648" y="3468"/>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 name="Google Shape;1205;p31">
              <a:extLst>
                <a:ext uri="{FF2B5EF4-FFF2-40B4-BE49-F238E27FC236}">
                  <a16:creationId xmlns:a16="http://schemas.microsoft.com/office/drawing/2014/main" id="{1B170C2B-2852-4989-A368-423B0EC58EA1}"/>
                </a:ext>
              </a:extLst>
            </p:cNvPr>
            <p:cNvSpPr/>
            <p:nvPr/>
          </p:nvSpPr>
          <p:spPr>
            <a:xfrm>
              <a:off x="2809825" y="4783550"/>
              <a:ext cx="13000" cy="47050"/>
            </a:xfrm>
            <a:custGeom>
              <a:avLst/>
              <a:gdLst/>
              <a:ahLst/>
              <a:cxnLst/>
              <a:rect l="l" t="t" r="r" b="b"/>
              <a:pathLst>
                <a:path w="520" h="1882" extrusionOk="0">
                  <a:moveTo>
                    <a:pt x="0" y="1"/>
                  </a:moveTo>
                  <a:lnTo>
                    <a:pt x="0" y="52"/>
                  </a:lnTo>
                  <a:cubicBezTo>
                    <a:pt x="31" y="631"/>
                    <a:pt x="285" y="1343"/>
                    <a:pt x="519" y="1882"/>
                  </a:cubicBezTo>
                  <a:cubicBezTo>
                    <a:pt x="509" y="1841"/>
                    <a:pt x="509" y="1790"/>
                    <a:pt x="499" y="1740"/>
                  </a:cubicBezTo>
                  <a:cubicBezTo>
                    <a:pt x="296" y="1231"/>
                    <a:pt x="82" y="621"/>
                    <a:pt x="41" y="93"/>
                  </a:cubicBezTo>
                  <a:cubicBezTo>
                    <a:pt x="31" y="62"/>
                    <a:pt x="11" y="31"/>
                    <a:pt x="0"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 name="Google Shape;1206;p31">
              <a:extLst>
                <a:ext uri="{FF2B5EF4-FFF2-40B4-BE49-F238E27FC236}">
                  <a16:creationId xmlns:a16="http://schemas.microsoft.com/office/drawing/2014/main" id="{4587065B-297D-4F99-A1F5-E16079DD6171}"/>
                </a:ext>
              </a:extLst>
            </p:cNvPr>
            <p:cNvSpPr/>
            <p:nvPr/>
          </p:nvSpPr>
          <p:spPr>
            <a:xfrm>
              <a:off x="2767125" y="4767275"/>
              <a:ext cx="49325" cy="87225"/>
            </a:xfrm>
            <a:custGeom>
              <a:avLst/>
              <a:gdLst/>
              <a:ahLst/>
              <a:cxnLst/>
              <a:rect l="l" t="t" r="r" b="b"/>
              <a:pathLst>
                <a:path w="1973" h="3489" extrusionOk="0">
                  <a:moveTo>
                    <a:pt x="21" y="1"/>
                  </a:moveTo>
                  <a:lnTo>
                    <a:pt x="0" y="32"/>
                  </a:lnTo>
                  <a:cubicBezTo>
                    <a:pt x="509" y="306"/>
                    <a:pt x="946" y="1282"/>
                    <a:pt x="1150" y="2116"/>
                  </a:cubicBezTo>
                  <a:cubicBezTo>
                    <a:pt x="1292" y="2736"/>
                    <a:pt x="1566" y="3193"/>
                    <a:pt x="1943" y="3489"/>
                  </a:cubicBezTo>
                  <a:lnTo>
                    <a:pt x="1973" y="3458"/>
                  </a:lnTo>
                  <a:cubicBezTo>
                    <a:pt x="1597" y="3173"/>
                    <a:pt x="1333" y="2716"/>
                    <a:pt x="1190" y="2106"/>
                  </a:cubicBezTo>
                  <a:cubicBezTo>
                    <a:pt x="976" y="1262"/>
                    <a:pt x="539" y="276"/>
                    <a:pt x="21" y="1"/>
                  </a:cubicBezTo>
                  <a:close/>
                </a:path>
              </a:pathLst>
            </a:custGeom>
            <a:solidFill>
              <a:srgbClr val="4B2C2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 name="Google Shape;1207;p31">
              <a:extLst>
                <a:ext uri="{FF2B5EF4-FFF2-40B4-BE49-F238E27FC236}">
                  <a16:creationId xmlns:a16="http://schemas.microsoft.com/office/drawing/2014/main" id="{A38CFFD5-F27F-408B-8D4B-A32B72C72B5B}"/>
                </a:ext>
              </a:extLst>
            </p:cNvPr>
            <p:cNvSpPr/>
            <p:nvPr/>
          </p:nvSpPr>
          <p:spPr>
            <a:xfrm>
              <a:off x="2565300" y="5377350"/>
              <a:ext cx="254975" cy="11700"/>
            </a:xfrm>
            <a:custGeom>
              <a:avLst/>
              <a:gdLst/>
              <a:ahLst/>
              <a:cxnLst/>
              <a:rect l="l" t="t" r="r" b="b"/>
              <a:pathLst>
                <a:path w="10199" h="468" extrusionOk="0">
                  <a:moveTo>
                    <a:pt x="0" y="0"/>
                  </a:moveTo>
                  <a:lnTo>
                    <a:pt x="51" y="366"/>
                  </a:lnTo>
                  <a:cubicBezTo>
                    <a:pt x="61" y="427"/>
                    <a:pt x="112" y="468"/>
                    <a:pt x="163" y="468"/>
                  </a:cubicBezTo>
                  <a:lnTo>
                    <a:pt x="10036" y="468"/>
                  </a:lnTo>
                  <a:cubicBezTo>
                    <a:pt x="10097" y="468"/>
                    <a:pt x="10147" y="427"/>
                    <a:pt x="10158" y="366"/>
                  </a:cubicBezTo>
                  <a:lnTo>
                    <a:pt x="10199" y="0"/>
                  </a:lnTo>
                  <a:close/>
                </a:path>
              </a:pathLst>
            </a:custGeom>
            <a:solidFill>
              <a:srgbClr val="82A5F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 name="Google Shape;1208;p31">
              <a:extLst>
                <a:ext uri="{FF2B5EF4-FFF2-40B4-BE49-F238E27FC236}">
                  <a16:creationId xmlns:a16="http://schemas.microsoft.com/office/drawing/2014/main" id="{A5C5963C-36BB-4DB6-B83D-2EC136E7ACC8}"/>
                </a:ext>
              </a:extLst>
            </p:cNvPr>
            <p:cNvSpPr/>
            <p:nvPr/>
          </p:nvSpPr>
          <p:spPr>
            <a:xfrm>
              <a:off x="2544700" y="5193300"/>
              <a:ext cx="296425" cy="184075"/>
            </a:xfrm>
            <a:custGeom>
              <a:avLst/>
              <a:gdLst/>
              <a:ahLst/>
              <a:cxnLst/>
              <a:rect l="l" t="t" r="r" b="b"/>
              <a:pathLst>
                <a:path w="11857" h="7363" extrusionOk="0">
                  <a:moveTo>
                    <a:pt x="377" y="1"/>
                  </a:moveTo>
                  <a:cubicBezTo>
                    <a:pt x="286" y="1"/>
                    <a:pt x="194" y="41"/>
                    <a:pt x="133" y="113"/>
                  </a:cubicBezTo>
                  <a:lnTo>
                    <a:pt x="31" y="204"/>
                  </a:lnTo>
                  <a:cubicBezTo>
                    <a:pt x="11" y="224"/>
                    <a:pt x="1" y="265"/>
                    <a:pt x="1" y="296"/>
                  </a:cubicBezTo>
                  <a:lnTo>
                    <a:pt x="580" y="7251"/>
                  </a:lnTo>
                  <a:cubicBezTo>
                    <a:pt x="591" y="7312"/>
                    <a:pt x="641" y="7362"/>
                    <a:pt x="702" y="7362"/>
                  </a:cubicBezTo>
                  <a:lnTo>
                    <a:pt x="11154" y="7362"/>
                  </a:lnTo>
                  <a:cubicBezTo>
                    <a:pt x="11215" y="7362"/>
                    <a:pt x="11267" y="7312"/>
                    <a:pt x="11276" y="7251"/>
                  </a:cubicBezTo>
                  <a:lnTo>
                    <a:pt x="11856" y="296"/>
                  </a:lnTo>
                  <a:cubicBezTo>
                    <a:pt x="11856" y="265"/>
                    <a:pt x="11846" y="224"/>
                    <a:pt x="11816" y="204"/>
                  </a:cubicBezTo>
                  <a:lnTo>
                    <a:pt x="11724" y="113"/>
                  </a:lnTo>
                  <a:cubicBezTo>
                    <a:pt x="11653" y="41"/>
                    <a:pt x="11572" y="1"/>
                    <a:pt x="11470"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 name="Google Shape;1209;p31">
              <a:extLst>
                <a:ext uri="{FF2B5EF4-FFF2-40B4-BE49-F238E27FC236}">
                  <a16:creationId xmlns:a16="http://schemas.microsoft.com/office/drawing/2014/main" id="{BEC3D240-9720-4337-94B3-CB2A54D2D175}"/>
                </a:ext>
              </a:extLst>
            </p:cNvPr>
            <p:cNvSpPr/>
            <p:nvPr/>
          </p:nvSpPr>
          <p:spPr>
            <a:xfrm>
              <a:off x="2544700" y="5199400"/>
              <a:ext cx="296425" cy="177975"/>
            </a:xfrm>
            <a:custGeom>
              <a:avLst/>
              <a:gdLst/>
              <a:ahLst/>
              <a:cxnLst/>
              <a:rect l="l" t="t" r="r" b="b"/>
              <a:pathLst>
                <a:path w="11857" h="7119" extrusionOk="0">
                  <a:moveTo>
                    <a:pt x="123" y="1"/>
                  </a:moveTo>
                  <a:cubicBezTo>
                    <a:pt x="51" y="1"/>
                    <a:pt x="1" y="62"/>
                    <a:pt x="11" y="123"/>
                  </a:cubicBezTo>
                  <a:lnTo>
                    <a:pt x="580" y="7007"/>
                  </a:lnTo>
                  <a:cubicBezTo>
                    <a:pt x="591" y="7068"/>
                    <a:pt x="641" y="7118"/>
                    <a:pt x="702" y="7118"/>
                  </a:cubicBezTo>
                  <a:lnTo>
                    <a:pt x="11154" y="7118"/>
                  </a:lnTo>
                  <a:cubicBezTo>
                    <a:pt x="11215" y="7118"/>
                    <a:pt x="11267" y="7068"/>
                    <a:pt x="11276" y="7007"/>
                  </a:cubicBezTo>
                  <a:lnTo>
                    <a:pt x="11846" y="123"/>
                  </a:lnTo>
                  <a:cubicBezTo>
                    <a:pt x="11856" y="62"/>
                    <a:pt x="11795" y="1"/>
                    <a:pt x="11724" y="1"/>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 name="Google Shape;1210;p31">
              <a:extLst>
                <a:ext uri="{FF2B5EF4-FFF2-40B4-BE49-F238E27FC236}">
                  <a16:creationId xmlns:a16="http://schemas.microsoft.com/office/drawing/2014/main" id="{B9F22D61-D8AF-4F49-9C4B-79FA1D7C5FF2}"/>
                </a:ext>
              </a:extLst>
            </p:cNvPr>
            <p:cNvSpPr/>
            <p:nvPr/>
          </p:nvSpPr>
          <p:spPr>
            <a:xfrm>
              <a:off x="2658825" y="5267800"/>
              <a:ext cx="68150" cy="40925"/>
            </a:xfrm>
            <a:custGeom>
              <a:avLst/>
              <a:gdLst/>
              <a:ahLst/>
              <a:cxnLst/>
              <a:rect l="l" t="t" r="r" b="b"/>
              <a:pathLst>
                <a:path w="2726" h="1637" extrusionOk="0">
                  <a:moveTo>
                    <a:pt x="32" y="0"/>
                  </a:moveTo>
                  <a:cubicBezTo>
                    <a:pt x="11" y="0"/>
                    <a:pt x="1" y="21"/>
                    <a:pt x="1" y="30"/>
                  </a:cubicBezTo>
                  <a:lnTo>
                    <a:pt x="133" y="1617"/>
                  </a:lnTo>
                  <a:cubicBezTo>
                    <a:pt x="133" y="1627"/>
                    <a:pt x="143" y="1637"/>
                    <a:pt x="163" y="1637"/>
                  </a:cubicBezTo>
                  <a:lnTo>
                    <a:pt x="2563" y="1637"/>
                  </a:lnTo>
                  <a:cubicBezTo>
                    <a:pt x="2574" y="1637"/>
                    <a:pt x="2583" y="1627"/>
                    <a:pt x="2594" y="1617"/>
                  </a:cubicBezTo>
                  <a:lnTo>
                    <a:pt x="2726" y="30"/>
                  </a:lnTo>
                  <a:cubicBezTo>
                    <a:pt x="2726" y="21"/>
                    <a:pt x="2705" y="0"/>
                    <a:pt x="2696" y="0"/>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 name="Google Shape;1211;p31">
              <a:extLst>
                <a:ext uri="{FF2B5EF4-FFF2-40B4-BE49-F238E27FC236}">
                  <a16:creationId xmlns:a16="http://schemas.microsoft.com/office/drawing/2014/main" id="{7F1C2BAC-A8C6-499C-A136-A1EA44A9DB61}"/>
                </a:ext>
              </a:extLst>
            </p:cNvPr>
            <p:cNvSpPr/>
            <p:nvPr/>
          </p:nvSpPr>
          <p:spPr>
            <a:xfrm>
              <a:off x="2658825" y="5268050"/>
              <a:ext cx="68150" cy="40675"/>
            </a:xfrm>
            <a:custGeom>
              <a:avLst/>
              <a:gdLst/>
              <a:ahLst/>
              <a:cxnLst/>
              <a:rect l="l" t="t" r="r" b="b"/>
              <a:pathLst>
                <a:path w="2726" h="1627" extrusionOk="0">
                  <a:moveTo>
                    <a:pt x="11" y="0"/>
                  </a:moveTo>
                  <a:cubicBezTo>
                    <a:pt x="11" y="11"/>
                    <a:pt x="1" y="11"/>
                    <a:pt x="1" y="20"/>
                  </a:cubicBezTo>
                  <a:lnTo>
                    <a:pt x="133" y="1607"/>
                  </a:lnTo>
                  <a:cubicBezTo>
                    <a:pt x="133" y="1617"/>
                    <a:pt x="143" y="1627"/>
                    <a:pt x="163" y="1627"/>
                  </a:cubicBezTo>
                  <a:lnTo>
                    <a:pt x="2563" y="1627"/>
                  </a:lnTo>
                  <a:cubicBezTo>
                    <a:pt x="2574" y="1627"/>
                    <a:pt x="2583" y="1617"/>
                    <a:pt x="2594" y="1607"/>
                  </a:cubicBezTo>
                  <a:lnTo>
                    <a:pt x="2726" y="20"/>
                  </a:lnTo>
                  <a:cubicBezTo>
                    <a:pt x="2726" y="11"/>
                    <a:pt x="2716" y="11"/>
                    <a:pt x="2716" y="0"/>
                  </a:cubicBezTo>
                  <a:lnTo>
                    <a:pt x="2594" y="1485"/>
                  </a:lnTo>
                  <a:cubicBezTo>
                    <a:pt x="2583" y="1495"/>
                    <a:pt x="2574" y="1505"/>
                    <a:pt x="2563" y="1505"/>
                  </a:cubicBezTo>
                  <a:lnTo>
                    <a:pt x="163" y="1505"/>
                  </a:lnTo>
                  <a:cubicBezTo>
                    <a:pt x="143" y="1505"/>
                    <a:pt x="133" y="1495"/>
                    <a:pt x="133" y="1485"/>
                  </a:cubicBezTo>
                  <a:lnTo>
                    <a:pt x="11" y="0"/>
                  </a:lnTo>
                  <a:close/>
                </a:path>
              </a:pathLst>
            </a:custGeom>
            <a:solidFill>
              <a:srgbClr val="9EB9F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90692261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39" name="Google Shape;2144;p42">
            <a:extLst>
              <a:ext uri="{FF2B5EF4-FFF2-40B4-BE49-F238E27FC236}">
                <a16:creationId xmlns:a16="http://schemas.microsoft.com/office/drawing/2014/main" id="{1D27258A-2791-4458-8FFE-08F0CBF0A556}"/>
              </a:ext>
            </a:extLst>
          </p:cNvPr>
          <p:cNvSpPr/>
          <p:nvPr/>
        </p:nvSpPr>
        <p:spPr>
          <a:xfrm>
            <a:off x="2812921" y="14781910"/>
            <a:ext cx="4159168" cy="875382"/>
          </a:xfrm>
          <a:custGeom>
            <a:avLst/>
            <a:gdLst/>
            <a:ahLst/>
            <a:cxnLst/>
            <a:rect l="l" t="t" r="r" b="b"/>
            <a:pathLst>
              <a:path w="9020" h="905" extrusionOk="0">
                <a:moveTo>
                  <a:pt x="4505" y="0"/>
                </a:moveTo>
                <a:cubicBezTo>
                  <a:pt x="2013" y="0"/>
                  <a:pt x="0" y="204"/>
                  <a:pt x="0" y="457"/>
                </a:cubicBezTo>
                <a:cubicBezTo>
                  <a:pt x="0" y="701"/>
                  <a:pt x="2013" y="905"/>
                  <a:pt x="4505" y="905"/>
                </a:cubicBezTo>
                <a:cubicBezTo>
                  <a:pt x="6995" y="905"/>
                  <a:pt x="9019" y="701"/>
                  <a:pt x="9019" y="457"/>
                </a:cubicBezTo>
                <a:cubicBezTo>
                  <a:pt x="9019" y="204"/>
                  <a:pt x="6995" y="0"/>
                  <a:pt x="4505" y="0"/>
                </a:cubicBezTo>
                <a:close/>
              </a:path>
            </a:pathLst>
          </a:custGeom>
          <a:solidFill>
            <a:schemeClr val="bg2">
              <a:lumMod val="40000"/>
              <a:lumOff val="60000"/>
              <a:alpha val="252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CuadroTexto 19">
            <a:extLst>
              <a:ext uri="{FF2B5EF4-FFF2-40B4-BE49-F238E27FC236}">
                <a16:creationId xmlns:a16="http://schemas.microsoft.com/office/drawing/2014/main" id="{C6714114-A6CC-4A7F-B218-0012DB368940}"/>
              </a:ext>
            </a:extLst>
          </p:cNvPr>
          <p:cNvSpPr txBox="1"/>
          <p:nvPr/>
        </p:nvSpPr>
        <p:spPr>
          <a:xfrm>
            <a:off x="6648634" y="1940871"/>
            <a:ext cx="17587446" cy="119628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 </a:t>
            </a: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Se debe subir un paquete en pdf con los siguientes documentos:</a:t>
            </a:r>
          </a:p>
          <a:p>
            <a:pPr algn="l">
              <a:defRPr/>
            </a:pPr>
            <a:endParaRPr lang="es-ES" sz="4800" b="0" dirty="0">
              <a:solidFill>
                <a:srgbClr val="000000">
                  <a:lumMod val="65000"/>
                  <a:lumOff val="35000"/>
                </a:srgbClr>
              </a:solidFill>
              <a:latin typeface="Daytona Condensed" panose="020B0506030503040204" pitchFamily="34" charset="0"/>
              <a:cs typeface="Calibri" panose="020F0502020204030204" pitchFamily="34" charset="0"/>
            </a:endParaRP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1. Formato Carta GD-F-011 debidamente adecuado y diligenciado con la información correspondiente. </a:t>
            </a: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2. Documento de trabajo – Citación a Comité Reglamento del aprendiz articulo 33 </a:t>
            </a: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3. Actas de seguimiento y evaluación etapa productiva que soporten la citación </a:t>
            </a: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4. Actas de terminación mutuo acuerdo (documento (s) opcional dependiendo si el caso lo requiere) </a:t>
            </a: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5. Formato de planeación y evaluación etapa productiva F-023 </a:t>
            </a: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6. Documento de trabajo – Informe o queja Articulo 30 acuerdo 007 de 2012 </a:t>
            </a: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7. Documento de trabajo – Descargos del aprendiz en comité de evaluación y seguimiento Reglamento del aprendiz articulo 33 </a:t>
            </a:r>
          </a:p>
        </p:txBody>
      </p:sp>
      <p:sp>
        <p:nvSpPr>
          <p:cNvPr id="5" name="Rectángulo 4">
            <a:extLst>
              <a:ext uri="{FF2B5EF4-FFF2-40B4-BE49-F238E27FC236}">
                <a16:creationId xmlns:a16="http://schemas.microsoft.com/office/drawing/2014/main" id="{822B6C71-02DE-4708-9E6C-362C021A6F56}"/>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6602677-529B-44DA-BB41-EB7846A5C1DE}"/>
              </a:ext>
            </a:extLst>
          </p:cNvPr>
          <p:cNvSpPr txBox="1"/>
          <p:nvPr/>
        </p:nvSpPr>
        <p:spPr>
          <a:xfrm>
            <a:off x="-581191" y="684972"/>
            <a:ext cx="19692151"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Expediente que se debe entregar</a:t>
            </a:r>
          </a:p>
        </p:txBody>
      </p:sp>
      <p:grpSp>
        <p:nvGrpSpPr>
          <p:cNvPr id="124" name="Google Shape;4864;p66">
            <a:extLst>
              <a:ext uri="{FF2B5EF4-FFF2-40B4-BE49-F238E27FC236}">
                <a16:creationId xmlns:a16="http://schemas.microsoft.com/office/drawing/2014/main" id="{530626CC-6CE4-4F4E-B872-CC0AF7D07D53}"/>
              </a:ext>
            </a:extLst>
          </p:cNvPr>
          <p:cNvGrpSpPr/>
          <p:nvPr/>
        </p:nvGrpSpPr>
        <p:grpSpPr>
          <a:xfrm>
            <a:off x="1371152" y="2445416"/>
            <a:ext cx="5116318" cy="13168501"/>
            <a:chOff x="3688575" y="1993425"/>
            <a:chExt cx="351550" cy="916250"/>
          </a:xfrm>
        </p:grpSpPr>
        <p:sp>
          <p:nvSpPr>
            <p:cNvPr id="125" name="Google Shape;4865;p66">
              <a:extLst>
                <a:ext uri="{FF2B5EF4-FFF2-40B4-BE49-F238E27FC236}">
                  <a16:creationId xmlns:a16="http://schemas.microsoft.com/office/drawing/2014/main" id="{77E387FF-EE67-4578-8218-7822C40457AA}"/>
                </a:ext>
              </a:extLst>
            </p:cNvPr>
            <p:cNvSpPr/>
            <p:nvPr/>
          </p:nvSpPr>
          <p:spPr>
            <a:xfrm>
              <a:off x="3690850" y="2886025"/>
              <a:ext cx="237200" cy="23650"/>
            </a:xfrm>
            <a:custGeom>
              <a:avLst/>
              <a:gdLst/>
              <a:ahLst/>
              <a:cxnLst/>
              <a:rect l="l" t="t" r="r" b="b"/>
              <a:pathLst>
                <a:path w="9488" h="946" extrusionOk="0">
                  <a:moveTo>
                    <a:pt x="5278" y="1"/>
                  </a:moveTo>
                  <a:lnTo>
                    <a:pt x="5278" y="1"/>
                  </a:lnTo>
                  <a:cubicBezTo>
                    <a:pt x="5409" y="51"/>
                    <a:pt x="5511" y="112"/>
                    <a:pt x="5583" y="173"/>
                  </a:cubicBezTo>
                  <a:cubicBezTo>
                    <a:pt x="5623" y="204"/>
                    <a:pt x="5644" y="254"/>
                    <a:pt x="5644" y="295"/>
                  </a:cubicBezTo>
                  <a:cubicBezTo>
                    <a:pt x="5644" y="387"/>
                    <a:pt x="5583" y="468"/>
                    <a:pt x="5481" y="468"/>
                  </a:cubicBezTo>
                  <a:lnTo>
                    <a:pt x="3112" y="468"/>
                  </a:lnTo>
                  <a:cubicBezTo>
                    <a:pt x="3020" y="468"/>
                    <a:pt x="2949" y="397"/>
                    <a:pt x="2949" y="306"/>
                  </a:cubicBezTo>
                  <a:lnTo>
                    <a:pt x="2949" y="204"/>
                  </a:lnTo>
                  <a:lnTo>
                    <a:pt x="2949" y="31"/>
                  </a:lnTo>
                  <a:cubicBezTo>
                    <a:pt x="1220" y="102"/>
                    <a:pt x="0" y="275"/>
                    <a:pt x="0" y="468"/>
                  </a:cubicBezTo>
                  <a:cubicBezTo>
                    <a:pt x="0" y="733"/>
                    <a:pt x="2126" y="946"/>
                    <a:pt x="4738" y="946"/>
                  </a:cubicBezTo>
                  <a:cubicBezTo>
                    <a:pt x="7362" y="946"/>
                    <a:pt x="9487" y="733"/>
                    <a:pt x="9487" y="468"/>
                  </a:cubicBezTo>
                  <a:cubicBezTo>
                    <a:pt x="9487" y="224"/>
                    <a:pt x="7646" y="21"/>
                    <a:pt x="5278" y="1"/>
                  </a:cubicBezTo>
                  <a:close/>
                </a:path>
              </a:pathLst>
            </a:custGeom>
            <a:solidFill>
              <a:srgbClr val="FFFFFF">
                <a:alpha val="25220"/>
              </a:srgb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 name="Google Shape;4866;p66">
              <a:extLst>
                <a:ext uri="{FF2B5EF4-FFF2-40B4-BE49-F238E27FC236}">
                  <a16:creationId xmlns:a16="http://schemas.microsoft.com/office/drawing/2014/main" id="{04FA0D22-ACB5-4DE9-A92B-B2FB5F7BA3F3}"/>
                </a:ext>
              </a:extLst>
            </p:cNvPr>
            <p:cNvSpPr/>
            <p:nvPr/>
          </p:nvSpPr>
          <p:spPr>
            <a:xfrm>
              <a:off x="3764550" y="2882725"/>
              <a:ext cx="68925" cy="15025"/>
            </a:xfrm>
            <a:custGeom>
              <a:avLst/>
              <a:gdLst/>
              <a:ahLst/>
              <a:cxnLst/>
              <a:rect l="l" t="t" r="r" b="b"/>
              <a:pathLst>
                <a:path w="2757" h="601" extrusionOk="0">
                  <a:moveTo>
                    <a:pt x="2014" y="0"/>
                  </a:moveTo>
                  <a:lnTo>
                    <a:pt x="2004" y="11"/>
                  </a:lnTo>
                  <a:cubicBezTo>
                    <a:pt x="1903" y="102"/>
                    <a:pt x="1750" y="264"/>
                    <a:pt x="1638" y="499"/>
                  </a:cubicBezTo>
                  <a:cubicBezTo>
                    <a:pt x="1638" y="499"/>
                    <a:pt x="774" y="468"/>
                    <a:pt x="1" y="336"/>
                  </a:cubicBezTo>
                  <a:lnTo>
                    <a:pt x="1" y="438"/>
                  </a:lnTo>
                  <a:cubicBezTo>
                    <a:pt x="1" y="529"/>
                    <a:pt x="72" y="600"/>
                    <a:pt x="164" y="600"/>
                  </a:cubicBezTo>
                  <a:lnTo>
                    <a:pt x="2533" y="600"/>
                  </a:lnTo>
                  <a:cubicBezTo>
                    <a:pt x="2685" y="600"/>
                    <a:pt x="2757" y="397"/>
                    <a:pt x="2635" y="305"/>
                  </a:cubicBezTo>
                  <a:cubicBezTo>
                    <a:pt x="2502" y="203"/>
                    <a:pt x="2299" y="102"/>
                    <a:pt x="2014" y="0"/>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 name="Google Shape;4867;p66">
              <a:extLst>
                <a:ext uri="{FF2B5EF4-FFF2-40B4-BE49-F238E27FC236}">
                  <a16:creationId xmlns:a16="http://schemas.microsoft.com/office/drawing/2014/main" id="{88D82CDE-C601-496E-925A-6C7659E1A7AB}"/>
                </a:ext>
              </a:extLst>
            </p:cNvPr>
            <p:cNvSpPr/>
            <p:nvPr/>
          </p:nvSpPr>
          <p:spPr>
            <a:xfrm>
              <a:off x="3796350" y="2882725"/>
              <a:ext cx="35600" cy="15025"/>
            </a:xfrm>
            <a:custGeom>
              <a:avLst/>
              <a:gdLst/>
              <a:ahLst/>
              <a:cxnLst/>
              <a:rect l="l" t="t" r="r" b="b"/>
              <a:pathLst>
                <a:path w="1424" h="601" extrusionOk="0">
                  <a:moveTo>
                    <a:pt x="742" y="0"/>
                  </a:moveTo>
                  <a:lnTo>
                    <a:pt x="732" y="11"/>
                  </a:lnTo>
                  <a:cubicBezTo>
                    <a:pt x="701" y="41"/>
                    <a:pt x="661" y="81"/>
                    <a:pt x="610" y="122"/>
                  </a:cubicBezTo>
                  <a:cubicBezTo>
                    <a:pt x="529" y="224"/>
                    <a:pt x="437" y="346"/>
                    <a:pt x="366" y="499"/>
                  </a:cubicBezTo>
                  <a:cubicBezTo>
                    <a:pt x="346" y="499"/>
                    <a:pt x="224" y="488"/>
                    <a:pt x="41" y="478"/>
                  </a:cubicBezTo>
                  <a:lnTo>
                    <a:pt x="10" y="478"/>
                  </a:lnTo>
                  <a:cubicBezTo>
                    <a:pt x="0" y="519"/>
                    <a:pt x="0" y="560"/>
                    <a:pt x="0" y="600"/>
                  </a:cubicBezTo>
                  <a:lnTo>
                    <a:pt x="1261" y="600"/>
                  </a:lnTo>
                  <a:cubicBezTo>
                    <a:pt x="1363" y="600"/>
                    <a:pt x="1424" y="519"/>
                    <a:pt x="1424" y="427"/>
                  </a:cubicBezTo>
                  <a:cubicBezTo>
                    <a:pt x="1424" y="386"/>
                    <a:pt x="1403" y="336"/>
                    <a:pt x="1363" y="305"/>
                  </a:cubicBezTo>
                  <a:cubicBezTo>
                    <a:pt x="1230" y="203"/>
                    <a:pt x="1027" y="102"/>
                    <a:pt x="742" y="0"/>
                  </a:cubicBezTo>
                  <a:close/>
                </a:path>
              </a:pathLst>
            </a:custGeom>
            <a:solidFill>
              <a:srgbClr val="4E77E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4868;p66">
              <a:extLst>
                <a:ext uri="{FF2B5EF4-FFF2-40B4-BE49-F238E27FC236}">
                  <a16:creationId xmlns:a16="http://schemas.microsoft.com/office/drawing/2014/main" id="{7908E642-8045-4F3D-BAAC-606285F2F4BE}"/>
                </a:ext>
              </a:extLst>
            </p:cNvPr>
            <p:cNvSpPr/>
            <p:nvPr/>
          </p:nvSpPr>
          <p:spPr>
            <a:xfrm>
              <a:off x="3764550" y="2865425"/>
              <a:ext cx="50375" cy="29775"/>
            </a:xfrm>
            <a:custGeom>
              <a:avLst/>
              <a:gdLst/>
              <a:ahLst/>
              <a:cxnLst/>
              <a:rect l="l" t="t" r="r" b="b"/>
              <a:pathLst>
                <a:path w="2015" h="1191" extrusionOk="0">
                  <a:moveTo>
                    <a:pt x="42" y="1"/>
                  </a:moveTo>
                  <a:cubicBezTo>
                    <a:pt x="21" y="163"/>
                    <a:pt x="1" y="834"/>
                    <a:pt x="1" y="1028"/>
                  </a:cubicBezTo>
                  <a:cubicBezTo>
                    <a:pt x="774" y="1160"/>
                    <a:pt x="1638" y="1191"/>
                    <a:pt x="1638" y="1191"/>
                  </a:cubicBezTo>
                  <a:cubicBezTo>
                    <a:pt x="1750" y="956"/>
                    <a:pt x="1903" y="794"/>
                    <a:pt x="2004" y="703"/>
                  </a:cubicBezTo>
                  <a:lnTo>
                    <a:pt x="2014" y="692"/>
                  </a:lnTo>
                  <a:cubicBezTo>
                    <a:pt x="1750" y="611"/>
                    <a:pt x="1424" y="529"/>
                    <a:pt x="1018" y="459"/>
                  </a:cubicBezTo>
                  <a:cubicBezTo>
                    <a:pt x="1018" y="459"/>
                    <a:pt x="1069" y="326"/>
                    <a:pt x="1150" y="82"/>
                  </a:cubicBezTo>
                  <a:cubicBezTo>
                    <a:pt x="692" y="82"/>
                    <a:pt x="286" y="41"/>
                    <a:pt x="42"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4869;p66">
              <a:extLst>
                <a:ext uri="{FF2B5EF4-FFF2-40B4-BE49-F238E27FC236}">
                  <a16:creationId xmlns:a16="http://schemas.microsoft.com/office/drawing/2014/main" id="{C9D8DE70-5283-4563-A3AC-443FBEEB346B}"/>
                </a:ext>
              </a:extLst>
            </p:cNvPr>
            <p:cNvSpPr/>
            <p:nvPr/>
          </p:nvSpPr>
          <p:spPr>
            <a:xfrm>
              <a:off x="3814125" y="2882475"/>
              <a:ext cx="800" cy="275"/>
            </a:xfrm>
            <a:custGeom>
              <a:avLst/>
              <a:gdLst/>
              <a:ahLst/>
              <a:cxnLst/>
              <a:rect l="l" t="t" r="r" b="b"/>
              <a:pathLst>
                <a:path w="32" h="11" extrusionOk="0">
                  <a:moveTo>
                    <a:pt x="21" y="10"/>
                  </a:moveTo>
                  <a:lnTo>
                    <a:pt x="31" y="10"/>
                  </a:lnTo>
                  <a:lnTo>
                    <a:pt x="31" y="10"/>
                  </a:lnTo>
                  <a:lnTo>
                    <a:pt x="21" y="10"/>
                  </a:lnTo>
                  <a:close/>
                  <a:moveTo>
                    <a:pt x="11" y="10"/>
                  </a:moveTo>
                  <a:lnTo>
                    <a:pt x="21" y="10"/>
                  </a:lnTo>
                  <a:lnTo>
                    <a:pt x="11" y="10"/>
                  </a:lnTo>
                  <a:close/>
                  <a:moveTo>
                    <a:pt x="11" y="10"/>
                  </a:moveTo>
                  <a:lnTo>
                    <a:pt x="11" y="10"/>
                  </a:lnTo>
                  <a:lnTo>
                    <a:pt x="11" y="10"/>
                  </a:lnTo>
                  <a:close/>
                  <a:moveTo>
                    <a:pt x="1" y="10"/>
                  </a:moveTo>
                  <a:lnTo>
                    <a:pt x="11" y="10"/>
                  </a:lnTo>
                  <a:lnTo>
                    <a:pt x="1" y="10"/>
                  </a:lnTo>
                  <a:close/>
                  <a:moveTo>
                    <a:pt x="1" y="0"/>
                  </a:moveTo>
                  <a:lnTo>
                    <a:pt x="1" y="10"/>
                  </a:ln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4870;p66">
              <a:extLst>
                <a:ext uri="{FF2B5EF4-FFF2-40B4-BE49-F238E27FC236}">
                  <a16:creationId xmlns:a16="http://schemas.microsoft.com/office/drawing/2014/main" id="{069CFD4B-5418-4A7A-81DB-9F31E8023385}"/>
                </a:ext>
              </a:extLst>
            </p:cNvPr>
            <p:cNvSpPr/>
            <p:nvPr/>
          </p:nvSpPr>
          <p:spPr>
            <a:xfrm>
              <a:off x="3797350" y="2894675"/>
              <a:ext cx="8175" cy="525"/>
            </a:xfrm>
            <a:custGeom>
              <a:avLst/>
              <a:gdLst/>
              <a:ahLst/>
              <a:cxnLst/>
              <a:rect l="l" t="t" r="r" b="b"/>
              <a:pathLst>
                <a:path w="327" h="21" extrusionOk="0">
                  <a:moveTo>
                    <a:pt x="1" y="0"/>
                  </a:moveTo>
                  <a:cubicBezTo>
                    <a:pt x="184" y="10"/>
                    <a:pt x="306" y="21"/>
                    <a:pt x="326" y="21"/>
                  </a:cubicBezTo>
                  <a:cubicBezTo>
                    <a:pt x="306" y="21"/>
                    <a:pt x="184" y="10"/>
                    <a:pt x="1" y="0"/>
                  </a:cubicBezTo>
                  <a:close/>
                </a:path>
              </a:pathLst>
            </a:custGeom>
            <a:solidFill>
              <a:srgbClr val="6D89C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4871;p66">
              <a:extLst>
                <a:ext uri="{FF2B5EF4-FFF2-40B4-BE49-F238E27FC236}">
                  <a16:creationId xmlns:a16="http://schemas.microsoft.com/office/drawing/2014/main" id="{D811F7EF-56C7-4745-8BA3-77808CDD1C5D}"/>
                </a:ext>
              </a:extLst>
            </p:cNvPr>
            <p:cNvSpPr/>
            <p:nvPr/>
          </p:nvSpPr>
          <p:spPr>
            <a:xfrm>
              <a:off x="3805500" y="2895175"/>
              <a:ext cx="25" cy="25"/>
            </a:xfrm>
            <a:custGeom>
              <a:avLst/>
              <a:gdLst/>
              <a:ahLst/>
              <a:cxnLst/>
              <a:rect l="l" t="t" r="r" b="b"/>
              <a:pathLst>
                <a:path w="1" h="1" extrusionOk="0">
                  <a:moveTo>
                    <a:pt x="0" y="1"/>
                  </a:moveTo>
                  <a:lnTo>
                    <a:pt x="0" y="1"/>
                  </a:lnTo>
                  <a:close/>
                </a:path>
              </a:pathLst>
            </a:custGeom>
            <a:solidFill>
              <a:srgbClr val="6D89C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4872;p66">
              <a:extLst>
                <a:ext uri="{FF2B5EF4-FFF2-40B4-BE49-F238E27FC236}">
                  <a16:creationId xmlns:a16="http://schemas.microsoft.com/office/drawing/2014/main" id="{7C5CBE04-0703-4289-A03E-AC5CBE404161}"/>
                </a:ext>
              </a:extLst>
            </p:cNvPr>
            <p:cNvSpPr/>
            <p:nvPr/>
          </p:nvSpPr>
          <p:spPr>
            <a:xfrm>
              <a:off x="3796575" y="2878400"/>
              <a:ext cx="18350" cy="16800"/>
            </a:xfrm>
            <a:custGeom>
              <a:avLst/>
              <a:gdLst/>
              <a:ahLst/>
              <a:cxnLst/>
              <a:rect l="l" t="t" r="r" b="b"/>
              <a:pathLst>
                <a:path w="734" h="672" extrusionOk="0">
                  <a:moveTo>
                    <a:pt x="52" y="1"/>
                  </a:moveTo>
                  <a:cubicBezTo>
                    <a:pt x="42" y="132"/>
                    <a:pt x="12" y="367"/>
                    <a:pt x="1" y="651"/>
                  </a:cubicBezTo>
                  <a:lnTo>
                    <a:pt x="32" y="651"/>
                  </a:lnTo>
                  <a:cubicBezTo>
                    <a:pt x="215" y="661"/>
                    <a:pt x="337" y="672"/>
                    <a:pt x="357" y="672"/>
                  </a:cubicBezTo>
                  <a:cubicBezTo>
                    <a:pt x="469" y="437"/>
                    <a:pt x="622" y="275"/>
                    <a:pt x="723" y="184"/>
                  </a:cubicBezTo>
                  <a:lnTo>
                    <a:pt x="733" y="173"/>
                  </a:lnTo>
                  <a:lnTo>
                    <a:pt x="703" y="173"/>
                  </a:lnTo>
                  <a:lnTo>
                    <a:pt x="703" y="163"/>
                  </a:lnTo>
                  <a:cubicBezTo>
                    <a:pt x="520" y="112"/>
                    <a:pt x="306" y="51"/>
                    <a:pt x="52" y="1"/>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4873;p66">
              <a:extLst>
                <a:ext uri="{FF2B5EF4-FFF2-40B4-BE49-F238E27FC236}">
                  <a16:creationId xmlns:a16="http://schemas.microsoft.com/office/drawing/2014/main" id="{4BA46528-A83E-4D1A-8EE9-0FB8C6EC6D1C}"/>
                </a:ext>
              </a:extLst>
            </p:cNvPr>
            <p:cNvSpPr/>
            <p:nvPr/>
          </p:nvSpPr>
          <p:spPr>
            <a:xfrm>
              <a:off x="3763800" y="2482875"/>
              <a:ext cx="126350" cy="387275"/>
            </a:xfrm>
            <a:custGeom>
              <a:avLst/>
              <a:gdLst/>
              <a:ahLst/>
              <a:cxnLst/>
              <a:rect l="l" t="t" r="r" b="b"/>
              <a:pathLst>
                <a:path w="5054" h="15491" extrusionOk="0">
                  <a:moveTo>
                    <a:pt x="1780" y="1"/>
                  </a:moveTo>
                  <a:lnTo>
                    <a:pt x="1780" y="1424"/>
                  </a:lnTo>
                  <a:cubicBezTo>
                    <a:pt x="1780" y="1424"/>
                    <a:pt x="316" y="11409"/>
                    <a:pt x="1" y="15384"/>
                  </a:cubicBezTo>
                  <a:cubicBezTo>
                    <a:pt x="224" y="15446"/>
                    <a:pt x="571" y="15490"/>
                    <a:pt x="908" y="15490"/>
                  </a:cubicBezTo>
                  <a:cubicBezTo>
                    <a:pt x="1015" y="15490"/>
                    <a:pt x="1120" y="15486"/>
                    <a:pt x="1221" y="15476"/>
                  </a:cubicBezTo>
                  <a:cubicBezTo>
                    <a:pt x="1902" y="13422"/>
                    <a:pt x="5054" y="3447"/>
                    <a:pt x="4566" y="1"/>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4874;p66">
              <a:extLst>
                <a:ext uri="{FF2B5EF4-FFF2-40B4-BE49-F238E27FC236}">
                  <a16:creationId xmlns:a16="http://schemas.microsoft.com/office/drawing/2014/main" id="{38C66972-93EA-4AC4-8089-1FDE81BA8760}"/>
                </a:ext>
              </a:extLst>
            </p:cNvPr>
            <p:cNvSpPr/>
            <p:nvPr/>
          </p:nvSpPr>
          <p:spPr>
            <a:xfrm>
              <a:off x="3812350" y="2510075"/>
              <a:ext cx="23175" cy="261325"/>
            </a:xfrm>
            <a:custGeom>
              <a:avLst/>
              <a:gdLst/>
              <a:ahLst/>
              <a:cxnLst/>
              <a:rect l="l" t="t" r="r" b="b"/>
              <a:pathLst>
                <a:path w="927" h="10453" extrusionOk="0">
                  <a:moveTo>
                    <a:pt x="631" y="0"/>
                  </a:moveTo>
                  <a:lnTo>
                    <a:pt x="0" y="336"/>
                  </a:lnTo>
                  <a:lnTo>
                    <a:pt x="488" y="10453"/>
                  </a:lnTo>
                  <a:cubicBezTo>
                    <a:pt x="631" y="9965"/>
                    <a:pt x="784" y="9446"/>
                    <a:pt x="926" y="8907"/>
                  </a:cubicBezTo>
                  <a:lnTo>
                    <a:pt x="143" y="438"/>
                  </a:lnTo>
                  <a:lnTo>
                    <a:pt x="631" y="0"/>
                  </a:ln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4875;p66">
              <a:extLst>
                <a:ext uri="{FF2B5EF4-FFF2-40B4-BE49-F238E27FC236}">
                  <a16:creationId xmlns:a16="http://schemas.microsoft.com/office/drawing/2014/main" id="{E3EEE934-E8FC-4BB0-B00A-C778B04F2A10}"/>
                </a:ext>
              </a:extLst>
            </p:cNvPr>
            <p:cNvSpPr/>
            <p:nvPr/>
          </p:nvSpPr>
          <p:spPr>
            <a:xfrm>
              <a:off x="3794300" y="2867225"/>
              <a:ext cx="1050" cy="2550"/>
            </a:xfrm>
            <a:custGeom>
              <a:avLst/>
              <a:gdLst/>
              <a:ahLst/>
              <a:cxnLst/>
              <a:rect l="l" t="t" r="r" b="b"/>
              <a:pathLst>
                <a:path w="42" h="102" extrusionOk="0">
                  <a:moveTo>
                    <a:pt x="1" y="102"/>
                  </a:moveTo>
                  <a:lnTo>
                    <a:pt x="1" y="102"/>
                  </a:lnTo>
                  <a:lnTo>
                    <a:pt x="1" y="102"/>
                  </a:lnTo>
                  <a:close/>
                  <a:moveTo>
                    <a:pt x="1" y="91"/>
                  </a:moveTo>
                  <a:lnTo>
                    <a:pt x="1" y="102"/>
                  </a:lnTo>
                  <a:lnTo>
                    <a:pt x="1" y="91"/>
                  </a:lnTo>
                  <a:close/>
                  <a:moveTo>
                    <a:pt x="11" y="82"/>
                  </a:moveTo>
                  <a:cubicBezTo>
                    <a:pt x="11" y="82"/>
                    <a:pt x="11" y="91"/>
                    <a:pt x="1" y="91"/>
                  </a:cubicBezTo>
                  <a:cubicBezTo>
                    <a:pt x="11" y="91"/>
                    <a:pt x="11" y="82"/>
                    <a:pt x="11" y="82"/>
                  </a:cubicBezTo>
                  <a:close/>
                  <a:moveTo>
                    <a:pt x="11" y="71"/>
                  </a:moveTo>
                  <a:lnTo>
                    <a:pt x="11" y="82"/>
                  </a:lnTo>
                  <a:lnTo>
                    <a:pt x="11" y="71"/>
                  </a:lnTo>
                  <a:close/>
                  <a:moveTo>
                    <a:pt x="11" y="61"/>
                  </a:moveTo>
                  <a:lnTo>
                    <a:pt x="11" y="61"/>
                  </a:lnTo>
                  <a:lnTo>
                    <a:pt x="11" y="61"/>
                  </a:lnTo>
                  <a:close/>
                  <a:moveTo>
                    <a:pt x="21" y="61"/>
                  </a:moveTo>
                  <a:lnTo>
                    <a:pt x="21" y="61"/>
                  </a:lnTo>
                  <a:lnTo>
                    <a:pt x="21" y="61"/>
                  </a:lnTo>
                  <a:close/>
                  <a:moveTo>
                    <a:pt x="21" y="41"/>
                  </a:moveTo>
                  <a:lnTo>
                    <a:pt x="21" y="51"/>
                  </a:lnTo>
                  <a:lnTo>
                    <a:pt x="21" y="41"/>
                  </a:lnTo>
                  <a:close/>
                  <a:moveTo>
                    <a:pt x="21" y="30"/>
                  </a:moveTo>
                  <a:lnTo>
                    <a:pt x="21" y="41"/>
                  </a:lnTo>
                  <a:lnTo>
                    <a:pt x="21" y="30"/>
                  </a:lnTo>
                  <a:close/>
                  <a:moveTo>
                    <a:pt x="21" y="30"/>
                  </a:moveTo>
                  <a:lnTo>
                    <a:pt x="21" y="30"/>
                  </a:lnTo>
                  <a:lnTo>
                    <a:pt x="21" y="30"/>
                  </a:lnTo>
                  <a:close/>
                  <a:moveTo>
                    <a:pt x="31" y="0"/>
                  </a:moveTo>
                  <a:lnTo>
                    <a:pt x="31" y="10"/>
                  </a:lnTo>
                  <a:lnTo>
                    <a:pt x="31" y="0"/>
                  </a:lnTo>
                  <a:close/>
                  <a:moveTo>
                    <a:pt x="42" y="0"/>
                  </a:moveTo>
                  <a:lnTo>
                    <a:pt x="31" y="0"/>
                  </a:lnTo>
                  <a:close/>
                </a:path>
              </a:pathLst>
            </a:custGeom>
            <a:solidFill>
              <a:srgbClr val="C0D2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 name="Google Shape;4876;p66">
              <a:extLst>
                <a:ext uri="{FF2B5EF4-FFF2-40B4-BE49-F238E27FC236}">
                  <a16:creationId xmlns:a16="http://schemas.microsoft.com/office/drawing/2014/main" id="{B3D4C84C-3753-4872-852C-AF5DA43D24C6}"/>
                </a:ext>
              </a:extLst>
            </p:cNvPr>
            <p:cNvSpPr/>
            <p:nvPr/>
          </p:nvSpPr>
          <p:spPr>
            <a:xfrm>
              <a:off x="3770925" y="2776225"/>
              <a:ext cx="24925" cy="93800"/>
            </a:xfrm>
            <a:custGeom>
              <a:avLst/>
              <a:gdLst/>
              <a:ahLst/>
              <a:cxnLst/>
              <a:rect l="l" t="t" r="r" b="b"/>
              <a:pathLst>
                <a:path w="997" h="3752" extrusionOk="0">
                  <a:moveTo>
                    <a:pt x="102" y="0"/>
                  </a:moveTo>
                  <a:cubicBezTo>
                    <a:pt x="61" y="295"/>
                    <a:pt x="31" y="590"/>
                    <a:pt x="0" y="875"/>
                  </a:cubicBezTo>
                  <a:cubicBezTo>
                    <a:pt x="275" y="2257"/>
                    <a:pt x="651" y="3264"/>
                    <a:pt x="844" y="3752"/>
                  </a:cubicBezTo>
                  <a:cubicBezTo>
                    <a:pt x="875" y="3742"/>
                    <a:pt x="905" y="3742"/>
                    <a:pt x="936" y="3742"/>
                  </a:cubicBezTo>
                  <a:lnTo>
                    <a:pt x="936" y="3731"/>
                  </a:lnTo>
                  <a:cubicBezTo>
                    <a:pt x="946" y="3731"/>
                    <a:pt x="946" y="3722"/>
                    <a:pt x="946" y="3722"/>
                  </a:cubicBezTo>
                  <a:lnTo>
                    <a:pt x="946" y="3711"/>
                  </a:lnTo>
                  <a:lnTo>
                    <a:pt x="946" y="3701"/>
                  </a:lnTo>
                  <a:lnTo>
                    <a:pt x="956" y="3701"/>
                  </a:lnTo>
                  <a:lnTo>
                    <a:pt x="956" y="3691"/>
                  </a:lnTo>
                  <a:lnTo>
                    <a:pt x="956" y="3681"/>
                  </a:lnTo>
                  <a:lnTo>
                    <a:pt x="956" y="3670"/>
                  </a:lnTo>
                  <a:cubicBezTo>
                    <a:pt x="966" y="3661"/>
                    <a:pt x="966" y="3650"/>
                    <a:pt x="966" y="3650"/>
                  </a:cubicBezTo>
                  <a:lnTo>
                    <a:pt x="966" y="3640"/>
                  </a:lnTo>
                  <a:lnTo>
                    <a:pt x="977" y="3640"/>
                  </a:lnTo>
                  <a:cubicBezTo>
                    <a:pt x="977" y="3609"/>
                    <a:pt x="986" y="3579"/>
                    <a:pt x="997" y="3548"/>
                  </a:cubicBezTo>
                  <a:cubicBezTo>
                    <a:pt x="803" y="2837"/>
                    <a:pt x="468" y="1546"/>
                    <a:pt x="102" y="0"/>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 name="Google Shape;4877;p66">
              <a:extLst>
                <a:ext uri="{FF2B5EF4-FFF2-40B4-BE49-F238E27FC236}">
                  <a16:creationId xmlns:a16="http://schemas.microsoft.com/office/drawing/2014/main" id="{2D42F121-EF4D-4B92-B5A8-7B2CEEA4357B}"/>
                </a:ext>
              </a:extLst>
            </p:cNvPr>
            <p:cNvSpPr/>
            <p:nvPr/>
          </p:nvSpPr>
          <p:spPr>
            <a:xfrm>
              <a:off x="3801425" y="2882975"/>
              <a:ext cx="68900" cy="14775"/>
            </a:xfrm>
            <a:custGeom>
              <a:avLst/>
              <a:gdLst/>
              <a:ahLst/>
              <a:cxnLst/>
              <a:rect l="l" t="t" r="r" b="b"/>
              <a:pathLst>
                <a:path w="2756" h="591" extrusionOk="0">
                  <a:moveTo>
                    <a:pt x="2014" y="1"/>
                  </a:moveTo>
                  <a:cubicBezTo>
                    <a:pt x="1901" y="92"/>
                    <a:pt x="1749" y="254"/>
                    <a:pt x="1648" y="489"/>
                  </a:cubicBezTo>
                  <a:cubicBezTo>
                    <a:pt x="1648" y="489"/>
                    <a:pt x="773" y="458"/>
                    <a:pt x="1" y="326"/>
                  </a:cubicBezTo>
                  <a:lnTo>
                    <a:pt x="1" y="428"/>
                  </a:lnTo>
                  <a:cubicBezTo>
                    <a:pt x="1" y="519"/>
                    <a:pt x="71" y="590"/>
                    <a:pt x="163" y="590"/>
                  </a:cubicBezTo>
                  <a:lnTo>
                    <a:pt x="2532" y="590"/>
                  </a:lnTo>
                  <a:cubicBezTo>
                    <a:pt x="2685" y="590"/>
                    <a:pt x="2756" y="387"/>
                    <a:pt x="2634" y="295"/>
                  </a:cubicBezTo>
                  <a:cubicBezTo>
                    <a:pt x="2502" y="193"/>
                    <a:pt x="2288" y="92"/>
                    <a:pt x="2014"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 name="Google Shape;4878;p66">
              <a:extLst>
                <a:ext uri="{FF2B5EF4-FFF2-40B4-BE49-F238E27FC236}">
                  <a16:creationId xmlns:a16="http://schemas.microsoft.com/office/drawing/2014/main" id="{253F46DC-DE4C-4065-A9D0-0CADCB63A571}"/>
                </a:ext>
              </a:extLst>
            </p:cNvPr>
            <p:cNvSpPr/>
            <p:nvPr/>
          </p:nvSpPr>
          <p:spPr>
            <a:xfrm>
              <a:off x="3798375" y="2866200"/>
              <a:ext cx="53400" cy="29000"/>
            </a:xfrm>
            <a:custGeom>
              <a:avLst/>
              <a:gdLst/>
              <a:ahLst/>
              <a:cxnLst/>
              <a:rect l="l" t="t" r="r" b="b"/>
              <a:pathLst>
                <a:path w="2136" h="1160" extrusionOk="0">
                  <a:moveTo>
                    <a:pt x="1" y="1"/>
                  </a:moveTo>
                  <a:cubicBezTo>
                    <a:pt x="82" y="275"/>
                    <a:pt x="123" y="428"/>
                    <a:pt x="123" y="428"/>
                  </a:cubicBezTo>
                  <a:lnTo>
                    <a:pt x="123" y="997"/>
                  </a:lnTo>
                  <a:cubicBezTo>
                    <a:pt x="895" y="1129"/>
                    <a:pt x="1770" y="1160"/>
                    <a:pt x="1770" y="1160"/>
                  </a:cubicBezTo>
                  <a:cubicBezTo>
                    <a:pt x="1871" y="925"/>
                    <a:pt x="2023" y="763"/>
                    <a:pt x="2136" y="672"/>
                  </a:cubicBezTo>
                  <a:cubicBezTo>
                    <a:pt x="1871" y="580"/>
                    <a:pt x="1546" y="498"/>
                    <a:pt x="1139" y="428"/>
                  </a:cubicBezTo>
                  <a:lnTo>
                    <a:pt x="1129" y="10"/>
                  </a:lnTo>
                  <a:cubicBezTo>
                    <a:pt x="986" y="31"/>
                    <a:pt x="803" y="51"/>
                    <a:pt x="580" y="51"/>
                  </a:cubicBezTo>
                  <a:cubicBezTo>
                    <a:pt x="326" y="51"/>
                    <a:pt x="132" y="31"/>
                    <a:pt x="1"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4879;p66">
              <a:extLst>
                <a:ext uri="{FF2B5EF4-FFF2-40B4-BE49-F238E27FC236}">
                  <a16:creationId xmlns:a16="http://schemas.microsoft.com/office/drawing/2014/main" id="{B815F63F-794C-4C15-B007-D32932FC5FA5}"/>
                </a:ext>
              </a:extLst>
            </p:cNvPr>
            <p:cNvSpPr/>
            <p:nvPr/>
          </p:nvSpPr>
          <p:spPr>
            <a:xfrm>
              <a:off x="3719325" y="2424425"/>
              <a:ext cx="158625" cy="447125"/>
            </a:xfrm>
            <a:custGeom>
              <a:avLst/>
              <a:gdLst/>
              <a:ahLst/>
              <a:cxnLst/>
              <a:rect l="l" t="t" r="r" b="b"/>
              <a:pathLst>
                <a:path w="6345" h="17885" extrusionOk="0">
                  <a:moveTo>
                    <a:pt x="1210" y="0"/>
                  </a:moveTo>
                  <a:cubicBezTo>
                    <a:pt x="1017" y="814"/>
                    <a:pt x="722" y="1607"/>
                    <a:pt x="600" y="2339"/>
                  </a:cubicBezTo>
                  <a:cubicBezTo>
                    <a:pt x="0" y="5989"/>
                    <a:pt x="2522" y="15668"/>
                    <a:pt x="3111" y="17803"/>
                  </a:cubicBezTo>
                  <a:cubicBezTo>
                    <a:pt x="3305" y="17855"/>
                    <a:pt x="3508" y="17885"/>
                    <a:pt x="3762" y="17885"/>
                  </a:cubicBezTo>
                  <a:cubicBezTo>
                    <a:pt x="4037" y="17885"/>
                    <a:pt x="4270" y="17824"/>
                    <a:pt x="4403" y="17803"/>
                  </a:cubicBezTo>
                  <a:lnTo>
                    <a:pt x="3721" y="3762"/>
                  </a:lnTo>
                  <a:lnTo>
                    <a:pt x="6345" y="2339"/>
                  </a:lnTo>
                  <a:cubicBezTo>
                    <a:pt x="6213" y="1616"/>
                    <a:pt x="5928" y="844"/>
                    <a:pt x="5735" y="30"/>
                  </a:cubicBezTo>
                  <a:cubicBezTo>
                    <a:pt x="5460" y="102"/>
                    <a:pt x="5023" y="183"/>
                    <a:pt x="4423" y="204"/>
                  </a:cubicBezTo>
                  <a:cubicBezTo>
                    <a:pt x="4207" y="213"/>
                    <a:pt x="3996" y="217"/>
                    <a:pt x="3791" y="217"/>
                  </a:cubicBezTo>
                  <a:cubicBezTo>
                    <a:pt x="2639" y="217"/>
                    <a:pt x="1694" y="87"/>
                    <a:pt x="1210" y="0"/>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4880;p66">
              <a:extLst>
                <a:ext uri="{FF2B5EF4-FFF2-40B4-BE49-F238E27FC236}">
                  <a16:creationId xmlns:a16="http://schemas.microsoft.com/office/drawing/2014/main" id="{BF239C97-BABC-4573-AB48-854070CDEDF1}"/>
                </a:ext>
              </a:extLst>
            </p:cNvPr>
            <p:cNvSpPr/>
            <p:nvPr/>
          </p:nvSpPr>
          <p:spPr>
            <a:xfrm>
              <a:off x="3738125" y="2427475"/>
              <a:ext cx="138050" cy="56450"/>
            </a:xfrm>
            <a:custGeom>
              <a:avLst/>
              <a:gdLst/>
              <a:ahLst/>
              <a:cxnLst/>
              <a:rect l="l" t="t" r="r" b="b"/>
              <a:pathLst>
                <a:path w="5522" h="2258" extrusionOk="0">
                  <a:moveTo>
                    <a:pt x="4525" y="0"/>
                  </a:moveTo>
                  <a:lnTo>
                    <a:pt x="4525" y="0"/>
                  </a:lnTo>
                  <a:cubicBezTo>
                    <a:pt x="4291" y="41"/>
                    <a:pt x="4006" y="71"/>
                    <a:pt x="3671" y="82"/>
                  </a:cubicBezTo>
                  <a:lnTo>
                    <a:pt x="3631" y="82"/>
                  </a:lnTo>
                  <a:cubicBezTo>
                    <a:pt x="3498" y="91"/>
                    <a:pt x="3366" y="91"/>
                    <a:pt x="3244" y="91"/>
                  </a:cubicBezTo>
                  <a:cubicBezTo>
                    <a:pt x="3204" y="396"/>
                    <a:pt x="3152" y="692"/>
                    <a:pt x="3091" y="966"/>
                  </a:cubicBezTo>
                  <a:cubicBezTo>
                    <a:pt x="2949" y="1546"/>
                    <a:pt x="2431" y="1921"/>
                    <a:pt x="1871" y="1921"/>
                  </a:cubicBezTo>
                  <a:cubicBezTo>
                    <a:pt x="1729" y="1921"/>
                    <a:pt x="1577" y="1901"/>
                    <a:pt x="1424" y="1840"/>
                  </a:cubicBezTo>
                  <a:cubicBezTo>
                    <a:pt x="997" y="1668"/>
                    <a:pt x="509" y="1454"/>
                    <a:pt x="92" y="1189"/>
                  </a:cubicBezTo>
                  <a:lnTo>
                    <a:pt x="0" y="1525"/>
                  </a:lnTo>
                  <a:cubicBezTo>
                    <a:pt x="407" y="1799"/>
                    <a:pt x="865" y="2003"/>
                    <a:pt x="1292" y="2166"/>
                  </a:cubicBezTo>
                  <a:cubicBezTo>
                    <a:pt x="1465" y="2227"/>
                    <a:pt x="1638" y="2257"/>
                    <a:pt x="1800" y="2257"/>
                  </a:cubicBezTo>
                  <a:cubicBezTo>
                    <a:pt x="2461" y="2257"/>
                    <a:pt x="3061" y="1820"/>
                    <a:pt x="3244" y="1139"/>
                  </a:cubicBezTo>
                  <a:cubicBezTo>
                    <a:pt x="3305" y="915"/>
                    <a:pt x="3366" y="671"/>
                    <a:pt x="3417" y="396"/>
                  </a:cubicBezTo>
                  <a:lnTo>
                    <a:pt x="3549" y="396"/>
                  </a:lnTo>
                  <a:cubicBezTo>
                    <a:pt x="3864" y="396"/>
                    <a:pt x="4149" y="387"/>
                    <a:pt x="4393" y="376"/>
                  </a:cubicBezTo>
                  <a:cubicBezTo>
                    <a:pt x="4413" y="864"/>
                    <a:pt x="4433" y="1271"/>
                    <a:pt x="4454" y="1586"/>
                  </a:cubicBezTo>
                  <a:cubicBezTo>
                    <a:pt x="4474" y="1912"/>
                    <a:pt x="4749" y="2135"/>
                    <a:pt x="5034" y="2135"/>
                  </a:cubicBezTo>
                  <a:cubicBezTo>
                    <a:pt x="5166" y="2135"/>
                    <a:pt x="5288" y="2095"/>
                    <a:pt x="5400" y="2003"/>
                  </a:cubicBezTo>
                  <a:cubicBezTo>
                    <a:pt x="5440" y="1962"/>
                    <a:pt x="5481" y="1932"/>
                    <a:pt x="5522" y="1891"/>
                  </a:cubicBezTo>
                  <a:cubicBezTo>
                    <a:pt x="5511" y="1830"/>
                    <a:pt x="5491" y="1769"/>
                    <a:pt x="5481" y="1708"/>
                  </a:cubicBezTo>
                  <a:lnTo>
                    <a:pt x="5481" y="1718"/>
                  </a:lnTo>
                  <a:cubicBezTo>
                    <a:pt x="5379" y="1840"/>
                    <a:pt x="5237" y="1901"/>
                    <a:pt x="5095" y="1901"/>
                  </a:cubicBezTo>
                  <a:cubicBezTo>
                    <a:pt x="4871" y="1901"/>
                    <a:pt x="4647" y="1749"/>
                    <a:pt x="4596" y="1494"/>
                  </a:cubicBezTo>
                  <a:cubicBezTo>
                    <a:pt x="4495" y="936"/>
                    <a:pt x="4505" y="457"/>
                    <a:pt x="4525" y="0"/>
                  </a:cubicBezTo>
                  <a:close/>
                </a:path>
              </a:pathLst>
            </a:custGeom>
            <a:solidFill>
              <a:srgbClr val="6288E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4881;p66">
              <a:extLst>
                <a:ext uri="{FF2B5EF4-FFF2-40B4-BE49-F238E27FC236}">
                  <a16:creationId xmlns:a16="http://schemas.microsoft.com/office/drawing/2014/main" id="{35C44545-E5E3-428A-9AF4-371280FDEC54}"/>
                </a:ext>
              </a:extLst>
            </p:cNvPr>
            <p:cNvSpPr/>
            <p:nvPr/>
          </p:nvSpPr>
          <p:spPr>
            <a:xfrm>
              <a:off x="3906900" y="2267825"/>
              <a:ext cx="50350" cy="67375"/>
            </a:xfrm>
            <a:custGeom>
              <a:avLst/>
              <a:gdLst/>
              <a:ahLst/>
              <a:cxnLst/>
              <a:rect l="l" t="t" r="r" b="b"/>
              <a:pathLst>
                <a:path w="2014" h="2695" extrusionOk="0">
                  <a:moveTo>
                    <a:pt x="174" y="1"/>
                  </a:moveTo>
                  <a:lnTo>
                    <a:pt x="174" y="1"/>
                  </a:lnTo>
                  <a:cubicBezTo>
                    <a:pt x="215" y="377"/>
                    <a:pt x="194" y="1363"/>
                    <a:pt x="194" y="1363"/>
                  </a:cubicBezTo>
                  <a:lnTo>
                    <a:pt x="1" y="2441"/>
                  </a:lnTo>
                  <a:lnTo>
                    <a:pt x="1394" y="2695"/>
                  </a:lnTo>
                  <a:cubicBezTo>
                    <a:pt x="1394" y="2695"/>
                    <a:pt x="1475" y="2044"/>
                    <a:pt x="1496" y="1516"/>
                  </a:cubicBezTo>
                  <a:cubicBezTo>
                    <a:pt x="2014" y="1149"/>
                    <a:pt x="1770" y="194"/>
                    <a:pt x="1770" y="194"/>
                  </a:cubicBezTo>
                  <a:lnTo>
                    <a:pt x="174" y="1"/>
                  </a:ln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 name="Google Shape;4882;p66">
              <a:extLst>
                <a:ext uri="{FF2B5EF4-FFF2-40B4-BE49-F238E27FC236}">
                  <a16:creationId xmlns:a16="http://schemas.microsoft.com/office/drawing/2014/main" id="{1D0A2DB5-A733-4BD8-A173-B2815021BFCA}"/>
                </a:ext>
              </a:extLst>
            </p:cNvPr>
            <p:cNvSpPr/>
            <p:nvPr/>
          </p:nvSpPr>
          <p:spPr>
            <a:xfrm>
              <a:off x="3911475" y="2273175"/>
              <a:ext cx="300" cy="9425"/>
            </a:xfrm>
            <a:custGeom>
              <a:avLst/>
              <a:gdLst/>
              <a:ahLst/>
              <a:cxnLst/>
              <a:rect l="l" t="t" r="r" b="b"/>
              <a:pathLst>
                <a:path w="12" h="377" extrusionOk="0">
                  <a:moveTo>
                    <a:pt x="1" y="0"/>
                  </a:moveTo>
                  <a:cubicBezTo>
                    <a:pt x="11" y="112"/>
                    <a:pt x="11" y="244"/>
                    <a:pt x="11" y="377"/>
                  </a:cubicBezTo>
                  <a:lnTo>
                    <a:pt x="11" y="377"/>
                  </a:lnTo>
                  <a:cubicBezTo>
                    <a:pt x="11" y="244"/>
                    <a:pt x="11" y="112"/>
                    <a:pt x="1" y="0"/>
                  </a:cubicBez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 name="Google Shape;4883;p66">
              <a:extLst>
                <a:ext uri="{FF2B5EF4-FFF2-40B4-BE49-F238E27FC236}">
                  <a16:creationId xmlns:a16="http://schemas.microsoft.com/office/drawing/2014/main" id="{A804F59B-C128-430C-A3E0-4A43EFE5F52B}"/>
                </a:ext>
              </a:extLst>
            </p:cNvPr>
            <p:cNvSpPr/>
            <p:nvPr/>
          </p:nvSpPr>
          <p:spPr>
            <a:xfrm>
              <a:off x="3911475" y="2273175"/>
              <a:ext cx="19850" cy="30775"/>
            </a:xfrm>
            <a:custGeom>
              <a:avLst/>
              <a:gdLst/>
              <a:ahLst/>
              <a:cxnLst/>
              <a:rect l="l" t="t" r="r" b="b"/>
              <a:pathLst>
                <a:path w="794" h="1231" extrusionOk="0">
                  <a:moveTo>
                    <a:pt x="1" y="0"/>
                  </a:moveTo>
                  <a:lnTo>
                    <a:pt x="1" y="0"/>
                  </a:lnTo>
                  <a:cubicBezTo>
                    <a:pt x="11" y="112"/>
                    <a:pt x="11" y="244"/>
                    <a:pt x="11" y="377"/>
                  </a:cubicBezTo>
                  <a:lnTo>
                    <a:pt x="692" y="1231"/>
                  </a:lnTo>
                  <a:cubicBezTo>
                    <a:pt x="773" y="1078"/>
                    <a:pt x="794" y="915"/>
                    <a:pt x="764" y="752"/>
                  </a:cubicBezTo>
                  <a:lnTo>
                    <a:pt x="1" y="0"/>
                  </a:ln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 name="Google Shape;4884;p66">
              <a:extLst>
                <a:ext uri="{FF2B5EF4-FFF2-40B4-BE49-F238E27FC236}">
                  <a16:creationId xmlns:a16="http://schemas.microsoft.com/office/drawing/2014/main" id="{4959EA7B-F025-40B3-BF99-E253135EC31C}"/>
                </a:ext>
              </a:extLst>
            </p:cNvPr>
            <p:cNvSpPr/>
            <p:nvPr/>
          </p:nvSpPr>
          <p:spPr>
            <a:xfrm>
              <a:off x="3780825" y="2254100"/>
              <a:ext cx="50625" cy="37075"/>
            </a:xfrm>
            <a:custGeom>
              <a:avLst/>
              <a:gdLst/>
              <a:ahLst/>
              <a:cxnLst/>
              <a:rect l="l" t="t" r="r" b="b"/>
              <a:pathLst>
                <a:path w="2025" h="1483" extrusionOk="0">
                  <a:moveTo>
                    <a:pt x="346" y="1"/>
                  </a:moveTo>
                  <a:cubicBezTo>
                    <a:pt x="346" y="1"/>
                    <a:pt x="398" y="926"/>
                    <a:pt x="1" y="1323"/>
                  </a:cubicBezTo>
                  <a:cubicBezTo>
                    <a:pt x="1" y="1323"/>
                    <a:pt x="539" y="1483"/>
                    <a:pt x="1099" y="1483"/>
                  </a:cubicBezTo>
                  <a:cubicBezTo>
                    <a:pt x="1201" y="1483"/>
                    <a:pt x="1304" y="1478"/>
                    <a:pt x="1404" y="1465"/>
                  </a:cubicBezTo>
                  <a:cubicBezTo>
                    <a:pt x="1851" y="1414"/>
                    <a:pt x="2024" y="1323"/>
                    <a:pt x="2024" y="1323"/>
                  </a:cubicBezTo>
                  <a:cubicBezTo>
                    <a:pt x="1627" y="926"/>
                    <a:pt x="1679" y="1"/>
                    <a:pt x="1679"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4885;p66">
              <a:extLst>
                <a:ext uri="{FF2B5EF4-FFF2-40B4-BE49-F238E27FC236}">
                  <a16:creationId xmlns:a16="http://schemas.microsoft.com/office/drawing/2014/main" id="{7E254640-D94A-457C-916D-6137D39A24FF}"/>
                </a:ext>
              </a:extLst>
            </p:cNvPr>
            <p:cNvSpPr/>
            <p:nvPr/>
          </p:nvSpPr>
          <p:spPr>
            <a:xfrm>
              <a:off x="3788950" y="2261475"/>
              <a:ext cx="35875" cy="12725"/>
            </a:xfrm>
            <a:custGeom>
              <a:avLst/>
              <a:gdLst/>
              <a:ahLst/>
              <a:cxnLst/>
              <a:rect l="l" t="t" r="r" b="b"/>
              <a:pathLst>
                <a:path w="1435" h="509" extrusionOk="0">
                  <a:moveTo>
                    <a:pt x="1374" y="204"/>
                  </a:moveTo>
                  <a:lnTo>
                    <a:pt x="1374" y="204"/>
                  </a:lnTo>
                  <a:lnTo>
                    <a:pt x="1374" y="204"/>
                  </a:lnTo>
                  <a:cubicBezTo>
                    <a:pt x="1384" y="296"/>
                    <a:pt x="1404" y="407"/>
                    <a:pt x="1435" y="509"/>
                  </a:cubicBezTo>
                  <a:lnTo>
                    <a:pt x="1435" y="509"/>
                  </a:lnTo>
                  <a:cubicBezTo>
                    <a:pt x="1404" y="407"/>
                    <a:pt x="1384" y="296"/>
                    <a:pt x="1374" y="204"/>
                  </a:cubicBezTo>
                  <a:close/>
                  <a:moveTo>
                    <a:pt x="21" y="0"/>
                  </a:moveTo>
                  <a:cubicBezTo>
                    <a:pt x="12" y="52"/>
                    <a:pt x="12" y="113"/>
                    <a:pt x="1" y="163"/>
                  </a:cubicBezTo>
                  <a:lnTo>
                    <a:pt x="1" y="163"/>
                  </a:lnTo>
                  <a:cubicBezTo>
                    <a:pt x="12" y="113"/>
                    <a:pt x="12" y="52"/>
                    <a:pt x="21" y="0"/>
                  </a:cubicBez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4886;p66">
              <a:extLst>
                <a:ext uri="{FF2B5EF4-FFF2-40B4-BE49-F238E27FC236}">
                  <a16:creationId xmlns:a16="http://schemas.microsoft.com/office/drawing/2014/main" id="{9B3557CF-D33D-44BF-A282-26EEA7F55424}"/>
                </a:ext>
              </a:extLst>
            </p:cNvPr>
            <p:cNvSpPr/>
            <p:nvPr/>
          </p:nvSpPr>
          <p:spPr>
            <a:xfrm>
              <a:off x="3788950" y="2261475"/>
              <a:ext cx="35875" cy="12725"/>
            </a:xfrm>
            <a:custGeom>
              <a:avLst/>
              <a:gdLst/>
              <a:ahLst/>
              <a:cxnLst/>
              <a:rect l="l" t="t" r="r" b="b"/>
              <a:pathLst>
                <a:path w="1435" h="509" extrusionOk="0">
                  <a:moveTo>
                    <a:pt x="21" y="0"/>
                  </a:moveTo>
                  <a:cubicBezTo>
                    <a:pt x="12" y="52"/>
                    <a:pt x="12" y="113"/>
                    <a:pt x="1" y="163"/>
                  </a:cubicBezTo>
                  <a:cubicBezTo>
                    <a:pt x="398" y="336"/>
                    <a:pt x="875" y="468"/>
                    <a:pt x="1435" y="509"/>
                  </a:cubicBezTo>
                  <a:cubicBezTo>
                    <a:pt x="1404" y="407"/>
                    <a:pt x="1384" y="296"/>
                    <a:pt x="1374" y="204"/>
                  </a:cubicBezTo>
                  <a:cubicBezTo>
                    <a:pt x="886" y="204"/>
                    <a:pt x="439" y="133"/>
                    <a:pt x="21" y="0"/>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4887;p66">
              <a:extLst>
                <a:ext uri="{FF2B5EF4-FFF2-40B4-BE49-F238E27FC236}">
                  <a16:creationId xmlns:a16="http://schemas.microsoft.com/office/drawing/2014/main" id="{A3D08D83-259B-4013-BA91-E0256FAFE7A5}"/>
                </a:ext>
              </a:extLst>
            </p:cNvPr>
            <p:cNvSpPr/>
            <p:nvPr/>
          </p:nvSpPr>
          <p:spPr>
            <a:xfrm>
              <a:off x="3713200" y="1993425"/>
              <a:ext cx="109600" cy="73875"/>
            </a:xfrm>
            <a:custGeom>
              <a:avLst/>
              <a:gdLst/>
              <a:ahLst/>
              <a:cxnLst/>
              <a:rect l="l" t="t" r="r" b="b"/>
              <a:pathLst>
                <a:path w="4384" h="2955" extrusionOk="0">
                  <a:moveTo>
                    <a:pt x="2391" y="1"/>
                  </a:moveTo>
                  <a:cubicBezTo>
                    <a:pt x="1083" y="1"/>
                    <a:pt x="845" y="1460"/>
                    <a:pt x="845" y="1460"/>
                  </a:cubicBezTo>
                  <a:cubicBezTo>
                    <a:pt x="845" y="1460"/>
                    <a:pt x="836" y="1459"/>
                    <a:pt x="820" y="1459"/>
                  </a:cubicBezTo>
                  <a:cubicBezTo>
                    <a:pt x="697" y="1459"/>
                    <a:pt x="172" y="1491"/>
                    <a:pt x="82" y="2029"/>
                  </a:cubicBezTo>
                  <a:cubicBezTo>
                    <a:pt x="1" y="2497"/>
                    <a:pt x="367" y="2954"/>
                    <a:pt x="1058" y="2954"/>
                  </a:cubicBezTo>
                  <a:lnTo>
                    <a:pt x="3733" y="2334"/>
                  </a:lnTo>
                  <a:cubicBezTo>
                    <a:pt x="3733" y="2334"/>
                    <a:pt x="4384" y="1917"/>
                    <a:pt x="4180" y="1399"/>
                  </a:cubicBezTo>
                  <a:cubicBezTo>
                    <a:pt x="4081" y="1125"/>
                    <a:pt x="3804" y="1090"/>
                    <a:pt x="3672" y="1090"/>
                  </a:cubicBezTo>
                  <a:cubicBezTo>
                    <a:pt x="3628" y="1090"/>
                    <a:pt x="3600" y="1094"/>
                    <a:pt x="3600" y="1094"/>
                  </a:cubicBezTo>
                  <a:cubicBezTo>
                    <a:pt x="3600" y="1094"/>
                    <a:pt x="3621" y="77"/>
                    <a:pt x="2523" y="6"/>
                  </a:cubicBezTo>
                  <a:cubicBezTo>
                    <a:pt x="2478" y="2"/>
                    <a:pt x="2434" y="1"/>
                    <a:pt x="2391" y="1"/>
                  </a:cubicBezTo>
                  <a:close/>
                </a:path>
              </a:pathLst>
            </a:custGeom>
            <a:solidFill>
              <a:schemeClr val="bg1">
                <a:lumMod val="65000"/>
                <a:lumOff val="3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4888;p66">
              <a:extLst>
                <a:ext uri="{FF2B5EF4-FFF2-40B4-BE49-F238E27FC236}">
                  <a16:creationId xmlns:a16="http://schemas.microsoft.com/office/drawing/2014/main" id="{A26F3346-6475-4C9D-8C66-B5BA0DE3CED0}"/>
                </a:ext>
              </a:extLst>
            </p:cNvPr>
            <p:cNvSpPr/>
            <p:nvPr/>
          </p:nvSpPr>
          <p:spPr>
            <a:xfrm>
              <a:off x="3773200" y="1998400"/>
              <a:ext cx="16800" cy="41450"/>
            </a:xfrm>
            <a:custGeom>
              <a:avLst/>
              <a:gdLst/>
              <a:ahLst/>
              <a:cxnLst/>
              <a:rect l="l" t="t" r="r" b="b"/>
              <a:pathLst>
                <a:path w="672" h="1658" extrusionOk="0">
                  <a:moveTo>
                    <a:pt x="31" y="0"/>
                  </a:moveTo>
                  <a:cubicBezTo>
                    <a:pt x="21" y="0"/>
                    <a:pt x="11" y="0"/>
                    <a:pt x="11" y="10"/>
                  </a:cubicBezTo>
                  <a:cubicBezTo>
                    <a:pt x="1" y="21"/>
                    <a:pt x="11" y="30"/>
                    <a:pt x="21" y="41"/>
                  </a:cubicBezTo>
                  <a:cubicBezTo>
                    <a:pt x="102" y="71"/>
                    <a:pt x="174" y="143"/>
                    <a:pt x="235" y="204"/>
                  </a:cubicBezTo>
                  <a:cubicBezTo>
                    <a:pt x="224" y="193"/>
                    <a:pt x="224" y="183"/>
                    <a:pt x="235" y="173"/>
                  </a:cubicBezTo>
                  <a:lnTo>
                    <a:pt x="245" y="173"/>
                  </a:lnTo>
                  <a:cubicBezTo>
                    <a:pt x="255" y="173"/>
                    <a:pt x="265" y="183"/>
                    <a:pt x="265" y="183"/>
                  </a:cubicBezTo>
                  <a:cubicBezTo>
                    <a:pt x="285" y="224"/>
                    <a:pt x="306" y="274"/>
                    <a:pt x="316" y="315"/>
                  </a:cubicBezTo>
                  <a:cubicBezTo>
                    <a:pt x="326" y="326"/>
                    <a:pt x="336" y="346"/>
                    <a:pt x="346" y="356"/>
                  </a:cubicBezTo>
                  <a:cubicBezTo>
                    <a:pt x="560" y="671"/>
                    <a:pt x="631" y="945"/>
                    <a:pt x="560" y="1180"/>
                  </a:cubicBezTo>
                  <a:cubicBezTo>
                    <a:pt x="529" y="1302"/>
                    <a:pt x="448" y="1413"/>
                    <a:pt x="377" y="1515"/>
                  </a:cubicBezTo>
                  <a:cubicBezTo>
                    <a:pt x="346" y="1555"/>
                    <a:pt x="316" y="1607"/>
                    <a:pt x="285" y="1647"/>
                  </a:cubicBezTo>
                  <a:lnTo>
                    <a:pt x="285" y="1657"/>
                  </a:lnTo>
                  <a:cubicBezTo>
                    <a:pt x="306" y="1647"/>
                    <a:pt x="326" y="1647"/>
                    <a:pt x="346" y="1637"/>
                  </a:cubicBezTo>
                  <a:cubicBezTo>
                    <a:pt x="367" y="1607"/>
                    <a:pt x="387" y="1576"/>
                    <a:pt x="407" y="1535"/>
                  </a:cubicBezTo>
                  <a:cubicBezTo>
                    <a:pt x="489" y="1433"/>
                    <a:pt x="560" y="1322"/>
                    <a:pt x="601" y="1189"/>
                  </a:cubicBezTo>
                  <a:cubicBezTo>
                    <a:pt x="672" y="945"/>
                    <a:pt x="601" y="661"/>
                    <a:pt x="377" y="335"/>
                  </a:cubicBezTo>
                  <a:cubicBezTo>
                    <a:pt x="296" y="204"/>
                    <a:pt x="184" y="71"/>
                    <a:pt x="31" y="0"/>
                  </a:cubicBezTo>
                  <a:close/>
                </a:path>
              </a:pathLst>
            </a:custGeom>
            <a:solidFill>
              <a:srgbClr val="9C68D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4889;p66">
              <a:extLst>
                <a:ext uri="{FF2B5EF4-FFF2-40B4-BE49-F238E27FC236}">
                  <a16:creationId xmlns:a16="http://schemas.microsoft.com/office/drawing/2014/main" id="{52A7A631-1EA9-4BBF-9B36-2DC5850B6D5C}"/>
                </a:ext>
              </a:extLst>
            </p:cNvPr>
            <p:cNvSpPr/>
            <p:nvPr/>
          </p:nvSpPr>
          <p:spPr>
            <a:xfrm>
              <a:off x="3771675" y="2002700"/>
              <a:ext cx="10200" cy="39450"/>
            </a:xfrm>
            <a:custGeom>
              <a:avLst/>
              <a:gdLst/>
              <a:ahLst/>
              <a:cxnLst/>
              <a:rect l="l" t="t" r="r" b="b"/>
              <a:pathLst>
                <a:path w="408" h="1578" extrusionOk="0">
                  <a:moveTo>
                    <a:pt x="296" y="1"/>
                  </a:moveTo>
                  <a:cubicBezTo>
                    <a:pt x="285" y="11"/>
                    <a:pt x="285" y="21"/>
                    <a:pt x="296" y="32"/>
                  </a:cubicBezTo>
                  <a:cubicBezTo>
                    <a:pt x="407" y="255"/>
                    <a:pt x="336" y="509"/>
                    <a:pt x="285" y="642"/>
                  </a:cubicBezTo>
                  <a:cubicBezTo>
                    <a:pt x="255" y="723"/>
                    <a:pt x="214" y="804"/>
                    <a:pt x="184" y="886"/>
                  </a:cubicBezTo>
                  <a:cubicBezTo>
                    <a:pt x="133" y="997"/>
                    <a:pt x="82" y="1119"/>
                    <a:pt x="41" y="1241"/>
                  </a:cubicBezTo>
                  <a:cubicBezTo>
                    <a:pt x="1" y="1353"/>
                    <a:pt x="1" y="1465"/>
                    <a:pt x="21" y="1577"/>
                  </a:cubicBezTo>
                  <a:cubicBezTo>
                    <a:pt x="31" y="1577"/>
                    <a:pt x="52" y="1567"/>
                    <a:pt x="62" y="1567"/>
                  </a:cubicBezTo>
                  <a:cubicBezTo>
                    <a:pt x="41" y="1465"/>
                    <a:pt x="41" y="1353"/>
                    <a:pt x="82" y="1252"/>
                  </a:cubicBezTo>
                  <a:cubicBezTo>
                    <a:pt x="113" y="1139"/>
                    <a:pt x="174" y="1017"/>
                    <a:pt x="224" y="906"/>
                  </a:cubicBezTo>
                  <a:cubicBezTo>
                    <a:pt x="255" y="825"/>
                    <a:pt x="296" y="743"/>
                    <a:pt x="326" y="662"/>
                  </a:cubicBezTo>
                  <a:cubicBezTo>
                    <a:pt x="397" y="468"/>
                    <a:pt x="407" y="296"/>
                    <a:pt x="377" y="143"/>
                  </a:cubicBezTo>
                  <a:cubicBezTo>
                    <a:pt x="367" y="102"/>
                    <a:pt x="346" y="52"/>
                    <a:pt x="326" y="11"/>
                  </a:cubicBezTo>
                  <a:cubicBezTo>
                    <a:pt x="326" y="11"/>
                    <a:pt x="316" y="1"/>
                    <a:pt x="306" y="1"/>
                  </a:cubicBezTo>
                  <a:close/>
                </a:path>
              </a:pathLst>
            </a:custGeom>
            <a:solidFill>
              <a:srgbClr val="9C68D4"/>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4890;p66">
              <a:extLst>
                <a:ext uri="{FF2B5EF4-FFF2-40B4-BE49-F238E27FC236}">
                  <a16:creationId xmlns:a16="http://schemas.microsoft.com/office/drawing/2014/main" id="{37D94FC3-BF40-441D-A785-2ED021C0C1B0}"/>
                </a:ext>
              </a:extLst>
            </p:cNvPr>
            <p:cNvSpPr/>
            <p:nvPr/>
          </p:nvSpPr>
          <p:spPr>
            <a:xfrm>
              <a:off x="3745750" y="2011100"/>
              <a:ext cx="17300" cy="35625"/>
            </a:xfrm>
            <a:custGeom>
              <a:avLst/>
              <a:gdLst/>
              <a:ahLst/>
              <a:cxnLst/>
              <a:rect l="l" t="t" r="r" b="b"/>
              <a:pathLst>
                <a:path w="692" h="1425" extrusionOk="0">
                  <a:moveTo>
                    <a:pt x="163" y="1"/>
                  </a:moveTo>
                  <a:cubicBezTo>
                    <a:pt x="163" y="1"/>
                    <a:pt x="153" y="1"/>
                    <a:pt x="153" y="10"/>
                  </a:cubicBezTo>
                  <a:cubicBezTo>
                    <a:pt x="61" y="92"/>
                    <a:pt x="21" y="214"/>
                    <a:pt x="11" y="387"/>
                  </a:cubicBezTo>
                  <a:cubicBezTo>
                    <a:pt x="0" y="509"/>
                    <a:pt x="11" y="611"/>
                    <a:pt x="41" y="702"/>
                  </a:cubicBezTo>
                  <a:cubicBezTo>
                    <a:pt x="102" y="864"/>
                    <a:pt x="214" y="986"/>
                    <a:pt x="316" y="1078"/>
                  </a:cubicBezTo>
                  <a:cubicBezTo>
                    <a:pt x="346" y="1119"/>
                    <a:pt x="387" y="1149"/>
                    <a:pt x="427" y="1190"/>
                  </a:cubicBezTo>
                  <a:cubicBezTo>
                    <a:pt x="499" y="1251"/>
                    <a:pt x="580" y="1322"/>
                    <a:pt x="641" y="1404"/>
                  </a:cubicBezTo>
                  <a:cubicBezTo>
                    <a:pt x="651" y="1414"/>
                    <a:pt x="651" y="1414"/>
                    <a:pt x="651" y="1424"/>
                  </a:cubicBezTo>
                  <a:cubicBezTo>
                    <a:pt x="672" y="1414"/>
                    <a:pt x="682" y="1404"/>
                    <a:pt x="692" y="1404"/>
                  </a:cubicBezTo>
                  <a:cubicBezTo>
                    <a:pt x="682" y="1393"/>
                    <a:pt x="682" y="1383"/>
                    <a:pt x="672" y="1373"/>
                  </a:cubicBezTo>
                  <a:cubicBezTo>
                    <a:pt x="611" y="1302"/>
                    <a:pt x="529" y="1221"/>
                    <a:pt x="448" y="1160"/>
                  </a:cubicBezTo>
                  <a:cubicBezTo>
                    <a:pt x="418" y="1119"/>
                    <a:pt x="377" y="1088"/>
                    <a:pt x="346" y="1047"/>
                  </a:cubicBezTo>
                  <a:cubicBezTo>
                    <a:pt x="255" y="966"/>
                    <a:pt x="133" y="834"/>
                    <a:pt x="82" y="681"/>
                  </a:cubicBezTo>
                  <a:cubicBezTo>
                    <a:pt x="52" y="600"/>
                    <a:pt x="41" y="498"/>
                    <a:pt x="52" y="387"/>
                  </a:cubicBezTo>
                  <a:cubicBezTo>
                    <a:pt x="61" y="234"/>
                    <a:pt x="102" y="112"/>
                    <a:pt x="183" y="31"/>
                  </a:cubicBezTo>
                  <a:lnTo>
                    <a:pt x="183" y="10"/>
                  </a:lnTo>
                  <a:cubicBezTo>
                    <a:pt x="174" y="1"/>
                    <a:pt x="174" y="1"/>
                    <a:pt x="163" y="1"/>
                  </a:cubicBezTo>
                  <a:close/>
                </a:path>
              </a:pathLst>
            </a:custGeom>
            <a:solidFill>
              <a:srgbClr val="9C68D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4891;p66">
              <a:extLst>
                <a:ext uri="{FF2B5EF4-FFF2-40B4-BE49-F238E27FC236}">
                  <a16:creationId xmlns:a16="http://schemas.microsoft.com/office/drawing/2014/main" id="{95B1FCE7-DA2C-4902-AB5B-D0A054B3135F}"/>
                </a:ext>
              </a:extLst>
            </p:cNvPr>
            <p:cNvSpPr/>
            <p:nvPr/>
          </p:nvSpPr>
          <p:spPr>
            <a:xfrm>
              <a:off x="3725675" y="2040600"/>
              <a:ext cx="30525" cy="9925"/>
            </a:xfrm>
            <a:custGeom>
              <a:avLst/>
              <a:gdLst/>
              <a:ahLst/>
              <a:cxnLst/>
              <a:rect l="l" t="t" r="r" b="b"/>
              <a:pathLst>
                <a:path w="1221" h="397" extrusionOk="0">
                  <a:moveTo>
                    <a:pt x="21" y="0"/>
                  </a:moveTo>
                  <a:cubicBezTo>
                    <a:pt x="10" y="0"/>
                    <a:pt x="1" y="10"/>
                    <a:pt x="1" y="20"/>
                  </a:cubicBezTo>
                  <a:cubicBezTo>
                    <a:pt x="1" y="142"/>
                    <a:pt x="123" y="285"/>
                    <a:pt x="336" y="305"/>
                  </a:cubicBezTo>
                  <a:cubicBezTo>
                    <a:pt x="397" y="305"/>
                    <a:pt x="458" y="305"/>
                    <a:pt x="509" y="315"/>
                  </a:cubicBezTo>
                  <a:cubicBezTo>
                    <a:pt x="661" y="315"/>
                    <a:pt x="824" y="325"/>
                    <a:pt x="977" y="356"/>
                  </a:cubicBezTo>
                  <a:cubicBezTo>
                    <a:pt x="997" y="356"/>
                    <a:pt x="1017" y="356"/>
                    <a:pt x="1038" y="366"/>
                  </a:cubicBezTo>
                  <a:cubicBezTo>
                    <a:pt x="1139" y="376"/>
                    <a:pt x="1200" y="396"/>
                    <a:pt x="1200" y="396"/>
                  </a:cubicBezTo>
                  <a:lnTo>
                    <a:pt x="1221" y="376"/>
                  </a:lnTo>
                  <a:cubicBezTo>
                    <a:pt x="1149" y="346"/>
                    <a:pt x="1068" y="325"/>
                    <a:pt x="986" y="315"/>
                  </a:cubicBezTo>
                  <a:cubicBezTo>
                    <a:pt x="824" y="285"/>
                    <a:pt x="672" y="274"/>
                    <a:pt x="509" y="264"/>
                  </a:cubicBezTo>
                  <a:lnTo>
                    <a:pt x="336" y="264"/>
                  </a:lnTo>
                  <a:cubicBezTo>
                    <a:pt x="153" y="244"/>
                    <a:pt x="41" y="132"/>
                    <a:pt x="41" y="20"/>
                  </a:cubicBezTo>
                  <a:cubicBezTo>
                    <a:pt x="41" y="10"/>
                    <a:pt x="31" y="0"/>
                    <a:pt x="21" y="0"/>
                  </a:cubicBezTo>
                  <a:close/>
                </a:path>
              </a:pathLst>
            </a:custGeom>
            <a:solidFill>
              <a:srgbClr val="9C68D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4892;p66">
              <a:extLst>
                <a:ext uri="{FF2B5EF4-FFF2-40B4-BE49-F238E27FC236}">
                  <a16:creationId xmlns:a16="http://schemas.microsoft.com/office/drawing/2014/main" id="{92BBAC9A-3EBA-4EBF-AFB2-F2F994F3E6CF}"/>
                </a:ext>
              </a:extLst>
            </p:cNvPr>
            <p:cNvSpPr/>
            <p:nvPr/>
          </p:nvSpPr>
          <p:spPr>
            <a:xfrm>
              <a:off x="3801150" y="2026100"/>
              <a:ext cx="7925" cy="10700"/>
            </a:xfrm>
            <a:custGeom>
              <a:avLst/>
              <a:gdLst/>
              <a:ahLst/>
              <a:cxnLst/>
              <a:rect l="l" t="t" r="r" b="b"/>
              <a:pathLst>
                <a:path w="317" h="428" extrusionOk="0">
                  <a:moveTo>
                    <a:pt x="276" y="0"/>
                  </a:moveTo>
                  <a:cubicBezTo>
                    <a:pt x="265" y="0"/>
                    <a:pt x="256" y="11"/>
                    <a:pt x="265" y="31"/>
                  </a:cubicBezTo>
                  <a:cubicBezTo>
                    <a:pt x="265" y="102"/>
                    <a:pt x="245" y="183"/>
                    <a:pt x="184" y="255"/>
                  </a:cubicBezTo>
                  <a:cubicBezTo>
                    <a:pt x="134" y="325"/>
                    <a:pt x="62" y="377"/>
                    <a:pt x="1" y="427"/>
                  </a:cubicBezTo>
                  <a:lnTo>
                    <a:pt x="73" y="427"/>
                  </a:lnTo>
                  <a:cubicBezTo>
                    <a:pt x="123" y="386"/>
                    <a:pt x="174" y="336"/>
                    <a:pt x="215" y="285"/>
                  </a:cubicBezTo>
                  <a:cubicBezTo>
                    <a:pt x="286" y="203"/>
                    <a:pt x="317" y="102"/>
                    <a:pt x="306" y="20"/>
                  </a:cubicBezTo>
                  <a:cubicBezTo>
                    <a:pt x="296" y="11"/>
                    <a:pt x="296" y="0"/>
                    <a:pt x="286" y="0"/>
                  </a:cubicBezTo>
                  <a:close/>
                </a:path>
              </a:pathLst>
            </a:custGeom>
            <a:solidFill>
              <a:srgbClr val="9C68D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 name="Google Shape;4893;p66">
              <a:extLst>
                <a:ext uri="{FF2B5EF4-FFF2-40B4-BE49-F238E27FC236}">
                  <a16:creationId xmlns:a16="http://schemas.microsoft.com/office/drawing/2014/main" id="{9EAE2BA4-3789-4B59-8A56-C0F08162C6FA}"/>
                </a:ext>
              </a:extLst>
            </p:cNvPr>
            <p:cNvSpPr/>
            <p:nvPr/>
          </p:nvSpPr>
          <p:spPr>
            <a:xfrm>
              <a:off x="3715250" y="2043650"/>
              <a:ext cx="25" cy="525"/>
            </a:xfrm>
            <a:custGeom>
              <a:avLst/>
              <a:gdLst/>
              <a:ahLst/>
              <a:cxnLst/>
              <a:rect l="l" t="t" r="r" b="b"/>
              <a:pathLst>
                <a:path w="1" h="21" extrusionOk="0">
                  <a:moveTo>
                    <a:pt x="0" y="20"/>
                  </a:moveTo>
                  <a:lnTo>
                    <a:pt x="0" y="20"/>
                  </a:lnTo>
                  <a:lnTo>
                    <a:pt x="0" y="20"/>
                  </a:lnTo>
                  <a:close/>
                  <a:moveTo>
                    <a:pt x="0" y="10"/>
                  </a:moveTo>
                  <a:lnTo>
                    <a:pt x="0" y="10"/>
                  </a:lnTo>
                  <a:lnTo>
                    <a:pt x="0" y="10"/>
                  </a:lnTo>
                  <a:close/>
                  <a:moveTo>
                    <a:pt x="0" y="10"/>
                  </a:moveTo>
                  <a:lnTo>
                    <a:pt x="0" y="10"/>
                  </a:lnTo>
                  <a:lnTo>
                    <a:pt x="0" y="10"/>
                  </a:lnTo>
                  <a:close/>
                  <a:moveTo>
                    <a:pt x="0" y="10"/>
                  </a:moveTo>
                  <a:lnTo>
                    <a:pt x="0" y="10"/>
                  </a:lnTo>
                  <a:lnTo>
                    <a:pt x="0" y="10"/>
                  </a:lnTo>
                  <a:close/>
                  <a:moveTo>
                    <a:pt x="0" y="0"/>
                  </a:moveTo>
                  <a:lnTo>
                    <a:pt x="0" y="10"/>
                  </a:lnTo>
                  <a:lnTo>
                    <a:pt x="0" y="0"/>
                  </a:lnTo>
                  <a:close/>
                  <a:moveTo>
                    <a:pt x="0" y="0"/>
                  </a:moveTo>
                  <a:lnTo>
                    <a:pt x="0" y="0"/>
                  </a:ln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4" name="Google Shape;4894;p66">
              <a:extLst>
                <a:ext uri="{FF2B5EF4-FFF2-40B4-BE49-F238E27FC236}">
                  <a16:creationId xmlns:a16="http://schemas.microsoft.com/office/drawing/2014/main" id="{942FB0A0-2FFF-4F80-B6E3-FA7F6415E536}"/>
                </a:ext>
              </a:extLst>
            </p:cNvPr>
            <p:cNvSpPr/>
            <p:nvPr/>
          </p:nvSpPr>
          <p:spPr>
            <a:xfrm>
              <a:off x="3715000" y="2036025"/>
              <a:ext cx="103225" cy="30525"/>
            </a:xfrm>
            <a:custGeom>
              <a:avLst/>
              <a:gdLst/>
              <a:ahLst/>
              <a:cxnLst/>
              <a:rect l="l" t="t" r="r" b="b"/>
              <a:pathLst>
                <a:path w="4129" h="1221" extrusionOk="0">
                  <a:moveTo>
                    <a:pt x="3437" y="30"/>
                  </a:moveTo>
                  <a:lnTo>
                    <a:pt x="3437" y="31"/>
                  </a:lnTo>
                  <a:lnTo>
                    <a:pt x="3437" y="31"/>
                  </a:lnTo>
                  <a:cubicBezTo>
                    <a:pt x="3440" y="30"/>
                    <a:pt x="3444" y="30"/>
                    <a:pt x="3447" y="30"/>
                  </a:cubicBezTo>
                  <a:close/>
                  <a:moveTo>
                    <a:pt x="3519" y="30"/>
                  </a:moveTo>
                  <a:cubicBezTo>
                    <a:pt x="3498" y="41"/>
                    <a:pt x="3488" y="50"/>
                    <a:pt x="3467" y="71"/>
                  </a:cubicBezTo>
                  <a:lnTo>
                    <a:pt x="3244" y="234"/>
                  </a:lnTo>
                  <a:cubicBezTo>
                    <a:pt x="3214" y="264"/>
                    <a:pt x="3173" y="295"/>
                    <a:pt x="3142" y="325"/>
                  </a:cubicBezTo>
                  <a:cubicBezTo>
                    <a:pt x="3305" y="305"/>
                    <a:pt x="3488" y="295"/>
                    <a:pt x="3681" y="295"/>
                  </a:cubicBezTo>
                  <a:cubicBezTo>
                    <a:pt x="3783" y="295"/>
                    <a:pt x="3894" y="295"/>
                    <a:pt x="4007" y="305"/>
                  </a:cubicBezTo>
                  <a:cubicBezTo>
                    <a:pt x="4057" y="224"/>
                    <a:pt x="4108" y="142"/>
                    <a:pt x="4129" y="50"/>
                  </a:cubicBezTo>
                  <a:cubicBezTo>
                    <a:pt x="4007" y="30"/>
                    <a:pt x="3854" y="30"/>
                    <a:pt x="3671" y="30"/>
                  </a:cubicBezTo>
                  <a:close/>
                  <a:moveTo>
                    <a:pt x="3437" y="31"/>
                  </a:moveTo>
                  <a:cubicBezTo>
                    <a:pt x="3196" y="42"/>
                    <a:pt x="2935" y="72"/>
                    <a:pt x="2674" y="132"/>
                  </a:cubicBezTo>
                  <a:cubicBezTo>
                    <a:pt x="2664" y="142"/>
                    <a:pt x="2664" y="152"/>
                    <a:pt x="2654" y="163"/>
                  </a:cubicBezTo>
                  <a:cubicBezTo>
                    <a:pt x="2613" y="234"/>
                    <a:pt x="2552" y="346"/>
                    <a:pt x="2542" y="468"/>
                  </a:cubicBezTo>
                  <a:cubicBezTo>
                    <a:pt x="2695" y="417"/>
                    <a:pt x="2878" y="366"/>
                    <a:pt x="3071" y="335"/>
                  </a:cubicBezTo>
                  <a:cubicBezTo>
                    <a:pt x="3112" y="285"/>
                    <a:pt x="3173" y="244"/>
                    <a:pt x="3223" y="203"/>
                  </a:cubicBezTo>
                  <a:lnTo>
                    <a:pt x="3437" y="31"/>
                  </a:lnTo>
                  <a:close/>
                  <a:moveTo>
                    <a:pt x="2613" y="152"/>
                  </a:moveTo>
                  <a:lnTo>
                    <a:pt x="2613" y="152"/>
                  </a:lnTo>
                  <a:cubicBezTo>
                    <a:pt x="2522" y="173"/>
                    <a:pt x="2420" y="203"/>
                    <a:pt x="2329" y="234"/>
                  </a:cubicBezTo>
                  <a:cubicBezTo>
                    <a:pt x="2349" y="325"/>
                    <a:pt x="2390" y="417"/>
                    <a:pt x="2430" y="498"/>
                  </a:cubicBezTo>
                  <a:cubicBezTo>
                    <a:pt x="2451" y="498"/>
                    <a:pt x="2471" y="488"/>
                    <a:pt x="2491" y="478"/>
                  </a:cubicBezTo>
                  <a:cubicBezTo>
                    <a:pt x="2502" y="346"/>
                    <a:pt x="2563" y="224"/>
                    <a:pt x="2613" y="152"/>
                  </a:cubicBezTo>
                  <a:close/>
                  <a:moveTo>
                    <a:pt x="2288" y="244"/>
                  </a:moveTo>
                  <a:cubicBezTo>
                    <a:pt x="2166" y="285"/>
                    <a:pt x="2044" y="346"/>
                    <a:pt x="1922" y="407"/>
                  </a:cubicBezTo>
                  <a:cubicBezTo>
                    <a:pt x="1993" y="488"/>
                    <a:pt x="2044" y="579"/>
                    <a:pt x="2064" y="671"/>
                  </a:cubicBezTo>
                  <a:cubicBezTo>
                    <a:pt x="2156" y="620"/>
                    <a:pt x="2268" y="569"/>
                    <a:pt x="2390" y="518"/>
                  </a:cubicBezTo>
                  <a:cubicBezTo>
                    <a:pt x="2349" y="437"/>
                    <a:pt x="2308" y="346"/>
                    <a:pt x="2288" y="244"/>
                  </a:cubicBezTo>
                  <a:close/>
                  <a:moveTo>
                    <a:pt x="1881" y="427"/>
                  </a:moveTo>
                  <a:cubicBezTo>
                    <a:pt x="1800" y="468"/>
                    <a:pt x="1729" y="508"/>
                    <a:pt x="1648" y="559"/>
                  </a:cubicBezTo>
                  <a:cubicBezTo>
                    <a:pt x="1759" y="610"/>
                    <a:pt x="1861" y="681"/>
                    <a:pt x="1922" y="762"/>
                  </a:cubicBezTo>
                  <a:cubicBezTo>
                    <a:pt x="1963" y="742"/>
                    <a:pt x="1993" y="722"/>
                    <a:pt x="2034" y="691"/>
                  </a:cubicBezTo>
                  <a:cubicBezTo>
                    <a:pt x="2003" y="600"/>
                    <a:pt x="1953" y="508"/>
                    <a:pt x="1881" y="427"/>
                  </a:cubicBezTo>
                  <a:close/>
                  <a:moveTo>
                    <a:pt x="153" y="0"/>
                  </a:moveTo>
                  <a:cubicBezTo>
                    <a:pt x="92" y="71"/>
                    <a:pt x="41" y="173"/>
                    <a:pt x="10" y="305"/>
                  </a:cubicBezTo>
                  <a:lnTo>
                    <a:pt x="10" y="315"/>
                  </a:lnTo>
                  <a:lnTo>
                    <a:pt x="10" y="325"/>
                  </a:lnTo>
                  <a:cubicBezTo>
                    <a:pt x="1" y="366"/>
                    <a:pt x="1" y="407"/>
                    <a:pt x="1" y="457"/>
                  </a:cubicBezTo>
                  <a:cubicBezTo>
                    <a:pt x="1" y="803"/>
                    <a:pt x="245" y="1128"/>
                    <a:pt x="692" y="1220"/>
                  </a:cubicBezTo>
                  <a:cubicBezTo>
                    <a:pt x="986" y="1058"/>
                    <a:pt x="1282" y="976"/>
                    <a:pt x="1505" y="976"/>
                  </a:cubicBezTo>
                  <a:cubicBezTo>
                    <a:pt x="1566" y="976"/>
                    <a:pt x="1617" y="986"/>
                    <a:pt x="1657" y="996"/>
                  </a:cubicBezTo>
                  <a:cubicBezTo>
                    <a:pt x="1657" y="996"/>
                    <a:pt x="1729" y="905"/>
                    <a:pt x="1892" y="783"/>
                  </a:cubicBezTo>
                  <a:cubicBezTo>
                    <a:pt x="1780" y="640"/>
                    <a:pt x="1596" y="579"/>
                    <a:pt x="1465" y="549"/>
                  </a:cubicBezTo>
                  <a:cubicBezTo>
                    <a:pt x="1404" y="539"/>
                    <a:pt x="1312" y="529"/>
                    <a:pt x="1221" y="529"/>
                  </a:cubicBezTo>
                  <a:cubicBezTo>
                    <a:pt x="1017" y="529"/>
                    <a:pt x="763" y="559"/>
                    <a:pt x="519" y="681"/>
                  </a:cubicBezTo>
                  <a:cubicBezTo>
                    <a:pt x="519" y="681"/>
                    <a:pt x="41" y="457"/>
                    <a:pt x="153" y="0"/>
                  </a:cubicBezTo>
                  <a:close/>
                </a:path>
              </a:pathLst>
            </a:custGeom>
            <a:solidFill>
              <a:schemeClr val="bg1">
                <a:lumMod val="65000"/>
                <a:lumOff val="35000"/>
              </a:schemeClr>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4895;p66">
              <a:extLst>
                <a:ext uri="{FF2B5EF4-FFF2-40B4-BE49-F238E27FC236}">
                  <a16:creationId xmlns:a16="http://schemas.microsoft.com/office/drawing/2014/main" id="{C6BB8F9E-FDBF-434C-83F0-C75059F4EBFB}"/>
                </a:ext>
              </a:extLst>
            </p:cNvPr>
            <p:cNvSpPr/>
            <p:nvPr/>
          </p:nvSpPr>
          <p:spPr>
            <a:xfrm>
              <a:off x="3777275" y="2039300"/>
              <a:ext cx="4600" cy="8675"/>
            </a:xfrm>
            <a:custGeom>
              <a:avLst/>
              <a:gdLst/>
              <a:ahLst/>
              <a:cxnLst/>
              <a:rect l="l" t="t" r="r" b="b"/>
              <a:pathLst>
                <a:path w="184" h="347" extrusionOk="0">
                  <a:moveTo>
                    <a:pt x="183" y="1"/>
                  </a:moveTo>
                  <a:lnTo>
                    <a:pt x="183" y="1"/>
                  </a:lnTo>
                  <a:cubicBezTo>
                    <a:pt x="163" y="11"/>
                    <a:pt x="143" y="11"/>
                    <a:pt x="122" y="21"/>
                  </a:cubicBezTo>
                  <a:cubicBezTo>
                    <a:pt x="72" y="93"/>
                    <a:pt x="11" y="215"/>
                    <a:pt x="0" y="347"/>
                  </a:cubicBezTo>
                  <a:cubicBezTo>
                    <a:pt x="21" y="347"/>
                    <a:pt x="31" y="337"/>
                    <a:pt x="51" y="337"/>
                  </a:cubicBezTo>
                  <a:cubicBezTo>
                    <a:pt x="61" y="215"/>
                    <a:pt x="122" y="103"/>
                    <a:pt x="163" y="32"/>
                  </a:cubicBezTo>
                  <a:cubicBezTo>
                    <a:pt x="173" y="21"/>
                    <a:pt x="173" y="11"/>
                    <a:pt x="183" y="1"/>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 name="Google Shape;4896;p66">
              <a:extLst>
                <a:ext uri="{FF2B5EF4-FFF2-40B4-BE49-F238E27FC236}">
                  <a16:creationId xmlns:a16="http://schemas.microsoft.com/office/drawing/2014/main" id="{9A357898-934B-4F17-8E8D-20A5F2EF1DD2}"/>
                </a:ext>
              </a:extLst>
            </p:cNvPr>
            <p:cNvSpPr/>
            <p:nvPr/>
          </p:nvSpPr>
          <p:spPr>
            <a:xfrm>
              <a:off x="3772175" y="2041850"/>
              <a:ext cx="3600" cy="7150"/>
            </a:xfrm>
            <a:custGeom>
              <a:avLst/>
              <a:gdLst/>
              <a:ahLst/>
              <a:cxnLst/>
              <a:rect l="l" t="t" r="r" b="b"/>
              <a:pathLst>
                <a:path w="144" h="286" extrusionOk="0">
                  <a:moveTo>
                    <a:pt x="42" y="1"/>
                  </a:moveTo>
                  <a:cubicBezTo>
                    <a:pt x="32" y="1"/>
                    <a:pt x="11" y="11"/>
                    <a:pt x="1" y="11"/>
                  </a:cubicBezTo>
                  <a:cubicBezTo>
                    <a:pt x="21" y="113"/>
                    <a:pt x="62" y="204"/>
                    <a:pt x="103" y="285"/>
                  </a:cubicBezTo>
                  <a:cubicBezTo>
                    <a:pt x="123" y="275"/>
                    <a:pt x="133" y="275"/>
                    <a:pt x="143" y="265"/>
                  </a:cubicBezTo>
                  <a:cubicBezTo>
                    <a:pt x="103" y="184"/>
                    <a:pt x="62" y="92"/>
                    <a:pt x="42" y="1"/>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 name="Google Shape;4897;p66">
              <a:extLst>
                <a:ext uri="{FF2B5EF4-FFF2-40B4-BE49-F238E27FC236}">
                  <a16:creationId xmlns:a16="http://schemas.microsoft.com/office/drawing/2014/main" id="{CB4C0C98-8D23-4C99-AE46-A734A14DDBEC}"/>
                </a:ext>
              </a:extLst>
            </p:cNvPr>
            <p:cNvSpPr/>
            <p:nvPr/>
          </p:nvSpPr>
          <p:spPr>
            <a:xfrm>
              <a:off x="3762025" y="2046175"/>
              <a:ext cx="4600" cy="7150"/>
            </a:xfrm>
            <a:custGeom>
              <a:avLst/>
              <a:gdLst/>
              <a:ahLst/>
              <a:cxnLst/>
              <a:rect l="l" t="t" r="r" b="b"/>
              <a:pathLst>
                <a:path w="184" h="286" extrusionOk="0">
                  <a:moveTo>
                    <a:pt x="41" y="1"/>
                  </a:moveTo>
                  <a:cubicBezTo>
                    <a:pt x="31" y="1"/>
                    <a:pt x="21" y="11"/>
                    <a:pt x="0" y="21"/>
                  </a:cubicBezTo>
                  <a:cubicBezTo>
                    <a:pt x="72" y="102"/>
                    <a:pt x="122" y="194"/>
                    <a:pt x="153" y="285"/>
                  </a:cubicBezTo>
                  <a:cubicBezTo>
                    <a:pt x="163" y="285"/>
                    <a:pt x="173" y="275"/>
                    <a:pt x="183" y="265"/>
                  </a:cubicBezTo>
                  <a:cubicBezTo>
                    <a:pt x="163" y="173"/>
                    <a:pt x="112" y="82"/>
                    <a:pt x="41" y="1"/>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 name="Google Shape;4898;p66">
              <a:extLst>
                <a:ext uri="{FF2B5EF4-FFF2-40B4-BE49-F238E27FC236}">
                  <a16:creationId xmlns:a16="http://schemas.microsoft.com/office/drawing/2014/main" id="{FACF1FEF-EF2B-438D-B761-7BD90242AEA1}"/>
                </a:ext>
              </a:extLst>
            </p:cNvPr>
            <p:cNvSpPr/>
            <p:nvPr/>
          </p:nvSpPr>
          <p:spPr>
            <a:xfrm>
              <a:off x="3751600" y="2049750"/>
              <a:ext cx="11450" cy="5850"/>
            </a:xfrm>
            <a:custGeom>
              <a:avLst/>
              <a:gdLst/>
              <a:ahLst/>
              <a:cxnLst/>
              <a:rect l="l" t="t" r="r" b="b"/>
              <a:pathLst>
                <a:path w="458" h="234" extrusionOk="0">
                  <a:moveTo>
                    <a:pt x="1" y="0"/>
                  </a:moveTo>
                  <a:cubicBezTo>
                    <a:pt x="132" y="30"/>
                    <a:pt x="316" y="91"/>
                    <a:pt x="428" y="234"/>
                  </a:cubicBezTo>
                  <a:cubicBezTo>
                    <a:pt x="438" y="234"/>
                    <a:pt x="448" y="224"/>
                    <a:pt x="458" y="213"/>
                  </a:cubicBezTo>
                  <a:cubicBezTo>
                    <a:pt x="397" y="132"/>
                    <a:pt x="295" y="61"/>
                    <a:pt x="184" y="10"/>
                  </a:cubicBezTo>
                  <a:lnTo>
                    <a:pt x="163" y="30"/>
                  </a:lnTo>
                  <a:cubicBezTo>
                    <a:pt x="163" y="30"/>
                    <a:pt x="102" y="10"/>
                    <a:pt x="1" y="0"/>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 name="Google Shape;4899;p66">
              <a:extLst>
                <a:ext uri="{FF2B5EF4-FFF2-40B4-BE49-F238E27FC236}">
                  <a16:creationId xmlns:a16="http://schemas.microsoft.com/office/drawing/2014/main" id="{DED1F75D-A76A-4EDD-BEC2-EC71610D97C5}"/>
                </a:ext>
              </a:extLst>
            </p:cNvPr>
            <p:cNvSpPr/>
            <p:nvPr/>
          </p:nvSpPr>
          <p:spPr>
            <a:xfrm>
              <a:off x="3791775" y="2036775"/>
              <a:ext cx="11200" cy="7650"/>
            </a:xfrm>
            <a:custGeom>
              <a:avLst/>
              <a:gdLst/>
              <a:ahLst/>
              <a:cxnLst/>
              <a:rect l="l" t="t" r="r" b="b"/>
              <a:pathLst>
                <a:path w="448" h="306" extrusionOk="0">
                  <a:moveTo>
                    <a:pt x="366" y="0"/>
                  </a:moveTo>
                  <a:lnTo>
                    <a:pt x="152" y="173"/>
                  </a:lnTo>
                  <a:cubicBezTo>
                    <a:pt x="102" y="214"/>
                    <a:pt x="41" y="255"/>
                    <a:pt x="0" y="305"/>
                  </a:cubicBezTo>
                  <a:cubicBezTo>
                    <a:pt x="30" y="305"/>
                    <a:pt x="51" y="305"/>
                    <a:pt x="71" y="295"/>
                  </a:cubicBezTo>
                  <a:cubicBezTo>
                    <a:pt x="102" y="265"/>
                    <a:pt x="143" y="234"/>
                    <a:pt x="173" y="204"/>
                  </a:cubicBezTo>
                  <a:lnTo>
                    <a:pt x="396" y="41"/>
                  </a:lnTo>
                  <a:cubicBezTo>
                    <a:pt x="417" y="20"/>
                    <a:pt x="427" y="11"/>
                    <a:pt x="448" y="0"/>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 name="Google Shape;4900;p66">
              <a:extLst>
                <a:ext uri="{FF2B5EF4-FFF2-40B4-BE49-F238E27FC236}">
                  <a16:creationId xmlns:a16="http://schemas.microsoft.com/office/drawing/2014/main" id="{3D90D6D4-58DC-4214-8DB8-5068D173ACC0}"/>
                </a:ext>
              </a:extLst>
            </p:cNvPr>
            <p:cNvSpPr/>
            <p:nvPr/>
          </p:nvSpPr>
          <p:spPr>
            <a:xfrm>
              <a:off x="3873100" y="2153700"/>
              <a:ext cx="167025" cy="176425"/>
            </a:xfrm>
            <a:custGeom>
              <a:avLst/>
              <a:gdLst/>
              <a:ahLst/>
              <a:cxnLst/>
              <a:rect l="l" t="t" r="r" b="b"/>
              <a:pathLst>
                <a:path w="6681" h="7057" extrusionOk="0">
                  <a:moveTo>
                    <a:pt x="3336" y="0"/>
                  </a:moveTo>
                  <a:lnTo>
                    <a:pt x="1" y="3244"/>
                  </a:lnTo>
                  <a:lnTo>
                    <a:pt x="3824" y="7057"/>
                  </a:lnTo>
                  <a:lnTo>
                    <a:pt x="6681" y="4271"/>
                  </a:lnTo>
                  <a:lnTo>
                    <a:pt x="4830" y="2309"/>
                  </a:lnTo>
                  <a:lnTo>
                    <a:pt x="5155" y="1993"/>
                  </a:lnTo>
                  <a:lnTo>
                    <a:pt x="3336" y="0"/>
                  </a:lnTo>
                  <a:close/>
                </a:path>
              </a:pathLst>
            </a:custGeom>
            <a:solidFill>
              <a:srgbClr val="965AD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 name="Google Shape;4901;p66">
              <a:extLst>
                <a:ext uri="{FF2B5EF4-FFF2-40B4-BE49-F238E27FC236}">
                  <a16:creationId xmlns:a16="http://schemas.microsoft.com/office/drawing/2014/main" id="{EA9E1C59-0481-4794-B598-1F954E20A4F5}"/>
                </a:ext>
              </a:extLst>
            </p:cNvPr>
            <p:cNvSpPr/>
            <p:nvPr/>
          </p:nvSpPr>
          <p:spPr>
            <a:xfrm>
              <a:off x="3947325" y="2153700"/>
              <a:ext cx="54675" cy="57725"/>
            </a:xfrm>
            <a:custGeom>
              <a:avLst/>
              <a:gdLst/>
              <a:ahLst/>
              <a:cxnLst/>
              <a:rect l="l" t="t" r="r" b="b"/>
              <a:pathLst>
                <a:path w="2187" h="2309" extrusionOk="0">
                  <a:moveTo>
                    <a:pt x="367" y="0"/>
                  </a:moveTo>
                  <a:lnTo>
                    <a:pt x="1" y="357"/>
                  </a:lnTo>
                  <a:lnTo>
                    <a:pt x="1861" y="2309"/>
                  </a:lnTo>
                  <a:lnTo>
                    <a:pt x="2186" y="1993"/>
                  </a:lnTo>
                  <a:lnTo>
                    <a:pt x="367" y="0"/>
                  </a:lnTo>
                  <a:close/>
                </a:path>
              </a:pathLst>
            </a:custGeom>
            <a:solidFill>
              <a:srgbClr val="8348C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 name="Google Shape;4902;p66">
              <a:extLst>
                <a:ext uri="{FF2B5EF4-FFF2-40B4-BE49-F238E27FC236}">
                  <a16:creationId xmlns:a16="http://schemas.microsoft.com/office/drawing/2014/main" id="{E19E7F3B-B5C3-4907-87DE-8DE1040282E5}"/>
                </a:ext>
              </a:extLst>
            </p:cNvPr>
            <p:cNvSpPr/>
            <p:nvPr/>
          </p:nvSpPr>
          <p:spPr>
            <a:xfrm>
              <a:off x="3873100" y="2162600"/>
              <a:ext cx="167025" cy="167525"/>
            </a:xfrm>
            <a:custGeom>
              <a:avLst/>
              <a:gdLst/>
              <a:ahLst/>
              <a:cxnLst/>
              <a:rect l="l" t="t" r="r" b="b"/>
              <a:pathLst>
                <a:path w="6681" h="6701" extrusionOk="0">
                  <a:moveTo>
                    <a:pt x="2970" y="1"/>
                  </a:moveTo>
                  <a:lnTo>
                    <a:pt x="1" y="2888"/>
                  </a:lnTo>
                  <a:lnTo>
                    <a:pt x="3824" y="6701"/>
                  </a:lnTo>
                  <a:lnTo>
                    <a:pt x="6681" y="3915"/>
                  </a:lnTo>
                  <a:lnTo>
                    <a:pt x="2970" y="1"/>
                  </a:lnTo>
                  <a:close/>
                </a:path>
              </a:pathLst>
            </a:custGeom>
            <a:solidFill>
              <a:srgbClr val="965AD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 name="Google Shape;4903;p66">
              <a:extLst>
                <a:ext uri="{FF2B5EF4-FFF2-40B4-BE49-F238E27FC236}">
                  <a16:creationId xmlns:a16="http://schemas.microsoft.com/office/drawing/2014/main" id="{9FBDF7C5-C91B-4789-8563-657201EEA421}"/>
                </a:ext>
              </a:extLst>
            </p:cNvPr>
            <p:cNvSpPr/>
            <p:nvPr/>
          </p:nvSpPr>
          <p:spPr>
            <a:xfrm>
              <a:off x="3910725" y="2272150"/>
              <a:ext cx="775" cy="1050"/>
            </a:xfrm>
            <a:custGeom>
              <a:avLst/>
              <a:gdLst/>
              <a:ahLst/>
              <a:cxnLst/>
              <a:rect l="l" t="t" r="r" b="b"/>
              <a:pathLst>
                <a:path w="31" h="42" extrusionOk="0">
                  <a:moveTo>
                    <a:pt x="1" y="0"/>
                  </a:moveTo>
                  <a:lnTo>
                    <a:pt x="31" y="41"/>
                  </a:lnTo>
                  <a:lnTo>
                    <a:pt x="31" y="41"/>
                  </a:lnTo>
                  <a:close/>
                </a:path>
              </a:pathLst>
            </a:custGeom>
            <a:solidFill>
              <a:srgbClr val="CAACE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4904;p66">
              <a:extLst>
                <a:ext uri="{FF2B5EF4-FFF2-40B4-BE49-F238E27FC236}">
                  <a16:creationId xmlns:a16="http://schemas.microsoft.com/office/drawing/2014/main" id="{B94C147C-55B0-4577-9C01-CFEB59792143}"/>
                </a:ext>
              </a:extLst>
            </p:cNvPr>
            <p:cNvSpPr/>
            <p:nvPr/>
          </p:nvSpPr>
          <p:spPr>
            <a:xfrm>
              <a:off x="3911475" y="2273175"/>
              <a:ext cx="25" cy="25"/>
            </a:xfrm>
            <a:custGeom>
              <a:avLst/>
              <a:gdLst/>
              <a:ahLst/>
              <a:cxnLst/>
              <a:rect l="l" t="t" r="r" b="b"/>
              <a:pathLst>
                <a:path w="1" h="1" extrusionOk="0">
                  <a:moveTo>
                    <a:pt x="1" y="0"/>
                  </a:moveTo>
                  <a:lnTo>
                    <a:pt x="1" y="0"/>
                  </a:lnTo>
                  <a:lnTo>
                    <a:pt x="1" y="0"/>
                  </a:lnTo>
                  <a:close/>
                </a:path>
              </a:pathLst>
            </a:custGeom>
            <a:solidFill>
              <a:srgbClr val="C89DC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 name="Google Shape;4905;p66">
              <a:extLst>
                <a:ext uri="{FF2B5EF4-FFF2-40B4-BE49-F238E27FC236}">
                  <a16:creationId xmlns:a16="http://schemas.microsoft.com/office/drawing/2014/main" id="{E7A3E8FE-A9A2-4A49-827B-8C293D83F92B}"/>
                </a:ext>
              </a:extLst>
            </p:cNvPr>
            <p:cNvSpPr/>
            <p:nvPr/>
          </p:nvSpPr>
          <p:spPr>
            <a:xfrm>
              <a:off x="3911475" y="2273175"/>
              <a:ext cx="19100" cy="18825"/>
            </a:xfrm>
            <a:custGeom>
              <a:avLst/>
              <a:gdLst/>
              <a:ahLst/>
              <a:cxnLst/>
              <a:rect l="l" t="t" r="r" b="b"/>
              <a:pathLst>
                <a:path w="764" h="753" extrusionOk="0">
                  <a:moveTo>
                    <a:pt x="1" y="0"/>
                  </a:moveTo>
                  <a:lnTo>
                    <a:pt x="1" y="0"/>
                  </a:lnTo>
                  <a:lnTo>
                    <a:pt x="764" y="752"/>
                  </a:lnTo>
                  <a:lnTo>
                    <a:pt x="764" y="752"/>
                  </a:lnTo>
                  <a:close/>
                </a:path>
              </a:pathLst>
            </a:custGeom>
            <a:solidFill>
              <a:srgbClr val="C4818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 name="Google Shape;4906;p66">
              <a:extLst>
                <a:ext uri="{FF2B5EF4-FFF2-40B4-BE49-F238E27FC236}">
                  <a16:creationId xmlns:a16="http://schemas.microsoft.com/office/drawing/2014/main" id="{03239347-B8B4-4218-AEB8-393E5AB4843C}"/>
                </a:ext>
              </a:extLst>
            </p:cNvPr>
            <p:cNvSpPr/>
            <p:nvPr/>
          </p:nvSpPr>
          <p:spPr>
            <a:xfrm>
              <a:off x="3903100" y="2250050"/>
              <a:ext cx="27475" cy="41950"/>
            </a:xfrm>
            <a:custGeom>
              <a:avLst/>
              <a:gdLst/>
              <a:ahLst/>
              <a:cxnLst/>
              <a:rect l="l" t="t" r="r" b="b"/>
              <a:pathLst>
                <a:path w="1099" h="1678" extrusionOk="0">
                  <a:moveTo>
                    <a:pt x="397" y="0"/>
                  </a:moveTo>
                  <a:cubicBezTo>
                    <a:pt x="356" y="0"/>
                    <a:pt x="306" y="21"/>
                    <a:pt x="265" y="61"/>
                  </a:cubicBezTo>
                  <a:cubicBezTo>
                    <a:pt x="132" y="173"/>
                    <a:pt x="51" y="417"/>
                    <a:pt x="1" y="590"/>
                  </a:cubicBezTo>
                  <a:lnTo>
                    <a:pt x="306" y="884"/>
                  </a:lnTo>
                  <a:lnTo>
                    <a:pt x="1099" y="1677"/>
                  </a:lnTo>
                  <a:cubicBezTo>
                    <a:pt x="1027" y="1230"/>
                    <a:pt x="631" y="854"/>
                    <a:pt x="631" y="854"/>
                  </a:cubicBezTo>
                  <a:cubicBezTo>
                    <a:pt x="631" y="854"/>
                    <a:pt x="702" y="681"/>
                    <a:pt x="702" y="427"/>
                  </a:cubicBezTo>
                  <a:cubicBezTo>
                    <a:pt x="702" y="234"/>
                    <a:pt x="559" y="0"/>
                    <a:pt x="397" y="0"/>
                  </a:cubicBezTo>
                  <a:close/>
                </a:path>
              </a:pathLst>
            </a:custGeom>
            <a:solidFill>
              <a:srgbClr val="773DB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 name="Google Shape;4907;p66">
              <a:extLst>
                <a:ext uri="{FF2B5EF4-FFF2-40B4-BE49-F238E27FC236}">
                  <a16:creationId xmlns:a16="http://schemas.microsoft.com/office/drawing/2014/main" id="{05EAC146-8DAC-4F25-92CA-58DF9BC60E63}"/>
                </a:ext>
              </a:extLst>
            </p:cNvPr>
            <p:cNvSpPr/>
            <p:nvPr/>
          </p:nvSpPr>
          <p:spPr>
            <a:xfrm>
              <a:off x="3947850" y="2293000"/>
              <a:ext cx="58975" cy="18325"/>
            </a:xfrm>
            <a:custGeom>
              <a:avLst/>
              <a:gdLst/>
              <a:ahLst/>
              <a:cxnLst/>
              <a:rect l="l" t="t" r="r" b="b"/>
              <a:pathLst>
                <a:path w="2359" h="733" extrusionOk="0">
                  <a:moveTo>
                    <a:pt x="0" y="651"/>
                  </a:moveTo>
                  <a:lnTo>
                    <a:pt x="0" y="651"/>
                  </a:lnTo>
                  <a:lnTo>
                    <a:pt x="81" y="732"/>
                  </a:lnTo>
                  <a:lnTo>
                    <a:pt x="81" y="732"/>
                  </a:lnTo>
                  <a:close/>
                  <a:moveTo>
                    <a:pt x="2359" y="0"/>
                  </a:moveTo>
                  <a:lnTo>
                    <a:pt x="2359" y="0"/>
                  </a:lnTo>
                  <a:lnTo>
                    <a:pt x="2308" y="51"/>
                  </a:lnTo>
                  <a:close/>
                </a:path>
              </a:pathLst>
            </a:custGeom>
            <a:solidFill>
              <a:srgbClr val="CAACE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 name="Google Shape;4908;p66">
              <a:extLst>
                <a:ext uri="{FF2B5EF4-FFF2-40B4-BE49-F238E27FC236}">
                  <a16:creationId xmlns:a16="http://schemas.microsoft.com/office/drawing/2014/main" id="{9559D59D-A6F8-4AA0-8DF5-06E5C9EDDC11}"/>
                </a:ext>
              </a:extLst>
            </p:cNvPr>
            <p:cNvSpPr/>
            <p:nvPr/>
          </p:nvSpPr>
          <p:spPr>
            <a:xfrm>
              <a:off x="3947850" y="2293000"/>
              <a:ext cx="58975" cy="18325"/>
            </a:xfrm>
            <a:custGeom>
              <a:avLst/>
              <a:gdLst/>
              <a:ahLst/>
              <a:cxnLst/>
              <a:rect l="l" t="t" r="r" b="b"/>
              <a:pathLst>
                <a:path w="2359" h="733" extrusionOk="0">
                  <a:moveTo>
                    <a:pt x="2359" y="0"/>
                  </a:moveTo>
                  <a:lnTo>
                    <a:pt x="0" y="651"/>
                  </a:lnTo>
                  <a:lnTo>
                    <a:pt x="81" y="732"/>
                  </a:lnTo>
                  <a:lnTo>
                    <a:pt x="2043" y="275"/>
                  </a:lnTo>
                  <a:lnTo>
                    <a:pt x="2054" y="305"/>
                  </a:lnTo>
                  <a:lnTo>
                    <a:pt x="2308" y="51"/>
                  </a:lnTo>
                  <a:lnTo>
                    <a:pt x="2359" y="0"/>
                  </a:lnTo>
                  <a:close/>
                </a:path>
              </a:pathLst>
            </a:custGeom>
            <a:solidFill>
              <a:srgbClr val="773DB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Google Shape;4909;p66">
              <a:extLst>
                <a:ext uri="{FF2B5EF4-FFF2-40B4-BE49-F238E27FC236}">
                  <a16:creationId xmlns:a16="http://schemas.microsoft.com/office/drawing/2014/main" id="{40B9DF17-E236-4E79-8C51-9158C6027CF4}"/>
                </a:ext>
              </a:extLst>
            </p:cNvPr>
            <p:cNvSpPr/>
            <p:nvPr/>
          </p:nvSpPr>
          <p:spPr>
            <a:xfrm>
              <a:off x="3854025" y="2293500"/>
              <a:ext cx="81125" cy="120175"/>
            </a:xfrm>
            <a:custGeom>
              <a:avLst/>
              <a:gdLst/>
              <a:ahLst/>
              <a:cxnLst/>
              <a:rect l="l" t="t" r="r" b="b"/>
              <a:pathLst>
                <a:path w="3245" h="4807" extrusionOk="0">
                  <a:moveTo>
                    <a:pt x="32" y="0"/>
                  </a:moveTo>
                  <a:lnTo>
                    <a:pt x="1" y="2431"/>
                  </a:lnTo>
                  <a:cubicBezTo>
                    <a:pt x="237" y="2668"/>
                    <a:pt x="1210" y="4806"/>
                    <a:pt x="2261" y="4806"/>
                  </a:cubicBezTo>
                  <a:cubicBezTo>
                    <a:pt x="2294" y="4806"/>
                    <a:pt x="2327" y="4804"/>
                    <a:pt x="2360" y="4800"/>
                  </a:cubicBezTo>
                  <a:cubicBezTo>
                    <a:pt x="3245" y="4688"/>
                    <a:pt x="3163" y="3549"/>
                    <a:pt x="2391" y="2411"/>
                  </a:cubicBezTo>
                  <a:cubicBezTo>
                    <a:pt x="1201" y="682"/>
                    <a:pt x="642" y="163"/>
                    <a:pt x="3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 name="Google Shape;4910;p66">
              <a:extLst>
                <a:ext uri="{FF2B5EF4-FFF2-40B4-BE49-F238E27FC236}">
                  <a16:creationId xmlns:a16="http://schemas.microsoft.com/office/drawing/2014/main" id="{B518F948-B327-49B6-B588-237A61B5ACA8}"/>
                </a:ext>
              </a:extLst>
            </p:cNvPr>
            <p:cNvSpPr/>
            <p:nvPr/>
          </p:nvSpPr>
          <p:spPr>
            <a:xfrm>
              <a:off x="3872100" y="2347400"/>
              <a:ext cx="35350" cy="66100"/>
            </a:xfrm>
            <a:custGeom>
              <a:avLst/>
              <a:gdLst/>
              <a:ahLst/>
              <a:cxnLst/>
              <a:rect l="l" t="t" r="r" b="b"/>
              <a:pathLst>
                <a:path w="1414" h="2644" extrusionOk="0">
                  <a:moveTo>
                    <a:pt x="753" y="0"/>
                  </a:moveTo>
                  <a:cubicBezTo>
                    <a:pt x="518" y="610"/>
                    <a:pt x="488" y="1210"/>
                    <a:pt x="488" y="1210"/>
                  </a:cubicBezTo>
                  <a:cubicBezTo>
                    <a:pt x="326" y="1292"/>
                    <a:pt x="112" y="1373"/>
                    <a:pt x="0" y="1414"/>
                  </a:cubicBezTo>
                  <a:cubicBezTo>
                    <a:pt x="396" y="1983"/>
                    <a:pt x="884" y="2562"/>
                    <a:pt x="1413" y="2644"/>
                  </a:cubicBezTo>
                  <a:lnTo>
                    <a:pt x="1403" y="2613"/>
                  </a:lnTo>
                  <a:cubicBezTo>
                    <a:pt x="1027" y="2501"/>
                    <a:pt x="803" y="1993"/>
                    <a:pt x="762" y="1403"/>
                  </a:cubicBezTo>
                  <a:cubicBezTo>
                    <a:pt x="753" y="1301"/>
                    <a:pt x="753" y="1190"/>
                    <a:pt x="762" y="1078"/>
                  </a:cubicBezTo>
                  <a:cubicBezTo>
                    <a:pt x="753" y="783"/>
                    <a:pt x="783" y="499"/>
                    <a:pt x="814" y="244"/>
                  </a:cubicBezTo>
                  <a:lnTo>
                    <a:pt x="753" y="0"/>
                  </a:ln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 name="Google Shape;4911;p66">
              <a:extLst>
                <a:ext uri="{FF2B5EF4-FFF2-40B4-BE49-F238E27FC236}">
                  <a16:creationId xmlns:a16="http://schemas.microsoft.com/office/drawing/2014/main" id="{16F4E90A-3B36-4E26-8F17-F4815B407BD1}"/>
                </a:ext>
              </a:extLst>
            </p:cNvPr>
            <p:cNvSpPr/>
            <p:nvPr/>
          </p:nvSpPr>
          <p:spPr>
            <a:xfrm>
              <a:off x="3890900" y="2353500"/>
              <a:ext cx="2800" cy="20850"/>
            </a:xfrm>
            <a:custGeom>
              <a:avLst/>
              <a:gdLst/>
              <a:ahLst/>
              <a:cxnLst/>
              <a:rect l="l" t="t" r="r" b="b"/>
              <a:pathLst>
                <a:path w="112" h="834" extrusionOk="0">
                  <a:moveTo>
                    <a:pt x="62" y="0"/>
                  </a:moveTo>
                  <a:cubicBezTo>
                    <a:pt x="31" y="255"/>
                    <a:pt x="1" y="539"/>
                    <a:pt x="10" y="834"/>
                  </a:cubicBezTo>
                  <a:cubicBezTo>
                    <a:pt x="21" y="621"/>
                    <a:pt x="51" y="397"/>
                    <a:pt x="112" y="183"/>
                  </a:cubicBezTo>
                  <a:lnTo>
                    <a:pt x="62" y="0"/>
                  </a:lnTo>
                  <a:close/>
                </a:path>
              </a:pathLst>
            </a:custGeom>
            <a:solidFill>
              <a:srgbClr val="385E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4912;p66">
              <a:extLst>
                <a:ext uri="{FF2B5EF4-FFF2-40B4-BE49-F238E27FC236}">
                  <a16:creationId xmlns:a16="http://schemas.microsoft.com/office/drawing/2014/main" id="{1C7DAEEC-B954-49DF-8400-008BC279FE8D}"/>
                </a:ext>
              </a:extLst>
            </p:cNvPr>
            <p:cNvSpPr/>
            <p:nvPr/>
          </p:nvSpPr>
          <p:spPr>
            <a:xfrm>
              <a:off x="3857600" y="2319925"/>
              <a:ext cx="19100" cy="61300"/>
            </a:xfrm>
            <a:custGeom>
              <a:avLst/>
              <a:gdLst/>
              <a:ahLst/>
              <a:cxnLst/>
              <a:rect l="l" t="t" r="r" b="b"/>
              <a:pathLst>
                <a:path w="764" h="2452" extrusionOk="0">
                  <a:moveTo>
                    <a:pt x="0" y="1"/>
                  </a:moveTo>
                  <a:cubicBezTo>
                    <a:pt x="0" y="1"/>
                    <a:pt x="438" y="866"/>
                    <a:pt x="499" y="1546"/>
                  </a:cubicBezTo>
                  <a:cubicBezTo>
                    <a:pt x="519" y="1781"/>
                    <a:pt x="488" y="2045"/>
                    <a:pt x="438" y="2289"/>
                  </a:cubicBezTo>
                  <a:cubicBezTo>
                    <a:pt x="478" y="2339"/>
                    <a:pt x="509" y="2400"/>
                    <a:pt x="549" y="2452"/>
                  </a:cubicBezTo>
                  <a:cubicBezTo>
                    <a:pt x="610" y="2269"/>
                    <a:pt x="763" y="1790"/>
                    <a:pt x="661" y="1404"/>
                  </a:cubicBezTo>
                  <a:cubicBezTo>
                    <a:pt x="540" y="916"/>
                    <a:pt x="0" y="1"/>
                    <a:pt x="0" y="1"/>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 name="Google Shape;4913;p66">
              <a:extLst>
                <a:ext uri="{FF2B5EF4-FFF2-40B4-BE49-F238E27FC236}">
                  <a16:creationId xmlns:a16="http://schemas.microsoft.com/office/drawing/2014/main" id="{50512DC5-5103-4414-8F3D-0B2777318C84}"/>
                </a:ext>
              </a:extLst>
            </p:cNvPr>
            <p:cNvSpPr/>
            <p:nvPr/>
          </p:nvSpPr>
          <p:spPr>
            <a:xfrm>
              <a:off x="3886250" y="2307925"/>
              <a:ext cx="64675" cy="105625"/>
            </a:xfrm>
            <a:custGeom>
              <a:avLst/>
              <a:gdLst/>
              <a:ahLst/>
              <a:cxnLst/>
              <a:rect l="l" t="t" r="r" b="b"/>
              <a:pathLst>
                <a:path w="2587" h="4225" extrusionOk="0">
                  <a:moveTo>
                    <a:pt x="1096" y="0"/>
                  </a:moveTo>
                  <a:cubicBezTo>
                    <a:pt x="939" y="0"/>
                    <a:pt x="847" y="13"/>
                    <a:pt x="847" y="13"/>
                  </a:cubicBezTo>
                  <a:cubicBezTo>
                    <a:pt x="725" y="786"/>
                    <a:pt x="318" y="1945"/>
                    <a:pt x="318" y="1945"/>
                  </a:cubicBezTo>
                  <a:cubicBezTo>
                    <a:pt x="1" y="2957"/>
                    <a:pt x="276" y="4225"/>
                    <a:pt x="1016" y="4225"/>
                  </a:cubicBezTo>
                  <a:cubicBezTo>
                    <a:pt x="1057" y="4225"/>
                    <a:pt x="1099" y="4221"/>
                    <a:pt x="1142" y="4213"/>
                  </a:cubicBezTo>
                  <a:cubicBezTo>
                    <a:pt x="2586" y="3938"/>
                    <a:pt x="2403" y="278"/>
                    <a:pt x="2403" y="278"/>
                  </a:cubicBezTo>
                  <a:cubicBezTo>
                    <a:pt x="1867" y="42"/>
                    <a:pt x="1377" y="0"/>
                    <a:pt x="109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4" name="Google Shape;4914;p66">
              <a:extLst>
                <a:ext uri="{FF2B5EF4-FFF2-40B4-BE49-F238E27FC236}">
                  <a16:creationId xmlns:a16="http://schemas.microsoft.com/office/drawing/2014/main" id="{DC1EE11C-1BED-472C-A8A8-414519A385AD}"/>
                </a:ext>
              </a:extLst>
            </p:cNvPr>
            <p:cNvSpPr/>
            <p:nvPr/>
          </p:nvSpPr>
          <p:spPr>
            <a:xfrm>
              <a:off x="3904625" y="2320950"/>
              <a:ext cx="25" cy="1050"/>
            </a:xfrm>
            <a:custGeom>
              <a:avLst/>
              <a:gdLst/>
              <a:ahLst/>
              <a:cxnLst/>
              <a:rect l="l" t="t" r="r" b="b"/>
              <a:pathLst>
                <a:path w="1" h="42" extrusionOk="0">
                  <a:moveTo>
                    <a:pt x="1" y="1"/>
                  </a:moveTo>
                  <a:lnTo>
                    <a:pt x="1" y="1"/>
                  </a:lnTo>
                  <a:lnTo>
                    <a:pt x="1" y="41"/>
                  </a:lnTo>
                  <a:lnTo>
                    <a:pt x="1" y="41"/>
                  </a:lnTo>
                  <a:close/>
                </a:path>
              </a:pathLst>
            </a:custGeom>
            <a:solidFill>
              <a:srgbClr val="B6CAF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 name="Google Shape;4915;p66">
              <a:extLst>
                <a:ext uri="{FF2B5EF4-FFF2-40B4-BE49-F238E27FC236}">
                  <a16:creationId xmlns:a16="http://schemas.microsoft.com/office/drawing/2014/main" id="{9F2916C6-2F25-4AA6-A7F7-F4547400553B}"/>
                </a:ext>
              </a:extLst>
            </p:cNvPr>
            <p:cNvSpPr/>
            <p:nvPr/>
          </p:nvSpPr>
          <p:spPr>
            <a:xfrm>
              <a:off x="3890900" y="2374325"/>
              <a:ext cx="275" cy="8175"/>
            </a:xfrm>
            <a:custGeom>
              <a:avLst/>
              <a:gdLst/>
              <a:ahLst/>
              <a:cxnLst/>
              <a:rect l="l" t="t" r="r" b="b"/>
              <a:pathLst>
                <a:path w="11" h="327" extrusionOk="0">
                  <a:moveTo>
                    <a:pt x="10" y="1"/>
                  </a:moveTo>
                  <a:cubicBezTo>
                    <a:pt x="1" y="113"/>
                    <a:pt x="1" y="224"/>
                    <a:pt x="10" y="326"/>
                  </a:cubicBezTo>
                  <a:cubicBezTo>
                    <a:pt x="1" y="224"/>
                    <a:pt x="1" y="113"/>
                    <a:pt x="10" y="1"/>
                  </a:cubicBezTo>
                  <a:close/>
                </a:path>
              </a:pathLst>
            </a:custGeom>
            <a:solidFill>
              <a:srgbClr val="385E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 name="Google Shape;4916;p66">
              <a:extLst>
                <a:ext uri="{FF2B5EF4-FFF2-40B4-BE49-F238E27FC236}">
                  <a16:creationId xmlns:a16="http://schemas.microsoft.com/office/drawing/2014/main" id="{D91C5171-BF23-4E1A-BF44-21856947F7C7}"/>
                </a:ext>
              </a:extLst>
            </p:cNvPr>
            <p:cNvSpPr/>
            <p:nvPr/>
          </p:nvSpPr>
          <p:spPr>
            <a:xfrm>
              <a:off x="3891150" y="2358075"/>
              <a:ext cx="2550" cy="16275"/>
            </a:xfrm>
            <a:custGeom>
              <a:avLst/>
              <a:gdLst/>
              <a:ahLst/>
              <a:cxnLst/>
              <a:rect l="l" t="t" r="r" b="b"/>
              <a:pathLst>
                <a:path w="102" h="651" extrusionOk="0">
                  <a:moveTo>
                    <a:pt x="102" y="0"/>
                  </a:moveTo>
                  <a:cubicBezTo>
                    <a:pt x="41" y="214"/>
                    <a:pt x="11" y="438"/>
                    <a:pt x="0" y="651"/>
                  </a:cubicBezTo>
                  <a:lnTo>
                    <a:pt x="0" y="651"/>
                  </a:lnTo>
                  <a:cubicBezTo>
                    <a:pt x="11" y="438"/>
                    <a:pt x="41" y="214"/>
                    <a:pt x="102" y="0"/>
                  </a:cubicBezTo>
                  <a:close/>
                </a:path>
              </a:pathLst>
            </a:custGeom>
            <a:solidFill>
              <a:srgbClr val="284AD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 name="Google Shape;4917;p66">
              <a:extLst>
                <a:ext uri="{FF2B5EF4-FFF2-40B4-BE49-F238E27FC236}">
                  <a16:creationId xmlns:a16="http://schemas.microsoft.com/office/drawing/2014/main" id="{2C893234-5518-43F5-8365-9353CEC5BCA6}"/>
                </a:ext>
              </a:extLst>
            </p:cNvPr>
            <p:cNvSpPr/>
            <p:nvPr/>
          </p:nvSpPr>
          <p:spPr>
            <a:xfrm>
              <a:off x="3890900" y="2311800"/>
              <a:ext cx="51100" cy="100950"/>
            </a:xfrm>
            <a:custGeom>
              <a:avLst/>
              <a:gdLst/>
              <a:ahLst/>
              <a:cxnLst/>
              <a:rect l="l" t="t" r="r" b="b"/>
              <a:pathLst>
                <a:path w="2044" h="4038" extrusionOk="0">
                  <a:moveTo>
                    <a:pt x="1892" y="1"/>
                  </a:moveTo>
                  <a:lnTo>
                    <a:pt x="550" y="367"/>
                  </a:lnTo>
                  <a:lnTo>
                    <a:pt x="550" y="407"/>
                  </a:lnTo>
                  <a:lnTo>
                    <a:pt x="2044" y="52"/>
                  </a:lnTo>
                  <a:cubicBezTo>
                    <a:pt x="1993" y="31"/>
                    <a:pt x="1942" y="21"/>
                    <a:pt x="1892" y="1"/>
                  </a:cubicBezTo>
                  <a:close/>
                  <a:moveTo>
                    <a:pt x="112" y="1851"/>
                  </a:moveTo>
                  <a:cubicBezTo>
                    <a:pt x="51" y="2065"/>
                    <a:pt x="21" y="2289"/>
                    <a:pt x="10" y="2502"/>
                  </a:cubicBezTo>
                  <a:cubicBezTo>
                    <a:pt x="1" y="2614"/>
                    <a:pt x="1" y="2725"/>
                    <a:pt x="10" y="2827"/>
                  </a:cubicBezTo>
                  <a:cubicBezTo>
                    <a:pt x="51" y="3417"/>
                    <a:pt x="275" y="3925"/>
                    <a:pt x="651" y="4037"/>
                  </a:cubicBezTo>
                  <a:lnTo>
                    <a:pt x="112" y="1851"/>
                  </a:ln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 name="Google Shape;4918;p66">
              <a:extLst>
                <a:ext uri="{FF2B5EF4-FFF2-40B4-BE49-F238E27FC236}">
                  <a16:creationId xmlns:a16="http://schemas.microsoft.com/office/drawing/2014/main" id="{FB26BDFA-674A-4E2D-8941-23E3400E2B4E}"/>
                </a:ext>
              </a:extLst>
            </p:cNvPr>
            <p:cNvSpPr/>
            <p:nvPr/>
          </p:nvSpPr>
          <p:spPr>
            <a:xfrm>
              <a:off x="3902600" y="2252525"/>
              <a:ext cx="29250" cy="51425"/>
            </a:xfrm>
            <a:custGeom>
              <a:avLst/>
              <a:gdLst/>
              <a:ahLst/>
              <a:cxnLst/>
              <a:rect l="l" t="t" r="r" b="b"/>
              <a:pathLst>
                <a:path w="1170" h="2057" extrusionOk="0">
                  <a:moveTo>
                    <a:pt x="369" y="1"/>
                  </a:moveTo>
                  <a:cubicBezTo>
                    <a:pt x="286" y="1"/>
                    <a:pt x="219" y="137"/>
                    <a:pt x="143" y="308"/>
                  </a:cubicBezTo>
                  <a:cubicBezTo>
                    <a:pt x="51" y="532"/>
                    <a:pt x="0" y="765"/>
                    <a:pt x="10" y="999"/>
                  </a:cubicBezTo>
                  <a:cubicBezTo>
                    <a:pt x="21" y="1375"/>
                    <a:pt x="132" y="1680"/>
                    <a:pt x="366" y="1975"/>
                  </a:cubicBezTo>
                  <a:lnTo>
                    <a:pt x="1047" y="2057"/>
                  </a:lnTo>
                  <a:cubicBezTo>
                    <a:pt x="1047" y="2057"/>
                    <a:pt x="1169" y="1680"/>
                    <a:pt x="956" y="1355"/>
                  </a:cubicBezTo>
                  <a:cubicBezTo>
                    <a:pt x="753" y="1040"/>
                    <a:pt x="509" y="785"/>
                    <a:pt x="509" y="785"/>
                  </a:cubicBezTo>
                  <a:cubicBezTo>
                    <a:pt x="509" y="785"/>
                    <a:pt x="681" y="64"/>
                    <a:pt x="387" y="3"/>
                  </a:cubicBezTo>
                  <a:cubicBezTo>
                    <a:pt x="381" y="2"/>
                    <a:pt x="375" y="1"/>
                    <a:pt x="369"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 name="Google Shape;4919;p66">
              <a:extLst>
                <a:ext uri="{FF2B5EF4-FFF2-40B4-BE49-F238E27FC236}">
                  <a16:creationId xmlns:a16="http://schemas.microsoft.com/office/drawing/2014/main" id="{A3C45F40-0D05-4730-8203-17EB6A0F8D81}"/>
                </a:ext>
              </a:extLst>
            </p:cNvPr>
            <p:cNvSpPr/>
            <p:nvPr/>
          </p:nvSpPr>
          <p:spPr>
            <a:xfrm>
              <a:off x="3717550" y="2058900"/>
              <a:ext cx="179200" cy="207675"/>
            </a:xfrm>
            <a:custGeom>
              <a:avLst/>
              <a:gdLst/>
              <a:ahLst/>
              <a:cxnLst/>
              <a:rect l="l" t="t" r="r" b="b"/>
              <a:pathLst>
                <a:path w="7168" h="8307" extrusionOk="0">
                  <a:moveTo>
                    <a:pt x="3548" y="0"/>
                  </a:moveTo>
                  <a:cubicBezTo>
                    <a:pt x="1302" y="0"/>
                    <a:pt x="122" y="1444"/>
                    <a:pt x="30" y="3538"/>
                  </a:cubicBezTo>
                  <a:cubicBezTo>
                    <a:pt x="0" y="4321"/>
                    <a:pt x="204" y="4931"/>
                    <a:pt x="417" y="5552"/>
                  </a:cubicBezTo>
                  <a:cubicBezTo>
                    <a:pt x="701" y="7107"/>
                    <a:pt x="2217" y="8307"/>
                    <a:pt x="4230" y="8307"/>
                  </a:cubicBezTo>
                  <a:cubicBezTo>
                    <a:pt x="5633" y="8307"/>
                    <a:pt x="6406" y="7636"/>
                    <a:pt x="6761" y="6782"/>
                  </a:cubicBezTo>
                  <a:cubicBezTo>
                    <a:pt x="7097" y="5968"/>
                    <a:pt x="6975" y="5247"/>
                    <a:pt x="7057" y="3538"/>
                  </a:cubicBezTo>
                  <a:cubicBezTo>
                    <a:pt x="7168" y="1444"/>
                    <a:pt x="5785" y="0"/>
                    <a:pt x="3548" y="0"/>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4920;p66">
              <a:extLst>
                <a:ext uri="{FF2B5EF4-FFF2-40B4-BE49-F238E27FC236}">
                  <a16:creationId xmlns:a16="http://schemas.microsoft.com/office/drawing/2014/main" id="{C8DA4C2F-AB7E-45E1-9F65-7C7799965F74}"/>
                </a:ext>
              </a:extLst>
            </p:cNvPr>
            <p:cNvSpPr/>
            <p:nvPr/>
          </p:nvSpPr>
          <p:spPr>
            <a:xfrm>
              <a:off x="3863700" y="2162600"/>
              <a:ext cx="12475" cy="22650"/>
            </a:xfrm>
            <a:custGeom>
              <a:avLst/>
              <a:gdLst/>
              <a:ahLst/>
              <a:cxnLst/>
              <a:rect l="l" t="t" r="r" b="b"/>
              <a:pathLst>
                <a:path w="499" h="906" extrusionOk="0">
                  <a:moveTo>
                    <a:pt x="255" y="1"/>
                  </a:moveTo>
                  <a:cubicBezTo>
                    <a:pt x="112" y="1"/>
                    <a:pt x="0" y="204"/>
                    <a:pt x="0" y="458"/>
                  </a:cubicBezTo>
                  <a:cubicBezTo>
                    <a:pt x="0" y="702"/>
                    <a:pt x="112" y="905"/>
                    <a:pt x="255" y="905"/>
                  </a:cubicBezTo>
                  <a:cubicBezTo>
                    <a:pt x="387" y="905"/>
                    <a:pt x="499" y="702"/>
                    <a:pt x="499" y="458"/>
                  </a:cubicBezTo>
                  <a:cubicBezTo>
                    <a:pt x="499" y="204"/>
                    <a:pt x="387" y="1"/>
                    <a:pt x="255"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 name="Google Shape;4921;p66">
              <a:extLst>
                <a:ext uri="{FF2B5EF4-FFF2-40B4-BE49-F238E27FC236}">
                  <a16:creationId xmlns:a16="http://schemas.microsoft.com/office/drawing/2014/main" id="{DA9B8B17-CFD4-4A35-B89E-0948D33F81F1}"/>
                </a:ext>
              </a:extLst>
            </p:cNvPr>
            <p:cNvSpPr/>
            <p:nvPr/>
          </p:nvSpPr>
          <p:spPr>
            <a:xfrm>
              <a:off x="3858875" y="2160800"/>
              <a:ext cx="22400" cy="11475"/>
            </a:xfrm>
            <a:custGeom>
              <a:avLst/>
              <a:gdLst/>
              <a:ahLst/>
              <a:cxnLst/>
              <a:rect l="l" t="t" r="r" b="b"/>
              <a:pathLst>
                <a:path w="896" h="459" extrusionOk="0">
                  <a:moveTo>
                    <a:pt x="448" y="1"/>
                  </a:moveTo>
                  <a:cubicBezTo>
                    <a:pt x="326" y="1"/>
                    <a:pt x="214" y="62"/>
                    <a:pt x="143" y="143"/>
                  </a:cubicBezTo>
                  <a:cubicBezTo>
                    <a:pt x="61" y="225"/>
                    <a:pt x="21" y="326"/>
                    <a:pt x="0" y="428"/>
                  </a:cubicBezTo>
                  <a:cubicBezTo>
                    <a:pt x="0" y="439"/>
                    <a:pt x="0" y="448"/>
                    <a:pt x="10" y="448"/>
                  </a:cubicBezTo>
                  <a:cubicBezTo>
                    <a:pt x="15" y="454"/>
                    <a:pt x="21" y="456"/>
                    <a:pt x="26" y="456"/>
                  </a:cubicBezTo>
                  <a:cubicBezTo>
                    <a:pt x="31" y="456"/>
                    <a:pt x="36" y="454"/>
                    <a:pt x="41" y="448"/>
                  </a:cubicBezTo>
                  <a:cubicBezTo>
                    <a:pt x="102" y="367"/>
                    <a:pt x="153" y="286"/>
                    <a:pt x="224" y="235"/>
                  </a:cubicBezTo>
                  <a:cubicBezTo>
                    <a:pt x="295" y="184"/>
                    <a:pt x="366" y="143"/>
                    <a:pt x="448" y="143"/>
                  </a:cubicBezTo>
                  <a:cubicBezTo>
                    <a:pt x="529" y="143"/>
                    <a:pt x="600" y="184"/>
                    <a:pt x="672" y="235"/>
                  </a:cubicBezTo>
                  <a:cubicBezTo>
                    <a:pt x="742" y="286"/>
                    <a:pt x="794" y="367"/>
                    <a:pt x="855" y="448"/>
                  </a:cubicBezTo>
                  <a:cubicBezTo>
                    <a:pt x="855" y="448"/>
                    <a:pt x="864" y="459"/>
                    <a:pt x="875" y="459"/>
                  </a:cubicBezTo>
                  <a:cubicBezTo>
                    <a:pt x="885" y="448"/>
                    <a:pt x="895" y="439"/>
                    <a:pt x="895" y="428"/>
                  </a:cubicBezTo>
                  <a:cubicBezTo>
                    <a:pt x="875" y="326"/>
                    <a:pt x="834" y="225"/>
                    <a:pt x="753" y="143"/>
                  </a:cubicBezTo>
                  <a:cubicBezTo>
                    <a:pt x="681" y="62"/>
                    <a:pt x="570" y="1"/>
                    <a:pt x="448"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 name="Google Shape;4922;p66">
              <a:extLst>
                <a:ext uri="{FF2B5EF4-FFF2-40B4-BE49-F238E27FC236}">
                  <a16:creationId xmlns:a16="http://schemas.microsoft.com/office/drawing/2014/main" id="{C019F2FA-B24B-4013-B64F-8C93BF36F530}"/>
                </a:ext>
              </a:extLst>
            </p:cNvPr>
            <p:cNvSpPr/>
            <p:nvPr/>
          </p:nvSpPr>
          <p:spPr>
            <a:xfrm>
              <a:off x="3856325" y="2142775"/>
              <a:ext cx="27475" cy="9100"/>
            </a:xfrm>
            <a:custGeom>
              <a:avLst/>
              <a:gdLst/>
              <a:ahLst/>
              <a:cxnLst/>
              <a:rect l="l" t="t" r="r" b="b"/>
              <a:pathLst>
                <a:path w="1099" h="364" extrusionOk="0">
                  <a:moveTo>
                    <a:pt x="550" y="0"/>
                  </a:moveTo>
                  <a:cubicBezTo>
                    <a:pt x="438" y="0"/>
                    <a:pt x="326" y="31"/>
                    <a:pt x="224" y="92"/>
                  </a:cubicBezTo>
                  <a:cubicBezTo>
                    <a:pt x="123" y="143"/>
                    <a:pt x="41" y="234"/>
                    <a:pt x="11" y="336"/>
                  </a:cubicBezTo>
                  <a:cubicBezTo>
                    <a:pt x="1" y="346"/>
                    <a:pt x="1" y="356"/>
                    <a:pt x="11" y="356"/>
                  </a:cubicBezTo>
                  <a:cubicBezTo>
                    <a:pt x="16" y="361"/>
                    <a:pt x="21" y="364"/>
                    <a:pt x="26" y="364"/>
                  </a:cubicBezTo>
                  <a:cubicBezTo>
                    <a:pt x="31" y="364"/>
                    <a:pt x="36" y="361"/>
                    <a:pt x="41" y="356"/>
                  </a:cubicBezTo>
                  <a:cubicBezTo>
                    <a:pt x="184" y="214"/>
                    <a:pt x="367" y="153"/>
                    <a:pt x="550" y="153"/>
                  </a:cubicBezTo>
                  <a:cubicBezTo>
                    <a:pt x="733" y="153"/>
                    <a:pt x="916" y="214"/>
                    <a:pt x="1058" y="356"/>
                  </a:cubicBezTo>
                  <a:cubicBezTo>
                    <a:pt x="1058" y="361"/>
                    <a:pt x="1061" y="364"/>
                    <a:pt x="1064" y="364"/>
                  </a:cubicBezTo>
                  <a:cubicBezTo>
                    <a:pt x="1068" y="364"/>
                    <a:pt x="1073" y="361"/>
                    <a:pt x="1079" y="356"/>
                  </a:cubicBezTo>
                  <a:cubicBezTo>
                    <a:pt x="1088" y="356"/>
                    <a:pt x="1099" y="346"/>
                    <a:pt x="1088" y="336"/>
                  </a:cubicBezTo>
                  <a:cubicBezTo>
                    <a:pt x="1048" y="234"/>
                    <a:pt x="966" y="143"/>
                    <a:pt x="875" y="92"/>
                  </a:cubicBezTo>
                  <a:cubicBezTo>
                    <a:pt x="774" y="31"/>
                    <a:pt x="661" y="0"/>
                    <a:pt x="550" y="0"/>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 name="Google Shape;4923;p66">
              <a:extLst>
                <a:ext uri="{FF2B5EF4-FFF2-40B4-BE49-F238E27FC236}">
                  <a16:creationId xmlns:a16="http://schemas.microsoft.com/office/drawing/2014/main" id="{99C0949C-6C2D-4CDF-97FB-1DC8B81DBB8D}"/>
                </a:ext>
              </a:extLst>
            </p:cNvPr>
            <p:cNvSpPr/>
            <p:nvPr/>
          </p:nvSpPr>
          <p:spPr>
            <a:xfrm>
              <a:off x="3878425" y="2164625"/>
              <a:ext cx="7150" cy="4850"/>
            </a:xfrm>
            <a:custGeom>
              <a:avLst/>
              <a:gdLst/>
              <a:ahLst/>
              <a:cxnLst/>
              <a:rect l="l" t="t" r="r" b="b"/>
              <a:pathLst>
                <a:path w="286" h="194" extrusionOk="0">
                  <a:moveTo>
                    <a:pt x="265" y="1"/>
                  </a:moveTo>
                  <a:cubicBezTo>
                    <a:pt x="256" y="1"/>
                    <a:pt x="235" y="1"/>
                    <a:pt x="225" y="11"/>
                  </a:cubicBezTo>
                  <a:cubicBezTo>
                    <a:pt x="154" y="123"/>
                    <a:pt x="32" y="143"/>
                    <a:pt x="32" y="143"/>
                  </a:cubicBezTo>
                  <a:cubicBezTo>
                    <a:pt x="12" y="143"/>
                    <a:pt x="1" y="153"/>
                    <a:pt x="1" y="173"/>
                  </a:cubicBezTo>
                  <a:cubicBezTo>
                    <a:pt x="12" y="184"/>
                    <a:pt x="21" y="194"/>
                    <a:pt x="32" y="194"/>
                  </a:cubicBezTo>
                  <a:lnTo>
                    <a:pt x="42" y="194"/>
                  </a:lnTo>
                  <a:cubicBezTo>
                    <a:pt x="42" y="194"/>
                    <a:pt x="184" y="173"/>
                    <a:pt x="276" y="42"/>
                  </a:cubicBezTo>
                  <a:cubicBezTo>
                    <a:pt x="286" y="31"/>
                    <a:pt x="286" y="11"/>
                    <a:pt x="265"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4924;p66">
              <a:extLst>
                <a:ext uri="{FF2B5EF4-FFF2-40B4-BE49-F238E27FC236}">
                  <a16:creationId xmlns:a16="http://schemas.microsoft.com/office/drawing/2014/main" id="{D0DDD15B-91B6-4FF2-8584-77E64A6DD89B}"/>
                </a:ext>
              </a:extLst>
            </p:cNvPr>
            <p:cNvSpPr/>
            <p:nvPr/>
          </p:nvSpPr>
          <p:spPr>
            <a:xfrm>
              <a:off x="3791250" y="2162600"/>
              <a:ext cx="16550" cy="22650"/>
            </a:xfrm>
            <a:custGeom>
              <a:avLst/>
              <a:gdLst/>
              <a:ahLst/>
              <a:cxnLst/>
              <a:rect l="l" t="t" r="r" b="b"/>
              <a:pathLst>
                <a:path w="662" h="906" extrusionOk="0">
                  <a:moveTo>
                    <a:pt x="336" y="1"/>
                  </a:moveTo>
                  <a:cubicBezTo>
                    <a:pt x="153" y="1"/>
                    <a:pt x="1" y="204"/>
                    <a:pt x="1" y="458"/>
                  </a:cubicBezTo>
                  <a:cubicBezTo>
                    <a:pt x="1" y="702"/>
                    <a:pt x="153" y="905"/>
                    <a:pt x="336" y="905"/>
                  </a:cubicBezTo>
                  <a:cubicBezTo>
                    <a:pt x="519" y="905"/>
                    <a:pt x="661" y="702"/>
                    <a:pt x="661" y="458"/>
                  </a:cubicBezTo>
                  <a:cubicBezTo>
                    <a:pt x="661" y="204"/>
                    <a:pt x="519" y="1"/>
                    <a:pt x="336"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 name="Google Shape;4925;p66">
              <a:extLst>
                <a:ext uri="{FF2B5EF4-FFF2-40B4-BE49-F238E27FC236}">
                  <a16:creationId xmlns:a16="http://schemas.microsoft.com/office/drawing/2014/main" id="{A81D2A7E-E250-4253-97A3-509189A97308}"/>
                </a:ext>
              </a:extLst>
            </p:cNvPr>
            <p:cNvSpPr/>
            <p:nvPr/>
          </p:nvSpPr>
          <p:spPr>
            <a:xfrm>
              <a:off x="3784375" y="2160800"/>
              <a:ext cx="30550" cy="11475"/>
            </a:xfrm>
            <a:custGeom>
              <a:avLst/>
              <a:gdLst/>
              <a:ahLst/>
              <a:cxnLst/>
              <a:rect l="l" t="t" r="r" b="b"/>
              <a:pathLst>
                <a:path w="1222" h="459" extrusionOk="0">
                  <a:moveTo>
                    <a:pt x="611" y="1"/>
                  </a:moveTo>
                  <a:cubicBezTo>
                    <a:pt x="479" y="1"/>
                    <a:pt x="337" y="42"/>
                    <a:pt x="235" y="123"/>
                  </a:cubicBezTo>
                  <a:cubicBezTo>
                    <a:pt x="123" y="195"/>
                    <a:pt x="42" y="306"/>
                    <a:pt x="1" y="428"/>
                  </a:cubicBezTo>
                  <a:cubicBezTo>
                    <a:pt x="1" y="428"/>
                    <a:pt x="1" y="448"/>
                    <a:pt x="12" y="448"/>
                  </a:cubicBezTo>
                  <a:cubicBezTo>
                    <a:pt x="16" y="454"/>
                    <a:pt x="21" y="456"/>
                    <a:pt x="27" y="456"/>
                  </a:cubicBezTo>
                  <a:cubicBezTo>
                    <a:pt x="32" y="456"/>
                    <a:pt x="37" y="454"/>
                    <a:pt x="42" y="448"/>
                  </a:cubicBezTo>
                  <a:cubicBezTo>
                    <a:pt x="123" y="357"/>
                    <a:pt x="204" y="276"/>
                    <a:pt x="296" y="225"/>
                  </a:cubicBezTo>
                  <a:cubicBezTo>
                    <a:pt x="398" y="174"/>
                    <a:pt x="500" y="143"/>
                    <a:pt x="611" y="143"/>
                  </a:cubicBezTo>
                  <a:cubicBezTo>
                    <a:pt x="713" y="143"/>
                    <a:pt x="825" y="174"/>
                    <a:pt x="916" y="225"/>
                  </a:cubicBezTo>
                  <a:cubicBezTo>
                    <a:pt x="1018" y="276"/>
                    <a:pt x="1099" y="357"/>
                    <a:pt x="1171" y="448"/>
                  </a:cubicBezTo>
                  <a:cubicBezTo>
                    <a:pt x="1180" y="459"/>
                    <a:pt x="1191" y="459"/>
                    <a:pt x="1201" y="459"/>
                  </a:cubicBezTo>
                  <a:cubicBezTo>
                    <a:pt x="1211" y="448"/>
                    <a:pt x="1221" y="439"/>
                    <a:pt x="1211" y="428"/>
                  </a:cubicBezTo>
                  <a:cubicBezTo>
                    <a:pt x="1171" y="306"/>
                    <a:pt x="1089" y="195"/>
                    <a:pt x="988" y="123"/>
                  </a:cubicBezTo>
                  <a:cubicBezTo>
                    <a:pt x="875" y="42"/>
                    <a:pt x="744" y="1"/>
                    <a:pt x="611"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 name="Google Shape;4926;p66">
              <a:extLst>
                <a:ext uri="{FF2B5EF4-FFF2-40B4-BE49-F238E27FC236}">
                  <a16:creationId xmlns:a16="http://schemas.microsoft.com/office/drawing/2014/main" id="{D829B1FF-FD0F-4701-9170-244620D7A3BC}"/>
                </a:ext>
              </a:extLst>
            </p:cNvPr>
            <p:cNvSpPr/>
            <p:nvPr/>
          </p:nvSpPr>
          <p:spPr>
            <a:xfrm>
              <a:off x="3780825" y="2142500"/>
              <a:ext cx="37650" cy="9625"/>
            </a:xfrm>
            <a:custGeom>
              <a:avLst/>
              <a:gdLst/>
              <a:ahLst/>
              <a:cxnLst/>
              <a:rect l="l" t="t" r="r" b="b"/>
              <a:pathLst>
                <a:path w="1506" h="385" extrusionOk="0">
                  <a:moveTo>
                    <a:pt x="753" y="1"/>
                  </a:moveTo>
                  <a:cubicBezTo>
                    <a:pt x="611" y="1"/>
                    <a:pt x="468" y="21"/>
                    <a:pt x="337" y="72"/>
                  </a:cubicBezTo>
                  <a:cubicBezTo>
                    <a:pt x="204" y="133"/>
                    <a:pt x="82" y="215"/>
                    <a:pt x="11" y="337"/>
                  </a:cubicBezTo>
                  <a:cubicBezTo>
                    <a:pt x="1" y="347"/>
                    <a:pt x="1" y="357"/>
                    <a:pt x="11" y="367"/>
                  </a:cubicBezTo>
                  <a:cubicBezTo>
                    <a:pt x="18" y="374"/>
                    <a:pt x="30" y="382"/>
                    <a:pt x="41" y="382"/>
                  </a:cubicBezTo>
                  <a:cubicBezTo>
                    <a:pt x="45" y="382"/>
                    <a:pt x="49" y="380"/>
                    <a:pt x="52" y="378"/>
                  </a:cubicBezTo>
                  <a:cubicBezTo>
                    <a:pt x="154" y="296"/>
                    <a:pt x="265" y="255"/>
                    <a:pt x="387" y="215"/>
                  </a:cubicBezTo>
                  <a:cubicBezTo>
                    <a:pt x="509" y="184"/>
                    <a:pt x="631" y="174"/>
                    <a:pt x="753" y="174"/>
                  </a:cubicBezTo>
                  <a:cubicBezTo>
                    <a:pt x="875" y="174"/>
                    <a:pt x="997" y="184"/>
                    <a:pt x="1119" y="225"/>
                  </a:cubicBezTo>
                  <a:cubicBezTo>
                    <a:pt x="1231" y="255"/>
                    <a:pt x="1343" y="296"/>
                    <a:pt x="1444" y="378"/>
                  </a:cubicBezTo>
                  <a:lnTo>
                    <a:pt x="1455" y="378"/>
                  </a:lnTo>
                  <a:cubicBezTo>
                    <a:pt x="1460" y="382"/>
                    <a:pt x="1465" y="385"/>
                    <a:pt x="1470" y="385"/>
                  </a:cubicBezTo>
                  <a:cubicBezTo>
                    <a:pt x="1475" y="385"/>
                    <a:pt x="1480" y="382"/>
                    <a:pt x="1485" y="378"/>
                  </a:cubicBezTo>
                  <a:cubicBezTo>
                    <a:pt x="1496" y="367"/>
                    <a:pt x="1505" y="347"/>
                    <a:pt x="1496" y="337"/>
                  </a:cubicBezTo>
                  <a:cubicBezTo>
                    <a:pt x="1414" y="215"/>
                    <a:pt x="1292" y="133"/>
                    <a:pt x="1160" y="82"/>
                  </a:cubicBezTo>
                  <a:cubicBezTo>
                    <a:pt x="1038" y="21"/>
                    <a:pt x="895" y="1"/>
                    <a:pt x="753"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 name="Google Shape;4927;p66">
              <a:extLst>
                <a:ext uri="{FF2B5EF4-FFF2-40B4-BE49-F238E27FC236}">
                  <a16:creationId xmlns:a16="http://schemas.microsoft.com/office/drawing/2014/main" id="{E4B206CF-A1A0-4C52-A117-4DFF57F20C4C}"/>
                </a:ext>
              </a:extLst>
            </p:cNvPr>
            <p:cNvSpPr/>
            <p:nvPr/>
          </p:nvSpPr>
          <p:spPr>
            <a:xfrm>
              <a:off x="3778550" y="2164700"/>
              <a:ext cx="9175" cy="4775"/>
            </a:xfrm>
            <a:custGeom>
              <a:avLst/>
              <a:gdLst/>
              <a:ahLst/>
              <a:cxnLst/>
              <a:rect l="l" t="t" r="r" b="b"/>
              <a:pathLst>
                <a:path w="367" h="191" extrusionOk="0">
                  <a:moveTo>
                    <a:pt x="31" y="0"/>
                  </a:moveTo>
                  <a:cubicBezTo>
                    <a:pt x="23" y="0"/>
                    <a:pt x="16" y="3"/>
                    <a:pt x="10" y="8"/>
                  </a:cubicBezTo>
                  <a:cubicBezTo>
                    <a:pt x="0" y="18"/>
                    <a:pt x="0" y="39"/>
                    <a:pt x="10" y="48"/>
                  </a:cubicBezTo>
                  <a:cubicBezTo>
                    <a:pt x="132" y="170"/>
                    <a:pt x="326" y="191"/>
                    <a:pt x="326" y="191"/>
                  </a:cubicBezTo>
                  <a:lnTo>
                    <a:pt x="336" y="191"/>
                  </a:lnTo>
                  <a:cubicBezTo>
                    <a:pt x="346" y="191"/>
                    <a:pt x="367" y="181"/>
                    <a:pt x="367" y="170"/>
                  </a:cubicBezTo>
                  <a:cubicBezTo>
                    <a:pt x="367" y="150"/>
                    <a:pt x="356" y="140"/>
                    <a:pt x="336" y="140"/>
                  </a:cubicBezTo>
                  <a:cubicBezTo>
                    <a:pt x="336" y="140"/>
                    <a:pt x="163" y="120"/>
                    <a:pt x="51" y="8"/>
                  </a:cubicBezTo>
                  <a:cubicBezTo>
                    <a:pt x="46" y="3"/>
                    <a:pt x="39" y="0"/>
                    <a:pt x="31" y="0"/>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 name="Google Shape;4928;p66">
              <a:extLst>
                <a:ext uri="{FF2B5EF4-FFF2-40B4-BE49-F238E27FC236}">
                  <a16:creationId xmlns:a16="http://schemas.microsoft.com/office/drawing/2014/main" id="{4293BB2D-8DF0-4439-800A-A1C44A603BB2}"/>
                </a:ext>
              </a:extLst>
            </p:cNvPr>
            <p:cNvSpPr/>
            <p:nvPr/>
          </p:nvSpPr>
          <p:spPr>
            <a:xfrm>
              <a:off x="3872325" y="2185225"/>
              <a:ext cx="19850" cy="27475"/>
            </a:xfrm>
            <a:custGeom>
              <a:avLst/>
              <a:gdLst/>
              <a:ahLst/>
              <a:cxnLst/>
              <a:rect l="l" t="t" r="r" b="b"/>
              <a:pathLst>
                <a:path w="794" h="1099" extrusionOk="0">
                  <a:moveTo>
                    <a:pt x="398" y="0"/>
                  </a:moveTo>
                  <a:cubicBezTo>
                    <a:pt x="174" y="0"/>
                    <a:pt x="1" y="244"/>
                    <a:pt x="1" y="549"/>
                  </a:cubicBezTo>
                  <a:cubicBezTo>
                    <a:pt x="1" y="854"/>
                    <a:pt x="174" y="1098"/>
                    <a:pt x="398" y="1098"/>
                  </a:cubicBezTo>
                  <a:cubicBezTo>
                    <a:pt x="622" y="1098"/>
                    <a:pt x="794" y="854"/>
                    <a:pt x="794" y="549"/>
                  </a:cubicBezTo>
                  <a:cubicBezTo>
                    <a:pt x="794" y="244"/>
                    <a:pt x="622" y="0"/>
                    <a:pt x="398" y="0"/>
                  </a:cubicBezTo>
                  <a:close/>
                </a:path>
              </a:pathLst>
            </a:custGeom>
            <a:solidFill>
              <a:srgbClr val="FAA99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 name="Google Shape;4929;p66">
              <a:extLst>
                <a:ext uri="{FF2B5EF4-FFF2-40B4-BE49-F238E27FC236}">
                  <a16:creationId xmlns:a16="http://schemas.microsoft.com/office/drawing/2014/main" id="{5BD4279A-CB0D-4549-ADB2-75CB3539F6D1}"/>
                </a:ext>
              </a:extLst>
            </p:cNvPr>
            <p:cNvSpPr/>
            <p:nvPr/>
          </p:nvSpPr>
          <p:spPr>
            <a:xfrm>
              <a:off x="3769125" y="2185225"/>
              <a:ext cx="27475" cy="27475"/>
            </a:xfrm>
            <a:custGeom>
              <a:avLst/>
              <a:gdLst/>
              <a:ahLst/>
              <a:cxnLst/>
              <a:rect l="l" t="t" r="r" b="b"/>
              <a:pathLst>
                <a:path w="1099" h="1099" extrusionOk="0">
                  <a:moveTo>
                    <a:pt x="550" y="0"/>
                  </a:moveTo>
                  <a:cubicBezTo>
                    <a:pt x="245" y="0"/>
                    <a:pt x="1" y="244"/>
                    <a:pt x="1" y="549"/>
                  </a:cubicBezTo>
                  <a:cubicBezTo>
                    <a:pt x="1" y="854"/>
                    <a:pt x="245" y="1098"/>
                    <a:pt x="550" y="1098"/>
                  </a:cubicBezTo>
                  <a:cubicBezTo>
                    <a:pt x="855" y="1098"/>
                    <a:pt x="1099" y="854"/>
                    <a:pt x="1099" y="549"/>
                  </a:cubicBezTo>
                  <a:cubicBezTo>
                    <a:pt x="1099" y="244"/>
                    <a:pt x="855" y="0"/>
                    <a:pt x="550" y="0"/>
                  </a:cubicBezTo>
                  <a:close/>
                </a:path>
              </a:pathLst>
            </a:custGeom>
            <a:solidFill>
              <a:srgbClr val="FAA99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 name="Google Shape;4930;p66">
              <a:extLst>
                <a:ext uri="{FF2B5EF4-FFF2-40B4-BE49-F238E27FC236}">
                  <a16:creationId xmlns:a16="http://schemas.microsoft.com/office/drawing/2014/main" id="{E44E2BDB-1164-49E0-964B-E5C5329A5654}"/>
                </a:ext>
              </a:extLst>
            </p:cNvPr>
            <p:cNvSpPr/>
            <p:nvPr/>
          </p:nvSpPr>
          <p:spPr>
            <a:xfrm>
              <a:off x="3846925" y="2170975"/>
              <a:ext cx="11200" cy="40550"/>
            </a:xfrm>
            <a:custGeom>
              <a:avLst/>
              <a:gdLst/>
              <a:ahLst/>
              <a:cxnLst/>
              <a:rect l="l" t="t" r="r" b="b"/>
              <a:pathLst>
                <a:path w="448" h="1622" extrusionOk="0">
                  <a:moveTo>
                    <a:pt x="112" y="1"/>
                  </a:moveTo>
                  <a:cubicBezTo>
                    <a:pt x="102" y="1"/>
                    <a:pt x="92" y="11"/>
                    <a:pt x="92" y="21"/>
                  </a:cubicBezTo>
                  <a:cubicBezTo>
                    <a:pt x="61" y="174"/>
                    <a:pt x="72" y="326"/>
                    <a:pt x="92" y="479"/>
                  </a:cubicBezTo>
                  <a:cubicBezTo>
                    <a:pt x="122" y="631"/>
                    <a:pt x="173" y="773"/>
                    <a:pt x="244" y="916"/>
                  </a:cubicBezTo>
                  <a:cubicBezTo>
                    <a:pt x="255" y="947"/>
                    <a:pt x="275" y="977"/>
                    <a:pt x="295" y="1017"/>
                  </a:cubicBezTo>
                  <a:cubicBezTo>
                    <a:pt x="316" y="1048"/>
                    <a:pt x="326" y="1069"/>
                    <a:pt x="336" y="1099"/>
                  </a:cubicBezTo>
                  <a:cubicBezTo>
                    <a:pt x="356" y="1170"/>
                    <a:pt x="346" y="1231"/>
                    <a:pt x="316" y="1292"/>
                  </a:cubicBezTo>
                  <a:cubicBezTo>
                    <a:pt x="255" y="1414"/>
                    <a:pt x="153" y="1516"/>
                    <a:pt x="20" y="1577"/>
                  </a:cubicBezTo>
                  <a:cubicBezTo>
                    <a:pt x="11" y="1577"/>
                    <a:pt x="0" y="1587"/>
                    <a:pt x="11" y="1607"/>
                  </a:cubicBezTo>
                  <a:cubicBezTo>
                    <a:pt x="11" y="1615"/>
                    <a:pt x="16" y="1622"/>
                    <a:pt x="26" y="1622"/>
                  </a:cubicBezTo>
                  <a:cubicBezTo>
                    <a:pt x="30" y="1622"/>
                    <a:pt x="35" y="1621"/>
                    <a:pt x="41" y="1618"/>
                  </a:cubicBezTo>
                  <a:cubicBezTo>
                    <a:pt x="183" y="1577"/>
                    <a:pt x="326" y="1465"/>
                    <a:pt x="397" y="1333"/>
                  </a:cubicBezTo>
                  <a:cubicBezTo>
                    <a:pt x="438" y="1252"/>
                    <a:pt x="448" y="1160"/>
                    <a:pt x="417" y="1078"/>
                  </a:cubicBezTo>
                  <a:cubicBezTo>
                    <a:pt x="407" y="1038"/>
                    <a:pt x="387" y="997"/>
                    <a:pt x="366" y="967"/>
                  </a:cubicBezTo>
                  <a:cubicBezTo>
                    <a:pt x="356" y="936"/>
                    <a:pt x="336" y="906"/>
                    <a:pt x="316" y="875"/>
                  </a:cubicBezTo>
                  <a:cubicBezTo>
                    <a:pt x="255" y="743"/>
                    <a:pt x="204" y="611"/>
                    <a:pt x="173" y="468"/>
                  </a:cubicBezTo>
                  <a:cubicBezTo>
                    <a:pt x="143" y="326"/>
                    <a:pt x="122" y="174"/>
                    <a:pt x="133" y="32"/>
                  </a:cubicBezTo>
                  <a:cubicBezTo>
                    <a:pt x="143" y="21"/>
                    <a:pt x="133" y="11"/>
                    <a:pt x="112" y="1"/>
                  </a:cubicBezTo>
                  <a:close/>
                </a:path>
              </a:pathLst>
            </a:custGeom>
            <a:solidFill>
              <a:srgbClr val="DCAF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 name="Google Shape;4931;p66">
              <a:extLst>
                <a:ext uri="{FF2B5EF4-FFF2-40B4-BE49-F238E27FC236}">
                  <a16:creationId xmlns:a16="http://schemas.microsoft.com/office/drawing/2014/main" id="{3CC3C88B-9891-4B4B-9BC6-4F37689DB062}"/>
                </a:ext>
              </a:extLst>
            </p:cNvPr>
            <p:cNvSpPr/>
            <p:nvPr/>
          </p:nvSpPr>
          <p:spPr>
            <a:xfrm>
              <a:off x="3819475" y="2230725"/>
              <a:ext cx="24425" cy="8250"/>
            </a:xfrm>
            <a:custGeom>
              <a:avLst/>
              <a:gdLst/>
              <a:ahLst/>
              <a:cxnLst/>
              <a:rect l="l" t="t" r="r" b="b"/>
              <a:pathLst>
                <a:path w="977" h="330" extrusionOk="0">
                  <a:moveTo>
                    <a:pt x="0" y="0"/>
                  </a:moveTo>
                  <a:lnTo>
                    <a:pt x="0" y="0"/>
                  </a:lnTo>
                  <a:cubicBezTo>
                    <a:pt x="81" y="173"/>
                    <a:pt x="183" y="306"/>
                    <a:pt x="438" y="326"/>
                  </a:cubicBezTo>
                  <a:cubicBezTo>
                    <a:pt x="459" y="328"/>
                    <a:pt x="479" y="329"/>
                    <a:pt x="498" y="329"/>
                  </a:cubicBezTo>
                  <a:cubicBezTo>
                    <a:pt x="831" y="329"/>
                    <a:pt x="976" y="21"/>
                    <a:pt x="976" y="21"/>
                  </a:cubicBezTo>
                  <a:lnTo>
                    <a:pt x="976" y="21"/>
                  </a:lnTo>
                  <a:cubicBezTo>
                    <a:pt x="864" y="47"/>
                    <a:pt x="735" y="57"/>
                    <a:pt x="608" y="57"/>
                  </a:cubicBezTo>
                  <a:cubicBezTo>
                    <a:pt x="297" y="57"/>
                    <a:pt x="0" y="0"/>
                    <a:pt x="0" y="0"/>
                  </a:cubicBezTo>
                  <a:close/>
                </a:path>
              </a:pathLst>
            </a:custGeom>
            <a:solidFill>
              <a:srgbClr val="D7464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4932;p66">
              <a:extLst>
                <a:ext uri="{FF2B5EF4-FFF2-40B4-BE49-F238E27FC236}">
                  <a16:creationId xmlns:a16="http://schemas.microsoft.com/office/drawing/2014/main" id="{0F39320C-D782-4DCF-9B38-2919D26E6C93}"/>
                </a:ext>
              </a:extLst>
            </p:cNvPr>
            <p:cNvSpPr/>
            <p:nvPr/>
          </p:nvSpPr>
          <p:spPr>
            <a:xfrm>
              <a:off x="3749575" y="2287150"/>
              <a:ext cx="117700" cy="142700"/>
            </a:xfrm>
            <a:custGeom>
              <a:avLst/>
              <a:gdLst/>
              <a:ahLst/>
              <a:cxnLst/>
              <a:rect l="l" t="t" r="r" b="b"/>
              <a:pathLst>
                <a:path w="4708" h="5708" extrusionOk="0">
                  <a:moveTo>
                    <a:pt x="1251" y="1"/>
                  </a:moveTo>
                  <a:cubicBezTo>
                    <a:pt x="844" y="173"/>
                    <a:pt x="305" y="306"/>
                    <a:pt x="21" y="367"/>
                  </a:cubicBezTo>
                  <a:cubicBezTo>
                    <a:pt x="21" y="367"/>
                    <a:pt x="183" y="3549"/>
                    <a:pt x="183" y="4149"/>
                  </a:cubicBezTo>
                  <a:cubicBezTo>
                    <a:pt x="183" y="4596"/>
                    <a:pt x="112" y="5044"/>
                    <a:pt x="0" y="5491"/>
                  </a:cubicBezTo>
                  <a:cubicBezTo>
                    <a:pt x="484" y="5578"/>
                    <a:pt x="1429" y="5708"/>
                    <a:pt x="2581" y="5708"/>
                  </a:cubicBezTo>
                  <a:cubicBezTo>
                    <a:pt x="2786" y="5708"/>
                    <a:pt x="2997" y="5704"/>
                    <a:pt x="3213" y="5695"/>
                  </a:cubicBezTo>
                  <a:cubicBezTo>
                    <a:pt x="3813" y="5674"/>
                    <a:pt x="4250" y="5593"/>
                    <a:pt x="4525" y="5521"/>
                  </a:cubicBezTo>
                  <a:cubicBezTo>
                    <a:pt x="4413" y="5074"/>
                    <a:pt x="4342" y="4617"/>
                    <a:pt x="4342" y="4149"/>
                  </a:cubicBezTo>
                  <a:cubicBezTo>
                    <a:pt x="4413" y="4007"/>
                    <a:pt x="4474" y="3854"/>
                    <a:pt x="4525" y="3702"/>
                  </a:cubicBezTo>
                  <a:cubicBezTo>
                    <a:pt x="4687" y="3223"/>
                    <a:pt x="4708" y="2705"/>
                    <a:pt x="4565" y="2217"/>
                  </a:cubicBezTo>
                  <a:cubicBezTo>
                    <a:pt x="4433" y="1739"/>
                    <a:pt x="4260" y="1332"/>
                    <a:pt x="4260" y="1332"/>
                  </a:cubicBezTo>
                  <a:lnTo>
                    <a:pt x="4179" y="295"/>
                  </a:lnTo>
                  <a:cubicBezTo>
                    <a:pt x="3905" y="214"/>
                    <a:pt x="3559" y="123"/>
                    <a:pt x="3274" y="1"/>
                  </a:cubicBezTo>
                  <a:cubicBezTo>
                    <a:pt x="3274" y="1"/>
                    <a:pt x="3101" y="92"/>
                    <a:pt x="2654" y="143"/>
                  </a:cubicBezTo>
                  <a:cubicBezTo>
                    <a:pt x="2554" y="156"/>
                    <a:pt x="2451" y="161"/>
                    <a:pt x="2349" y="161"/>
                  </a:cubicBezTo>
                  <a:cubicBezTo>
                    <a:pt x="1789" y="161"/>
                    <a:pt x="1251" y="1"/>
                    <a:pt x="125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4933;p66">
              <a:extLst>
                <a:ext uri="{FF2B5EF4-FFF2-40B4-BE49-F238E27FC236}">
                  <a16:creationId xmlns:a16="http://schemas.microsoft.com/office/drawing/2014/main" id="{B4D2F921-88E4-4FBB-B521-61803E6D6852}"/>
                </a:ext>
              </a:extLst>
            </p:cNvPr>
            <p:cNvSpPr/>
            <p:nvPr/>
          </p:nvSpPr>
          <p:spPr>
            <a:xfrm>
              <a:off x="3808275" y="2287150"/>
              <a:ext cx="25450" cy="4100"/>
            </a:xfrm>
            <a:custGeom>
              <a:avLst/>
              <a:gdLst/>
              <a:ahLst/>
              <a:cxnLst/>
              <a:rect l="l" t="t" r="r" b="b"/>
              <a:pathLst>
                <a:path w="1018" h="164" extrusionOk="0">
                  <a:moveTo>
                    <a:pt x="1" y="163"/>
                  </a:moveTo>
                  <a:lnTo>
                    <a:pt x="11" y="163"/>
                  </a:lnTo>
                  <a:lnTo>
                    <a:pt x="11" y="163"/>
                  </a:lnTo>
                  <a:lnTo>
                    <a:pt x="1" y="163"/>
                  </a:lnTo>
                  <a:close/>
                  <a:moveTo>
                    <a:pt x="926" y="1"/>
                  </a:moveTo>
                  <a:lnTo>
                    <a:pt x="926" y="1"/>
                  </a:lnTo>
                  <a:cubicBezTo>
                    <a:pt x="956" y="10"/>
                    <a:pt x="987" y="21"/>
                    <a:pt x="1017" y="41"/>
                  </a:cubicBezTo>
                  <a:lnTo>
                    <a:pt x="1017" y="41"/>
                  </a:lnTo>
                  <a:cubicBezTo>
                    <a:pt x="987" y="21"/>
                    <a:pt x="956" y="10"/>
                    <a:pt x="926" y="1"/>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4934;p66">
              <a:extLst>
                <a:ext uri="{FF2B5EF4-FFF2-40B4-BE49-F238E27FC236}">
                  <a16:creationId xmlns:a16="http://schemas.microsoft.com/office/drawing/2014/main" id="{B8982376-DC53-4889-A106-9F15F91D7C5D}"/>
                </a:ext>
              </a:extLst>
            </p:cNvPr>
            <p:cNvSpPr/>
            <p:nvPr/>
          </p:nvSpPr>
          <p:spPr>
            <a:xfrm>
              <a:off x="3783000" y="2287700"/>
              <a:ext cx="25575" cy="3550"/>
            </a:xfrm>
            <a:custGeom>
              <a:avLst/>
              <a:gdLst/>
              <a:ahLst/>
              <a:cxnLst/>
              <a:rect l="l" t="t" r="r" b="b"/>
              <a:pathLst>
                <a:path w="1023" h="142" extrusionOk="0">
                  <a:moveTo>
                    <a:pt x="1" y="1"/>
                  </a:moveTo>
                  <a:cubicBezTo>
                    <a:pt x="178" y="52"/>
                    <a:pt x="589" y="141"/>
                    <a:pt x="1012" y="141"/>
                  </a:cubicBezTo>
                  <a:lnTo>
                    <a:pt x="1022" y="141"/>
                  </a:lnTo>
                  <a:cubicBezTo>
                    <a:pt x="590" y="141"/>
                    <a:pt x="178" y="52"/>
                    <a:pt x="1" y="1"/>
                  </a:cubicBezTo>
                  <a:close/>
                </a:path>
              </a:pathLst>
            </a:custGeom>
            <a:solidFill>
              <a:srgbClr val="F2CCA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4935;p66">
              <a:extLst>
                <a:ext uri="{FF2B5EF4-FFF2-40B4-BE49-F238E27FC236}">
                  <a16:creationId xmlns:a16="http://schemas.microsoft.com/office/drawing/2014/main" id="{B673B1AA-B61E-40F8-AB0D-9B617786C44E}"/>
                </a:ext>
              </a:extLst>
            </p:cNvPr>
            <p:cNvSpPr/>
            <p:nvPr/>
          </p:nvSpPr>
          <p:spPr>
            <a:xfrm>
              <a:off x="3809050" y="2290950"/>
              <a:ext cx="42225" cy="138575"/>
            </a:xfrm>
            <a:custGeom>
              <a:avLst/>
              <a:gdLst/>
              <a:ahLst/>
              <a:cxnLst/>
              <a:rect l="l" t="t" r="r" b="b"/>
              <a:pathLst>
                <a:path w="1689" h="5543" extrusionOk="0">
                  <a:moveTo>
                    <a:pt x="1688" y="5461"/>
                  </a:moveTo>
                  <a:cubicBezTo>
                    <a:pt x="1454" y="5502"/>
                    <a:pt x="1169" y="5532"/>
                    <a:pt x="834" y="5543"/>
                  </a:cubicBezTo>
                  <a:cubicBezTo>
                    <a:pt x="1169" y="5532"/>
                    <a:pt x="1454" y="5502"/>
                    <a:pt x="1688" y="5461"/>
                  </a:cubicBezTo>
                  <a:lnTo>
                    <a:pt x="1688" y="5461"/>
                  </a:lnTo>
                  <a:close/>
                  <a:moveTo>
                    <a:pt x="10" y="11"/>
                  </a:moveTo>
                  <a:lnTo>
                    <a:pt x="1" y="11"/>
                  </a:lnTo>
                  <a:lnTo>
                    <a:pt x="10" y="11"/>
                  </a:lnTo>
                  <a:close/>
                  <a:moveTo>
                    <a:pt x="10" y="11"/>
                  </a:moveTo>
                  <a:lnTo>
                    <a:pt x="10" y="11"/>
                  </a:lnTo>
                  <a:lnTo>
                    <a:pt x="10" y="11"/>
                  </a:lnTo>
                  <a:close/>
                  <a:moveTo>
                    <a:pt x="132" y="1"/>
                  </a:moveTo>
                  <a:cubicBezTo>
                    <a:pt x="92" y="1"/>
                    <a:pt x="51" y="11"/>
                    <a:pt x="10" y="11"/>
                  </a:cubicBezTo>
                  <a:cubicBezTo>
                    <a:pt x="51" y="11"/>
                    <a:pt x="92" y="1"/>
                    <a:pt x="132" y="1"/>
                  </a:cubicBezTo>
                  <a:close/>
                  <a:moveTo>
                    <a:pt x="143" y="1"/>
                  </a:moveTo>
                  <a:lnTo>
                    <a:pt x="132" y="1"/>
                  </a:ln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4936;p66">
              <a:extLst>
                <a:ext uri="{FF2B5EF4-FFF2-40B4-BE49-F238E27FC236}">
                  <a16:creationId xmlns:a16="http://schemas.microsoft.com/office/drawing/2014/main" id="{BF2477E4-ED95-4C69-858A-661EB47C3400}"/>
                </a:ext>
              </a:extLst>
            </p:cNvPr>
            <p:cNvSpPr/>
            <p:nvPr/>
          </p:nvSpPr>
          <p:spPr>
            <a:xfrm>
              <a:off x="3819225" y="2429500"/>
              <a:ext cx="9675" cy="275"/>
            </a:xfrm>
            <a:custGeom>
              <a:avLst/>
              <a:gdLst/>
              <a:ahLst/>
              <a:cxnLst/>
              <a:rect l="l" t="t" r="r" b="b"/>
              <a:pathLst>
                <a:path w="387" h="11" extrusionOk="0">
                  <a:moveTo>
                    <a:pt x="387" y="1"/>
                  </a:moveTo>
                  <a:cubicBezTo>
                    <a:pt x="254" y="10"/>
                    <a:pt x="122" y="10"/>
                    <a:pt x="0" y="10"/>
                  </a:cubicBezTo>
                  <a:lnTo>
                    <a:pt x="0" y="10"/>
                  </a:lnTo>
                  <a:cubicBezTo>
                    <a:pt x="122" y="10"/>
                    <a:pt x="254" y="10"/>
                    <a:pt x="387" y="1"/>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4937;p66">
              <a:extLst>
                <a:ext uri="{FF2B5EF4-FFF2-40B4-BE49-F238E27FC236}">
                  <a16:creationId xmlns:a16="http://schemas.microsoft.com/office/drawing/2014/main" id="{0A6D1730-2CF9-41F1-AD02-B8B4AA61E967}"/>
                </a:ext>
              </a:extLst>
            </p:cNvPr>
            <p:cNvSpPr/>
            <p:nvPr/>
          </p:nvSpPr>
          <p:spPr>
            <a:xfrm>
              <a:off x="3819225" y="2429500"/>
              <a:ext cx="9675" cy="275"/>
            </a:xfrm>
            <a:custGeom>
              <a:avLst/>
              <a:gdLst/>
              <a:ahLst/>
              <a:cxnLst/>
              <a:rect l="l" t="t" r="r" b="b"/>
              <a:pathLst>
                <a:path w="387" h="11" extrusionOk="0">
                  <a:moveTo>
                    <a:pt x="387" y="1"/>
                  </a:moveTo>
                  <a:cubicBezTo>
                    <a:pt x="254" y="10"/>
                    <a:pt x="122" y="10"/>
                    <a:pt x="0" y="10"/>
                  </a:cubicBezTo>
                  <a:lnTo>
                    <a:pt x="0" y="10"/>
                  </a:lnTo>
                  <a:cubicBezTo>
                    <a:pt x="122" y="10"/>
                    <a:pt x="254" y="10"/>
                    <a:pt x="387" y="1"/>
                  </a:cubicBezTo>
                  <a:close/>
                </a:path>
              </a:pathLst>
            </a:custGeom>
            <a:solidFill>
              <a:srgbClr val="5F84E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4938;p66">
              <a:extLst>
                <a:ext uri="{FF2B5EF4-FFF2-40B4-BE49-F238E27FC236}">
                  <a16:creationId xmlns:a16="http://schemas.microsoft.com/office/drawing/2014/main" id="{A7782EA3-981D-409D-B52C-402E6EFB7D07}"/>
                </a:ext>
              </a:extLst>
            </p:cNvPr>
            <p:cNvSpPr/>
            <p:nvPr/>
          </p:nvSpPr>
          <p:spPr>
            <a:xfrm>
              <a:off x="3782850" y="2287150"/>
              <a:ext cx="68675" cy="142625"/>
            </a:xfrm>
            <a:custGeom>
              <a:avLst/>
              <a:gdLst/>
              <a:ahLst/>
              <a:cxnLst/>
              <a:rect l="l" t="t" r="r" b="b"/>
              <a:pathLst>
                <a:path w="2747" h="5705" extrusionOk="0">
                  <a:moveTo>
                    <a:pt x="1323" y="254"/>
                  </a:moveTo>
                  <a:cubicBezTo>
                    <a:pt x="1323" y="254"/>
                    <a:pt x="1537" y="651"/>
                    <a:pt x="1831" y="651"/>
                  </a:cubicBezTo>
                  <a:cubicBezTo>
                    <a:pt x="1923" y="651"/>
                    <a:pt x="2014" y="621"/>
                    <a:pt x="2116" y="529"/>
                  </a:cubicBezTo>
                  <a:cubicBezTo>
                    <a:pt x="2217" y="1149"/>
                    <a:pt x="2370" y="2227"/>
                    <a:pt x="2472" y="3458"/>
                  </a:cubicBezTo>
                  <a:cubicBezTo>
                    <a:pt x="2208" y="3458"/>
                    <a:pt x="1933" y="3447"/>
                    <a:pt x="1679" y="3447"/>
                  </a:cubicBezTo>
                  <a:cubicBezTo>
                    <a:pt x="1506" y="2299"/>
                    <a:pt x="1038" y="1414"/>
                    <a:pt x="622" y="834"/>
                  </a:cubicBezTo>
                  <a:lnTo>
                    <a:pt x="713" y="834"/>
                  </a:lnTo>
                  <a:cubicBezTo>
                    <a:pt x="957" y="834"/>
                    <a:pt x="1232" y="722"/>
                    <a:pt x="1323" y="254"/>
                  </a:cubicBezTo>
                  <a:close/>
                  <a:moveTo>
                    <a:pt x="1943" y="1"/>
                  </a:moveTo>
                  <a:cubicBezTo>
                    <a:pt x="1943" y="1"/>
                    <a:pt x="1770" y="92"/>
                    <a:pt x="1323" y="143"/>
                  </a:cubicBezTo>
                  <a:cubicBezTo>
                    <a:pt x="1282" y="153"/>
                    <a:pt x="1232" y="153"/>
                    <a:pt x="1191" y="153"/>
                  </a:cubicBezTo>
                  <a:lnTo>
                    <a:pt x="1180" y="153"/>
                  </a:lnTo>
                  <a:cubicBezTo>
                    <a:pt x="1140" y="153"/>
                    <a:pt x="1099" y="163"/>
                    <a:pt x="1058" y="163"/>
                  </a:cubicBezTo>
                  <a:lnTo>
                    <a:pt x="1018" y="163"/>
                  </a:lnTo>
                  <a:cubicBezTo>
                    <a:pt x="591" y="163"/>
                    <a:pt x="174" y="71"/>
                    <a:pt x="1" y="21"/>
                  </a:cubicBezTo>
                  <a:lnTo>
                    <a:pt x="1" y="21"/>
                  </a:lnTo>
                  <a:cubicBezTo>
                    <a:pt x="1516" y="1719"/>
                    <a:pt x="1557" y="4068"/>
                    <a:pt x="1516" y="4911"/>
                  </a:cubicBezTo>
                  <a:cubicBezTo>
                    <a:pt x="1506" y="5094"/>
                    <a:pt x="1496" y="5207"/>
                    <a:pt x="1496" y="5216"/>
                  </a:cubicBezTo>
                  <a:cubicBezTo>
                    <a:pt x="1485" y="5390"/>
                    <a:pt x="1476" y="5552"/>
                    <a:pt x="1455" y="5704"/>
                  </a:cubicBezTo>
                  <a:cubicBezTo>
                    <a:pt x="1577" y="5704"/>
                    <a:pt x="1709" y="5704"/>
                    <a:pt x="1842" y="5695"/>
                  </a:cubicBezTo>
                  <a:lnTo>
                    <a:pt x="1882" y="5695"/>
                  </a:lnTo>
                  <a:cubicBezTo>
                    <a:pt x="2217" y="5684"/>
                    <a:pt x="2502" y="5654"/>
                    <a:pt x="2736" y="5613"/>
                  </a:cubicBezTo>
                  <a:cubicBezTo>
                    <a:pt x="2736" y="5481"/>
                    <a:pt x="2746" y="5349"/>
                    <a:pt x="2746" y="5227"/>
                  </a:cubicBezTo>
                  <a:lnTo>
                    <a:pt x="2746" y="5207"/>
                  </a:lnTo>
                  <a:lnTo>
                    <a:pt x="2746" y="5196"/>
                  </a:lnTo>
                  <a:lnTo>
                    <a:pt x="2746" y="5186"/>
                  </a:lnTo>
                  <a:lnTo>
                    <a:pt x="2746" y="5176"/>
                  </a:lnTo>
                  <a:lnTo>
                    <a:pt x="2746" y="5166"/>
                  </a:lnTo>
                  <a:lnTo>
                    <a:pt x="2746" y="5155"/>
                  </a:lnTo>
                  <a:lnTo>
                    <a:pt x="2746" y="5146"/>
                  </a:lnTo>
                  <a:lnTo>
                    <a:pt x="2746" y="5135"/>
                  </a:lnTo>
                  <a:lnTo>
                    <a:pt x="2746" y="5125"/>
                  </a:lnTo>
                  <a:lnTo>
                    <a:pt x="2746" y="5115"/>
                  </a:lnTo>
                  <a:lnTo>
                    <a:pt x="2746" y="5105"/>
                  </a:lnTo>
                  <a:lnTo>
                    <a:pt x="2746" y="5094"/>
                  </a:lnTo>
                  <a:cubicBezTo>
                    <a:pt x="2746" y="5094"/>
                    <a:pt x="2746" y="5085"/>
                    <a:pt x="2736" y="5085"/>
                  </a:cubicBezTo>
                  <a:lnTo>
                    <a:pt x="2736" y="5064"/>
                  </a:lnTo>
                  <a:lnTo>
                    <a:pt x="2736" y="5044"/>
                  </a:lnTo>
                  <a:cubicBezTo>
                    <a:pt x="2706" y="4495"/>
                    <a:pt x="2655" y="3966"/>
                    <a:pt x="2594" y="3458"/>
                  </a:cubicBezTo>
                  <a:cubicBezTo>
                    <a:pt x="2400" y="1780"/>
                    <a:pt x="2106" y="387"/>
                    <a:pt x="2034" y="41"/>
                  </a:cubicBezTo>
                  <a:cubicBezTo>
                    <a:pt x="2004" y="21"/>
                    <a:pt x="1973" y="10"/>
                    <a:pt x="1943" y="1"/>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4939;p66">
              <a:extLst>
                <a:ext uri="{FF2B5EF4-FFF2-40B4-BE49-F238E27FC236}">
                  <a16:creationId xmlns:a16="http://schemas.microsoft.com/office/drawing/2014/main" id="{7B25458F-090E-419E-9F29-66B6BA982E6C}"/>
                </a:ext>
              </a:extLst>
            </p:cNvPr>
            <p:cNvSpPr/>
            <p:nvPr/>
          </p:nvSpPr>
          <p:spPr>
            <a:xfrm>
              <a:off x="3780325" y="2278000"/>
              <a:ext cx="35600" cy="26500"/>
            </a:xfrm>
            <a:custGeom>
              <a:avLst/>
              <a:gdLst/>
              <a:ahLst/>
              <a:cxnLst/>
              <a:rect l="l" t="t" r="r" b="b"/>
              <a:pathLst>
                <a:path w="1424" h="1060" extrusionOk="0">
                  <a:moveTo>
                    <a:pt x="183" y="1"/>
                  </a:moveTo>
                  <a:cubicBezTo>
                    <a:pt x="183" y="1"/>
                    <a:pt x="61" y="204"/>
                    <a:pt x="0" y="326"/>
                  </a:cubicBezTo>
                  <a:cubicBezTo>
                    <a:pt x="0" y="326"/>
                    <a:pt x="285" y="1017"/>
                    <a:pt x="784" y="1058"/>
                  </a:cubicBezTo>
                  <a:cubicBezTo>
                    <a:pt x="797" y="1059"/>
                    <a:pt x="811" y="1059"/>
                    <a:pt x="824" y="1059"/>
                  </a:cubicBezTo>
                  <a:cubicBezTo>
                    <a:pt x="1327" y="1059"/>
                    <a:pt x="1424" y="509"/>
                    <a:pt x="1424" y="509"/>
                  </a:cubicBezTo>
                  <a:cubicBezTo>
                    <a:pt x="1424" y="509"/>
                    <a:pt x="549" y="224"/>
                    <a:pt x="18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4940;p66">
              <a:extLst>
                <a:ext uri="{FF2B5EF4-FFF2-40B4-BE49-F238E27FC236}">
                  <a16:creationId xmlns:a16="http://schemas.microsoft.com/office/drawing/2014/main" id="{EF61D1E4-D926-48FA-A545-ECDDE03D2D44}"/>
                </a:ext>
              </a:extLst>
            </p:cNvPr>
            <p:cNvSpPr/>
            <p:nvPr/>
          </p:nvSpPr>
          <p:spPr>
            <a:xfrm>
              <a:off x="3815900" y="2280550"/>
              <a:ext cx="21900" cy="20875"/>
            </a:xfrm>
            <a:custGeom>
              <a:avLst/>
              <a:gdLst/>
              <a:ahLst/>
              <a:cxnLst/>
              <a:rect l="l" t="t" r="r" b="b"/>
              <a:pathLst>
                <a:path w="876" h="835" extrusionOk="0">
                  <a:moveTo>
                    <a:pt x="509" y="0"/>
                  </a:moveTo>
                  <a:cubicBezTo>
                    <a:pt x="255" y="366"/>
                    <a:pt x="1" y="407"/>
                    <a:pt x="1" y="407"/>
                  </a:cubicBezTo>
                  <a:cubicBezTo>
                    <a:pt x="1" y="407"/>
                    <a:pt x="206" y="835"/>
                    <a:pt x="475" y="835"/>
                  </a:cubicBezTo>
                  <a:cubicBezTo>
                    <a:pt x="500" y="835"/>
                    <a:pt x="524" y="831"/>
                    <a:pt x="550" y="823"/>
                  </a:cubicBezTo>
                  <a:cubicBezTo>
                    <a:pt x="875" y="712"/>
                    <a:pt x="712" y="234"/>
                    <a:pt x="712" y="234"/>
                  </a:cubicBezTo>
                  <a:lnTo>
                    <a:pt x="509" y="0"/>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4941;p66">
              <a:extLst>
                <a:ext uri="{FF2B5EF4-FFF2-40B4-BE49-F238E27FC236}">
                  <a16:creationId xmlns:a16="http://schemas.microsoft.com/office/drawing/2014/main" id="{1170D128-6756-499B-874C-9B70FAE65A68}"/>
                </a:ext>
              </a:extLst>
            </p:cNvPr>
            <p:cNvSpPr/>
            <p:nvPr/>
          </p:nvSpPr>
          <p:spPr>
            <a:xfrm>
              <a:off x="3726175" y="2286150"/>
              <a:ext cx="96875" cy="189475"/>
            </a:xfrm>
            <a:custGeom>
              <a:avLst/>
              <a:gdLst/>
              <a:ahLst/>
              <a:cxnLst/>
              <a:rect l="l" t="t" r="r" b="b"/>
              <a:pathLst>
                <a:path w="3875" h="7579" extrusionOk="0">
                  <a:moveTo>
                    <a:pt x="2166" y="0"/>
                  </a:moveTo>
                  <a:cubicBezTo>
                    <a:pt x="1658" y="203"/>
                    <a:pt x="916" y="416"/>
                    <a:pt x="916" y="416"/>
                  </a:cubicBezTo>
                  <a:cubicBezTo>
                    <a:pt x="926" y="651"/>
                    <a:pt x="936" y="4463"/>
                    <a:pt x="936" y="4463"/>
                  </a:cubicBezTo>
                  <a:cubicBezTo>
                    <a:pt x="600" y="5186"/>
                    <a:pt x="1" y="6385"/>
                    <a:pt x="1" y="6385"/>
                  </a:cubicBezTo>
                  <a:cubicBezTo>
                    <a:pt x="478" y="6863"/>
                    <a:pt x="1251" y="7239"/>
                    <a:pt x="1902" y="7493"/>
                  </a:cubicBezTo>
                  <a:cubicBezTo>
                    <a:pt x="2050" y="7551"/>
                    <a:pt x="2201" y="7578"/>
                    <a:pt x="2350" y="7578"/>
                  </a:cubicBezTo>
                  <a:cubicBezTo>
                    <a:pt x="2907" y="7578"/>
                    <a:pt x="3425" y="7197"/>
                    <a:pt x="3569" y="6619"/>
                  </a:cubicBezTo>
                  <a:cubicBezTo>
                    <a:pt x="3874" y="5369"/>
                    <a:pt x="3834" y="3742"/>
                    <a:pt x="3499" y="2542"/>
                  </a:cubicBezTo>
                  <a:cubicBezTo>
                    <a:pt x="3011" y="844"/>
                    <a:pt x="2166" y="0"/>
                    <a:pt x="216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4942;p66">
              <a:extLst>
                <a:ext uri="{FF2B5EF4-FFF2-40B4-BE49-F238E27FC236}">
                  <a16:creationId xmlns:a16="http://schemas.microsoft.com/office/drawing/2014/main" id="{E9F96441-318B-4C10-B39A-22A5ADAB6659}"/>
                </a:ext>
              </a:extLst>
            </p:cNvPr>
            <p:cNvSpPr/>
            <p:nvPr/>
          </p:nvSpPr>
          <p:spPr>
            <a:xfrm>
              <a:off x="3743975" y="2348400"/>
              <a:ext cx="5625" cy="61300"/>
            </a:xfrm>
            <a:custGeom>
              <a:avLst/>
              <a:gdLst/>
              <a:ahLst/>
              <a:cxnLst/>
              <a:rect l="l" t="t" r="r" b="b"/>
              <a:pathLst>
                <a:path w="225" h="2452" extrusionOk="0">
                  <a:moveTo>
                    <a:pt x="224" y="1973"/>
                  </a:moveTo>
                  <a:cubicBezTo>
                    <a:pt x="153" y="2116"/>
                    <a:pt x="82" y="2278"/>
                    <a:pt x="1" y="2451"/>
                  </a:cubicBezTo>
                  <a:lnTo>
                    <a:pt x="1" y="2451"/>
                  </a:lnTo>
                  <a:cubicBezTo>
                    <a:pt x="82" y="2278"/>
                    <a:pt x="153" y="2116"/>
                    <a:pt x="224" y="1973"/>
                  </a:cubicBez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63"/>
                  </a:moveTo>
                  <a:lnTo>
                    <a:pt x="224" y="1973"/>
                  </a:lnTo>
                  <a:lnTo>
                    <a:pt x="224" y="1963"/>
                  </a:lnTo>
                  <a:close/>
                  <a:moveTo>
                    <a:pt x="214" y="1"/>
                  </a:moveTo>
                  <a:cubicBezTo>
                    <a:pt x="224" y="936"/>
                    <a:pt x="224" y="1851"/>
                    <a:pt x="224" y="1963"/>
                  </a:cubicBezTo>
                  <a:cubicBezTo>
                    <a:pt x="224" y="1851"/>
                    <a:pt x="224" y="936"/>
                    <a:pt x="214" y="1"/>
                  </a:cubicBezTo>
                  <a:close/>
                </a:path>
              </a:pathLst>
            </a:custGeom>
            <a:solidFill>
              <a:srgbClr val="B6CAF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4943;p66">
              <a:extLst>
                <a:ext uri="{FF2B5EF4-FFF2-40B4-BE49-F238E27FC236}">
                  <a16:creationId xmlns:a16="http://schemas.microsoft.com/office/drawing/2014/main" id="{2C95A7CD-B95B-4321-8B9D-6FA7BC01C214}"/>
                </a:ext>
              </a:extLst>
            </p:cNvPr>
            <p:cNvSpPr/>
            <p:nvPr/>
          </p:nvSpPr>
          <p:spPr>
            <a:xfrm>
              <a:off x="3743975" y="2330375"/>
              <a:ext cx="76275" cy="107025"/>
            </a:xfrm>
            <a:custGeom>
              <a:avLst/>
              <a:gdLst/>
              <a:ahLst/>
              <a:cxnLst/>
              <a:rect l="l" t="t" r="r" b="b"/>
              <a:pathLst>
                <a:path w="3051" h="4281" extrusionOk="0">
                  <a:moveTo>
                    <a:pt x="214" y="0"/>
                  </a:moveTo>
                  <a:lnTo>
                    <a:pt x="214" y="722"/>
                  </a:lnTo>
                  <a:cubicBezTo>
                    <a:pt x="224" y="1657"/>
                    <a:pt x="224" y="2572"/>
                    <a:pt x="224" y="2684"/>
                  </a:cubicBezTo>
                  <a:lnTo>
                    <a:pt x="224" y="2694"/>
                  </a:lnTo>
                  <a:cubicBezTo>
                    <a:pt x="153" y="2837"/>
                    <a:pt x="82" y="2999"/>
                    <a:pt x="1" y="3172"/>
                  </a:cubicBezTo>
                  <a:cubicBezTo>
                    <a:pt x="184" y="3447"/>
                    <a:pt x="428" y="3681"/>
                    <a:pt x="722" y="3833"/>
                  </a:cubicBezTo>
                  <a:cubicBezTo>
                    <a:pt x="1322" y="4149"/>
                    <a:pt x="2186" y="4260"/>
                    <a:pt x="2970" y="4280"/>
                  </a:cubicBezTo>
                  <a:cubicBezTo>
                    <a:pt x="3010" y="4027"/>
                    <a:pt x="3031" y="3762"/>
                    <a:pt x="3051" y="3487"/>
                  </a:cubicBezTo>
                  <a:cubicBezTo>
                    <a:pt x="2990" y="3294"/>
                    <a:pt x="2918" y="3101"/>
                    <a:pt x="2857" y="2918"/>
                  </a:cubicBezTo>
                  <a:lnTo>
                    <a:pt x="2848" y="2918"/>
                  </a:lnTo>
                  <a:lnTo>
                    <a:pt x="2848" y="2908"/>
                  </a:lnTo>
                  <a:cubicBezTo>
                    <a:pt x="2685" y="2450"/>
                    <a:pt x="2491" y="2043"/>
                    <a:pt x="2319" y="1688"/>
                  </a:cubicBezTo>
                  <a:lnTo>
                    <a:pt x="2095" y="1688"/>
                  </a:lnTo>
                  <a:cubicBezTo>
                    <a:pt x="1902" y="1332"/>
                    <a:pt x="1719" y="834"/>
                    <a:pt x="1597" y="468"/>
                  </a:cubicBezTo>
                  <a:cubicBezTo>
                    <a:pt x="1546" y="396"/>
                    <a:pt x="1526" y="366"/>
                    <a:pt x="1526" y="366"/>
                  </a:cubicBezTo>
                  <a:cubicBezTo>
                    <a:pt x="1536" y="366"/>
                    <a:pt x="1546" y="356"/>
                    <a:pt x="1566" y="356"/>
                  </a:cubicBezTo>
                  <a:cubicBezTo>
                    <a:pt x="1495" y="143"/>
                    <a:pt x="1454" y="0"/>
                    <a:pt x="145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4944;p66">
              <a:extLst>
                <a:ext uri="{FF2B5EF4-FFF2-40B4-BE49-F238E27FC236}">
                  <a16:creationId xmlns:a16="http://schemas.microsoft.com/office/drawing/2014/main" id="{EAE44095-7D2C-459A-AF42-0406A20F1356}"/>
                </a:ext>
              </a:extLst>
            </p:cNvPr>
            <p:cNvSpPr/>
            <p:nvPr/>
          </p:nvSpPr>
          <p:spPr>
            <a:xfrm>
              <a:off x="3767600" y="2284850"/>
              <a:ext cx="62325" cy="132975"/>
            </a:xfrm>
            <a:custGeom>
              <a:avLst/>
              <a:gdLst/>
              <a:ahLst/>
              <a:cxnLst/>
              <a:rect l="l" t="t" r="r" b="b"/>
              <a:pathLst>
                <a:path w="2493" h="5319" extrusionOk="0">
                  <a:moveTo>
                    <a:pt x="509" y="1"/>
                  </a:moveTo>
                  <a:lnTo>
                    <a:pt x="1" y="194"/>
                  </a:lnTo>
                  <a:cubicBezTo>
                    <a:pt x="1" y="194"/>
                    <a:pt x="316" y="967"/>
                    <a:pt x="499" y="1781"/>
                  </a:cubicBezTo>
                  <a:cubicBezTo>
                    <a:pt x="652" y="1872"/>
                    <a:pt x="906" y="2034"/>
                    <a:pt x="1069" y="2147"/>
                  </a:cubicBezTo>
                  <a:cubicBezTo>
                    <a:pt x="1069" y="2147"/>
                    <a:pt x="814" y="2156"/>
                    <a:pt x="581" y="2187"/>
                  </a:cubicBezTo>
                  <a:cubicBezTo>
                    <a:pt x="581" y="2187"/>
                    <a:pt x="1546" y="3498"/>
                    <a:pt x="2106" y="5319"/>
                  </a:cubicBezTo>
                  <a:cubicBezTo>
                    <a:pt x="2106" y="5319"/>
                    <a:pt x="2492" y="2095"/>
                    <a:pt x="509" y="1"/>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Google Shape;4945;p66">
              <a:extLst>
                <a:ext uri="{FF2B5EF4-FFF2-40B4-BE49-F238E27FC236}">
                  <a16:creationId xmlns:a16="http://schemas.microsoft.com/office/drawing/2014/main" id="{B7F74B2C-555C-443D-8C95-C79F42F5E3DE}"/>
                </a:ext>
              </a:extLst>
            </p:cNvPr>
            <p:cNvSpPr/>
            <p:nvPr/>
          </p:nvSpPr>
          <p:spPr>
            <a:xfrm>
              <a:off x="3820225" y="2409925"/>
              <a:ext cx="550" cy="7650"/>
            </a:xfrm>
            <a:custGeom>
              <a:avLst/>
              <a:gdLst/>
              <a:ahLst/>
              <a:cxnLst/>
              <a:rect l="l" t="t" r="r" b="b"/>
              <a:pathLst>
                <a:path w="22" h="306" extrusionOk="0">
                  <a:moveTo>
                    <a:pt x="21" y="0"/>
                  </a:moveTo>
                  <a:cubicBezTo>
                    <a:pt x="11" y="183"/>
                    <a:pt x="1" y="296"/>
                    <a:pt x="1" y="305"/>
                  </a:cubicBezTo>
                  <a:lnTo>
                    <a:pt x="1" y="305"/>
                  </a:lnTo>
                  <a:cubicBezTo>
                    <a:pt x="1" y="296"/>
                    <a:pt x="11" y="183"/>
                    <a:pt x="21" y="0"/>
                  </a:cubicBezTo>
                  <a:close/>
                  <a:moveTo>
                    <a:pt x="21" y="0"/>
                  </a:moveTo>
                  <a:lnTo>
                    <a:pt x="21" y="0"/>
                  </a:lnTo>
                  <a:close/>
                </a:path>
              </a:pathLst>
            </a:custGeom>
            <a:solidFill>
              <a:srgbClr val="BACB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4946;p66">
              <a:extLst>
                <a:ext uri="{FF2B5EF4-FFF2-40B4-BE49-F238E27FC236}">
                  <a16:creationId xmlns:a16="http://schemas.microsoft.com/office/drawing/2014/main" id="{E1FB5888-6B30-4159-9FE3-F61664C5CDDD}"/>
                </a:ext>
              </a:extLst>
            </p:cNvPr>
            <p:cNvSpPr/>
            <p:nvPr/>
          </p:nvSpPr>
          <p:spPr>
            <a:xfrm>
              <a:off x="3820225" y="2417550"/>
              <a:ext cx="25" cy="275"/>
            </a:xfrm>
            <a:custGeom>
              <a:avLst/>
              <a:gdLst/>
              <a:ahLst/>
              <a:cxnLst/>
              <a:rect l="l" t="t" r="r" b="b"/>
              <a:pathLst>
                <a:path w="1" h="11" extrusionOk="0">
                  <a:moveTo>
                    <a:pt x="1" y="0"/>
                  </a:moveTo>
                  <a:lnTo>
                    <a:pt x="1" y="11"/>
                  </a:lnTo>
                  <a:lnTo>
                    <a:pt x="1" y="11"/>
                  </a:lnTo>
                  <a:lnTo>
                    <a:pt x="1" y="0"/>
                  </a:lnTo>
                  <a:close/>
                </a:path>
              </a:pathLst>
            </a:custGeom>
            <a:solidFill>
              <a:srgbClr val="537BE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4947;p66">
              <a:extLst>
                <a:ext uri="{FF2B5EF4-FFF2-40B4-BE49-F238E27FC236}">
                  <a16:creationId xmlns:a16="http://schemas.microsoft.com/office/drawing/2014/main" id="{16E07ACE-D777-4AFF-B3D7-FF59703F1B1E}"/>
                </a:ext>
              </a:extLst>
            </p:cNvPr>
            <p:cNvSpPr/>
            <p:nvPr/>
          </p:nvSpPr>
          <p:spPr>
            <a:xfrm>
              <a:off x="3801925" y="2372575"/>
              <a:ext cx="13500" cy="30750"/>
            </a:xfrm>
            <a:custGeom>
              <a:avLst/>
              <a:gdLst/>
              <a:ahLst/>
              <a:cxnLst/>
              <a:rect l="l" t="t" r="r" b="b"/>
              <a:pathLst>
                <a:path w="540" h="1230" extrusionOk="0">
                  <a:moveTo>
                    <a:pt x="539" y="1230"/>
                  </a:moveTo>
                  <a:lnTo>
                    <a:pt x="539" y="1230"/>
                  </a:lnTo>
                  <a:lnTo>
                    <a:pt x="539" y="1230"/>
                  </a:lnTo>
                  <a:close/>
                  <a:moveTo>
                    <a:pt x="530" y="1220"/>
                  </a:moveTo>
                  <a:lnTo>
                    <a:pt x="530" y="1230"/>
                  </a:lnTo>
                  <a:lnTo>
                    <a:pt x="530" y="1220"/>
                  </a:lnTo>
                  <a:close/>
                  <a:moveTo>
                    <a:pt x="1" y="0"/>
                  </a:moveTo>
                  <a:cubicBezTo>
                    <a:pt x="173" y="355"/>
                    <a:pt x="367" y="762"/>
                    <a:pt x="530" y="1220"/>
                  </a:cubicBezTo>
                  <a:cubicBezTo>
                    <a:pt x="367" y="762"/>
                    <a:pt x="173" y="355"/>
                    <a:pt x="1" y="0"/>
                  </a:cubicBezTo>
                  <a:close/>
                </a:path>
              </a:pathLst>
            </a:custGeom>
            <a:solidFill>
              <a:srgbClr val="3B62D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4948;p66">
              <a:extLst>
                <a:ext uri="{FF2B5EF4-FFF2-40B4-BE49-F238E27FC236}">
                  <a16:creationId xmlns:a16="http://schemas.microsoft.com/office/drawing/2014/main" id="{12849B87-157D-4A04-99E9-84D6697A9991}"/>
                </a:ext>
              </a:extLst>
            </p:cNvPr>
            <p:cNvSpPr/>
            <p:nvPr/>
          </p:nvSpPr>
          <p:spPr>
            <a:xfrm>
              <a:off x="3801925" y="2372575"/>
              <a:ext cx="19350" cy="45250"/>
            </a:xfrm>
            <a:custGeom>
              <a:avLst/>
              <a:gdLst/>
              <a:ahLst/>
              <a:cxnLst/>
              <a:rect l="l" t="t" r="r" b="b"/>
              <a:pathLst>
                <a:path w="774" h="1810" extrusionOk="0">
                  <a:moveTo>
                    <a:pt x="1" y="0"/>
                  </a:moveTo>
                  <a:cubicBezTo>
                    <a:pt x="173" y="355"/>
                    <a:pt x="367" y="762"/>
                    <a:pt x="530" y="1220"/>
                  </a:cubicBezTo>
                  <a:lnTo>
                    <a:pt x="530" y="1230"/>
                  </a:lnTo>
                  <a:lnTo>
                    <a:pt x="539" y="1230"/>
                  </a:lnTo>
                  <a:cubicBezTo>
                    <a:pt x="600" y="1413"/>
                    <a:pt x="672" y="1606"/>
                    <a:pt x="733" y="1810"/>
                  </a:cubicBezTo>
                  <a:lnTo>
                    <a:pt x="733" y="1799"/>
                  </a:lnTo>
                  <a:cubicBezTo>
                    <a:pt x="733" y="1790"/>
                    <a:pt x="743" y="1677"/>
                    <a:pt x="753" y="1494"/>
                  </a:cubicBezTo>
                  <a:cubicBezTo>
                    <a:pt x="763" y="1179"/>
                    <a:pt x="774" y="651"/>
                    <a:pt x="692" y="20"/>
                  </a:cubicBezTo>
                  <a:cubicBezTo>
                    <a:pt x="408" y="20"/>
                    <a:pt x="164" y="10"/>
                    <a:pt x="1" y="0"/>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4949;p66">
              <a:extLst>
                <a:ext uri="{FF2B5EF4-FFF2-40B4-BE49-F238E27FC236}">
                  <a16:creationId xmlns:a16="http://schemas.microsoft.com/office/drawing/2014/main" id="{688887CD-6443-4613-B43A-F525B2EF1CA8}"/>
                </a:ext>
              </a:extLst>
            </p:cNvPr>
            <p:cNvSpPr/>
            <p:nvPr/>
          </p:nvSpPr>
          <p:spPr>
            <a:xfrm>
              <a:off x="3833700" y="2286375"/>
              <a:ext cx="48325" cy="188750"/>
            </a:xfrm>
            <a:custGeom>
              <a:avLst/>
              <a:gdLst/>
              <a:ahLst/>
              <a:cxnLst/>
              <a:rect l="l" t="t" r="r" b="b"/>
              <a:pathLst>
                <a:path w="1933" h="7550" extrusionOk="0">
                  <a:moveTo>
                    <a:pt x="0" y="1"/>
                  </a:moveTo>
                  <a:cubicBezTo>
                    <a:pt x="0" y="1"/>
                    <a:pt x="468" y="1933"/>
                    <a:pt x="702" y="4454"/>
                  </a:cubicBezTo>
                  <a:cubicBezTo>
                    <a:pt x="784" y="5329"/>
                    <a:pt x="580" y="6101"/>
                    <a:pt x="773" y="7138"/>
                  </a:cubicBezTo>
                  <a:cubicBezTo>
                    <a:pt x="823" y="7396"/>
                    <a:pt x="1048" y="7549"/>
                    <a:pt x="1275" y="7549"/>
                  </a:cubicBezTo>
                  <a:cubicBezTo>
                    <a:pt x="1416" y="7549"/>
                    <a:pt x="1557" y="7491"/>
                    <a:pt x="1658" y="7362"/>
                  </a:cubicBezTo>
                  <a:cubicBezTo>
                    <a:pt x="1810" y="7159"/>
                    <a:pt x="1932" y="6885"/>
                    <a:pt x="1932" y="6539"/>
                  </a:cubicBezTo>
                  <a:cubicBezTo>
                    <a:pt x="1932" y="6539"/>
                    <a:pt x="1455" y="5268"/>
                    <a:pt x="1170" y="4454"/>
                  </a:cubicBezTo>
                  <a:cubicBezTo>
                    <a:pt x="1170" y="4454"/>
                    <a:pt x="1505" y="3559"/>
                    <a:pt x="1455" y="2888"/>
                  </a:cubicBezTo>
                  <a:cubicBezTo>
                    <a:pt x="1394" y="2208"/>
                    <a:pt x="956" y="1343"/>
                    <a:pt x="956" y="1343"/>
                  </a:cubicBezTo>
                  <a:lnTo>
                    <a:pt x="845" y="285"/>
                  </a:lnTo>
                  <a:cubicBezTo>
                    <a:pt x="845" y="285"/>
                    <a:pt x="183" y="82"/>
                    <a:pt x="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4950;p66">
              <a:extLst>
                <a:ext uri="{FF2B5EF4-FFF2-40B4-BE49-F238E27FC236}">
                  <a16:creationId xmlns:a16="http://schemas.microsoft.com/office/drawing/2014/main" id="{6BD505DB-8FD3-4B26-9E9D-FC98482EC8F4}"/>
                </a:ext>
              </a:extLst>
            </p:cNvPr>
            <p:cNvSpPr/>
            <p:nvPr/>
          </p:nvSpPr>
          <p:spPr>
            <a:xfrm>
              <a:off x="3865225" y="2404325"/>
              <a:ext cx="8150" cy="21875"/>
            </a:xfrm>
            <a:custGeom>
              <a:avLst/>
              <a:gdLst/>
              <a:ahLst/>
              <a:cxnLst/>
              <a:rect l="l" t="t" r="r" b="b"/>
              <a:pathLst>
                <a:path w="326" h="875" extrusionOk="0">
                  <a:moveTo>
                    <a:pt x="0" y="1"/>
                  </a:moveTo>
                  <a:cubicBezTo>
                    <a:pt x="102" y="275"/>
                    <a:pt x="214" y="590"/>
                    <a:pt x="326" y="875"/>
                  </a:cubicBezTo>
                  <a:lnTo>
                    <a:pt x="326" y="875"/>
                  </a:lnTo>
                  <a:cubicBezTo>
                    <a:pt x="214" y="590"/>
                    <a:pt x="102" y="275"/>
                    <a:pt x="0" y="1"/>
                  </a:cubicBezTo>
                  <a:close/>
                </a:path>
              </a:pathLst>
            </a:custGeom>
            <a:solidFill>
              <a:srgbClr val="B6CAF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4951;p66">
              <a:extLst>
                <a:ext uri="{FF2B5EF4-FFF2-40B4-BE49-F238E27FC236}">
                  <a16:creationId xmlns:a16="http://schemas.microsoft.com/office/drawing/2014/main" id="{06C8DD64-4597-4CA1-9A76-F8233224FA6F}"/>
                </a:ext>
              </a:extLst>
            </p:cNvPr>
            <p:cNvSpPr/>
            <p:nvPr/>
          </p:nvSpPr>
          <p:spPr>
            <a:xfrm>
              <a:off x="3850975" y="2373075"/>
              <a:ext cx="22400" cy="63575"/>
            </a:xfrm>
            <a:custGeom>
              <a:avLst/>
              <a:gdLst/>
              <a:ahLst/>
              <a:cxnLst/>
              <a:rect l="l" t="t" r="r" b="b"/>
              <a:pathLst>
                <a:path w="896" h="2543" extrusionOk="0">
                  <a:moveTo>
                    <a:pt x="733" y="0"/>
                  </a:moveTo>
                  <a:cubicBezTo>
                    <a:pt x="570" y="0"/>
                    <a:pt x="387" y="10"/>
                    <a:pt x="184" y="10"/>
                  </a:cubicBezTo>
                  <a:cubicBezTo>
                    <a:pt x="103" y="885"/>
                    <a:pt x="32" y="1657"/>
                    <a:pt x="21" y="1770"/>
                  </a:cubicBezTo>
                  <a:lnTo>
                    <a:pt x="21" y="1779"/>
                  </a:lnTo>
                  <a:cubicBezTo>
                    <a:pt x="11" y="2034"/>
                    <a:pt x="1" y="2278"/>
                    <a:pt x="1" y="2542"/>
                  </a:cubicBezTo>
                  <a:cubicBezTo>
                    <a:pt x="347" y="2511"/>
                    <a:pt x="570" y="2491"/>
                    <a:pt x="570" y="2491"/>
                  </a:cubicBezTo>
                  <a:cubicBezTo>
                    <a:pt x="631" y="2339"/>
                    <a:pt x="692" y="2136"/>
                    <a:pt x="692" y="2136"/>
                  </a:cubicBezTo>
                  <a:cubicBezTo>
                    <a:pt x="764" y="2136"/>
                    <a:pt x="835" y="2125"/>
                    <a:pt x="896" y="2125"/>
                  </a:cubicBezTo>
                  <a:cubicBezTo>
                    <a:pt x="784" y="1840"/>
                    <a:pt x="672" y="1525"/>
                    <a:pt x="570" y="1251"/>
                  </a:cubicBezTo>
                  <a:cubicBezTo>
                    <a:pt x="540" y="1159"/>
                    <a:pt x="509" y="1068"/>
                    <a:pt x="479" y="986"/>
                  </a:cubicBezTo>
                  <a:cubicBezTo>
                    <a:pt x="479" y="986"/>
                    <a:pt x="662" y="518"/>
                    <a:pt x="733" y="0"/>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4952;p66">
              <a:extLst>
                <a:ext uri="{FF2B5EF4-FFF2-40B4-BE49-F238E27FC236}">
                  <a16:creationId xmlns:a16="http://schemas.microsoft.com/office/drawing/2014/main" id="{D106D580-CBB7-4117-AF35-1C9A5753BFFF}"/>
                </a:ext>
              </a:extLst>
            </p:cNvPr>
            <p:cNvSpPr/>
            <p:nvPr/>
          </p:nvSpPr>
          <p:spPr>
            <a:xfrm>
              <a:off x="3833200" y="2285875"/>
              <a:ext cx="25700" cy="131950"/>
            </a:xfrm>
            <a:custGeom>
              <a:avLst/>
              <a:gdLst/>
              <a:ahLst/>
              <a:cxnLst/>
              <a:rect l="l" t="t" r="r" b="b"/>
              <a:pathLst>
                <a:path w="1028" h="5278" extrusionOk="0">
                  <a:moveTo>
                    <a:pt x="0" y="0"/>
                  </a:moveTo>
                  <a:cubicBezTo>
                    <a:pt x="0" y="1"/>
                    <a:pt x="590" y="2614"/>
                    <a:pt x="732" y="5278"/>
                  </a:cubicBezTo>
                  <a:cubicBezTo>
                    <a:pt x="732" y="5278"/>
                    <a:pt x="905" y="3366"/>
                    <a:pt x="1027" y="2045"/>
                  </a:cubicBezTo>
                  <a:cubicBezTo>
                    <a:pt x="1027" y="2045"/>
                    <a:pt x="804" y="1993"/>
                    <a:pt x="610" y="1932"/>
                  </a:cubicBezTo>
                  <a:cubicBezTo>
                    <a:pt x="610" y="1932"/>
                    <a:pt x="753" y="1932"/>
                    <a:pt x="987" y="1923"/>
                  </a:cubicBezTo>
                  <a:cubicBezTo>
                    <a:pt x="885" y="1627"/>
                    <a:pt x="621" y="845"/>
                    <a:pt x="427" y="133"/>
                  </a:cubicBezTo>
                  <a:cubicBezTo>
                    <a:pt x="427" y="133"/>
                    <a:pt x="264" y="82"/>
                    <a:pt x="0" y="0"/>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4953;p66">
              <a:extLst>
                <a:ext uri="{FF2B5EF4-FFF2-40B4-BE49-F238E27FC236}">
                  <a16:creationId xmlns:a16="http://schemas.microsoft.com/office/drawing/2014/main" id="{CF14A80A-FC19-44BA-B4D5-8C6C06398396}"/>
                </a:ext>
              </a:extLst>
            </p:cNvPr>
            <p:cNvSpPr/>
            <p:nvPr/>
          </p:nvSpPr>
          <p:spPr>
            <a:xfrm>
              <a:off x="3847700" y="2373575"/>
              <a:ext cx="3825" cy="43750"/>
            </a:xfrm>
            <a:custGeom>
              <a:avLst/>
              <a:gdLst/>
              <a:ahLst/>
              <a:cxnLst/>
              <a:rect l="l" t="t" r="r" b="b"/>
              <a:pathLst>
                <a:path w="153" h="1750" extrusionOk="0">
                  <a:moveTo>
                    <a:pt x="152" y="1739"/>
                  </a:moveTo>
                  <a:lnTo>
                    <a:pt x="152" y="1750"/>
                  </a:lnTo>
                  <a:lnTo>
                    <a:pt x="152" y="1739"/>
                  </a:lnTo>
                  <a:close/>
                  <a:moveTo>
                    <a:pt x="152" y="1729"/>
                  </a:moveTo>
                  <a:lnTo>
                    <a:pt x="152" y="1739"/>
                  </a:lnTo>
                  <a:lnTo>
                    <a:pt x="152" y="1729"/>
                  </a:lnTo>
                  <a:close/>
                  <a:moveTo>
                    <a:pt x="152" y="1709"/>
                  </a:moveTo>
                  <a:lnTo>
                    <a:pt x="152" y="1719"/>
                  </a:lnTo>
                  <a:lnTo>
                    <a:pt x="152" y="1709"/>
                  </a:lnTo>
                  <a:close/>
                  <a:moveTo>
                    <a:pt x="152" y="1698"/>
                  </a:moveTo>
                  <a:lnTo>
                    <a:pt x="152" y="1709"/>
                  </a:lnTo>
                  <a:lnTo>
                    <a:pt x="152" y="1698"/>
                  </a:lnTo>
                  <a:close/>
                  <a:moveTo>
                    <a:pt x="152" y="1689"/>
                  </a:moveTo>
                  <a:lnTo>
                    <a:pt x="152" y="1689"/>
                  </a:lnTo>
                  <a:lnTo>
                    <a:pt x="152" y="1689"/>
                  </a:lnTo>
                  <a:close/>
                  <a:moveTo>
                    <a:pt x="152" y="1668"/>
                  </a:moveTo>
                  <a:lnTo>
                    <a:pt x="152" y="1678"/>
                  </a:lnTo>
                  <a:lnTo>
                    <a:pt x="152" y="1668"/>
                  </a:lnTo>
                  <a:close/>
                  <a:moveTo>
                    <a:pt x="152" y="1658"/>
                  </a:moveTo>
                  <a:lnTo>
                    <a:pt x="152" y="1668"/>
                  </a:lnTo>
                  <a:lnTo>
                    <a:pt x="152" y="1658"/>
                  </a:lnTo>
                  <a:close/>
                  <a:moveTo>
                    <a:pt x="152" y="1637"/>
                  </a:moveTo>
                  <a:lnTo>
                    <a:pt x="152" y="1648"/>
                  </a:lnTo>
                  <a:lnTo>
                    <a:pt x="152" y="1637"/>
                  </a:lnTo>
                  <a:close/>
                  <a:moveTo>
                    <a:pt x="142" y="1628"/>
                  </a:moveTo>
                  <a:cubicBezTo>
                    <a:pt x="152" y="1628"/>
                    <a:pt x="152" y="1637"/>
                    <a:pt x="152" y="1637"/>
                  </a:cubicBezTo>
                  <a:cubicBezTo>
                    <a:pt x="152" y="1637"/>
                    <a:pt x="152" y="1628"/>
                    <a:pt x="142" y="1628"/>
                  </a:cubicBezTo>
                  <a:close/>
                  <a:moveTo>
                    <a:pt x="142" y="1607"/>
                  </a:moveTo>
                  <a:lnTo>
                    <a:pt x="142" y="1628"/>
                  </a:lnTo>
                  <a:lnTo>
                    <a:pt x="142" y="1607"/>
                  </a:lnTo>
                  <a:close/>
                  <a:moveTo>
                    <a:pt x="142" y="1587"/>
                  </a:moveTo>
                  <a:lnTo>
                    <a:pt x="142" y="1607"/>
                  </a:lnTo>
                  <a:lnTo>
                    <a:pt x="142" y="1587"/>
                  </a:lnTo>
                  <a:close/>
                  <a:moveTo>
                    <a:pt x="0" y="1"/>
                  </a:moveTo>
                  <a:lnTo>
                    <a:pt x="0" y="1"/>
                  </a:lnTo>
                  <a:cubicBezTo>
                    <a:pt x="61" y="509"/>
                    <a:pt x="112" y="1038"/>
                    <a:pt x="142" y="1587"/>
                  </a:cubicBezTo>
                  <a:cubicBezTo>
                    <a:pt x="112" y="1038"/>
                    <a:pt x="61" y="509"/>
                    <a:pt x="0" y="1"/>
                  </a:cubicBezTo>
                  <a:close/>
                </a:path>
              </a:pathLst>
            </a:custGeom>
            <a:solidFill>
              <a:srgbClr val="BACB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4954;p66">
              <a:extLst>
                <a:ext uri="{FF2B5EF4-FFF2-40B4-BE49-F238E27FC236}">
                  <a16:creationId xmlns:a16="http://schemas.microsoft.com/office/drawing/2014/main" id="{C96B65E5-B7D1-446B-AEC9-D8152D12FBAE}"/>
                </a:ext>
              </a:extLst>
            </p:cNvPr>
            <p:cNvSpPr/>
            <p:nvPr/>
          </p:nvSpPr>
          <p:spPr>
            <a:xfrm>
              <a:off x="3851500" y="2417300"/>
              <a:ext cx="25" cy="25"/>
            </a:xfrm>
            <a:custGeom>
              <a:avLst/>
              <a:gdLst/>
              <a:ahLst/>
              <a:cxnLst/>
              <a:rect l="l" t="t" r="r" b="b"/>
              <a:pathLst>
                <a:path w="1" h="1" extrusionOk="0">
                  <a:moveTo>
                    <a:pt x="0" y="1"/>
                  </a:moveTo>
                  <a:lnTo>
                    <a:pt x="0" y="1"/>
                  </a:lnTo>
                  <a:lnTo>
                    <a:pt x="0" y="1"/>
                  </a:lnTo>
                  <a:close/>
                  <a:moveTo>
                    <a:pt x="0" y="1"/>
                  </a:moveTo>
                  <a:lnTo>
                    <a:pt x="0" y="1"/>
                  </a:lnTo>
                  <a:close/>
                </a:path>
              </a:pathLst>
            </a:custGeom>
            <a:solidFill>
              <a:srgbClr val="3B62D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4955;p66">
              <a:extLst>
                <a:ext uri="{FF2B5EF4-FFF2-40B4-BE49-F238E27FC236}">
                  <a16:creationId xmlns:a16="http://schemas.microsoft.com/office/drawing/2014/main" id="{A07996E7-7F58-40AD-A471-2DAF449E5071}"/>
                </a:ext>
              </a:extLst>
            </p:cNvPr>
            <p:cNvSpPr/>
            <p:nvPr/>
          </p:nvSpPr>
          <p:spPr>
            <a:xfrm>
              <a:off x="3851500" y="2417300"/>
              <a:ext cx="25" cy="525"/>
            </a:xfrm>
            <a:custGeom>
              <a:avLst/>
              <a:gdLst/>
              <a:ahLst/>
              <a:cxnLst/>
              <a:rect l="l" t="t" r="r" b="b"/>
              <a:pathLst>
                <a:path w="1" h="21" extrusionOk="0">
                  <a:moveTo>
                    <a:pt x="0" y="1"/>
                  </a:moveTo>
                  <a:lnTo>
                    <a:pt x="0" y="21"/>
                  </a:lnTo>
                  <a:close/>
                </a:path>
              </a:pathLst>
            </a:custGeom>
            <a:solidFill>
              <a:srgbClr val="BACB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4956;p66">
              <a:extLst>
                <a:ext uri="{FF2B5EF4-FFF2-40B4-BE49-F238E27FC236}">
                  <a16:creationId xmlns:a16="http://schemas.microsoft.com/office/drawing/2014/main" id="{6A525956-7AF0-4F11-8AD2-1442B0146242}"/>
                </a:ext>
              </a:extLst>
            </p:cNvPr>
            <p:cNvSpPr/>
            <p:nvPr/>
          </p:nvSpPr>
          <p:spPr>
            <a:xfrm>
              <a:off x="3851500" y="2417550"/>
              <a:ext cx="25" cy="25"/>
            </a:xfrm>
            <a:custGeom>
              <a:avLst/>
              <a:gdLst/>
              <a:ahLst/>
              <a:cxnLst/>
              <a:rect l="l" t="t" r="r" b="b"/>
              <a:pathLst>
                <a:path w="1" h="1" extrusionOk="0">
                  <a:moveTo>
                    <a:pt x="0" y="0"/>
                  </a:moveTo>
                  <a:lnTo>
                    <a:pt x="0" y="0"/>
                  </a:lnTo>
                  <a:lnTo>
                    <a:pt x="0" y="0"/>
                  </a:lnTo>
                  <a:close/>
                  <a:moveTo>
                    <a:pt x="0" y="0"/>
                  </a:moveTo>
                  <a:lnTo>
                    <a:pt x="0" y="0"/>
                  </a:lnTo>
                  <a:lnTo>
                    <a:pt x="0" y="0"/>
                  </a:lnTo>
                  <a:close/>
                  <a:moveTo>
                    <a:pt x="0" y="0"/>
                  </a:moveTo>
                  <a:lnTo>
                    <a:pt x="0" y="0"/>
                  </a:lnTo>
                  <a:close/>
                </a:path>
              </a:pathLst>
            </a:custGeom>
            <a:solidFill>
              <a:srgbClr val="3B62D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4957;p66">
              <a:extLst>
                <a:ext uri="{FF2B5EF4-FFF2-40B4-BE49-F238E27FC236}">
                  <a16:creationId xmlns:a16="http://schemas.microsoft.com/office/drawing/2014/main" id="{42C88D5F-6D92-4A08-A8D6-CA8640BE7C55}"/>
                </a:ext>
              </a:extLst>
            </p:cNvPr>
            <p:cNvSpPr/>
            <p:nvPr/>
          </p:nvSpPr>
          <p:spPr>
            <a:xfrm>
              <a:off x="3847700" y="2373325"/>
              <a:ext cx="7875" cy="44000"/>
            </a:xfrm>
            <a:custGeom>
              <a:avLst/>
              <a:gdLst/>
              <a:ahLst/>
              <a:cxnLst/>
              <a:rect l="l" t="t" r="r" b="b"/>
              <a:pathLst>
                <a:path w="315" h="1760" extrusionOk="0">
                  <a:moveTo>
                    <a:pt x="315" y="0"/>
                  </a:moveTo>
                  <a:cubicBezTo>
                    <a:pt x="213" y="0"/>
                    <a:pt x="112" y="11"/>
                    <a:pt x="0" y="11"/>
                  </a:cubicBezTo>
                  <a:cubicBezTo>
                    <a:pt x="61" y="519"/>
                    <a:pt x="112" y="1048"/>
                    <a:pt x="142" y="1597"/>
                  </a:cubicBezTo>
                  <a:lnTo>
                    <a:pt x="142" y="1617"/>
                  </a:lnTo>
                  <a:lnTo>
                    <a:pt x="142" y="1638"/>
                  </a:lnTo>
                  <a:cubicBezTo>
                    <a:pt x="152" y="1638"/>
                    <a:pt x="152" y="1647"/>
                    <a:pt x="152" y="1647"/>
                  </a:cubicBezTo>
                  <a:lnTo>
                    <a:pt x="152" y="1658"/>
                  </a:lnTo>
                  <a:lnTo>
                    <a:pt x="152" y="1668"/>
                  </a:lnTo>
                  <a:lnTo>
                    <a:pt x="152" y="1678"/>
                  </a:lnTo>
                  <a:lnTo>
                    <a:pt x="152" y="1688"/>
                  </a:lnTo>
                  <a:lnTo>
                    <a:pt x="152" y="1699"/>
                  </a:lnTo>
                  <a:lnTo>
                    <a:pt x="152" y="1708"/>
                  </a:lnTo>
                  <a:lnTo>
                    <a:pt x="152" y="1719"/>
                  </a:lnTo>
                  <a:lnTo>
                    <a:pt x="152" y="1729"/>
                  </a:lnTo>
                  <a:lnTo>
                    <a:pt x="152" y="1739"/>
                  </a:lnTo>
                  <a:lnTo>
                    <a:pt x="152" y="1749"/>
                  </a:lnTo>
                  <a:lnTo>
                    <a:pt x="152" y="1760"/>
                  </a:lnTo>
                  <a:cubicBezTo>
                    <a:pt x="163" y="1647"/>
                    <a:pt x="234" y="875"/>
                    <a:pt x="315" y="0"/>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4958;p66">
              <a:extLst>
                <a:ext uri="{FF2B5EF4-FFF2-40B4-BE49-F238E27FC236}">
                  <a16:creationId xmlns:a16="http://schemas.microsoft.com/office/drawing/2014/main" id="{0B17F6AD-E22A-4949-8AAC-23EE80CA8059}"/>
                </a:ext>
              </a:extLst>
            </p:cNvPr>
            <p:cNvSpPr/>
            <p:nvPr/>
          </p:nvSpPr>
          <p:spPr>
            <a:xfrm>
              <a:off x="3688575" y="2043325"/>
              <a:ext cx="235900" cy="174950"/>
            </a:xfrm>
            <a:custGeom>
              <a:avLst/>
              <a:gdLst/>
              <a:ahLst/>
              <a:cxnLst/>
              <a:rect l="l" t="t" r="r" b="b"/>
              <a:pathLst>
                <a:path w="9436" h="6998" extrusionOk="0">
                  <a:moveTo>
                    <a:pt x="4739" y="0"/>
                  </a:moveTo>
                  <a:cubicBezTo>
                    <a:pt x="3281" y="0"/>
                    <a:pt x="2714" y="704"/>
                    <a:pt x="2714" y="704"/>
                  </a:cubicBezTo>
                  <a:cubicBezTo>
                    <a:pt x="2668" y="695"/>
                    <a:pt x="2616" y="690"/>
                    <a:pt x="2559" y="690"/>
                  </a:cubicBezTo>
                  <a:cubicBezTo>
                    <a:pt x="2002" y="690"/>
                    <a:pt x="1022" y="1157"/>
                    <a:pt x="579" y="2321"/>
                  </a:cubicBezTo>
                  <a:cubicBezTo>
                    <a:pt x="0" y="3846"/>
                    <a:pt x="51" y="5269"/>
                    <a:pt x="793" y="6134"/>
                  </a:cubicBezTo>
                  <a:cubicBezTo>
                    <a:pt x="1372" y="6815"/>
                    <a:pt x="1860" y="6998"/>
                    <a:pt x="1860" y="6998"/>
                  </a:cubicBezTo>
                  <a:cubicBezTo>
                    <a:pt x="1851" y="6683"/>
                    <a:pt x="1749" y="6175"/>
                    <a:pt x="1749" y="6175"/>
                  </a:cubicBezTo>
                  <a:lnTo>
                    <a:pt x="1505" y="5544"/>
                  </a:lnTo>
                  <a:lnTo>
                    <a:pt x="1749" y="5280"/>
                  </a:lnTo>
                  <a:cubicBezTo>
                    <a:pt x="5206" y="4711"/>
                    <a:pt x="7005" y="2382"/>
                    <a:pt x="7005" y="2382"/>
                  </a:cubicBezTo>
                  <a:cubicBezTo>
                    <a:pt x="8225" y="3612"/>
                    <a:pt x="8205" y="4558"/>
                    <a:pt x="8205" y="4558"/>
                  </a:cubicBezTo>
                  <a:cubicBezTo>
                    <a:pt x="8185" y="4944"/>
                    <a:pt x="8185" y="5269"/>
                    <a:pt x="8175" y="5554"/>
                  </a:cubicBezTo>
                  <a:cubicBezTo>
                    <a:pt x="9029" y="5544"/>
                    <a:pt x="8795" y="4711"/>
                    <a:pt x="8927" y="4385"/>
                  </a:cubicBezTo>
                  <a:cubicBezTo>
                    <a:pt x="9079" y="4019"/>
                    <a:pt x="9436" y="3897"/>
                    <a:pt x="9212" y="3206"/>
                  </a:cubicBezTo>
                  <a:cubicBezTo>
                    <a:pt x="9018" y="2605"/>
                    <a:pt x="8612" y="2585"/>
                    <a:pt x="8225" y="2199"/>
                  </a:cubicBezTo>
                  <a:cubicBezTo>
                    <a:pt x="7911" y="1629"/>
                    <a:pt x="7249" y="257"/>
                    <a:pt x="5308" y="33"/>
                  </a:cubicBezTo>
                  <a:cubicBezTo>
                    <a:pt x="5105" y="10"/>
                    <a:pt x="4915" y="0"/>
                    <a:pt x="4739" y="0"/>
                  </a:cubicBezTo>
                  <a:close/>
                </a:path>
              </a:pathLst>
            </a:custGeom>
            <a:solidFill>
              <a:schemeClr val="bg1">
                <a:lumMod val="65000"/>
                <a:lumOff val="3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19" name="Google Shape;4959;p66">
              <a:extLst>
                <a:ext uri="{FF2B5EF4-FFF2-40B4-BE49-F238E27FC236}">
                  <a16:creationId xmlns:a16="http://schemas.microsoft.com/office/drawing/2014/main" id="{A92274BF-C967-4B1D-AF41-3C20899C87DD}"/>
                </a:ext>
              </a:extLst>
            </p:cNvPr>
            <p:cNvSpPr/>
            <p:nvPr/>
          </p:nvSpPr>
          <p:spPr>
            <a:xfrm>
              <a:off x="3726175" y="2125225"/>
              <a:ext cx="115175" cy="93050"/>
            </a:xfrm>
            <a:custGeom>
              <a:avLst/>
              <a:gdLst/>
              <a:ahLst/>
              <a:cxnLst/>
              <a:rect l="l" t="t" r="r" b="b"/>
              <a:pathLst>
                <a:path w="4607" h="3722" extrusionOk="0">
                  <a:moveTo>
                    <a:pt x="3305" y="916"/>
                  </a:moveTo>
                  <a:cubicBezTo>
                    <a:pt x="2502" y="1374"/>
                    <a:pt x="1475" y="1801"/>
                    <a:pt x="245" y="2004"/>
                  </a:cubicBezTo>
                  <a:lnTo>
                    <a:pt x="1" y="2268"/>
                  </a:lnTo>
                  <a:lnTo>
                    <a:pt x="245" y="2899"/>
                  </a:lnTo>
                  <a:cubicBezTo>
                    <a:pt x="245" y="2899"/>
                    <a:pt x="347" y="3407"/>
                    <a:pt x="356" y="3722"/>
                  </a:cubicBezTo>
                  <a:lnTo>
                    <a:pt x="356" y="3722"/>
                  </a:lnTo>
                  <a:cubicBezTo>
                    <a:pt x="347" y="3407"/>
                    <a:pt x="245" y="2899"/>
                    <a:pt x="245" y="2899"/>
                  </a:cubicBezTo>
                  <a:lnTo>
                    <a:pt x="1" y="2268"/>
                  </a:lnTo>
                  <a:lnTo>
                    <a:pt x="245" y="2004"/>
                  </a:lnTo>
                  <a:cubicBezTo>
                    <a:pt x="1475" y="1801"/>
                    <a:pt x="2502" y="1374"/>
                    <a:pt x="3305" y="916"/>
                  </a:cubicBezTo>
                  <a:lnTo>
                    <a:pt x="3305" y="916"/>
                  </a:lnTo>
                  <a:close/>
                  <a:moveTo>
                    <a:pt x="4586" y="21"/>
                  </a:moveTo>
                  <a:cubicBezTo>
                    <a:pt x="4281" y="275"/>
                    <a:pt x="3905" y="550"/>
                    <a:pt x="3458" y="824"/>
                  </a:cubicBezTo>
                  <a:lnTo>
                    <a:pt x="3458" y="824"/>
                  </a:lnTo>
                  <a:cubicBezTo>
                    <a:pt x="3905" y="550"/>
                    <a:pt x="4281" y="275"/>
                    <a:pt x="4586" y="21"/>
                  </a:cubicBezTo>
                  <a:close/>
                  <a:moveTo>
                    <a:pt x="4586" y="11"/>
                  </a:moveTo>
                  <a:lnTo>
                    <a:pt x="4586" y="21"/>
                  </a:lnTo>
                  <a:lnTo>
                    <a:pt x="4586" y="11"/>
                  </a:lnTo>
                  <a:close/>
                  <a:moveTo>
                    <a:pt x="4597" y="11"/>
                  </a:moveTo>
                  <a:lnTo>
                    <a:pt x="4597" y="11"/>
                  </a:lnTo>
                  <a:lnTo>
                    <a:pt x="4597" y="11"/>
                  </a:lnTo>
                  <a:close/>
                  <a:moveTo>
                    <a:pt x="4606" y="0"/>
                  </a:moveTo>
                  <a:lnTo>
                    <a:pt x="4606" y="0"/>
                  </a:lnTo>
                  <a:close/>
                </a:path>
              </a:pathLst>
            </a:custGeom>
            <a:solidFill>
              <a:srgbClr val="D09AA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4960;p66">
              <a:extLst>
                <a:ext uri="{FF2B5EF4-FFF2-40B4-BE49-F238E27FC236}">
                  <a16:creationId xmlns:a16="http://schemas.microsoft.com/office/drawing/2014/main" id="{EFADC491-61DB-4FFD-9371-C4E5C9CD003A}"/>
                </a:ext>
              </a:extLst>
            </p:cNvPr>
            <p:cNvSpPr/>
            <p:nvPr/>
          </p:nvSpPr>
          <p:spPr>
            <a:xfrm>
              <a:off x="3808800" y="2145825"/>
              <a:ext cx="3825" cy="2300"/>
            </a:xfrm>
            <a:custGeom>
              <a:avLst/>
              <a:gdLst/>
              <a:ahLst/>
              <a:cxnLst/>
              <a:rect l="l" t="t" r="r" b="b"/>
              <a:pathLst>
                <a:path w="153" h="92" extrusionOk="0">
                  <a:moveTo>
                    <a:pt x="153" y="0"/>
                  </a:moveTo>
                  <a:lnTo>
                    <a:pt x="0" y="92"/>
                  </a:lnTo>
                  <a:lnTo>
                    <a:pt x="0" y="92"/>
                  </a:lnTo>
                  <a:lnTo>
                    <a:pt x="153" y="0"/>
                  </a:lnTo>
                  <a:close/>
                </a:path>
              </a:pathLst>
            </a:custGeom>
            <a:solidFill>
              <a:srgbClr val="85515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4961;p66">
              <a:extLst>
                <a:ext uri="{FF2B5EF4-FFF2-40B4-BE49-F238E27FC236}">
                  <a16:creationId xmlns:a16="http://schemas.microsoft.com/office/drawing/2014/main" id="{6F84B996-1140-4146-BB55-CE29C5B7AF17}"/>
                </a:ext>
              </a:extLst>
            </p:cNvPr>
            <p:cNvSpPr/>
            <p:nvPr/>
          </p:nvSpPr>
          <p:spPr>
            <a:xfrm>
              <a:off x="3706600" y="2194375"/>
              <a:ext cx="1825" cy="2325"/>
            </a:xfrm>
            <a:custGeom>
              <a:avLst/>
              <a:gdLst/>
              <a:ahLst/>
              <a:cxnLst/>
              <a:rect l="l" t="t" r="r" b="b"/>
              <a:pathLst>
                <a:path w="73" h="93" extrusionOk="0">
                  <a:moveTo>
                    <a:pt x="62" y="81"/>
                  </a:moveTo>
                  <a:cubicBezTo>
                    <a:pt x="62" y="92"/>
                    <a:pt x="62" y="92"/>
                    <a:pt x="72" y="92"/>
                  </a:cubicBezTo>
                  <a:cubicBezTo>
                    <a:pt x="62" y="92"/>
                    <a:pt x="62" y="92"/>
                    <a:pt x="62" y="81"/>
                  </a:cubicBezTo>
                  <a:close/>
                  <a:moveTo>
                    <a:pt x="62" y="81"/>
                  </a:moveTo>
                  <a:lnTo>
                    <a:pt x="62" y="81"/>
                  </a:lnTo>
                  <a:lnTo>
                    <a:pt x="62" y="81"/>
                  </a:lnTo>
                  <a:close/>
                  <a:moveTo>
                    <a:pt x="52" y="72"/>
                  </a:moveTo>
                  <a:cubicBezTo>
                    <a:pt x="52" y="81"/>
                    <a:pt x="62" y="81"/>
                    <a:pt x="62" y="81"/>
                  </a:cubicBezTo>
                  <a:cubicBezTo>
                    <a:pt x="62" y="81"/>
                    <a:pt x="52" y="81"/>
                    <a:pt x="52" y="72"/>
                  </a:cubicBezTo>
                  <a:close/>
                  <a:moveTo>
                    <a:pt x="52" y="72"/>
                  </a:moveTo>
                  <a:lnTo>
                    <a:pt x="52" y="72"/>
                  </a:lnTo>
                  <a:lnTo>
                    <a:pt x="52" y="72"/>
                  </a:lnTo>
                  <a:close/>
                  <a:moveTo>
                    <a:pt x="52" y="61"/>
                  </a:moveTo>
                  <a:lnTo>
                    <a:pt x="52" y="72"/>
                  </a:lnTo>
                  <a:lnTo>
                    <a:pt x="52" y="61"/>
                  </a:lnTo>
                  <a:close/>
                  <a:moveTo>
                    <a:pt x="41" y="61"/>
                  </a:moveTo>
                  <a:lnTo>
                    <a:pt x="41" y="61"/>
                  </a:lnTo>
                  <a:lnTo>
                    <a:pt x="41" y="61"/>
                  </a:lnTo>
                  <a:close/>
                  <a:moveTo>
                    <a:pt x="41" y="51"/>
                  </a:moveTo>
                  <a:lnTo>
                    <a:pt x="41" y="61"/>
                  </a:lnTo>
                  <a:lnTo>
                    <a:pt x="41" y="51"/>
                  </a:lnTo>
                  <a:close/>
                  <a:moveTo>
                    <a:pt x="32" y="51"/>
                  </a:moveTo>
                  <a:lnTo>
                    <a:pt x="41" y="51"/>
                  </a:lnTo>
                  <a:lnTo>
                    <a:pt x="32" y="51"/>
                  </a:lnTo>
                  <a:close/>
                  <a:moveTo>
                    <a:pt x="32" y="51"/>
                  </a:moveTo>
                  <a:lnTo>
                    <a:pt x="32" y="51"/>
                  </a:lnTo>
                  <a:lnTo>
                    <a:pt x="32" y="51"/>
                  </a:lnTo>
                  <a:close/>
                  <a:moveTo>
                    <a:pt x="21" y="41"/>
                  </a:moveTo>
                  <a:lnTo>
                    <a:pt x="32" y="41"/>
                  </a:lnTo>
                  <a:lnTo>
                    <a:pt x="21" y="41"/>
                  </a:lnTo>
                  <a:close/>
                  <a:moveTo>
                    <a:pt x="21" y="31"/>
                  </a:moveTo>
                  <a:lnTo>
                    <a:pt x="21" y="41"/>
                  </a:lnTo>
                  <a:lnTo>
                    <a:pt x="21" y="31"/>
                  </a:lnTo>
                  <a:close/>
                  <a:moveTo>
                    <a:pt x="21" y="31"/>
                  </a:moveTo>
                  <a:lnTo>
                    <a:pt x="21" y="31"/>
                  </a:lnTo>
                  <a:lnTo>
                    <a:pt x="21" y="31"/>
                  </a:lnTo>
                  <a:close/>
                  <a:moveTo>
                    <a:pt x="11" y="31"/>
                  </a:moveTo>
                  <a:lnTo>
                    <a:pt x="21" y="31"/>
                  </a:lnTo>
                  <a:lnTo>
                    <a:pt x="11" y="31"/>
                  </a:lnTo>
                  <a:close/>
                  <a:moveTo>
                    <a:pt x="1" y="11"/>
                  </a:moveTo>
                  <a:lnTo>
                    <a:pt x="1" y="11"/>
                  </a:lnTo>
                  <a:lnTo>
                    <a:pt x="1" y="11"/>
                  </a:lnTo>
                  <a:close/>
                  <a:moveTo>
                    <a:pt x="1" y="11"/>
                  </a:moveTo>
                  <a:lnTo>
                    <a:pt x="1" y="11"/>
                  </a:lnTo>
                  <a:lnTo>
                    <a:pt x="1" y="11"/>
                  </a:lnTo>
                  <a:close/>
                  <a:moveTo>
                    <a:pt x="1" y="0"/>
                  </a:moveTo>
                  <a:lnTo>
                    <a:pt x="1" y="11"/>
                  </a:ln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4962;p66">
              <a:extLst>
                <a:ext uri="{FF2B5EF4-FFF2-40B4-BE49-F238E27FC236}">
                  <a16:creationId xmlns:a16="http://schemas.microsoft.com/office/drawing/2014/main" id="{93EDFE04-84AB-484B-946C-807703032BA5}"/>
                </a:ext>
              </a:extLst>
            </p:cNvPr>
            <p:cNvSpPr/>
            <p:nvPr/>
          </p:nvSpPr>
          <p:spPr>
            <a:xfrm>
              <a:off x="3689825" y="2111000"/>
              <a:ext cx="166775" cy="107275"/>
            </a:xfrm>
            <a:custGeom>
              <a:avLst/>
              <a:gdLst/>
              <a:ahLst/>
              <a:cxnLst/>
              <a:rect l="l" t="t" r="r" b="b"/>
              <a:pathLst>
                <a:path w="6671" h="4291" extrusionOk="0">
                  <a:moveTo>
                    <a:pt x="6671" y="0"/>
                  </a:moveTo>
                  <a:cubicBezTo>
                    <a:pt x="5349" y="1353"/>
                    <a:pt x="1851" y="1952"/>
                    <a:pt x="1851" y="1952"/>
                  </a:cubicBezTo>
                  <a:cubicBezTo>
                    <a:pt x="1557" y="1719"/>
                    <a:pt x="1282" y="1647"/>
                    <a:pt x="1058" y="1647"/>
                  </a:cubicBezTo>
                  <a:cubicBezTo>
                    <a:pt x="773" y="1647"/>
                    <a:pt x="581" y="1769"/>
                    <a:pt x="581" y="1769"/>
                  </a:cubicBezTo>
                  <a:cubicBezTo>
                    <a:pt x="255" y="1190"/>
                    <a:pt x="276" y="438"/>
                    <a:pt x="276" y="417"/>
                  </a:cubicBezTo>
                  <a:lnTo>
                    <a:pt x="276" y="417"/>
                  </a:lnTo>
                  <a:cubicBezTo>
                    <a:pt x="1" y="1586"/>
                    <a:pt x="123" y="2634"/>
                    <a:pt x="672" y="3335"/>
                  </a:cubicBezTo>
                  <a:lnTo>
                    <a:pt x="672" y="3346"/>
                  </a:lnTo>
                  <a:cubicBezTo>
                    <a:pt x="682" y="3355"/>
                    <a:pt x="682" y="3355"/>
                    <a:pt x="682" y="3366"/>
                  </a:cubicBezTo>
                  <a:lnTo>
                    <a:pt x="692" y="3366"/>
                  </a:lnTo>
                  <a:lnTo>
                    <a:pt x="692" y="3376"/>
                  </a:lnTo>
                  <a:lnTo>
                    <a:pt x="703" y="3376"/>
                  </a:lnTo>
                  <a:lnTo>
                    <a:pt x="703" y="3386"/>
                  </a:lnTo>
                  <a:lnTo>
                    <a:pt x="712" y="3386"/>
                  </a:lnTo>
                  <a:lnTo>
                    <a:pt x="712" y="3396"/>
                  </a:lnTo>
                  <a:lnTo>
                    <a:pt x="723" y="3396"/>
                  </a:lnTo>
                  <a:lnTo>
                    <a:pt x="723" y="3407"/>
                  </a:lnTo>
                  <a:cubicBezTo>
                    <a:pt x="723" y="3416"/>
                    <a:pt x="733" y="3416"/>
                    <a:pt x="733" y="3416"/>
                  </a:cubicBezTo>
                  <a:cubicBezTo>
                    <a:pt x="733" y="3427"/>
                    <a:pt x="733" y="3427"/>
                    <a:pt x="743" y="3427"/>
                  </a:cubicBezTo>
                  <a:cubicBezTo>
                    <a:pt x="1322" y="4108"/>
                    <a:pt x="1810" y="4291"/>
                    <a:pt x="1810" y="4291"/>
                  </a:cubicBezTo>
                  <a:cubicBezTo>
                    <a:pt x="1801" y="3976"/>
                    <a:pt x="1699" y="3468"/>
                    <a:pt x="1699" y="3468"/>
                  </a:cubicBezTo>
                  <a:lnTo>
                    <a:pt x="1455" y="2837"/>
                  </a:lnTo>
                  <a:lnTo>
                    <a:pt x="1699" y="2573"/>
                  </a:lnTo>
                  <a:cubicBezTo>
                    <a:pt x="2929" y="2370"/>
                    <a:pt x="3956" y="1943"/>
                    <a:pt x="4759" y="1485"/>
                  </a:cubicBezTo>
                  <a:lnTo>
                    <a:pt x="4912" y="1393"/>
                  </a:lnTo>
                  <a:cubicBezTo>
                    <a:pt x="5359" y="1119"/>
                    <a:pt x="5735" y="844"/>
                    <a:pt x="6040" y="590"/>
                  </a:cubicBezTo>
                  <a:lnTo>
                    <a:pt x="6040" y="580"/>
                  </a:lnTo>
                  <a:lnTo>
                    <a:pt x="6051" y="580"/>
                  </a:lnTo>
                  <a:cubicBezTo>
                    <a:pt x="6051" y="569"/>
                    <a:pt x="6060" y="569"/>
                    <a:pt x="6060" y="569"/>
                  </a:cubicBezTo>
                  <a:cubicBezTo>
                    <a:pt x="6325" y="346"/>
                    <a:pt x="6528" y="153"/>
                    <a:pt x="6671" y="0"/>
                  </a:cubicBezTo>
                  <a:close/>
                </a:path>
              </a:pathLst>
            </a:custGeom>
            <a:solidFill>
              <a:schemeClr val="bg1">
                <a:lumMod val="65000"/>
                <a:lumOff val="3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4963;p66">
              <a:extLst>
                <a:ext uri="{FF2B5EF4-FFF2-40B4-BE49-F238E27FC236}">
                  <a16:creationId xmlns:a16="http://schemas.microsoft.com/office/drawing/2014/main" id="{09CA4607-44A9-4126-8C9C-4FEEA7DC820F}"/>
                </a:ext>
              </a:extLst>
            </p:cNvPr>
            <p:cNvSpPr/>
            <p:nvPr/>
          </p:nvSpPr>
          <p:spPr>
            <a:xfrm>
              <a:off x="3871575" y="2111250"/>
              <a:ext cx="21900" cy="44775"/>
            </a:xfrm>
            <a:custGeom>
              <a:avLst/>
              <a:gdLst/>
              <a:ahLst/>
              <a:cxnLst/>
              <a:rect l="l" t="t" r="r" b="b"/>
              <a:pathLst>
                <a:path w="876" h="1791" extrusionOk="0">
                  <a:moveTo>
                    <a:pt x="1" y="1"/>
                  </a:moveTo>
                  <a:cubicBezTo>
                    <a:pt x="763" y="905"/>
                    <a:pt x="865" y="1597"/>
                    <a:pt x="875" y="1790"/>
                  </a:cubicBezTo>
                  <a:cubicBezTo>
                    <a:pt x="865" y="1597"/>
                    <a:pt x="763" y="905"/>
                    <a:pt x="1" y="1"/>
                  </a:cubicBezTo>
                  <a:close/>
                </a:path>
              </a:pathLst>
            </a:custGeom>
            <a:solidFill>
              <a:srgbClr val="D09AA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4964;p66">
              <a:extLst>
                <a:ext uri="{FF2B5EF4-FFF2-40B4-BE49-F238E27FC236}">
                  <a16:creationId xmlns:a16="http://schemas.microsoft.com/office/drawing/2014/main" id="{FCA86C62-6D9A-4FFA-975A-20F63C16FC13}"/>
                </a:ext>
              </a:extLst>
            </p:cNvPr>
            <p:cNvSpPr/>
            <p:nvPr/>
          </p:nvSpPr>
          <p:spPr>
            <a:xfrm>
              <a:off x="3918850" y="2123450"/>
              <a:ext cx="1800" cy="9925"/>
            </a:xfrm>
            <a:custGeom>
              <a:avLst/>
              <a:gdLst/>
              <a:ahLst/>
              <a:cxnLst/>
              <a:rect l="l" t="t" r="r" b="b"/>
              <a:pathLst>
                <a:path w="72" h="397" extrusionOk="0">
                  <a:moveTo>
                    <a:pt x="1" y="1"/>
                  </a:moveTo>
                  <a:lnTo>
                    <a:pt x="1" y="1"/>
                  </a:lnTo>
                  <a:lnTo>
                    <a:pt x="1" y="1"/>
                  </a:lnTo>
                  <a:cubicBezTo>
                    <a:pt x="51" y="163"/>
                    <a:pt x="72" y="285"/>
                    <a:pt x="72" y="397"/>
                  </a:cubicBezTo>
                  <a:cubicBezTo>
                    <a:pt x="72" y="285"/>
                    <a:pt x="51" y="163"/>
                    <a:pt x="1" y="1"/>
                  </a:cubicBez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4965;p66">
              <a:extLst>
                <a:ext uri="{FF2B5EF4-FFF2-40B4-BE49-F238E27FC236}">
                  <a16:creationId xmlns:a16="http://schemas.microsoft.com/office/drawing/2014/main" id="{6D01217E-0D8B-4BE7-B188-3C1855AF6037}"/>
                </a:ext>
              </a:extLst>
            </p:cNvPr>
            <p:cNvSpPr/>
            <p:nvPr/>
          </p:nvSpPr>
          <p:spPr>
            <a:xfrm>
              <a:off x="3893450" y="2156000"/>
              <a:ext cx="250" cy="1025"/>
            </a:xfrm>
            <a:custGeom>
              <a:avLst/>
              <a:gdLst/>
              <a:ahLst/>
              <a:cxnLst/>
              <a:rect l="l" t="t" r="r" b="b"/>
              <a:pathLst>
                <a:path w="10" h="41" extrusionOk="0">
                  <a:moveTo>
                    <a:pt x="10" y="41"/>
                  </a:moveTo>
                  <a:lnTo>
                    <a:pt x="10" y="41"/>
                  </a:lnTo>
                  <a:lnTo>
                    <a:pt x="10" y="41"/>
                  </a:lnTo>
                  <a:close/>
                  <a:moveTo>
                    <a:pt x="10" y="41"/>
                  </a:moveTo>
                  <a:lnTo>
                    <a:pt x="10" y="41"/>
                  </a:lnTo>
                  <a:lnTo>
                    <a:pt x="10" y="41"/>
                  </a:lnTo>
                  <a:close/>
                  <a:moveTo>
                    <a:pt x="10" y="41"/>
                  </a:moveTo>
                  <a:lnTo>
                    <a:pt x="10" y="41"/>
                  </a:lnTo>
                  <a:lnTo>
                    <a:pt x="10" y="41"/>
                  </a:lnTo>
                  <a:close/>
                  <a:moveTo>
                    <a:pt x="0" y="41"/>
                  </a:moveTo>
                  <a:lnTo>
                    <a:pt x="0" y="41"/>
                  </a:lnTo>
                  <a:lnTo>
                    <a:pt x="0" y="41"/>
                  </a:lnTo>
                  <a:close/>
                  <a:moveTo>
                    <a:pt x="0" y="41"/>
                  </a:moveTo>
                  <a:lnTo>
                    <a:pt x="0" y="41"/>
                  </a:lnTo>
                  <a:lnTo>
                    <a:pt x="0" y="41"/>
                  </a:lnTo>
                  <a:close/>
                  <a:moveTo>
                    <a:pt x="0" y="41"/>
                  </a:moveTo>
                  <a:lnTo>
                    <a:pt x="0" y="41"/>
                  </a:lnTo>
                  <a:lnTo>
                    <a:pt x="0" y="41"/>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21"/>
                  </a:moveTo>
                  <a:lnTo>
                    <a:pt x="0" y="30"/>
                  </a:lnTo>
                  <a:lnTo>
                    <a:pt x="0" y="21"/>
                  </a:lnTo>
                  <a:close/>
                  <a:moveTo>
                    <a:pt x="0" y="21"/>
                  </a:moveTo>
                  <a:lnTo>
                    <a:pt x="0" y="21"/>
                  </a:lnTo>
                  <a:lnTo>
                    <a:pt x="0" y="21"/>
                  </a:lnTo>
                  <a:close/>
                  <a:moveTo>
                    <a:pt x="0" y="21"/>
                  </a:moveTo>
                  <a:lnTo>
                    <a:pt x="0" y="21"/>
                  </a:lnTo>
                  <a:lnTo>
                    <a:pt x="0" y="21"/>
                  </a:lnTo>
                  <a:close/>
                  <a:moveTo>
                    <a:pt x="0" y="21"/>
                  </a:moveTo>
                  <a:lnTo>
                    <a:pt x="0" y="21"/>
                  </a:lnTo>
                  <a:lnTo>
                    <a:pt x="0" y="21"/>
                  </a:lnTo>
                  <a:close/>
                  <a:moveTo>
                    <a:pt x="0" y="10"/>
                  </a:moveTo>
                  <a:lnTo>
                    <a:pt x="0" y="21"/>
                  </a:lnTo>
                  <a:lnTo>
                    <a:pt x="0" y="10"/>
                  </a:lnTo>
                  <a:close/>
                  <a:moveTo>
                    <a:pt x="0" y="10"/>
                  </a:moveTo>
                  <a:lnTo>
                    <a:pt x="0" y="10"/>
                  </a:lnTo>
                  <a:lnTo>
                    <a:pt x="0" y="10"/>
                  </a:lnTo>
                  <a:close/>
                  <a:moveTo>
                    <a:pt x="0" y="10"/>
                  </a:moveTo>
                  <a:lnTo>
                    <a:pt x="0" y="10"/>
                  </a:lnTo>
                  <a:lnTo>
                    <a:pt x="0" y="10"/>
                  </a:lnTo>
                  <a:close/>
                  <a:moveTo>
                    <a:pt x="0" y="10"/>
                  </a:moveTo>
                  <a:lnTo>
                    <a:pt x="0" y="10"/>
                  </a:lnTo>
                  <a:lnTo>
                    <a:pt x="0" y="10"/>
                  </a:lnTo>
                  <a:close/>
                  <a:moveTo>
                    <a:pt x="0" y="10"/>
                  </a:moveTo>
                  <a:lnTo>
                    <a:pt x="0" y="10"/>
                  </a:lnTo>
                  <a:lnTo>
                    <a:pt x="0" y="10"/>
                  </a:lnTo>
                  <a:close/>
                  <a:moveTo>
                    <a:pt x="0" y="10"/>
                  </a:moveTo>
                  <a:lnTo>
                    <a:pt x="0" y="10"/>
                  </a:lnTo>
                  <a:lnTo>
                    <a:pt x="0" y="10"/>
                  </a:lnTo>
                  <a:close/>
                  <a:moveTo>
                    <a:pt x="0" y="10"/>
                  </a:moveTo>
                  <a:lnTo>
                    <a:pt x="0" y="10"/>
                  </a:lnTo>
                  <a:lnTo>
                    <a:pt x="0" y="10"/>
                  </a:lnTo>
                  <a:close/>
                  <a:moveTo>
                    <a:pt x="0" y="0"/>
                  </a:moveTo>
                  <a:lnTo>
                    <a:pt x="0" y="10"/>
                  </a:lnTo>
                  <a:lnTo>
                    <a:pt x="0" y="0"/>
                  </a:lnTo>
                  <a:close/>
                  <a:moveTo>
                    <a:pt x="0" y="0"/>
                  </a:moveTo>
                  <a:lnTo>
                    <a:pt x="0" y="0"/>
                  </a:lnTo>
                  <a:lnTo>
                    <a:pt x="0" y="0"/>
                  </a:lnTo>
                  <a:close/>
                  <a:moveTo>
                    <a:pt x="0" y="0"/>
                  </a:moveTo>
                  <a:lnTo>
                    <a:pt x="0" y="0"/>
                  </a:lnTo>
                  <a:close/>
                </a:path>
              </a:pathLst>
            </a:custGeom>
            <a:solidFill>
              <a:srgbClr val="D09AA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4966;p66">
              <a:extLst>
                <a:ext uri="{FF2B5EF4-FFF2-40B4-BE49-F238E27FC236}">
                  <a16:creationId xmlns:a16="http://schemas.microsoft.com/office/drawing/2014/main" id="{49F650F4-2841-4C01-8781-2602AA9EC4AE}"/>
                </a:ext>
              </a:extLst>
            </p:cNvPr>
            <p:cNvSpPr/>
            <p:nvPr/>
          </p:nvSpPr>
          <p:spPr>
            <a:xfrm>
              <a:off x="3892925" y="2174300"/>
              <a:ext cx="275" cy="7900"/>
            </a:xfrm>
            <a:custGeom>
              <a:avLst/>
              <a:gdLst/>
              <a:ahLst/>
              <a:cxnLst/>
              <a:rect l="l" t="t" r="r" b="b"/>
              <a:pathLst>
                <a:path w="11" h="316" extrusionOk="0">
                  <a:moveTo>
                    <a:pt x="11" y="0"/>
                  </a:moveTo>
                  <a:lnTo>
                    <a:pt x="11" y="0"/>
                  </a:lnTo>
                  <a:cubicBezTo>
                    <a:pt x="11" y="112"/>
                    <a:pt x="1" y="213"/>
                    <a:pt x="1" y="315"/>
                  </a:cubicBezTo>
                  <a:lnTo>
                    <a:pt x="1" y="315"/>
                  </a:lnTo>
                  <a:cubicBezTo>
                    <a:pt x="1" y="213"/>
                    <a:pt x="11" y="112"/>
                    <a:pt x="11" y="0"/>
                  </a:cubicBez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4967;p66">
              <a:extLst>
                <a:ext uri="{FF2B5EF4-FFF2-40B4-BE49-F238E27FC236}">
                  <a16:creationId xmlns:a16="http://schemas.microsoft.com/office/drawing/2014/main" id="{2304858B-739E-4A51-9623-23D33572B287}"/>
                </a:ext>
              </a:extLst>
            </p:cNvPr>
            <p:cNvSpPr/>
            <p:nvPr/>
          </p:nvSpPr>
          <p:spPr>
            <a:xfrm>
              <a:off x="3893175" y="2157000"/>
              <a:ext cx="525" cy="17325"/>
            </a:xfrm>
            <a:custGeom>
              <a:avLst/>
              <a:gdLst/>
              <a:ahLst/>
              <a:cxnLst/>
              <a:rect l="l" t="t" r="r" b="b"/>
              <a:pathLst>
                <a:path w="21" h="693" extrusionOk="0">
                  <a:moveTo>
                    <a:pt x="21" y="1"/>
                  </a:moveTo>
                  <a:lnTo>
                    <a:pt x="21" y="11"/>
                  </a:lnTo>
                  <a:cubicBezTo>
                    <a:pt x="11" y="255"/>
                    <a:pt x="1" y="489"/>
                    <a:pt x="1" y="692"/>
                  </a:cubicBezTo>
                  <a:lnTo>
                    <a:pt x="1" y="692"/>
                  </a:lnTo>
                  <a:cubicBezTo>
                    <a:pt x="1" y="489"/>
                    <a:pt x="11" y="255"/>
                    <a:pt x="21" y="11"/>
                  </a:cubicBezTo>
                  <a:close/>
                </a:path>
              </a:pathLst>
            </a:custGeom>
            <a:solidFill>
              <a:srgbClr val="D09AA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4968;p66">
              <a:extLst>
                <a:ext uri="{FF2B5EF4-FFF2-40B4-BE49-F238E27FC236}">
                  <a16:creationId xmlns:a16="http://schemas.microsoft.com/office/drawing/2014/main" id="{79000A5F-7EF7-46A1-A337-A1B77688CDF7}"/>
                </a:ext>
              </a:extLst>
            </p:cNvPr>
            <p:cNvSpPr/>
            <p:nvPr/>
          </p:nvSpPr>
          <p:spPr>
            <a:xfrm>
              <a:off x="3871575" y="2111250"/>
              <a:ext cx="49075" cy="70950"/>
            </a:xfrm>
            <a:custGeom>
              <a:avLst/>
              <a:gdLst/>
              <a:ahLst/>
              <a:cxnLst/>
              <a:rect l="l" t="t" r="r" b="b"/>
              <a:pathLst>
                <a:path w="1963" h="2838" extrusionOk="0">
                  <a:moveTo>
                    <a:pt x="1" y="1"/>
                  </a:moveTo>
                  <a:lnTo>
                    <a:pt x="1" y="1"/>
                  </a:lnTo>
                  <a:cubicBezTo>
                    <a:pt x="763" y="905"/>
                    <a:pt x="865" y="1597"/>
                    <a:pt x="875" y="1790"/>
                  </a:cubicBezTo>
                  <a:lnTo>
                    <a:pt x="875" y="1800"/>
                  </a:lnTo>
                  <a:lnTo>
                    <a:pt x="875" y="1811"/>
                  </a:lnTo>
                  <a:lnTo>
                    <a:pt x="875" y="1820"/>
                  </a:lnTo>
                  <a:lnTo>
                    <a:pt x="875" y="1831"/>
                  </a:lnTo>
                  <a:lnTo>
                    <a:pt x="885" y="1831"/>
                  </a:lnTo>
                  <a:lnTo>
                    <a:pt x="885" y="1841"/>
                  </a:lnTo>
                  <a:cubicBezTo>
                    <a:pt x="875" y="2085"/>
                    <a:pt x="865" y="2319"/>
                    <a:pt x="865" y="2522"/>
                  </a:cubicBezTo>
                  <a:cubicBezTo>
                    <a:pt x="865" y="2634"/>
                    <a:pt x="855" y="2735"/>
                    <a:pt x="855" y="2837"/>
                  </a:cubicBezTo>
                  <a:cubicBezTo>
                    <a:pt x="1709" y="2827"/>
                    <a:pt x="1475" y="1994"/>
                    <a:pt x="1607" y="1668"/>
                  </a:cubicBezTo>
                  <a:cubicBezTo>
                    <a:pt x="1719" y="1383"/>
                    <a:pt x="1963" y="1251"/>
                    <a:pt x="1963" y="885"/>
                  </a:cubicBezTo>
                  <a:cubicBezTo>
                    <a:pt x="1963" y="773"/>
                    <a:pt x="1942" y="651"/>
                    <a:pt x="1892" y="489"/>
                  </a:cubicBezTo>
                  <a:cubicBezTo>
                    <a:pt x="1811" y="1017"/>
                    <a:pt x="1140" y="1078"/>
                    <a:pt x="1140" y="1078"/>
                  </a:cubicBezTo>
                  <a:cubicBezTo>
                    <a:pt x="722" y="550"/>
                    <a:pt x="123" y="92"/>
                    <a:pt x="1" y="1"/>
                  </a:cubicBezTo>
                  <a:close/>
                </a:path>
              </a:pathLst>
            </a:custGeom>
            <a:solidFill>
              <a:schemeClr val="bg1">
                <a:lumMod val="65000"/>
                <a:lumOff val="3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4969;p66">
              <a:extLst>
                <a:ext uri="{FF2B5EF4-FFF2-40B4-BE49-F238E27FC236}">
                  <a16:creationId xmlns:a16="http://schemas.microsoft.com/office/drawing/2014/main" id="{84D9F306-BBFA-436F-B1C7-84644376D2BE}"/>
                </a:ext>
              </a:extLst>
            </p:cNvPr>
            <p:cNvSpPr/>
            <p:nvPr/>
          </p:nvSpPr>
          <p:spPr>
            <a:xfrm>
              <a:off x="3698725" y="2162700"/>
              <a:ext cx="33575" cy="39200"/>
            </a:xfrm>
            <a:custGeom>
              <a:avLst/>
              <a:gdLst/>
              <a:ahLst/>
              <a:cxnLst/>
              <a:rect l="l" t="t" r="r" b="b"/>
              <a:pathLst>
                <a:path w="1343" h="1568" extrusionOk="0">
                  <a:moveTo>
                    <a:pt x="684" y="0"/>
                  </a:moveTo>
                  <a:cubicBezTo>
                    <a:pt x="624" y="0"/>
                    <a:pt x="559" y="8"/>
                    <a:pt x="489" y="27"/>
                  </a:cubicBezTo>
                  <a:cubicBezTo>
                    <a:pt x="92" y="128"/>
                    <a:pt x="1" y="668"/>
                    <a:pt x="164" y="1003"/>
                  </a:cubicBezTo>
                  <a:cubicBezTo>
                    <a:pt x="343" y="1395"/>
                    <a:pt x="677" y="1567"/>
                    <a:pt x="955" y="1567"/>
                  </a:cubicBezTo>
                  <a:cubicBezTo>
                    <a:pt x="1117" y="1567"/>
                    <a:pt x="1260" y="1508"/>
                    <a:pt x="1343" y="1400"/>
                  </a:cubicBezTo>
                  <a:lnTo>
                    <a:pt x="1343" y="505"/>
                  </a:lnTo>
                  <a:cubicBezTo>
                    <a:pt x="1343" y="505"/>
                    <a:pt x="1159" y="0"/>
                    <a:pt x="684" y="0"/>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4970;p66">
              <a:extLst>
                <a:ext uri="{FF2B5EF4-FFF2-40B4-BE49-F238E27FC236}">
                  <a16:creationId xmlns:a16="http://schemas.microsoft.com/office/drawing/2014/main" id="{36A6E0A9-5802-4FCE-9C96-E04007D0D6D1}"/>
                </a:ext>
              </a:extLst>
            </p:cNvPr>
            <p:cNvSpPr/>
            <p:nvPr/>
          </p:nvSpPr>
          <p:spPr>
            <a:xfrm>
              <a:off x="3707625" y="2169200"/>
              <a:ext cx="21125" cy="25200"/>
            </a:xfrm>
            <a:custGeom>
              <a:avLst/>
              <a:gdLst/>
              <a:ahLst/>
              <a:cxnLst/>
              <a:rect l="l" t="t" r="r" b="b"/>
              <a:pathLst>
                <a:path w="845" h="1008" extrusionOk="0">
                  <a:moveTo>
                    <a:pt x="265" y="1"/>
                  </a:moveTo>
                  <a:cubicBezTo>
                    <a:pt x="214" y="1"/>
                    <a:pt x="163" y="11"/>
                    <a:pt x="122" y="31"/>
                  </a:cubicBezTo>
                  <a:cubicBezTo>
                    <a:pt x="72" y="51"/>
                    <a:pt x="31" y="82"/>
                    <a:pt x="11" y="133"/>
                  </a:cubicBezTo>
                  <a:cubicBezTo>
                    <a:pt x="0" y="143"/>
                    <a:pt x="11" y="153"/>
                    <a:pt x="11" y="153"/>
                  </a:cubicBezTo>
                  <a:cubicBezTo>
                    <a:pt x="16" y="158"/>
                    <a:pt x="21" y="161"/>
                    <a:pt x="26" y="161"/>
                  </a:cubicBezTo>
                  <a:cubicBezTo>
                    <a:pt x="31" y="161"/>
                    <a:pt x="36" y="158"/>
                    <a:pt x="41" y="153"/>
                  </a:cubicBezTo>
                  <a:cubicBezTo>
                    <a:pt x="94" y="100"/>
                    <a:pt x="163" y="70"/>
                    <a:pt x="234" y="70"/>
                  </a:cubicBezTo>
                  <a:cubicBezTo>
                    <a:pt x="244" y="70"/>
                    <a:pt x="255" y="70"/>
                    <a:pt x="265" y="72"/>
                  </a:cubicBezTo>
                  <a:cubicBezTo>
                    <a:pt x="346" y="72"/>
                    <a:pt x="427" y="103"/>
                    <a:pt x="499" y="153"/>
                  </a:cubicBezTo>
                  <a:cubicBezTo>
                    <a:pt x="570" y="194"/>
                    <a:pt x="631" y="265"/>
                    <a:pt x="682" y="336"/>
                  </a:cubicBezTo>
                  <a:cubicBezTo>
                    <a:pt x="718" y="387"/>
                    <a:pt x="744" y="444"/>
                    <a:pt x="771" y="501"/>
                  </a:cubicBezTo>
                  <a:lnTo>
                    <a:pt x="771" y="501"/>
                  </a:lnTo>
                  <a:cubicBezTo>
                    <a:pt x="689" y="441"/>
                    <a:pt x="601" y="393"/>
                    <a:pt x="488" y="377"/>
                  </a:cubicBezTo>
                  <a:cubicBezTo>
                    <a:pt x="427" y="377"/>
                    <a:pt x="336" y="397"/>
                    <a:pt x="296" y="448"/>
                  </a:cubicBezTo>
                  <a:cubicBezTo>
                    <a:pt x="244" y="509"/>
                    <a:pt x="224" y="570"/>
                    <a:pt x="214" y="641"/>
                  </a:cubicBezTo>
                  <a:cubicBezTo>
                    <a:pt x="204" y="713"/>
                    <a:pt x="224" y="804"/>
                    <a:pt x="285" y="844"/>
                  </a:cubicBezTo>
                  <a:cubicBezTo>
                    <a:pt x="346" y="896"/>
                    <a:pt x="427" y="905"/>
                    <a:pt x="488" y="905"/>
                  </a:cubicBezTo>
                  <a:cubicBezTo>
                    <a:pt x="549" y="905"/>
                    <a:pt x="610" y="916"/>
                    <a:pt x="662" y="926"/>
                  </a:cubicBezTo>
                  <a:cubicBezTo>
                    <a:pt x="723" y="936"/>
                    <a:pt x="784" y="957"/>
                    <a:pt x="804" y="997"/>
                  </a:cubicBezTo>
                  <a:cubicBezTo>
                    <a:pt x="814" y="1007"/>
                    <a:pt x="824" y="1007"/>
                    <a:pt x="834" y="1007"/>
                  </a:cubicBezTo>
                  <a:cubicBezTo>
                    <a:pt x="845" y="997"/>
                    <a:pt x="845" y="987"/>
                    <a:pt x="845" y="977"/>
                  </a:cubicBezTo>
                  <a:cubicBezTo>
                    <a:pt x="834" y="946"/>
                    <a:pt x="804" y="916"/>
                    <a:pt x="773" y="905"/>
                  </a:cubicBezTo>
                  <a:cubicBezTo>
                    <a:pt x="743" y="885"/>
                    <a:pt x="712" y="875"/>
                    <a:pt x="682" y="865"/>
                  </a:cubicBezTo>
                  <a:cubicBezTo>
                    <a:pt x="621" y="844"/>
                    <a:pt x="560" y="835"/>
                    <a:pt x="488" y="824"/>
                  </a:cubicBezTo>
                  <a:cubicBezTo>
                    <a:pt x="427" y="824"/>
                    <a:pt x="377" y="814"/>
                    <a:pt x="346" y="783"/>
                  </a:cubicBezTo>
                  <a:cubicBezTo>
                    <a:pt x="305" y="753"/>
                    <a:pt x="285" y="702"/>
                    <a:pt x="296" y="652"/>
                  </a:cubicBezTo>
                  <a:cubicBezTo>
                    <a:pt x="305" y="600"/>
                    <a:pt x="326" y="539"/>
                    <a:pt x="357" y="509"/>
                  </a:cubicBezTo>
                  <a:cubicBezTo>
                    <a:pt x="382" y="475"/>
                    <a:pt x="414" y="456"/>
                    <a:pt x="460" y="456"/>
                  </a:cubicBezTo>
                  <a:cubicBezTo>
                    <a:pt x="469" y="456"/>
                    <a:pt x="478" y="456"/>
                    <a:pt x="488" y="458"/>
                  </a:cubicBezTo>
                  <a:cubicBezTo>
                    <a:pt x="601" y="458"/>
                    <a:pt x="712" y="519"/>
                    <a:pt x="814" y="580"/>
                  </a:cubicBezTo>
                  <a:lnTo>
                    <a:pt x="824" y="580"/>
                  </a:lnTo>
                  <a:cubicBezTo>
                    <a:pt x="834" y="580"/>
                    <a:pt x="845" y="570"/>
                    <a:pt x="845" y="560"/>
                  </a:cubicBezTo>
                  <a:cubicBezTo>
                    <a:pt x="824" y="469"/>
                    <a:pt x="793" y="377"/>
                    <a:pt x="743" y="295"/>
                  </a:cubicBezTo>
                  <a:cubicBezTo>
                    <a:pt x="692" y="214"/>
                    <a:pt x="631" y="143"/>
                    <a:pt x="549" y="82"/>
                  </a:cubicBezTo>
                  <a:cubicBezTo>
                    <a:pt x="468" y="31"/>
                    <a:pt x="366" y="1"/>
                    <a:pt x="265" y="1"/>
                  </a:cubicBezTo>
                  <a:close/>
                </a:path>
              </a:pathLst>
            </a:custGeom>
            <a:solidFill>
              <a:srgbClr val="DCAF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4971;p66">
              <a:extLst>
                <a:ext uri="{FF2B5EF4-FFF2-40B4-BE49-F238E27FC236}">
                  <a16:creationId xmlns:a16="http://schemas.microsoft.com/office/drawing/2014/main" id="{38E621C4-9649-46B1-8DA8-758E2AF1750F}"/>
                </a:ext>
              </a:extLst>
            </p:cNvPr>
            <p:cNvSpPr/>
            <p:nvPr/>
          </p:nvSpPr>
          <p:spPr>
            <a:xfrm>
              <a:off x="3711450" y="2097525"/>
              <a:ext cx="130400" cy="33575"/>
            </a:xfrm>
            <a:custGeom>
              <a:avLst/>
              <a:gdLst/>
              <a:ahLst/>
              <a:cxnLst/>
              <a:rect l="l" t="t" r="r" b="b"/>
              <a:pathLst>
                <a:path w="5216" h="1343" extrusionOk="0">
                  <a:moveTo>
                    <a:pt x="4248" y="600"/>
                  </a:moveTo>
                  <a:cubicBezTo>
                    <a:pt x="4241" y="600"/>
                    <a:pt x="4239" y="601"/>
                    <a:pt x="4233" y="607"/>
                  </a:cubicBezTo>
                  <a:lnTo>
                    <a:pt x="4233" y="607"/>
                  </a:lnTo>
                  <a:cubicBezTo>
                    <a:pt x="4238" y="605"/>
                    <a:pt x="4243" y="602"/>
                    <a:pt x="4248" y="600"/>
                  </a:cubicBezTo>
                  <a:close/>
                  <a:moveTo>
                    <a:pt x="5186" y="1"/>
                  </a:moveTo>
                  <a:lnTo>
                    <a:pt x="5175" y="10"/>
                  </a:lnTo>
                  <a:cubicBezTo>
                    <a:pt x="4950" y="213"/>
                    <a:pt x="4627" y="416"/>
                    <a:pt x="4248" y="600"/>
                  </a:cubicBezTo>
                  <a:lnTo>
                    <a:pt x="4248" y="600"/>
                  </a:lnTo>
                  <a:cubicBezTo>
                    <a:pt x="4248" y="600"/>
                    <a:pt x="4249" y="600"/>
                    <a:pt x="4250" y="600"/>
                  </a:cubicBezTo>
                  <a:cubicBezTo>
                    <a:pt x="4250" y="600"/>
                    <a:pt x="4260" y="600"/>
                    <a:pt x="4260" y="611"/>
                  </a:cubicBezTo>
                  <a:cubicBezTo>
                    <a:pt x="4271" y="611"/>
                    <a:pt x="4271" y="631"/>
                    <a:pt x="4260" y="641"/>
                  </a:cubicBezTo>
                  <a:cubicBezTo>
                    <a:pt x="4646" y="448"/>
                    <a:pt x="4972" y="245"/>
                    <a:pt x="5206" y="41"/>
                  </a:cubicBezTo>
                  <a:cubicBezTo>
                    <a:pt x="5216" y="31"/>
                    <a:pt x="5216" y="21"/>
                    <a:pt x="5206" y="10"/>
                  </a:cubicBezTo>
                  <a:cubicBezTo>
                    <a:pt x="5206" y="1"/>
                    <a:pt x="5195" y="1"/>
                    <a:pt x="5186" y="1"/>
                  </a:cubicBezTo>
                  <a:close/>
                  <a:moveTo>
                    <a:pt x="102" y="275"/>
                  </a:moveTo>
                  <a:cubicBezTo>
                    <a:pt x="91" y="275"/>
                    <a:pt x="82" y="275"/>
                    <a:pt x="82" y="285"/>
                  </a:cubicBezTo>
                  <a:cubicBezTo>
                    <a:pt x="0" y="550"/>
                    <a:pt x="122" y="855"/>
                    <a:pt x="366" y="1058"/>
                  </a:cubicBezTo>
                  <a:cubicBezTo>
                    <a:pt x="570" y="1221"/>
                    <a:pt x="844" y="1312"/>
                    <a:pt x="1169" y="1332"/>
                  </a:cubicBezTo>
                  <a:cubicBezTo>
                    <a:pt x="1250" y="1343"/>
                    <a:pt x="1342" y="1343"/>
                    <a:pt x="1424" y="1343"/>
                  </a:cubicBezTo>
                  <a:cubicBezTo>
                    <a:pt x="2308" y="1343"/>
                    <a:pt x="3345" y="1058"/>
                    <a:pt x="4158" y="681"/>
                  </a:cubicBezTo>
                  <a:lnTo>
                    <a:pt x="4230" y="611"/>
                  </a:lnTo>
                  <a:cubicBezTo>
                    <a:pt x="4231" y="609"/>
                    <a:pt x="4232" y="608"/>
                    <a:pt x="4233" y="607"/>
                  </a:cubicBezTo>
                  <a:lnTo>
                    <a:pt x="4233" y="607"/>
                  </a:lnTo>
                  <a:cubicBezTo>
                    <a:pt x="3414" y="1001"/>
                    <a:pt x="2339" y="1302"/>
                    <a:pt x="1433" y="1302"/>
                  </a:cubicBezTo>
                  <a:cubicBezTo>
                    <a:pt x="1342" y="1302"/>
                    <a:pt x="1261" y="1302"/>
                    <a:pt x="1169" y="1292"/>
                  </a:cubicBezTo>
                  <a:cubicBezTo>
                    <a:pt x="854" y="1271"/>
                    <a:pt x="590" y="1180"/>
                    <a:pt x="396" y="1027"/>
                  </a:cubicBezTo>
                  <a:cubicBezTo>
                    <a:pt x="204" y="864"/>
                    <a:pt x="41" y="580"/>
                    <a:pt x="112" y="295"/>
                  </a:cubicBezTo>
                  <a:cubicBezTo>
                    <a:pt x="122" y="285"/>
                    <a:pt x="112" y="275"/>
                    <a:pt x="102" y="275"/>
                  </a:cubicBezTo>
                  <a:close/>
                </a:path>
              </a:pathLst>
            </a:custGeom>
            <a:solidFill>
              <a:srgbClr val="9C68D4"/>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4972;p66">
              <a:extLst>
                <a:ext uri="{FF2B5EF4-FFF2-40B4-BE49-F238E27FC236}">
                  <a16:creationId xmlns:a16="http://schemas.microsoft.com/office/drawing/2014/main" id="{B7CDDF8D-AA7E-4267-BEE1-4873080191BC}"/>
                </a:ext>
              </a:extLst>
            </p:cNvPr>
            <p:cNvSpPr/>
            <p:nvPr/>
          </p:nvSpPr>
          <p:spPr>
            <a:xfrm>
              <a:off x="3710675" y="2112525"/>
              <a:ext cx="107550" cy="38150"/>
            </a:xfrm>
            <a:custGeom>
              <a:avLst/>
              <a:gdLst/>
              <a:ahLst/>
              <a:cxnLst/>
              <a:rect l="l" t="t" r="r" b="b"/>
              <a:pathLst>
                <a:path w="4302" h="1526" extrusionOk="0">
                  <a:moveTo>
                    <a:pt x="4281" y="0"/>
                  </a:moveTo>
                  <a:cubicBezTo>
                    <a:pt x="4271" y="0"/>
                    <a:pt x="4271" y="0"/>
                    <a:pt x="4261" y="11"/>
                  </a:cubicBezTo>
                  <a:lnTo>
                    <a:pt x="4189" y="81"/>
                  </a:lnTo>
                  <a:cubicBezTo>
                    <a:pt x="3732" y="570"/>
                    <a:pt x="2969" y="1159"/>
                    <a:pt x="1871" y="1414"/>
                  </a:cubicBezTo>
                  <a:cubicBezTo>
                    <a:pt x="1658" y="1454"/>
                    <a:pt x="1444" y="1485"/>
                    <a:pt x="1251" y="1485"/>
                  </a:cubicBezTo>
                  <a:cubicBezTo>
                    <a:pt x="1007" y="1485"/>
                    <a:pt x="784" y="1444"/>
                    <a:pt x="580" y="1383"/>
                  </a:cubicBezTo>
                  <a:cubicBezTo>
                    <a:pt x="346" y="1302"/>
                    <a:pt x="163" y="1190"/>
                    <a:pt x="41" y="1048"/>
                  </a:cubicBezTo>
                  <a:cubicBezTo>
                    <a:pt x="41" y="1037"/>
                    <a:pt x="31" y="1037"/>
                    <a:pt x="31" y="1037"/>
                  </a:cubicBezTo>
                  <a:cubicBezTo>
                    <a:pt x="21" y="1037"/>
                    <a:pt x="21" y="1037"/>
                    <a:pt x="11" y="1048"/>
                  </a:cubicBezTo>
                  <a:cubicBezTo>
                    <a:pt x="11" y="1048"/>
                    <a:pt x="0" y="1068"/>
                    <a:pt x="11" y="1068"/>
                  </a:cubicBezTo>
                  <a:cubicBezTo>
                    <a:pt x="133" y="1220"/>
                    <a:pt x="326" y="1342"/>
                    <a:pt x="560" y="1414"/>
                  </a:cubicBezTo>
                  <a:cubicBezTo>
                    <a:pt x="773" y="1485"/>
                    <a:pt x="1007" y="1525"/>
                    <a:pt x="1251" y="1525"/>
                  </a:cubicBezTo>
                  <a:cubicBezTo>
                    <a:pt x="1455" y="1525"/>
                    <a:pt x="1668" y="1495"/>
                    <a:pt x="1882" y="1454"/>
                  </a:cubicBezTo>
                  <a:cubicBezTo>
                    <a:pt x="3051" y="1190"/>
                    <a:pt x="3834" y="539"/>
                    <a:pt x="4291" y="41"/>
                  </a:cubicBezTo>
                  <a:cubicBezTo>
                    <a:pt x="4302" y="31"/>
                    <a:pt x="4302" y="11"/>
                    <a:pt x="4291" y="11"/>
                  </a:cubicBezTo>
                  <a:cubicBezTo>
                    <a:pt x="4291" y="0"/>
                    <a:pt x="4281" y="0"/>
                    <a:pt x="4281" y="0"/>
                  </a:cubicBezTo>
                  <a:close/>
                </a:path>
              </a:pathLst>
            </a:custGeom>
            <a:solidFill>
              <a:srgbClr val="9C68D4"/>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4973;p66">
              <a:extLst>
                <a:ext uri="{FF2B5EF4-FFF2-40B4-BE49-F238E27FC236}">
                  <a16:creationId xmlns:a16="http://schemas.microsoft.com/office/drawing/2014/main" id="{9C5A0E95-C4C4-428B-950C-300114D32BEA}"/>
                </a:ext>
              </a:extLst>
            </p:cNvPr>
            <p:cNvSpPr/>
            <p:nvPr/>
          </p:nvSpPr>
          <p:spPr>
            <a:xfrm>
              <a:off x="3884800" y="2105900"/>
              <a:ext cx="29750" cy="26225"/>
            </a:xfrm>
            <a:custGeom>
              <a:avLst/>
              <a:gdLst/>
              <a:ahLst/>
              <a:cxnLst/>
              <a:rect l="l" t="t" r="r" b="b"/>
              <a:pathLst>
                <a:path w="1190" h="1049" extrusionOk="0">
                  <a:moveTo>
                    <a:pt x="21" y="1"/>
                  </a:moveTo>
                  <a:cubicBezTo>
                    <a:pt x="10" y="1"/>
                    <a:pt x="1" y="21"/>
                    <a:pt x="10" y="32"/>
                  </a:cubicBezTo>
                  <a:cubicBezTo>
                    <a:pt x="102" y="285"/>
                    <a:pt x="234" y="520"/>
                    <a:pt x="417" y="733"/>
                  </a:cubicBezTo>
                  <a:cubicBezTo>
                    <a:pt x="580" y="926"/>
                    <a:pt x="783" y="1048"/>
                    <a:pt x="946" y="1048"/>
                  </a:cubicBezTo>
                  <a:lnTo>
                    <a:pt x="956" y="1048"/>
                  </a:lnTo>
                  <a:cubicBezTo>
                    <a:pt x="1047" y="1038"/>
                    <a:pt x="1129" y="997"/>
                    <a:pt x="1180" y="916"/>
                  </a:cubicBezTo>
                  <a:cubicBezTo>
                    <a:pt x="1190" y="916"/>
                    <a:pt x="1190" y="896"/>
                    <a:pt x="1180" y="896"/>
                  </a:cubicBezTo>
                  <a:cubicBezTo>
                    <a:pt x="1180" y="886"/>
                    <a:pt x="1169" y="886"/>
                    <a:pt x="1169" y="886"/>
                  </a:cubicBezTo>
                  <a:cubicBezTo>
                    <a:pt x="1160" y="886"/>
                    <a:pt x="1160" y="886"/>
                    <a:pt x="1149" y="896"/>
                  </a:cubicBezTo>
                  <a:cubicBezTo>
                    <a:pt x="1099" y="967"/>
                    <a:pt x="1038" y="997"/>
                    <a:pt x="956" y="997"/>
                  </a:cubicBezTo>
                  <a:lnTo>
                    <a:pt x="946" y="997"/>
                  </a:lnTo>
                  <a:cubicBezTo>
                    <a:pt x="794" y="997"/>
                    <a:pt x="600" y="886"/>
                    <a:pt x="448" y="703"/>
                  </a:cubicBezTo>
                  <a:cubicBezTo>
                    <a:pt x="265" y="499"/>
                    <a:pt x="132" y="265"/>
                    <a:pt x="51" y="11"/>
                  </a:cubicBezTo>
                  <a:cubicBezTo>
                    <a:pt x="41" y="1"/>
                    <a:pt x="41" y="1"/>
                    <a:pt x="31" y="1"/>
                  </a:cubicBezTo>
                  <a:close/>
                </a:path>
              </a:pathLst>
            </a:custGeom>
            <a:solidFill>
              <a:srgbClr val="9C68D4"/>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4974;p66">
              <a:extLst>
                <a:ext uri="{FF2B5EF4-FFF2-40B4-BE49-F238E27FC236}">
                  <a16:creationId xmlns:a16="http://schemas.microsoft.com/office/drawing/2014/main" id="{7546F5D3-A3C9-4B5F-BDC0-C2340CC203CF}"/>
                </a:ext>
              </a:extLst>
            </p:cNvPr>
            <p:cNvSpPr/>
            <p:nvPr/>
          </p:nvSpPr>
          <p:spPr>
            <a:xfrm>
              <a:off x="3885825" y="2299875"/>
              <a:ext cx="129650" cy="157350"/>
            </a:xfrm>
            <a:custGeom>
              <a:avLst/>
              <a:gdLst/>
              <a:ahLst/>
              <a:cxnLst/>
              <a:rect l="l" t="t" r="r" b="b"/>
              <a:pathLst>
                <a:path w="5186" h="6294" extrusionOk="0">
                  <a:moveTo>
                    <a:pt x="4524" y="0"/>
                  </a:moveTo>
                  <a:lnTo>
                    <a:pt x="0" y="1058"/>
                  </a:lnTo>
                  <a:lnTo>
                    <a:pt x="1302" y="6293"/>
                  </a:lnTo>
                  <a:lnTo>
                    <a:pt x="5186" y="5389"/>
                  </a:lnTo>
                  <a:lnTo>
                    <a:pt x="4606" y="2755"/>
                  </a:lnTo>
                  <a:lnTo>
                    <a:pt x="5053" y="2653"/>
                  </a:lnTo>
                  <a:lnTo>
                    <a:pt x="4524" y="0"/>
                  </a:lnTo>
                  <a:close/>
                </a:path>
              </a:pathLst>
            </a:custGeom>
            <a:solidFill>
              <a:srgbClr val="AA78D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4975;p66">
              <a:extLst>
                <a:ext uri="{FF2B5EF4-FFF2-40B4-BE49-F238E27FC236}">
                  <a16:creationId xmlns:a16="http://schemas.microsoft.com/office/drawing/2014/main" id="{A1A1017C-20FB-4484-AA88-3AF76DC07E84}"/>
                </a:ext>
              </a:extLst>
            </p:cNvPr>
            <p:cNvSpPr/>
            <p:nvPr/>
          </p:nvSpPr>
          <p:spPr>
            <a:xfrm>
              <a:off x="3885825" y="2299875"/>
              <a:ext cx="129650" cy="157350"/>
            </a:xfrm>
            <a:custGeom>
              <a:avLst/>
              <a:gdLst/>
              <a:ahLst/>
              <a:cxnLst/>
              <a:rect l="l" t="t" r="r" b="b"/>
              <a:pathLst>
                <a:path w="5186" h="6294" extrusionOk="0">
                  <a:moveTo>
                    <a:pt x="4524" y="0"/>
                  </a:moveTo>
                  <a:lnTo>
                    <a:pt x="2247" y="529"/>
                  </a:lnTo>
                  <a:lnTo>
                    <a:pt x="753" y="884"/>
                  </a:lnTo>
                  <a:lnTo>
                    <a:pt x="265" y="996"/>
                  </a:lnTo>
                  <a:lnTo>
                    <a:pt x="0" y="1058"/>
                  </a:lnTo>
                  <a:lnTo>
                    <a:pt x="1302" y="6293"/>
                  </a:lnTo>
                  <a:lnTo>
                    <a:pt x="5186" y="5389"/>
                  </a:lnTo>
                  <a:lnTo>
                    <a:pt x="4606" y="2755"/>
                  </a:lnTo>
                  <a:lnTo>
                    <a:pt x="5053" y="2653"/>
                  </a:lnTo>
                  <a:lnTo>
                    <a:pt x="4524" y="0"/>
                  </a:lnTo>
                  <a:close/>
                </a:path>
              </a:pathLst>
            </a:custGeom>
            <a:solidFill>
              <a:srgbClr val="9965D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4976;p66">
              <a:extLst>
                <a:ext uri="{FF2B5EF4-FFF2-40B4-BE49-F238E27FC236}">
                  <a16:creationId xmlns:a16="http://schemas.microsoft.com/office/drawing/2014/main" id="{AAF78B85-3635-4830-B9EE-0C959403CDBF}"/>
                </a:ext>
              </a:extLst>
            </p:cNvPr>
            <p:cNvSpPr/>
            <p:nvPr/>
          </p:nvSpPr>
          <p:spPr>
            <a:xfrm>
              <a:off x="3885825" y="2302650"/>
              <a:ext cx="129650" cy="154575"/>
            </a:xfrm>
            <a:custGeom>
              <a:avLst/>
              <a:gdLst/>
              <a:ahLst/>
              <a:cxnLst/>
              <a:rect l="l" t="t" r="r" b="b"/>
              <a:pathLst>
                <a:path w="5186" h="6183" extrusionOk="0">
                  <a:moveTo>
                    <a:pt x="4036" y="1"/>
                  </a:moveTo>
                  <a:lnTo>
                    <a:pt x="0" y="947"/>
                  </a:lnTo>
                  <a:lnTo>
                    <a:pt x="1302" y="6182"/>
                  </a:lnTo>
                  <a:lnTo>
                    <a:pt x="5186" y="5278"/>
                  </a:lnTo>
                  <a:lnTo>
                    <a:pt x="4036" y="1"/>
                  </a:ln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4977;p66">
              <a:extLst>
                <a:ext uri="{FF2B5EF4-FFF2-40B4-BE49-F238E27FC236}">
                  <a16:creationId xmlns:a16="http://schemas.microsoft.com/office/drawing/2014/main" id="{24E2C475-882B-40B2-A91B-AB7B7EDF28DE}"/>
                </a:ext>
              </a:extLst>
            </p:cNvPr>
            <p:cNvSpPr/>
            <p:nvPr/>
          </p:nvSpPr>
          <p:spPr>
            <a:xfrm>
              <a:off x="3846675" y="2367975"/>
              <a:ext cx="87200" cy="54675"/>
            </a:xfrm>
            <a:custGeom>
              <a:avLst/>
              <a:gdLst/>
              <a:ahLst/>
              <a:cxnLst/>
              <a:rect l="l" t="t" r="r" b="b"/>
              <a:pathLst>
                <a:path w="3488" h="2187" extrusionOk="0">
                  <a:moveTo>
                    <a:pt x="2904" y="1"/>
                  </a:moveTo>
                  <a:cubicBezTo>
                    <a:pt x="2642" y="1"/>
                    <a:pt x="1953" y="417"/>
                    <a:pt x="1953" y="417"/>
                  </a:cubicBezTo>
                  <a:cubicBezTo>
                    <a:pt x="1953" y="417"/>
                    <a:pt x="1434" y="641"/>
                    <a:pt x="956" y="783"/>
                  </a:cubicBezTo>
                  <a:cubicBezTo>
                    <a:pt x="956" y="783"/>
                    <a:pt x="305" y="763"/>
                    <a:pt x="0" y="763"/>
                  </a:cubicBezTo>
                  <a:lnTo>
                    <a:pt x="0" y="2187"/>
                  </a:lnTo>
                  <a:cubicBezTo>
                    <a:pt x="0" y="2187"/>
                    <a:pt x="559" y="2187"/>
                    <a:pt x="1098" y="2096"/>
                  </a:cubicBezTo>
                  <a:cubicBezTo>
                    <a:pt x="1309" y="2162"/>
                    <a:pt x="1500" y="2186"/>
                    <a:pt x="1667" y="2186"/>
                  </a:cubicBezTo>
                  <a:cubicBezTo>
                    <a:pt x="2111" y="2186"/>
                    <a:pt x="2380" y="2014"/>
                    <a:pt x="2380" y="2014"/>
                  </a:cubicBezTo>
                  <a:cubicBezTo>
                    <a:pt x="2380" y="2014"/>
                    <a:pt x="2387" y="2014"/>
                    <a:pt x="2400" y="2014"/>
                  </a:cubicBezTo>
                  <a:cubicBezTo>
                    <a:pt x="2548" y="2014"/>
                    <a:pt x="3425" y="2006"/>
                    <a:pt x="3406" y="1811"/>
                  </a:cubicBezTo>
                  <a:cubicBezTo>
                    <a:pt x="3396" y="1597"/>
                    <a:pt x="2441" y="1597"/>
                    <a:pt x="2441" y="1597"/>
                  </a:cubicBezTo>
                  <a:cubicBezTo>
                    <a:pt x="2441" y="1597"/>
                    <a:pt x="3487" y="1394"/>
                    <a:pt x="3437" y="1190"/>
                  </a:cubicBezTo>
                  <a:cubicBezTo>
                    <a:pt x="3416" y="1096"/>
                    <a:pt x="3243" y="1068"/>
                    <a:pt x="3044" y="1068"/>
                  </a:cubicBezTo>
                  <a:cubicBezTo>
                    <a:pt x="2751" y="1068"/>
                    <a:pt x="2400" y="1129"/>
                    <a:pt x="2400" y="1129"/>
                  </a:cubicBezTo>
                  <a:cubicBezTo>
                    <a:pt x="2400" y="1129"/>
                    <a:pt x="3478" y="763"/>
                    <a:pt x="3396" y="539"/>
                  </a:cubicBezTo>
                  <a:cubicBezTo>
                    <a:pt x="3374" y="483"/>
                    <a:pt x="3306" y="462"/>
                    <a:pt x="3213" y="462"/>
                  </a:cubicBezTo>
                  <a:cubicBezTo>
                    <a:pt x="2887" y="462"/>
                    <a:pt x="2258" y="733"/>
                    <a:pt x="2258" y="733"/>
                  </a:cubicBezTo>
                  <a:cubicBezTo>
                    <a:pt x="2258" y="733"/>
                    <a:pt x="3060" y="225"/>
                    <a:pt x="2999" y="51"/>
                  </a:cubicBezTo>
                  <a:cubicBezTo>
                    <a:pt x="2988" y="16"/>
                    <a:pt x="2954" y="1"/>
                    <a:pt x="2904"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4978;p66">
              <a:extLst>
                <a:ext uri="{FF2B5EF4-FFF2-40B4-BE49-F238E27FC236}">
                  <a16:creationId xmlns:a16="http://schemas.microsoft.com/office/drawing/2014/main" id="{EC53D538-85F6-4D06-8007-0B4E0902BC9F}"/>
                </a:ext>
              </a:extLst>
            </p:cNvPr>
            <p:cNvSpPr/>
            <p:nvPr/>
          </p:nvSpPr>
          <p:spPr>
            <a:xfrm>
              <a:off x="3726950" y="2295800"/>
              <a:ext cx="144150" cy="132650"/>
            </a:xfrm>
            <a:custGeom>
              <a:avLst/>
              <a:gdLst/>
              <a:ahLst/>
              <a:cxnLst/>
              <a:rect l="l" t="t" r="r" b="b"/>
              <a:pathLst>
                <a:path w="5766" h="5306" extrusionOk="0">
                  <a:moveTo>
                    <a:pt x="1056" y="0"/>
                  </a:moveTo>
                  <a:cubicBezTo>
                    <a:pt x="889" y="0"/>
                    <a:pt x="725" y="65"/>
                    <a:pt x="580" y="193"/>
                  </a:cubicBezTo>
                  <a:cubicBezTo>
                    <a:pt x="0" y="702"/>
                    <a:pt x="122" y="2450"/>
                    <a:pt x="630" y="3803"/>
                  </a:cubicBezTo>
                  <a:cubicBezTo>
                    <a:pt x="895" y="4515"/>
                    <a:pt x="1149" y="4911"/>
                    <a:pt x="2318" y="5145"/>
                  </a:cubicBezTo>
                  <a:cubicBezTo>
                    <a:pt x="3009" y="5276"/>
                    <a:pt x="3912" y="5305"/>
                    <a:pt x="4571" y="5305"/>
                  </a:cubicBezTo>
                  <a:cubicBezTo>
                    <a:pt x="5085" y="5305"/>
                    <a:pt x="5450" y="5288"/>
                    <a:pt x="5450" y="5288"/>
                  </a:cubicBezTo>
                  <a:cubicBezTo>
                    <a:pt x="5450" y="5288"/>
                    <a:pt x="5765" y="4433"/>
                    <a:pt x="5470" y="3518"/>
                  </a:cubicBezTo>
                  <a:cubicBezTo>
                    <a:pt x="5470" y="3518"/>
                    <a:pt x="3254" y="3396"/>
                    <a:pt x="2562" y="3182"/>
                  </a:cubicBezTo>
                  <a:cubicBezTo>
                    <a:pt x="2562" y="3182"/>
                    <a:pt x="2288" y="2247"/>
                    <a:pt x="2135" y="1383"/>
                  </a:cubicBezTo>
                  <a:cubicBezTo>
                    <a:pt x="1958" y="453"/>
                    <a:pt x="1497" y="0"/>
                    <a:pt x="105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40" name="Google Shape;4580;p66">
            <a:extLst>
              <a:ext uri="{FF2B5EF4-FFF2-40B4-BE49-F238E27FC236}">
                <a16:creationId xmlns:a16="http://schemas.microsoft.com/office/drawing/2014/main" id="{75251551-B9EE-4416-AE60-D67EF18AF623}"/>
              </a:ext>
            </a:extLst>
          </p:cNvPr>
          <p:cNvGrpSpPr/>
          <p:nvPr/>
        </p:nvGrpSpPr>
        <p:grpSpPr>
          <a:xfrm>
            <a:off x="18426149" y="1084588"/>
            <a:ext cx="2434946" cy="2151364"/>
            <a:chOff x="5856100" y="2212650"/>
            <a:chExt cx="522825" cy="450925"/>
          </a:xfrm>
        </p:grpSpPr>
        <p:sp>
          <p:nvSpPr>
            <p:cNvPr id="241" name="Google Shape;4581;p66">
              <a:extLst>
                <a:ext uri="{FF2B5EF4-FFF2-40B4-BE49-F238E27FC236}">
                  <a16:creationId xmlns:a16="http://schemas.microsoft.com/office/drawing/2014/main" id="{B7A84CD3-6465-41CC-8759-27AD40687DCD}"/>
                </a:ext>
              </a:extLst>
            </p:cNvPr>
            <p:cNvSpPr/>
            <p:nvPr/>
          </p:nvSpPr>
          <p:spPr>
            <a:xfrm>
              <a:off x="5999225" y="2524625"/>
              <a:ext cx="132025" cy="138950"/>
            </a:xfrm>
            <a:custGeom>
              <a:avLst/>
              <a:gdLst/>
              <a:ahLst/>
              <a:cxnLst/>
              <a:rect l="l" t="t" r="r" b="b"/>
              <a:pathLst>
                <a:path w="5281" h="5558" extrusionOk="0">
                  <a:moveTo>
                    <a:pt x="2619" y="0"/>
                  </a:moveTo>
                  <a:cubicBezTo>
                    <a:pt x="2555" y="0"/>
                    <a:pt x="2492" y="4"/>
                    <a:pt x="2430" y="12"/>
                  </a:cubicBezTo>
                  <a:cubicBezTo>
                    <a:pt x="2325" y="24"/>
                    <a:pt x="2209" y="48"/>
                    <a:pt x="2103" y="59"/>
                  </a:cubicBezTo>
                  <a:cubicBezTo>
                    <a:pt x="1975" y="82"/>
                    <a:pt x="1799" y="176"/>
                    <a:pt x="1682" y="235"/>
                  </a:cubicBezTo>
                  <a:cubicBezTo>
                    <a:pt x="1612" y="258"/>
                    <a:pt x="1542" y="305"/>
                    <a:pt x="1472" y="339"/>
                  </a:cubicBezTo>
                  <a:cubicBezTo>
                    <a:pt x="1122" y="550"/>
                    <a:pt x="807" y="865"/>
                    <a:pt x="573" y="1204"/>
                  </a:cubicBezTo>
                  <a:cubicBezTo>
                    <a:pt x="176" y="1788"/>
                    <a:pt x="0" y="2512"/>
                    <a:pt x="94" y="3213"/>
                  </a:cubicBezTo>
                  <a:cubicBezTo>
                    <a:pt x="129" y="3529"/>
                    <a:pt x="187" y="3821"/>
                    <a:pt x="269" y="4124"/>
                  </a:cubicBezTo>
                  <a:cubicBezTo>
                    <a:pt x="351" y="4393"/>
                    <a:pt x="444" y="4674"/>
                    <a:pt x="526" y="4942"/>
                  </a:cubicBezTo>
                  <a:cubicBezTo>
                    <a:pt x="608" y="5165"/>
                    <a:pt x="737" y="5339"/>
                    <a:pt x="935" y="5456"/>
                  </a:cubicBezTo>
                  <a:cubicBezTo>
                    <a:pt x="1063" y="5524"/>
                    <a:pt x="1200" y="5558"/>
                    <a:pt x="1337" y="5558"/>
                  </a:cubicBezTo>
                  <a:cubicBezTo>
                    <a:pt x="1414" y="5558"/>
                    <a:pt x="1490" y="5547"/>
                    <a:pt x="1566" y="5526"/>
                  </a:cubicBezTo>
                  <a:cubicBezTo>
                    <a:pt x="1998" y="5409"/>
                    <a:pt x="2302" y="4931"/>
                    <a:pt x="2162" y="4498"/>
                  </a:cubicBezTo>
                  <a:cubicBezTo>
                    <a:pt x="2010" y="4054"/>
                    <a:pt x="1869" y="3622"/>
                    <a:pt x="1788" y="3179"/>
                  </a:cubicBezTo>
                  <a:cubicBezTo>
                    <a:pt x="1765" y="3026"/>
                    <a:pt x="1765" y="2875"/>
                    <a:pt x="1776" y="2722"/>
                  </a:cubicBezTo>
                  <a:cubicBezTo>
                    <a:pt x="1788" y="2606"/>
                    <a:pt x="1823" y="2501"/>
                    <a:pt x="1858" y="2384"/>
                  </a:cubicBezTo>
                  <a:cubicBezTo>
                    <a:pt x="1893" y="2302"/>
                    <a:pt x="1940" y="2221"/>
                    <a:pt x="1998" y="2138"/>
                  </a:cubicBezTo>
                  <a:cubicBezTo>
                    <a:pt x="2056" y="2068"/>
                    <a:pt x="2126" y="1998"/>
                    <a:pt x="2209" y="1928"/>
                  </a:cubicBezTo>
                  <a:lnTo>
                    <a:pt x="2267" y="1881"/>
                  </a:lnTo>
                  <a:cubicBezTo>
                    <a:pt x="2349" y="1823"/>
                    <a:pt x="2430" y="1777"/>
                    <a:pt x="2512" y="1730"/>
                  </a:cubicBezTo>
                  <a:lnTo>
                    <a:pt x="2559" y="1718"/>
                  </a:lnTo>
                  <a:lnTo>
                    <a:pt x="2570" y="1718"/>
                  </a:lnTo>
                  <a:lnTo>
                    <a:pt x="2676" y="1741"/>
                  </a:lnTo>
                  <a:cubicBezTo>
                    <a:pt x="2827" y="1823"/>
                    <a:pt x="2968" y="1917"/>
                    <a:pt x="3108" y="2010"/>
                  </a:cubicBezTo>
                  <a:cubicBezTo>
                    <a:pt x="3341" y="2185"/>
                    <a:pt x="3540" y="2395"/>
                    <a:pt x="3751" y="2582"/>
                  </a:cubicBezTo>
                  <a:cubicBezTo>
                    <a:pt x="3935" y="2743"/>
                    <a:pt x="4161" y="2828"/>
                    <a:pt x="4385" y="2828"/>
                  </a:cubicBezTo>
                  <a:cubicBezTo>
                    <a:pt x="4616" y="2828"/>
                    <a:pt x="4846" y="2738"/>
                    <a:pt x="5024" y="2548"/>
                  </a:cubicBezTo>
                  <a:cubicBezTo>
                    <a:pt x="5187" y="2384"/>
                    <a:pt x="5281" y="2150"/>
                    <a:pt x="5281" y="1917"/>
                  </a:cubicBezTo>
                  <a:cubicBezTo>
                    <a:pt x="5281" y="1671"/>
                    <a:pt x="5164" y="1461"/>
                    <a:pt x="5000" y="1274"/>
                  </a:cubicBezTo>
                  <a:cubicBezTo>
                    <a:pt x="4779" y="1040"/>
                    <a:pt x="4522" y="853"/>
                    <a:pt x="4265" y="666"/>
                  </a:cubicBezTo>
                  <a:cubicBezTo>
                    <a:pt x="4054" y="526"/>
                    <a:pt x="3844" y="386"/>
                    <a:pt x="3622" y="269"/>
                  </a:cubicBezTo>
                  <a:cubicBezTo>
                    <a:pt x="3411" y="165"/>
                    <a:pt x="3190" y="94"/>
                    <a:pt x="2968" y="36"/>
                  </a:cubicBezTo>
                  <a:cubicBezTo>
                    <a:pt x="2854" y="13"/>
                    <a:pt x="2736"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4582;p66">
              <a:extLst>
                <a:ext uri="{FF2B5EF4-FFF2-40B4-BE49-F238E27FC236}">
                  <a16:creationId xmlns:a16="http://schemas.microsoft.com/office/drawing/2014/main" id="{92B5DF69-F1E7-481F-8F38-6F48D3BF6923}"/>
                </a:ext>
              </a:extLst>
            </p:cNvPr>
            <p:cNvSpPr/>
            <p:nvPr/>
          </p:nvSpPr>
          <p:spPr>
            <a:xfrm>
              <a:off x="6229075" y="2410075"/>
              <a:ext cx="105450" cy="121300"/>
            </a:xfrm>
            <a:custGeom>
              <a:avLst/>
              <a:gdLst/>
              <a:ahLst/>
              <a:cxnLst/>
              <a:rect l="l" t="t" r="r" b="b"/>
              <a:pathLst>
                <a:path w="4218" h="4852" extrusionOk="0">
                  <a:moveTo>
                    <a:pt x="2340" y="1"/>
                  </a:moveTo>
                  <a:cubicBezTo>
                    <a:pt x="2225" y="1"/>
                    <a:pt x="2109" y="13"/>
                    <a:pt x="1998" y="38"/>
                  </a:cubicBezTo>
                  <a:cubicBezTo>
                    <a:pt x="1776" y="97"/>
                    <a:pt x="1566" y="190"/>
                    <a:pt x="1367" y="295"/>
                  </a:cubicBezTo>
                  <a:lnTo>
                    <a:pt x="1297" y="331"/>
                  </a:lnTo>
                  <a:cubicBezTo>
                    <a:pt x="1146" y="424"/>
                    <a:pt x="1005" y="541"/>
                    <a:pt x="876" y="658"/>
                  </a:cubicBezTo>
                  <a:cubicBezTo>
                    <a:pt x="806" y="716"/>
                    <a:pt x="736" y="786"/>
                    <a:pt x="678" y="856"/>
                  </a:cubicBezTo>
                  <a:cubicBezTo>
                    <a:pt x="409" y="1172"/>
                    <a:pt x="175" y="1487"/>
                    <a:pt x="82" y="1896"/>
                  </a:cubicBezTo>
                  <a:cubicBezTo>
                    <a:pt x="1" y="2281"/>
                    <a:pt x="71" y="2655"/>
                    <a:pt x="152" y="3041"/>
                  </a:cubicBezTo>
                  <a:cubicBezTo>
                    <a:pt x="234" y="3449"/>
                    <a:pt x="386" y="3859"/>
                    <a:pt x="515" y="4256"/>
                  </a:cubicBezTo>
                  <a:cubicBezTo>
                    <a:pt x="585" y="4466"/>
                    <a:pt x="713" y="4641"/>
                    <a:pt x="912" y="4758"/>
                  </a:cubicBezTo>
                  <a:cubicBezTo>
                    <a:pt x="1036" y="4820"/>
                    <a:pt x="1176" y="4851"/>
                    <a:pt x="1315" y="4851"/>
                  </a:cubicBezTo>
                  <a:cubicBezTo>
                    <a:pt x="1384" y="4851"/>
                    <a:pt x="1453" y="4843"/>
                    <a:pt x="1519" y="4828"/>
                  </a:cubicBezTo>
                  <a:cubicBezTo>
                    <a:pt x="1928" y="4711"/>
                    <a:pt x="2220" y="4244"/>
                    <a:pt x="2091" y="3823"/>
                  </a:cubicBezTo>
                  <a:cubicBezTo>
                    <a:pt x="1940" y="3356"/>
                    <a:pt x="1764" y="2889"/>
                    <a:pt x="1671" y="2410"/>
                  </a:cubicBezTo>
                  <a:lnTo>
                    <a:pt x="1671" y="2247"/>
                  </a:lnTo>
                  <a:lnTo>
                    <a:pt x="1671" y="2223"/>
                  </a:lnTo>
                  <a:lnTo>
                    <a:pt x="1730" y="2130"/>
                  </a:lnTo>
                  <a:cubicBezTo>
                    <a:pt x="1823" y="2024"/>
                    <a:pt x="1917" y="1919"/>
                    <a:pt x="2021" y="1826"/>
                  </a:cubicBezTo>
                  <a:cubicBezTo>
                    <a:pt x="2091" y="1779"/>
                    <a:pt x="2161" y="1744"/>
                    <a:pt x="2232" y="1709"/>
                  </a:cubicBezTo>
                  <a:lnTo>
                    <a:pt x="2278" y="1686"/>
                  </a:lnTo>
                  <a:cubicBezTo>
                    <a:pt x="2360" y="1779"/>
                    <a:pt x="2442" y="1873"/>
                    <a:pt x="2524" y="1977"/>
                  </a:cubicBezTo>
                  <a:cubicBezTo>
                    <a:pt x="2571" y="2036"/>
                    <a:pt x="2617" y="2094"/>
                    <a:pt x="2664" y="2141"/>
                  </a:cubicBezTo>
                  <a:cubicBezTo>
                    <a:pt x="2769" y="2270"/>
                    <a:pt x="2898" y="2351"/>
                    <a:pt x="3026" y="2445"/>
                  </a:cubicBezTo>
                  <a:cubicBezTo>
                    <a:pt x="3155" y="2515"/>
                    <a:pt x="3283" y="2550"/>
                    <a:pt x="3423" y="2550"/>
                  </a:cubicBezTo>
                  <a:cubicBezTo>
                    <a:pt x="3633" y="2550"/>
                    <a:pt x="3844" y="2457"/>
                    <a:pt x="3996" y="2293"/>
                  </a:cubicBezTo>
                  <a:cubicBezTo>
                    <a:pt x="4089" y="2200"/>
                    <a:pt x="4160" y="2071"/>
                    <a:pt x="4194" y="1943"/>
                  </a:cubicBezTo>
                  <a:cubicBezTo>
                    <a:pt x="4206" y="1873"/>
                    <a:pt x="4206" y="1803"/>
                    <a:pt x="4217" y="1732"/>
                  </a:cubicBezTo>
                  <a:cubicBezTo>
                    <a:pt x="4217" y="1592"/>
                    <a:pt x="4183" y="1452"/>
                    <a:pt x="4101" y="1335"/>
                  </a:cubicBezTo>
                  <a:cubicBezTo>
                    <a:pt x="3996" y="1102"/>
                    <a:pt x="3844" y="903"/>
                    <a:pt x="3680" y="704"/>
                  </a:cubicBezTo>
                  <a:cubicBezTo>
                    <a:pt x="3446" y="424"/>
                    <a:pt x="3155" y="155"/>
                    <a:pt x="2781" y="61"/>
                  </a:cubicBezTo>
                  <a:cubicBezTo>
                    <a:pt x="2642" y="22"/>
                    <a:pt x="2491" y="1"/>
                    <a:pt x="2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4583;p66">
              <a:extLst>
                <a:ext uri="{FF2B5EF4-FFF2-40B4-BE49-F238E27FC236}">
                  <a16:creationId xmlns:a16="http://schemas.microsoft.com/office/drawing/2014/main" id="{353EF45A-F29A-44EA-B9D3-CBBD95D67017}"/>
                </a:ext>
              </a:extLst>
            </p:cNvPr>
            <p:cNvSpPr/>
            <p:nvPr/>
          </p:nvSpPr>
          <p:spPr>
            <a:xfrm>
              <a:off x="6051800" y="2360500"/>
              <a:ext cx="120050" cy="112575"/>
            </a:xfrm>
            <a:custGeom>
              <a:avLst/>
              <a:gdLst/>
              <a:ahLst/>
              <a:cxnLst/>
              <a:rect l="l" t="t" r="r" b="b"/>
              <a:pathLst>
                <a:path w="4802" h="4503" extrusionOk="0">
                  <a:moveTo>
                    <a:pt x="2299" y="1"/>
                  </a:moveTo>
                  <a:cubicBezTo>
                    <a:pt x="1913" y="1"/>
                    <a:pt x="1529" y="107"/>
                    <a:pt x="1204" y="304"/>
                  </a:cubicBezTo>
                  <a:cubicBezTo>
                    <a:pt x="1145" y="339"/>
                    <a:pt x="1098" y="374"/>
                    <a:pt x="1040" y="421"/>
                  </a:cubicBezTo>
                  <a:cubicBezTo>
                    <a:pt x="911" y="502"/>
                    <a:pt x="783" y="608"/>
                    <a:pt x="666" y="713"/>
                  </a:cubicBezTo>
                  <a:cubicBezTo>
                    <a:pt x="514" y="842"/>
                    <a:pt x="397" y="1005"/>
                    <a:pt x="293" y="1169"/>
                  </a:cubicBezTo>
                  <a:cubicBezTo>
                    <a:pt x="210" y="1286"/>
                    <a:pt x="164" y="1437"/>
                    <a:pt x="117" y="1566"/>
                  </a:cubicBezTo>
                  <a:cubicBezTo>
                    <a:pt x="94" y="1636"/>
                    <a:pt x="82" y="1694"/>
                    <a:pt x="59" y="1764"/>
                  </a:cubicBezTo>
                  <a:cubicBezTo>
                    <a:pt x="0" y="2044"/>
                    <a:pt x="23" y="2325"/>
                    <a:pt x="70" y="2605"/>
                  </a:cubicBezTo>
                  <a:cubicBezTo>
                    <a:pt x="164" y="3131"/>
                    <a:pt x="421" y="3610"/>
                    <a:pt x="666" y="4089"/>
                  </a:cubicBezTo>
                  <a:cubicBezTo>
                    <a:pt x="811" y="4363"/>
                    <a:pt x="1108" y="4503"/>
                    <a:pt x="1405" y="4503"/>
                  </a:cubicBezTo>
                  <a:cubicBezTo>
                    <a:pt x="1564" y="4503"/>
                    <a:pt x="1723" y="4463"/>
                    <a:pt x="1858" y="4381"/>
                  </a:cubicBezTo>
                  <a:cubicBezTo>
                    <a:pt x="2056" y="4264"/>
                    <a:pt x="2208" y="4077"/>
                    <a:pt x="2255" y="3856"/>
                  </a:cubicBezTo>
                  <a:cubicBezTo>
                    <a:pt x="2325" y="3622"/>
                    <a:pt x="2266" y="3400"/>
                    <a:pt x="2162" y="3189"/>
                  </a:cubicBezTo>
                  <a:cubicBezTo>
                    <a:pt x="2080" y="3038"/>
                    <a:pt x="1998" y="2874"/>
                    <a:pt x="1928" y="2711"/>
                  </a:cubicBezTo>
                  <a:cubicBezTo>
                    <a:pt x="1869" y="2558"/>
                    <a:pt x="1811" y="2395"/>
                    <a:pt x="1776" y="2231"/>
                  </a:cubicBezTo>
                  <a:lnTo>
                    <a:pt x="1776" y="2138"/>
                  </a:lnTo>
                  <a:lnTo>
                    <a:pt x="1799" y="2057"/>
                  </a:lnTo>
                  <a:lnTo>
                    <a:pt x="1811" y="2021"/>
                  </a:lnTo>
                  <a:cubicBezTo>
                    <a:pt x="1905" y="1928"/>
                    <a:pt x="1986" y="1834"/>
                    <a:pt x="2092" y="1753"/>
                  </a:cubicBezTo>
                  <a:cubicBezTo>
                    <a:pt x="2150" y="1717"/>
                    <a:pt x="2208" y="1671"/>
                    <a:pt x="2266" y="1636"/>
                  </a:cubicBezTo>
                  <a:lnTo>
                    <a:pt x="2313" y="1624"/>
                  </a:lnTo>
                  <a:lnTo>
                    <a:pt x="2523" y="1624"/>
                  </a:lnTo>
                  <a:cubicBezTo>
                    <a:pt x="2687" y="1647"/>
                    <a:pt x="2851" y="1694"/>
                    <a:pt x="3014" y="1741"/>
                  </a:cubicBezTo>
                  <a:lnTo>
                    <a:pt x="3294" y="1881"/>
                  </a:lnTo>
                  <a:cubicBezTo>
                    <a:pt x="3435" y="1963"/>
                    <a:pt x="3564" y="2057"/>
                    <a:pt x="3715" y="2138"/>
                  </a:cubicBezTo>
                  <a:cubicBezTo>
                    <a:pt x="3822" y="2196"/>
                    <a:pt x="3943" y="2225"/>
                    <a:pt x="4065" y="2225"/>
                  </a:cubicBezTo>
                  <a:cubicBezTo>
                    <a:pt x="4261" y="2225"/>
                    <a:pt x="4459" y="2149"/>
                    <a:pt x="4603" y="1998"/>
                  </a:cubicBezTo>
                  <a:cubicBezTo>
                    <a:pt x="4732" y="1858"/>
                    <a:pt x="4802" y="1671"/>
                    <a:pt x="4802" y="1484"/>
                  </a:cubicBezTo>
                  <a:cubicBezTo>
                    <a:pt x="4802" y="1273"/>
                    <a:pt x="4708" y="1110"/>
                    <a:pt x="4580" y="958"/>
                  </a:cubicBezTo>
                  <a:cubicBezTo>
                    <a:pt x="4416" y="772"/>
                    <a:pt x="4194" y="619"/>
                    <a:pt x="3984" y="491"/>
                  </a:cubicBezTo>
                  <a:cubicBezTo>
                    <a:pt x="3762" y="362"/>
                    <a:pt x="3528" y="258"/>
                    <a:pt x="3294" y="187"/>
                  </a:cubicBezTo>
                  <a:cubicBezTo>
                    <a:pt x="3037" y="105"/>
                    <a:pt x="2780" y="47"/>
                    <a:pt x="2512" y="12"/>
                  </a:cubicBezTo>
                  <a:cubicBezTo>
                    <a:pt x="2441" y="4"/>
                    <a:pt x="2370" y="1"/>
                    <a:pt x="2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4584;p66">
              <a:extLst>
                <a:ext uri="{FF2B5EF4-FFF2-40B4-BE49-F238E27FC236}">
                  <a16:creationId xmlns:a16="http://schemas.microsoft.com/office/drawing/2014/main" id="{117E1D6E-5691-45AA-BFC9-1C7C01736DEB}"/>
                </a:ext>
              </a:extLst>
            </p:cNvPr>
            <p:cNvSpPr/>
            <p:nvPr/>
          </p:nvSpPr>
          <p:spPr>
            <a:xfrm>
              <a:off x="6242525" y="2220775"/>
              <a:ext cx="136400" cy="89525"/>
            </a:xfrm>
            <a:custGeom>
              <a:avLst/>
              <a:gdLst/>
              <a:ahLst/>
              <a:cxnLst/>
              <a:rect l="l" t="t" r="r" b="b"/>
              <a:pathLst>
                <a:path w="5456" h="3581" extrusionOk="0">
                  <a:moveTo>
                    <a:pt x="2609" y="1"/>
                  </a:moveTo>
                  <a:cubicBezTo>
                    <a:pt x="2559" y="1"/>
                    <a:pt x="2507" y="2"/>
                    <a:pt x="2453" y="5"/>
                  </a:cubicBezTo>
                  <a:cubicBezTo>
                    <a:pt x="2243" y="29"/>
                    <a:pt x="2021" y="63"/>
                    <a:pt x="1822" y="133"/>
                  </a:cubicBezTo>
                  <a:cubicBezTo>
                    <a:pt x="1682" y="180"/>
                    <a:pt x="1553" y="250"/>
                    <a:pt x="1425" y="320"/>
                  </a:cubicBezTo>
                  <a:cubicBezTo>
                    <a:pt x="1192" y="461"/>
                    <a:pt x="981" y="636"/>
                    <a:pt x="806" y="847"/>
                  </a:cubicBezTo>
                  <a:cubicBezTo>
                    <a:pt x="549" y="1127"/>
                    <a:pt x="362" y="1442"/>
                    <a:pt x="234" y="1804"/>
                  </a:cubicBezTo>
                  <a:cubicBezTo>
                    <a:pt x="140" y="2049"/>
                    <a:pt x="93" y="2318"/>
                    <a:pt x="35" y="2575"/>
                  </a:cubicBezTo>
                  <a:cubicBezTo>
                    <a:pt x="0" y="2786"/>
                    <a:pt x="11" y="2996"/>
                    <a:pt x="128" y="3183"/>
                  </a:cubicBezTo>
                  <a:cubicBezTo>
                    <a:pt x="245" y="3370"/>
                    <a:pt x="421" y="3510"/>
                    <a:pt x="631" y="3557"/>
                  </a:cubicBezTo>
                  <a:cubicBezTo>
                    <a:pt x="692" y="3573"/>
                    <a:pt x="755" y="3580"/>
                    <a:pt x="819" y="3580"/>
                  </a:cubicBezTo>
                  <a:cubicBezTo>
                    <a:pt x="1175" y="3580"/>
                    <a:pt x="1533" y="3339"/>
                    <a:pt x="1612" y="2973"/>
                  </a:cubicBezTo>
                  <a:cubicBezTo>
                    <a:pt x="1647" y="2739"/>
                    <a:pt x="1694" y="2517"/>
                    <a:pt x="1776" y="2295"/>
                  </a:cubicBezTo>
                  <a:cubicBezTo>
                    <a:pt x="1810" y="2202"/>
                    <a:pt x="1857" y="2119"/>
                    <a:pt x="1916" y="2026"/>
                  </a:cubicBezTo>
                  <a:cubicBezTo>
                    <a:pt x="1997" y="1933"/>
                    <a:pt x="2067" y="1851"/>
                    <a:pt x="2161" y="1769"/>
                  </a:cubicBezTo>
                  <a:cubicBezTo>
                    <a:pt x="2208" y="1734"/>
                    <a:pt x="2254" y="1699"/>
                    <a:pt x="2313" y="1675"/>
                  </a:cubicBezTo>
                  <a:lnTo>
                    <a:pt x="2488" y="1629"/>
                  </a:lnTo>
                  <a:cubicBezTo>
                    <a:pt x="2570" y="1618"/>
                    <a:pt x="2651" y="1618"/>
                    <a:pt x="2734" y="1618"/>
                  </a:cubicBezTo>
                  <a:cubicBezTo>
                    <a:pt x="2885" y="1652"/>
                    <a:pt x="3025" y="1688"/>
                    <a:pt x="3178" y="1734"/>
                  </a:cubicBezTo>
                  <a:cubicBezTo>
                    <a:pt x="3248" y="1758"/>
                    <a:pt x="3318" y="1792"/>
                    <a:pt x="3388" y="1839"/>
                  </a:cubicBezTo>
                  <a:cubicBezTo>
                    <a:pt x="3469" y="1886"/>
                    <a:pt x="3551" y="1933"/>
                    <a:pt x="3633" y="1991"/>
                  </a:cubicBezTo>
                  <a:cubicBezTo>
                    <a:pt x="3762" y="2096"/>
                    <a:pt x="3879" y="2202"/>
                    <a:pt x="4007" y="2306"/>
                  </a:cubicBezTo>
                  <a:cubicBezTo>
                    <a:pt x="4169" y="2451"/>
                    <a:pt x="4374" y="2527"/>
                    <a:pt x="4578" y="2527"/>
                  </a:cubicBezTo>
                  <a:cubicBezTo>
                    <a:pt x="4786" y="2527"/>
                    <a:pt x="4992" y="2448"/>
                    <a:pt x="5151" y="2283"/>
                  </a:cubicBezTo>
                  <a:cubicBezTo>
                    <a:pt x="5455" y="1968"/>
                    <a:pt x="5455" y="1431"/>
                    <a:pt x="5128" y="1127"/>
                  </a:cubicBezTo>
                  <a:cubicBezTo>
                    <a:pt x="4824" y="858"/>
                    <a:pt x="4509" y="590"/>
                    <a:pt x="4147" y="390"/>
                  </a:cubicBezTo>
                  <a:cubicBezTo>
                    <a:pt x="3960" y="286"/>
                    <a:pt x="3750" y="216"/>
                    <a:pt x="3539" y="146"/>
                  </a:cubicBezTo>
                  <a:cubicBezTo>
                    <a:pt x="3376" y="87"/>
                    <a:pt x="3189" y="52"/>
                    <a:pt x="3014" y="29"/>
                  </a:cubicBezTo>
                  <a:cubicBezTo>
                    <a:pt x="2878" y="12"/>
                    <a:pt x="2747"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4585;p66">
              <a:extLst>
                <a:ext uri="{FF2B5EF4-FFF2-40B4-BE49-F238E27FC236}">
                  <a16:creationId xmlns:a16="http://schemas.microsoft.com/office/drawing/2014/main" id="{08F07348-0770-473C-A55A-7E4F00F67BF8}"/>
                </a:ext>
              </a:extLst>
            </p:cNvPr>
            <p:cNvSpPr/>
            <p:nvPr/>
          </p:nvSpPr>
          <p:spPr>
            <a:xfrm>
              <a:off x="5856100" y="2470525"/>
              <a:ext cx="108975" cy="90025"/>
            </a:xfrm>
            <a:custGeom>
              <a:avLst/>
              <a:gdLst/>
              <a:ahLst/>
              <a:cxnLst/>
              <a:rect l="l" t="t" r="r" b="b"/>
              <a:pathLst>
                <a:path w="4359" h="3601" extrusionOk="0">
                  <a:moveTo>
                    <a:pt x="2455" y="1"/>
                  </a:moveTo>
                  <a:cubicBezTo>
                    <a:pt x="2241" y="1"/>
                    <a:pt x="2030" y="29"/>
                    <a:pt x="1812" y="62"/>
                  </a:cubicBezTo>
                  <a:cubicBezTo>
                    <a:pt x="1649" y="86"/>
                    <a:pt x="1473" y="156"/>
                    <a:pt x="1333" y="237"/>
                  </a:cubicBezTo>
                  <a:lnTo>
                    <a:pt x="1228" y="296"/>
                  </a:lnTo>
                  <a:cubicBezTo>
                    <a:pt x="1064" y="389"/>
                    <a:pt x="912" y="517"/>
                    <a:pt x="761" y="657"/>
                  </a:cubicBezTo>
                  <a:cubicBezTo>
                    <a:pt x="644" y="786"/>
                    <a:pt x="538" y="938"/>
                    <a:pt x="445" y="1078"/>
                  </a:cubicBezTo>
                  <a:cubicBezTo>
                    <a:pt x="398" y="1160"/>
                    <a:pt x="364" y="1242"/>
                    <a:pt x="328" y="1324"/>
                  </a:cubicBezTo>
                  <a:cubicBezTo>
                    <a:pt x="258" y="1499"/>
                    <a:pt x="188" y="1674"/>
                    <a:pt x="141" y="1849"/>
                  </a:cubicBezTo>
                  <a:cubicBezTo>
                    <a:pt x="48" y="2176"/>
                    <a:pt x="1" y="2527"/>
                    <a:pt x="48" y="2866"/>
                  </a:cubicBezTo>
                  <a:cubicBezTo>
                    <a:pt x="48" y="3006"/>
                    <a:pt x="83" y="3123"/>
                    <a:pt x="153" y="3240"/>
                  </a:cubicBezTo>
                  <a:cubicBezTo>
                    <a:pt x="247" y="3414"/>
                    <a:pt x="410" y="3531"/>
                    <a:pt x="608" y="3578"/>
                  </a:cubicBezTo>
                  <a:cubicBezTo>
                    <a:pt x="669" y="3593"/>
                    <a:pt x="732" y="3601"/>
                    <a:pt x="796" y="3601"/>
                  </a:cubicBezTo>
                  <a:cubicBezTo>
                    <a:pt x="927" y="3601"/>
                    <a:pt x="1059" y="3567"/>
                    <a:pt x="1169" y="3497"/>
                  </a:cubicBezTo>
                  <a:cubicBezTo>
                    <a:pt x="1322" y="3403"/>
                    <a:pt x="1485" y="3228"/>
                    <a:pt x="1508" y="3041"/>
                  </a:cubicBezTo>
                  <a:cubicBezTo>
                    <a:pt x="1566" y="2667"/>
                    <a:pt x="1613" y="2282"/>
                    <a:pt x="1742" y="1919"/>
                  </a:cubicBezTo>
                  <a:cubicBezTo>
                    <a:pt x="1765" y="1861"/>
                    <a:pt x="1800" y="1814"/>
                    <a:pt x="1823" y="1756"/>
                  </a:cubicBezTo>
                  <a:lnTo>
                    <a:pt x="1976" y="1604"/>
                  </a:lnTo>
                  <a:lnTo>
                    <a:pt x="2080" y="1545"/>
                  </a:lnTo>
                  <a:lnTo>
                    <a:pt x="2233" y="1511"/>
                  </a:lnTo>
                  <a:cubicBezTo>
                    <a:pt x="2323" y="1502"/>
                    <a:pt x="2413" y="1498"/>
                    <a:pt x="2504" y="1498"/>
                  </a:cubicBezTo>
                  <a:cubicBezTo>
                    <a:pt x="2649" y="1498"/>
                    <a:pt x="2795" y="1508"/>
                    <a:pt x="2945" y="1522"/>
                  </a:cubicBezTo>
                  <a:lnTo>
                    <a:pt x="3401" y="1592"/>
                  </a:lnTo>
                  <a:cubicBezTo>
                    <a:pt x="3465" y="1604"/>
                    <a:pt x="3528" y="1610"/>
                    <a:pt x="3590" y="1610"/>
                  </a:cubicBezTo>
                  <a:cubicBezTo>
                    <a:pt x="3719" y="1610"/>
                    <a:pt x="3843" y="1582"/>
                    <a:pt x="3962" y="1511"/>
                  </a:cubicBezTo>
                  <a:cubicBezTo>
                    <a:pt x="4136" y="1417"/>
                    <a:pt x="4253" y="1242"/>
                    <a:pt x="4300" y="1055"/>
                  </a:cubicBezTo>
                  <a:cubicBezTo>
                    <a:pt x="4359" y="868"/>
                    <a:pt x="4323" y="657"/>
                    <a:pt x="4219" y="494"/>
                  </a:cubicBezTo>
                  <a:cubicBezTo>
                    <a:pt x="4125" y="330"/>
                    <a:pt x="3950" y="179"/>
                    <a:pt x="3763" y="156"/>
                  </a:cubicBezTo>
                  <a:cubicBezTo>
                    <a:pt x="3412" y="86"/>
                    <a:pt x="3062" y="39"/>
                    <a:pt x="2711" y="15"/>
                  </a:cubicBezTo>
                  <a:cubicBezTo>
                    <a:pt x="2625" y="5"/>
                    <a:pt x="2540" y="1"/>
                    <a:pt x="2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4586;p66">
              <a:extLst>
                <a:ext uri="{FF2B5EF4-FFF2-40B4-BE49-F238E27FC236}">
                  <a16:creationId xmlns:a16="http://schemas.microsoft.com/office/drawing/2014/main" id="{98C78B34-5F95-4BBC-B7FD-23A338DD284F}"/>
                </a:ext>
              </a:extLst>
            </p:cNvPr>
            <p:cNvSpPr/>
            <p:nvPr/>
          </p:nvSpPr>
          <p:spPr>
            <a:xfrm>
              <a:off x="5885325" y="2322900"/>
              <a:ext cx="96700" cy="91000"/>
            </a:xfrm>
            <a:custGeom>
              <a:avLst/>
              <a:gdLst/>
              <a:ahLst/>
              <a:cxnLst/>
              <a:rect l="l" t="t" r="r" b="b"/>
              <a:pathLst>
                <a:path w="3868" h="3640" extrusionOk="0">
                  <a:moveTo>
                    <a:pt x="2242" y="0"/>
                  </a:moveTo>
                  <a:cubicBezTo>
                    <a:pt x="1846" y="0"/>
                    <a:pt x="1458" y="131"/>
                    <a:pt x="1122" y="324"/>
                  </a:cubicBezTo>
                  <a:cubicBezTo>
                    <a:pt x="1064" y="360"/>
                    <a:pt x="1005" y="406"/>
                    <a:pt x="958" y="441"/>
                  </a:cubicBezTo>
                  <a:cubicBezTo>
                    <a:pt x="678" y="640"/>
                    <a:pt x="456" y="862"/>
                    <a:pt x="257" y="1142"/>
                  </a:cubicBezTo>
                  <a:cubicBezTo>
                    <a:pt x="223" y="1189"/>
                    <a:pt x="187" y="1248"/>
                    <a:pt x="153" y="1305"/>
                  </a:cubicBezTo>
                  <a:cubicBezTo>
                    <a:pt x="117" y="1388"/>
                    <a:pt x="82" y="1481"/>
                    <a:pt x="47" y="1562"/>
                  </a:cubicBezTo>
                  <a:cubicBezTo>
                    <a:pt x="12" y="1785"/>
                    <a:pt x="0" y="1960"/>
                    <a:pt x="47" y="2170"/>
                  </a:cubicBezTo>
                  <a:cubicBezTo>
                    <a:pt x="94" y="2416"/>
                    <a:pt x="223" y="2649"/>
                    <a:pt x="339" y="2871"/>
                  </a:cubicBezTo>
                  <a:cubicBezTo>
                    <a:pt x="410" y="3000"/>
                    <a:pt x="491" y="3128"/>
                    <a:pt x="573" y="3257"/>
                  </a:cubicBezTo>
                  <a:cubicBezTo>
                    <a:pt x="720" y="3497"/>
                    <a:pt x="986" y="3640"/>
                    <a:pt x="1258" y="3640"/>
                  </a:cubicBezTo>
                  <a:cubicBezTo>
                    <a:pt x="1395" y="3640"/>
                    <a:pt x="1534" y="3603"/>
                    <a:pt x="1659" y="3525"/>
                  </a:cubicBezTo>
                  <a:cubicBezTo>
                    <a:pt x="2033" y="3304"/>
                    <a:pt x="2162" y="2801"/>
                    <a:pt x="1939" y="2439"/>
                  </a:cubicBezTo>
                  <a:cubicBezTo>
                    <a:pt x="1823" y="2263"/>
                    <a:pt x="1718" y="2089"/>
                    <a:pt x="1624" y="1902"/>
                  </a:cubicBezTo>
                  <a:lnTo>
                    <a:pt x="1671" y="1843"/>
                  </a:lnTo>
                  <a:cubicBezTo>
                    <a:pt x="1741" y="1749"/>
                    <a:pt x="1823" y="1656"/>
                    <a:pt x="1916" y="1575"/>
                  </a:cubicBezTo>
                  <a:cubicBezTo>
                    <a:pt x="1975" y="1539"/>
                    <a:pt x="2033" y="1492"/>
                    <a:pt x="2103" y="1469"/>
                  </a:cubicBezTo>
                  <a:lnTo>
                    <a:pt x="2209" y="1434"/>
                  </a:lnTo>
                  <a:cubicBezTo>
                    <a:pt x="2244" y="1428"/>
                    <a:pt x="2281" y="1425"/>
                    <a:pt x="2319" y="1425"/>
                  </a:cubicBezTo>
                  <a:cubicBezTo>
                    <a:pt x="2357" y="1425"/>
                    <a:pt x="2395" y="1428"/>
                    <a:pt x="2430" y="1434"/>
                  </a:cubicBezTo>
                  <a:cubicBezTo>
                    <a:pt x="2617" y="1469"/>
                    <a:pt x="2793" y="1516"/>
                    <a:pt x="2980" y="1562"/>
                  </a:cubicBezTo>
                  <a:cubicBezTo>
                    <a:pt x="3035" y="1578"/>
                    <a:pt x="3092" y="1585"/>
                    <a:pt x="3148" y="1585"/>
                  </a:cubicBezTo>
                  <a:cubicBezTo>
                    <a:pt x="3398" y="1585"/>
                    <a:pt x="3638" y="1443"/>
                    <a:pt x="3762" y="1224"/>
                  </a:cubicBezTo>
                  <a:cubicBezTo>
                    <a:pt x="3844" y="1072"/>
                    <a:pt x="3867" y="885"/>
                    <a:pt x="3821" y="710"/>
                  </a:cubicBezTo>
                  <a:cubicBezTo>
                    <a:pt x="3774" y="547"/>
                    <a:pt x="3645" y="348"/>
                    <a:pt x="3481" y="277"/>
                  </a:cubicBezTo>
                  <a:cubicBezTo>
                    <a:pt x="3307" y="207"/>
                    <a:pt x="3143" y="149"/>
                    <a:pt x="2956" y="103"/>
                  </a:cubicBezTo>
                  <a:cubicBezTo>
                    <a:pt x="2781" y="44"/>
                    <a:pt x="2606" y="33"/>
                    <a:pt x="2419" y="9"/>
                  </a:cubicBezTo>
                  <a:cubicBezTo>
                    <a:pt x="2360" y="3"/>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4587;p66">
              <a:extLst>
                <a:ext uri="{FF2B5EF4-FFF2-40B4-BE49-F238E27FC236}">
                  <a16:creationId xmlns:a16="http://schemas.microsoft.com/office/drawing/2014/main" id="{F5034818-EE7B-46B7-9761-DFEB995204A2}"/>
                </a:ext>
              </a:extLst>
            </p:cNvPr>
            <p:cNvSpPr/>
            <p:nvPr/>
          </p:nvSpPr>
          <p:spPr>
            <a:xfrm>
              <a:off x="6056775" y="2212650"/>
              <a:ext cx="109250" cy="109600"/>
            </a:xfrm>
            <a:custGeom>
              <a:avLst/>
              <a:gdLst/>
              <a:ahLst/>
              <a:cxnLst/>
              <a:rect l="l" t="t" r="r" b="b"/>
              <a:pathLst>
                <a:path w="4370" h="4384" extrusionOk="0">
                  <a:moveTo>
                    <a:pt x="2275" y="1"/>
                  </a:moveTo>
                  <a:cubicBezTo>
                    <a:pt x="2245" y="1"/>
                    <a:pt x="2215" y="2"/>
                    <a:pt x="2184" y="3"/>
                  </a:cubicBezTo>
                  <a:cubicBezTo>
                    <a:pt x="2056" y="3"/>
                    <a:pt x="1927" y="38"/>
                    <a:pt x="1810" y="50"/>
                  </a:cubicBezTo>
                  <a:cubicBezTo>
                    <a:pt x="1612" y="85"/>
                    <a:pt x="1413" y="178"/>
                    <a:pt x="1238" y="272"/>
                  </a:cubicBezTo>
                  <a:lnTo>
                    <a:pt x="1180" y="307"/>
                  </a:lnTo>
                  <a:cubicBezTo>
                    <a:pt x="1052" y="388"/>
                    <a:pt x="923" y="494"/>
                    <a:pt x="806" y="599"/>
                  </a:cubicBezTo>
                  <a:cubicBezTo>
                    <a:pt x="678" y="704"/>
                    <a:pt x="572" y="821"/>
                    <a:pt x="467" y="949"/>
                  </a:cubicBezTo>
                  <a:cubicBezTo>
                    <a:pt x="268" y="1195"/>
                    <a:pt x="140" y="1463"/>
                    <a:pt x="58" y="1767"/>
                  </a:cubicBezTo>
                  <a:cubicBezTo>
                    <a:pt x="11" y="1954"/>
                    <a:pt x="11" y="2164"/>
                    <a:pt x="0" y="2363"/>
                  </a:cubicBezTo>
                  <a:cubicBezTo>
                    <a:pt x="0" y="2550"/>
                    <a:pt x="11" y="2737"/>
                    <a:pt x="23" y="2924"/>
                  </a:cubicBezTo>
                  <a:cubicBezTo>
                    <a:pt x="35" y="3181"/>
                    <a:pt x="58" y="3438"/>
                    <a:pt x="70" y="3683"/>
                  </a:cubicBezTo>
                  <a:cubicBezTo>
                    <a:pt x="81" y="3882"/>
                    <a:pt x="152" y="4057"/>
                    <a:pt x="292" y="4186"/>
                  </a:cubicBezTo>
                  <a:cubicBezTo>
                    <a:pt x="421" y="4314"/>
                    <a:pt x="595" y="4384"/>
                    <a:pt x="782" y="4384"/>
                  </a:cubicBezTo>
                  <a:cubicBezTo>
                    <a:pt x="1145" y="4372"/>
                    <a:pt x="1495" y="4057"/>
                    <a:pt x="1472" y="3672"/>
                  </a:cubicBezTo>
                  <a:cubicBezTo>
                    <a:pt x="1460" y="3379"/>
                    <a:pt x="1437" y="3099"/>
                    <a:pt x="1425" y="2807"/>
                  </a:cubicBezTo>
                  <a:cubicBezTo>
                    <a:pt x="1413" y="2597"/>
                    <a:pt x="1402" y="2386"/>
                    <a:pt x="1413" y="2176"/>
                  </a:cubicBezTo>
                  <a:cubicBezTo>
                    <a:pt x="1425" y="2106"/>
                    <a:pt x="1449" y="2047"/>
                    <a:pt x="1460" y="1977"/>
                  </a:cubicBezTo>
                  <a:cubicBezTo>
                    <a:pt x="1495" y="1930"/>
                    <a:pt x="1519" y="1884"/>
                    <a:pt x="1553" y="1826"/>
                  </a:cubicBezTo>
                  <a:cubicBezTo>
                    <a:pt x="1636" y="1720"/>
                    <a:pt x="1729" y="1627"/>
                    <a:pt x="1823" y="1545"/>
                  </a:cubicBezTo>
                  <a:lnTo>
                    <a:pt x="1997" y="1440"/>
                  </a:lnTo>
                  <a:lnTo>
                    <a:pt x="2114" y="1405"/>
                  </a:lnTo>
                  <a:lnTo>
                    <a:pt x="2301" y="1405"/>
                  </a:lnTo>
                  <a:cubicBezTo>
                    <a:pt x="2348" y="1416"/>
                    <a:pt x="2407" y="1429"/>
                    <a:pt x="2453" y="1452"/>
                  </a:cubicBezTo>
                  <a:cubicBezTo>
                    <a:pt x="2570" y="1499"/>
                    <a:pt x="2675" y="1557"/>
                    <a:pt x="2781" y="1627"/>
                  </a:cubicBezTo>
                  <a:cubicBezTo>
                    <a:pt x="2921" y="1732"/>
                    <a:pt x="3061" y="1849"/>
                    <a:pt x="3224" y="1919"/>
                  </a:cubicBezTo>
                  <a:cubicBezTo>
                    <a:pt x="3341" y="1977"/>
                    <a:pt x="3458" y="2013"/>
                    <a:pt x="3575" y="2013"/>
                  </a:cubicBezTo>
                  <a:cubicBezTo>
                    <a:pt x="3773" y="2013"/>
                    <a:pt x="3960" y="1930"/>
                    <a:pt x="4089" y="1790"/>
                  </a:cubicBezTo>
                  <a:cubicBezTo>
                    <a:pt x="4357" y="1510"/>
                    <a:pt x="4369" y="1019"/>
                    <a:pt x="4077" y="762"/>
                  </a:cubicBezTo>
                  <a:cubicBezTo>
                    <a:pt x="3890" y="611"/>
                    <a:pt x="3680" y="494"/>
                    <a:pt x="3481" y="365"/>
                  </a:cubicBezTo>
                  <a:cubicBezTo>
                    <a:pt x="3306" y="237"/>
                    <a:pt x="3084" y="155"/>
                    <a:pt x="2874" y="97"/>
                  </a:cubicBezTo>
                  <a:cubicBezTo>
                    <a:pt x="2680" y="36"/>
                    <a:pt x="2478" y="1"/>
                    <a:pt x="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4580;p66">
            <a:extLst>
              <a:ext uri="{FF2B5EF4-FFF2-40B4-BE49-F238E27FC236}">
                <a16:creationId xmlns:a16="http://schemas.microsoft.com/office/drawing/2014/main" id="{B5EE75B0-D1ED-467C-8EE1-7777816B2A3D}"/>
              </a:ext>
            </a:extLst>
          </p:cNvPr>
          <p:cNvGrpSpPr/>
          <p:nvPr/>
        </p:nvGrpSpPr>
        <p:grpSpPr>
          <a:xfrm rot="4480799">
            <a:off x="4331392" y="12969920"/>
            <a:ext cx="2434946" cy="2151364"/>
            <a:chOff x="5856100" y="2212650"/>
            <a:chExt cx="522825" cy="450925"/>
          </a:xfrm>
        </p:grpSpPr>
        <p:sp>
          <p:nvSpPr>
            <p:cNvPr id="249" name="Google Shape;4581;p66">
              <a:extLst>
                <a:ext uri="{FF2B5EF4-FFF2-40B4-BE49-F238E27FC236}">
                  <a16:creationId xmlns:a16="http://schemas.microsoft.com/office/drawing/2014/main" id="{2370DFFD-62E8-484A-86C4-EC20B1AECAA0}"/>
                </a:ext>
              </a:extLst>
            </p:cNvPr>
            <p:cNvSpPr/>
            <p:nvPr/>
          </p:nvSpPr>
          <p:spPr>
            <a:xfrm>
              <a:off x="5999225" y="2524625"/>
              <a:ext cx="132025" cy="138950"/>
            </a:xfrm>
            <a:custGeom>
              <a:avLst/>
              <a:gdLst/>
              <a:ahLst/>
              <a:cxnLst/>
              <a:rect l="l" t="t" r="r" b="b"/>
              <a:pathLst>
                <a:path w="5281" h="5558" extrusionOk="0">
                  <a:moveTo>
                    <a:pt x="2619" y="0"/>
                  </a:moveTo>
                  <a:cubicBezTo>
                    <a:pt x="2555" y="0"/>
                    <a:pt x="2492" y="4"/>
                    <a:pt x="2430" y="12"/>
                  </a:cubicBezTo>
                  <a:cubicBezTo>
                    <a:pt x="2325" y="24"/>
                    <a:pt x="2209" y="48"/>
                    <a:pt x="2103" y="59"/>
                  </a:cubicBezTo>
                  <a:cubicBezTo>
                    <a:pt x="1975" y="82"/>
                    <a:pt x="1799" y="176"/>
                    <a:pt x="1682" y="235"/>
                  </a:cubicBezTo>
                  <a:cubicBezTo>
                    <a:pt x="1612" y="258"/>
                    <a:pt x="1542" y="305"/>
                    <a:pt x="1472" y="339"/>
                  </a:cubicBezTo>
                  <a:cubicBezTo>
                    <a:pt x="1122" y="550"/>
                    <a:pt x="807" y="865"/>
                    <a:pt x="573" y="1204"/>
                  </a:cubicBezTo>
                  <a:cubicBezTo>
                    <a:pt x="176" y="1788"/>
                    <a:pt x="0" y="2512"/>
                    <a:pt x="94" y="3213"/>
                  </a:cubicBezTo>
                  <a:cubicBezTo>
                    <a:pt x="129" y="3529"/>
                    <a:pt x="187" y="3821"/>
                    <a:pt x="269" y="4124"/>
                  </a:cubicBezTo>
                  <a:cubicBezTo>
                    <a:pt x="351" y="4393"/>
                    <a:pt x="444" y="4674"/>
                    <a:pt x="526" y="4942"/>
                  </a:cubicBezTo>
                  <a:cubicBezTo>
                    <a:pt x="608" y="5165"/>
                    <a:pt x="737" y="5339"/>
                    <a:pt x="935" y="5456"/>
                  </a:cubicBezTo>
                  <a:cubicBezTo>
                    <a:pt x="1063" y="5524"/>
                    <a:pt x="1200" y="5558"/>
                    <a:pt x="1337" y="5558"/>
                  </a:cubicBezTo>
                  <a:cubicBezTo>
                    <a:pt x="1414" y="5558"/>
                    <a:pt x="1490" y="5547"/>
                    <a:pt x="1566" y="5526"/>
                  </a:cubicBezTo>
                  <a:cubicBezTo>
                    <a:pt x="1998" y="5409"/>
                    <a:pt x="2302" y="4931"/>
                    <a:pt x="2162" y="4498"/>
                  </a:cubicBezTo>
                  <a:cubicBezTo>
                    <a:pt x="2010" y="4054"/>
                    <a:pt x="1869" y="3622"/>
                    <a:pt x="1788" y="3179"/>
                  </a:cubicBezTo>
                  <a:cubicBezTo>
                    <a:pt x="1765" y="3026"/>
                    <a:pt x="1765" y="2875"/>
                    <a:pt x="1776" y="2722"/>
                  </a:cubicBezTo>
                  <a:cubicBezTo>
                    <a:pt x="1788" y="2606"/>
                    <a:pt x="1823" y="2501"/>
                    <a:pt x="1858" y="2384"/>
                  </a:cubicBezTo>
                  <a:cubicBezTo>
                    <a:pt x="1893" y="2302"/>
                    <a:pt x="1940" y="2221"/>
                    <a:pt x="1998" y="2138"/>
                  </a:cubicBezTo>
                  <a:cubicBezTo>
                    <a:pt x="2056" y="2068"/>
                    <a:pt x="2126" y="1998"/>
                    <a:pt x="2209" y="1928"/>
                  </a:cubicBezTo>
                  <a:lnTo>
                    <a:pt x="2267" y="1881"/>
                  </a:lnTo>
                  <a:cubicBezTo>
                    <a:pt x="2349" y="1823"/>
                    <a:pt x="2430" y="1777"/>
                    <a:pt x="2512" y="1730"/>
                  </a:cubicBezTo>
                  <a:lnTo>
                    <a:pt x="2559" y="1718"/>
                  </a:lnTo>
                  <a:lnTo>
                    <a:pt x="2570" y="1718"/>
                  </a:lnTo>
                  <a:lnTo>
                    <a:pt x="2676" y="1741"/>
                  </a:lnTo>
                  <a:cubicBezTo>
                    <a:pt x="2827" y="1823"/>
                    <a:pt x="2968" y="1917"/>
                    <a:pt x="3108" y="2010"/>
                  </a:cubicBezTo>
                  <a:cubicBezTo>
                    <a:pt x="3341" y="2185"/>
                    <a:pt x="3540" y="2395"/>
                    <a:pt x="3751" y="2582"/>
                  </a:cubicBezTo>
                  <a:cubicBezTo>
                    <a:pt x="3935" y="2743"/>
                    <a:pt x="4161" y="2828"/>
                    <a:pt x="4385" y="2828"/>
                  </a:cubicBezTo>
                  <a:cubicBezTo>
                    <a:pt x="4616" y="2828"/>
                    <a:pt x="4846" y="2738"/>
                    <a:pt x="5024" y="2548"/>
                  </a:cubicBezTo>
                  <a:cubicBezTo>
                    <a:pt x="5187" y="2384"/>
                    <a:pt x="5281" y="2150"/>
                    <a:pt x="5281" y="1917"/>
                  </a:cubicBezTo>
                  <a:cubicBezTo>
                    <a:pt x="5281" y="1671"/>
                    <a:pt x="5164" y="1461"/>
                    <a:pt x="5000" y="1274"/>
                  </a:cubicBezTo>
                  <a:cubicBezTo>
                    <a:pt x="4779" y="1040"/>
                    <a:pt x="4522" y="853"/>
                    <a:pt x="4265" y="666"/>
                  </a:cubicBezTo>
                  <a:cubicBezTo>
                    <a:pt x="4054" y="526"/>
                    <a:pt x="3844" y="386"/>
                    <a:pt x="3622" y="269"/>
                  </a:cubicBezTo>
                  <a:cubicBezTo>
                    <a:pt x="3411" y="165"/>
                    <a:pt x="3190" y="94"/>
                    <a:pt x="2968" y="36"/>
                  </a:cubicBezTo>
                  <a:cubicBezTo>
                    <a:pt x="2854" y="13"/>
                    <a:pt x="2736"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4582;p66">
              <a:extLst>
                <a:ext uri="{FF2B5EF4-FFF2-40B4-BE49-F238E27FC236}">
                  <a16:creationId xmlns:a16="http://schemas.microsoft.com/office/drawing/2014/main" id="{14384CDE-8F03-4961-A8AA-E8834CFF3626}"/>
                </a:ext>
              </a:extLst>
            </p:cNvPr>
            <p:cNvSpPr/>
            <p:nvPr/>
          </p:nvSpPr>
          <p:spPr>
            <a:xfrm>
              <a:off x="6229075" y="2410075"/>
              <a:ext cx="105450" cy="121300"/>
            </a:xfrm>
            <a:custGeom>
              <a:avLst/>
              <a:gdLst/>
              <a:ahLst/>
              <a:cxnLst/>
              <a:rect l="l" t="t" r="r" b="b"/>
              <a:pathLst>
                <a:path w="4218" h="4852" extrusionOk="0">
                  <a:moveTo>
                    <a:pt x="2340" y="1"/>
                  </a:moveTo>
                  <a:cubicBezTo>
                    <a:pt x="2225" y="1"/>
                    <a:pt x="2109" y="13"/>
                    <a:pt x="1998" y="38"/>
                  </a:cubicBezTo>
                  <a:cubicBezTo>
                    <a:pt x="1776" y="97"/>
                    <a:pt x="1566" y="190"/>
                    <a:pt x="1367" y="295"/>
                  </a:cubicBezTo>
                  <a:lnTo>
                    <a:pt x="1297" y="331"/>
                  </a:lnTo>
                  <a:cubicBezTo>
                    <a:pt x="1146" y="424"/>
                    <a:pt x="1005" y="541"/>
                    <a:pt x="876" y="658"/>
                  </a:cubicBezTo>
                  <a:cubicBezTo>
                    <a:pt x="806" y="716"/>
                    <a:pt x="736" y="786"/>
                    <a:pt x="678" y="856"/>
                  </a:cubicBezTo>
                  <a:cubicBezTo>
                    <a:pt x="409" y="1172"/>
                    <a:pt x="175" y="1487"/>
                    <a:pt x="82" y="1896"/>
                  </a:cubicBezTo>
                  <a:cubicBezTo>
                    <a:pt x="1" y="2281"/>
                    <a:pt x="71" y="2655"/>
                    <a:pt x="152" y="3041"/>
                  </a:cubicBezTo>
                  <a:cubicBezTo>
                    <a:pt x="234" y="3449"/>
                    <a:pt x="386" y="3859"/>
                    <a:pt x="515" y="4256"/>
                  </a:cubicBezTo>
                  <a:cubicBezTo>
                    <a:pt x="585" y="4466"/>
                    <a:pt x="713" y="4641"/>
                    <a:pt x="912" y="4758"/>
                  </a:cubicBezTo>
                  <a:cubicBezTo>
                    <a:pt x="1036" y="4820"/>
                    <a:pt x="1176" y="4851"/>
                    <a:pt x="1315" y="4851"/>
                  </a:cubicBezTo>
                  <a:cubicBezTo>
                    <a:pt x="1384" y="4851"/>
                    <a:pt x="1453" y="4843"/>
                    <a:pt x="1519" y="4828"/>
                  </a:cubicBezTo>
                  <a:cubicBezTo>
                    <a:pt x="1928" y="4711"/>
                    <a:pt x="2220" y="4244"/>
                    <a:pt x="2091" y="3823"/>
                  </a:cubicBezTo>
                  <a:cubicBezTo>
                    <a:pt x="1940" y="3356"/>
                    <a:pt x="1764" y="2889"/>
                    <a:pt x="1671" y="2410"/>
                  </a:cubicBezTo>
                  <a:lnTo>
                    <a:pt x="1671" y="2247"/>
                  </a:lnTo>
                  <a:lnTo>
                    <a:pt x="1671" y="2223"/>
                  </a:lnTo>
                  <a:lnTo>
                    <a:pt x="1730" y="2130"/>
                  </a:lnTo>
                  <a:cubicBezTo>
                    <a:pt x="1823" y="2024"/>
                    <a:pt x="1917" y="1919"/>
                    <a:pt x="2021" y="1826"/>
                  </a:cubicBezTo>
                  <a:cubicBezTo>
                    <a:pt x="2091" y="1779"/>
                    <a:pt x="2161" y="1744"/>
                    <a:pt x="2232" y="1709"/>
                  </a:cubicBezTo>
                  <a:lnTo>
                    <a:pt x="2278" y="1686"/>
                  </a:lnTo>
                  <a:cubicBezTo>
                    <a:pt x="2360" y="1779"/>
                    <a:pt x="2442" y="1873"/>
                    <a:pt x="2524" y="1977"/>
                  </a:cubicBezTo>
                  <a:cubicBezTo>
                    <a:pt x="2571" y="2036"/>
                    <a:pt x="2617" y="2094"/>
                    <a:pt x="2664" y="2141"/>
                  </a:cubicBezTo>
                  <a:cubicBezTo>
                    <a:pt x="2769" y="2270"/>
                    <a:pt x="2898" y="2351"/>
                    <a:pt x="3026" y="2445"/>
                  </a:cubicBezTo>
                  <a:cubicBezTo>
                    <a:pt x="3155" y="2515"/>
                    <a:pt x="3283" y="2550"/>
                    <a:pt x="3423" y="2550"/>
                  </a:cubicBezTo>
                  <a:cubicBezTo>
                    <a:pt x="3633" y="2550"/>
                    <a:pt x="3844" y="2457"/>
                    <a:pt x="3996" y="2293"/>
                  </a:cubicBezTo>
                  <a:cubicBezTo>
                    <a:pt x="4089" y="2200"/>
                    <a:pt x="4160" y="2071"/>
                    <a:pt x="4194" y="1943"/>
                  </a:cubicBezTo>
                  <a:cubicBezTo>
                    <a:pt x="4206" y="1873"/>
                    <a:pt x="4206" y="1803"/>
                    <a:pt x="4217" y="1732"/>
                  </a:cubicBezTo>
                  <a:cubicBezTo>
                    <a:pt x="4217" y="1592"/>
                    <a:pt x="4183" y="1452"/>
                    <a:pt x="4101" y="1335"/>
                  </a:cubicBezTo>
                  <a:cubicBezTo>
                    <a:pt x="3996" y="1102"/>
                    <a:pt x="3844" y="903"/>
                    <a:pt x="3680" y="704"/>
                  </a:cubicBezTo>
                  <a:cubicBezTo>
                    <a:pt x="3446" y="424"/>
                    <a:pt x="3155" y="155"/>
                    <a:pt x="2781" y="61"/>
                  </a:cubicBezTo>
                  <a:cubicBezTo>
                    <a:pt x="2642" y="22"/>
                    <a:pt x="2491" y="1"/>
                    <a:pt x="2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4583;p66">
              <a:extLst>
                <a:ext uri="{FF2B5EF4-FFF2-40B4-BE49-F238E27FC236}">
                  <a16:creationId xmlns:a16="http://schemas.microsoft.com/office/drawing/2014/main" id="{C2DD8F05-41FA-45A1-A3F0-453E43CBD989}"/>
                </a:ext>
              </a:extLst>
            </p:cNvPr>
            <p:cNvSpPr/>
            <p:nvPr/>
          </p:nvSpPr>
          <p:spPr>
            <a:xfrm>
              <a:off x="6051800" y="2360500"/>
              <a:ext cx="120050" cy="112575"/>
            </a:xfrm>
            <a:custGeom>
              <a:avLst/>
              <a:gdLst/>
              <a:ahLst/>
              <a:cxnLst/>
              <a:rect l="l" t="t" r="r" b="b"/>
              <a:pathLst>
                <a:path w="4802" h="4503" extrusionOk="0">
                  <a:moveTo>
                    <a:pt x="2299" y="1"/>
                  </a:moveTo>
                  <a:cubicBezTo>
                    <a:pt x="1913" y="1"/>
                    <a:pt x="1529" y="107"/>
                    <a:pt x="1204" y="304"/>
                  </a:cubicBezTo>
                  <a:cubicBezTo>
                    <a:pt x="1145" y="339"/>
                    <a:pt x="1098" y="374"/>
                    <a:pt x="1040" y="421"/>
                  </a:cubicBezTo>
                  <a:cubicBezTo>
                    <a:pt x="911" y="502"/>
                    <a:pt x="783" y="608"/>
                    <a:pt x="666" y="713"/>
                  </a:cubicBezTo>
                  <a:cubicBezTo>
                    <a:pt x="514" y="842"/>
                    <a:pt x="397" y="1005"/>
                    <a:pt x="293" y="1169"/>
                  </a:cubicBezTo>
                  <a:cubicBezTo>
                    <a:pt x="210" y="1286"/>
                    <a:pt x="164" y="1437"/>
                    <a:pt x="117" y="1566"/>
                  </a:cubicBezTo>
                  <a:cubicBezTo>
                    <a:pt x="94" y="1636"/>
                    <a:pt x="82" y="1694"/>
                    <a:pt x="59" y="1764"/>
                  </a:cubicBezTo>
                  <a:cubicBezTo>
                    <a:pt x="0" y="2044"/>
                    <a:pt x="23" y="2325"/>
                    <a:pt x="70" y="2605"/>
                  </a:cubicBezTo>
                  <a:cubicBezTo>
                    <a:pt x="164" y="3131"/>
                    <a:pt x="421" y="3610"/>
                    <a:pt x="666" y="4089"/>
                  </a:cubicBezTo>
                  <a:cubicBezTo>
                    <a:pt x="811" y="4363"/>
                    <a:pt x="1108" y="4503"/>
                    <a:pt x="1405" y="4503"/>
                  </a:cubicBezTo>
                  <a:cubicBezTo>
                    <a:pt x="1564" y="4503"/>
                    <a:pt x="1723" y="4463"/>
                    <a:pt x="1858" y="4381"/>
                  </a:cubicBezTo>
                  <a:cubicBezTo>
                    <a:pt x="2056" y="4264"/>
                    <a:pt x="2208" y="4077"/>
                    <a:pt x="2255" y="3856"/>
                  </a:cubicBezTo>
                  <a:cubicBezTo>
                    <a:pt x="2325" y="3622"/>
                    <a:pt x="2266" y="3400"/>
                    <a:pt x="2162" y="3189"/>
                  </a:cubicBezTo>
                  <a:cubicBezTo>
                    <a:pt x="2080" y="3038"/>
                    <a:pt x="1998" y="2874"/>
                    <a:pt x="1928" y="2711"/>
                  </a:cubicBezTo>
                  <a:cubicBezTo>
                    <a:pt x="1869" y="2558"/>
                    <a:pt x="1811" y="2395"/>
                    <a:pt x="1776" y="2231"/>
                  </a:cubicBezTo>
                  <a:lnTo>
                    <a:pt x="1776" y="2138"/>
                  </a:lnTo>
                  <a:lnTo>
                    <a:pt x="1799" y="2057"/>
                  </a:lnTo>
                  <a:lnTo>
                    <a:pt x="1811" y="2021"/>
                  </a:lnTo>
                  <a:cubicBezTo>
                    <a:pt x="1905" y="1928"/>
                    <a:pt x="1986" y="1834"/>
                    <a:pt x="2092" y="1753"/>
                  </a:cubicBezTo>
                  <a:cubicBezTo>
                    <a:pt x="2150" y="1717"/>
                    <a:pt x="2208" y="1671"/>
                    <a:pt x="2266" y="1636"/>
                  </a:cubicBezTo>
                  <a:lnTo>
                    <a:pt x="2313" y="1624"/>
                  </a:lnTo>
                  <a:lnTo>
                    <a:pt x="2523" y="1624"/>
                  </a:lnTo>
                  <a:cubicBezTo>
                    <a:pt x="2687" y="1647"/>
                    <a:pt x="2851" y="1694"/>
                    <a:pt x="3014" y="1741"/>
                  </a:cubicBezTo>
                  <a:lnTo>
                    <a:pt x="3294" y="1881"/>
                  </a:lnTo>
                  <a:cubicBezTo>
                    <a:pt x="3435" y="1963"/>
                    <a:pt x="3564" y="2057"/>
                    <a:pt x="3715" y="2138"/>
                  </a:cubicBezTo>
                  <a:cubicBezTo>
                    <a:pt x="3822" y="2196"/>
                    <a:pt x="3943" y="2225"/>
                    <a:pt x="4065" y="2225"/>
                  </a:cubicBezTo>
                  <a:cubicBezTo>
                    <a:pt x="4261" y="2225"/>
                    <a:pt x="4459" y="2149"/>
                    <a:pt x="4603" y="1998"/>
                  </a:cubicBezTo>
                  <a:cubicBezTo>
                    <a:pt x="4732" y="1858"/>
                    <a:pt x="4802" y="1671"/>
                    <a:pt x="4802" y="1484"/>
                  </a:cubicBezTo>
                  <a:cubicBezTo>
                    <a:pt x="4802" y="1273"/>
                    <a:pt x="4708" y="1110"/>
                    <a:pt x="4580" y="958"/>
                  </a:cubicBezTo>
                  <a:cubicBezTo>
                    <a:pt x="4416" y="772"/>
                    <a:pt x="4194" y="619"/>
                    <a:pt x="3984" y="491"/>
                  </a:cubicBezTo>
                  <a:cubicBezTo>
                    <a:pt x="3762" y="362"/>
                    <a:pt x="3528" y="258"/>
                    <a:pt x="3294" y="187"/>
                  </a:cubicBezTo>
                  <a:cubicBezTo>
                    <a:pt x="3037" y="105"/>
                    <a:pt x="2780" y="47"/>
                    <a:pt x="2512" y="12"/>
                  </a:cubicBezTo>
                  <a:cubicBezTo>
                    <a:pt x="2441" y="4"/>
                    <a:pt x="2370" y="1"/>
                    <a:pt x="2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4584;p66">
              <a:extLst>
                <a:ext uri="{FF2B5EF4-FFF2-40B4-BE49-F238E27FC236}">
                  <a16:creationId xmlns:a16="http://schemas.microsoft.com/office/drawing/2014/main" id="{8D6557B2-91AF-41D9-A5C6-0331980211CA}"/>
                </a:ext>
              </a:extLst>
            </p:cNvPr>
            <p:cNvSpPr/>
            <p:nvPr/>
          </p:nvSpPr>
          <p:spPr>
            <a:xfrm>
              <a:off x="6242525" y="2220775"/>
              <a:ext cx="136400" cy="89525"/>
            </a:xfrm>
            <a:custGeom>
              <a:avLst/>
              <a:gdLst/>
              <a:ahLst/>
              <a:cxnLst/>
              <a:rect l="l" t="t" r="r" b="b"/>
              <a:pathLst>
                <a:path w="5456" h="3581" extrusionOk="0">
                  <a:moveTo>
                    <a:pt x="2609" y="1"/>
                  </a:moveTo>
                  <a:cubicBezTo>
                    <a:pt x="2559" y="1"/>
                    <a:pt x="2507" y="2"/>
                    <a:pt x="2453" y="5"/>
                  </a:cubicBezTo>
                  <a:cubicBezTo>
                    <a:pt x="2243" y="29"/>
                    <a:pt x="2021" y="63"/>
                    <a:pt x="1822" y="133"/>
                  </a:cubicBezTo>
                  <a:cubicBezTo>
                    <a:pt x="1682" y="180"/>
                    <a:pt x="1553" y="250"/>
                    <a:pt x="1425" y="320"/>
                  </a:cubicBezTo>
                  <a:cubicBezTo>
                    <a:pt x="1192" y="461"/>
                    <a:pt x="981" y="636"/>
                    <a:pt x="806" y="847"/>
                  </a:cubicBezTo>
                  <a:cubicBezTo>
                    <a:pt x="549" y="1127"/>
                    <a:pt x="362" y="1442"/>
                    <a:pt x="234" y="1804"/>
                  </a:cubicBezTo>
                  <a:cubicBezTo>
                    <a:pt x="140" y="2049"/>
                    <a:pt x="93" y="2318"/>
                    <a:pt x="35" y="2575"/>
                  </a:cubicBezTo>
                  <a:cubicBezTo>
                    <a:pt x="0" y="2786"/>
                    <a:pt x="11" y="2996"/>
                    <a:pt x="128" y="3183"/>
                  </a:cubicBezTo>
                  <a:cubicBezTo>
                    <a:pt x="245" y="3370"/>
                    <a:pt x="421" y="3510"/>
                    <a:pt x="631" y="3557"/>
                  </a:cubicBezTo>
                  <a:cubicBezTo>
                    <a:pt x="692" y="3573"/>
                    <a:pt x="755" y="3580"/>
                    <a:pt x="819" y="3580"/>
                  </a:cubicBezTo>
                  <a:cubicBezTo>
                    <a:pt x="1175" y="3580"/>
                    <a:pt x="1533" y="3339"/>
                    <a:pt x="1612" y="2973"/>
                  </a:cubicBezTo>
                  <a:cubicBezTo>
                    <a:pt x="1647" y="2739"/>
                    <a:pt x="1694" y="2517"/>
                    <a:pt x="1776" y="2295"/>
                  </a:cubicBezTo>
                  <a:cubicBezTo>
                    <a:pt x="1810" y="2202"/>
                    <a:pt x="1857" y="2119"/>
                    <a:pt x="1916" y="2026"/>
                  </a:cubicBezTo>
                  <a:cubicBezTo>
                    <a:pt x="1997" y="1933"/>
                    <a:pt x="2067" y="1851"/>
                    <a:pt x="2161" y="1769"/>
                  </a:cubicBezTo>
                  <a:cubicBezTo>
                    <a:pt x="2208" y="1734"/>
                    <a:pt x="2254" y="1699"/>
                    <a:pt x="2313" y="1675"/>
                  </a:cubicBezTo>
                  <a:lnTo>
                    <a:pt x="2488" y="1629"/>
                  </a:lnTo>
                  <a:cubicBezTo>
                    <a:pt x="2570" y="1618"/>
                    <a:pt x="2651" y="1618"/>
                    <a:pt x="2734" y="1618"/>
                  </a:cubicBezTo>
                  <a:cubicBezTo>
                    <a:pt x="2885" y="1652"/>
                    <a:pt x="3025" y="1688"/>
                    <a:pt x="3178" y="1734"/>
                  </a:cubicBezTo>
                  <a:cubicBezTo>
                    <a:pt x="3248" y="1758"/>
                    <a:pt x="3318" y="1792"/>
                    <a:pt x="3388" y="1839"/>
                  </a:cubicBezTo>
                  <a:cubicBezTo>
                    <a:pt x="3469" y="1886"/>
                    <a:pt x="3551" y="1933"/>
                    <a:pt x="3633" y="1991"/>
                  </a:cubicBezTo>
                  <a:cubicBezTo>
                    <a:pt x="3762" y="2096"/>
                    <a:pt x="3879" y="2202"/>
                    <a:pt x="4007" y="2306"/>
                  </a:cubicBezTo>
                  <a:cubicBezTo>
                    <a:pt x="4169" y="2451"/>
                    <a:pt x="4374" y="2527"/>
                    <a:pt x="4578" y="2527"/>
                  </a:cubicBezTo>
                  <a:cubicBezTo>
                    <a:pt x="4786" y="2527"/>
                    <a:pt x="4992" y="2448"/>
                    <a:pt x="5151" y="2283"/>
                  </a:cubicBezTo>
                  <a:cubicBezTo>
                    <a:pt x="5455" y="1968"/>
                    <a:pt x="5455" y="1431"/>
                    <a:pt x="5128" y="1127"/>
                  </a:cubicBezTo>
                  <a:cubicBezTo>
                    <a:pt x="4824" y="858"/>
                    <a:pt x="4509" y="590"/>
                    <a:pt x="4147" y="390"/>
                  </a:cubicBezTo>
                  <a:cubicBezTo>
                    <a:pt x="3960" y="286"/>
                    <a:pt x="3750" y="216"/>
                    <a:pt x="3539" y="146"/>
                  </a:cubicBezTo>
                  <a:cubicBezTo>
                    <a:pt x="3376" y="87"/>
                    <a:pt x="3189" y="52"/>
                    <a:pt x="3014" y="29"/>
                  </a:cubicBezTo>
                  <a:cubicBezTo>
                    <a:pt x="2878" y="12"/>
                    <a:pt x="2747"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4585;p66">
              <a:extLst>
                <a:ext uri="{FF2B5EF4-FFF2-40B4-BE49-F238E27FC236}">
                  <a16:creationId xmlns:a16="http://schemas.microsoft.com/office/drawing/2014/main" id="{681B9CA9-F5F5-47E7-BC94-F1B4D8D9F1C5}"/>
                </a:ext>
              </a:extLst>
            </p:cNvPr>
            <p:cNvSpPr/>
            <p:nvPr/>
          </p:nvSpPr>
          <p:spPr>
            <a:xfrm>
              <a:off x="5856100" y="2470525"/>
              <a:ext cx="108975" cy="90025"/>
            </a:xfrm>
            <a:custGeom>
              <a:avLst/>
              <a:gdLst/>
              <a:ahLst/>
              <a:cxnLst/>
              <a:rect l="l" t="t" r="r" b="b"/>
              <a:pathLst>
                <a:path w="4359" h="3601" extrusionOk="0">
                  <a:moveTo>
                    <a:pt x="2455" y="1"/>
                  </a:moveTo>
                  <a:cubicBezTo>
                    <a:pt x="2241" y="1"/>
                    <a:pt x="2030" y="29"/>
                    <a:pt x="1812" y="62"/>
                  </a:cubicBezTo>
                  <a:cubicBezTo>
                    <a:pt x="1649" y="86"/>
                    <a:pt x="1473" y="156"/>
                    <a:pt x="1333" y="237"/>
                  </a:cubicBezTo>
                  <a:lnTo>
                    <a:pt x="1228" y="296"/>
                  </a:lnTo>
                  <a:cubicBezTo>
                    <a:pt x="1064" y="389"/>
                    <a:pt x="912" y="517"/>
                    <a:pt x="761" y="657"/>
                  </a:cubicBezTo>
                  <a:cubicBezTo>
                    <a:pt x="644" y="786"/>
                    <a:pt x="538" y="938"/>
                    <a:pt x="445" y="1078"/>
                  </a:cubicBezTo>
                  <a:cubicBezTo>
                    <a:pt x="398" y="1160"/>
                    <a:pt x="364" y="1242"/>
                    <a:pt x="328" y="1324"/>
                  </a:cubicBezTo>
                  <a:cubicBezTo>
                    <a:pt x="258" y="1499"/>
                    <a:pt x="188" y="1674"/>
                    <a:pt x="141" y="1849"/>
                  </a:cubicBezTo>
                  <a:cubicBezTo>
                    <a:pt x="48" y="2176"/>
                    <a:pt x="1" y="2527"/>
                    <a:pt x="48" y="2866"/>
                  </a:cubicBezTo>
                  <a:cubicBezTo>
                    <a:pt x="48" y="3006"/>
                    <a:pt x="83" y="3123"/>
                    <a:pt x="153" y="3240"/>
                  </a:cubicBezTo>
                  <a:cubicBezTo>
                    <a:pt x="247" y="3414"/>
                    <a:pt x="410" y="3531"/>
                    <a:pt x="608" y="3578"/>
                  </a:cubicBezTo>
                  <a:cubicBezTo>
                    <a:pt x="669" y="3593"/>
                    <a:pt x="732" y="3601"/>
                    <a:pt x="796" y="3601"/>
                  </a:cubicBezTo>
                  <a:cubicBezTo>
                    <a:pt x="927" y="3601"/>
                    <a:pt x="1059" y="3567"/>
                    <a:pt x="1169" y="3497"/>
                  </a:cubicBezTo>
                  <a:cubicBezTo>
                    <a:pt x="1322" y="3403"/>
                    <a:pt x="1485" y="3228"/>
                    <a:pt x="1508" y="3041"/>
                  </a:cubicBezTo>
                  <a:cubicBezTo>
                    <a:pt x="1566" y="2667"/>
                    <a:pt x="1613" y="2282"/>
                    <a:pt x="1742" y="1919"/>
                  </a:cubicBezTo>
                  <a:cubicBezTo>
                    <a:pt x="1765" y="1861"/>
                    <a:pt x="1800" y="1814"/>
                    <a:pt x="1823" y="1756"/>
                  </a:cubicBezTo>
                  <a:lnTo>
                    <a:pt x="1976" y="1604"/>
                  </a:lnTo>
                  <a:lnTo>
                    <a:pt x="2080" y="1545"/>
                  </a:lnTo>
                  <a:lnTo>
                    <a:pt x="2233" y="1511"/>
                  </a:lnTo>
                  <a:cubicBezTo>
                    <a:pt x="2323" y="1502"/>
                    <a:pt x="2413" y="1498"/>
                    <a:pt x="2504" y="1498"/>
                  </a:cubicBezTo>
                  <a:cubicBezTo>
                    <a:pt x="2649" y="1498"/>
                    <a:pt x="2795" y="1508"/>
                    <a:pt x="2945" y="1522"/>
                  </a:cubicBezTo>
                  <a:lnTo>
                    <a:pt x="3401" y="1592"/>
                  </a:lnTo>
                  <a:cubicBezTo>
                    <a:pt x="3465" y="1604"/>
                    <a:pt x="3528" y="1610"/>
                    <a:pt x="3590" y="1610"/>
                  </a:cubicBezTo>
                  <a:cubicBezTo>
                    <a:pt x="3719" y="1610"/>
                    <a:pt x="3843" y="1582"/>
                    <a:pt x="3962" y="1511"/>
                  </a:cubicBezTo>
                  <a:cubicBezTo>
                    <a:pt x="4136" y="1417"/>
                    <a:pt x="4253" y="1242"/>
                    <a:pt x="4300" y="1055"/>
                  </a:cubicBezTo>
                  <a:cubicBezTo>
                    <a:pt x="4359" y="868"/>
                    <a:pt x="4323" y="657"/>
                    <a:pt x="4219" y="494"/>
                  </a:cubicBezTo>
                  <a:cubicBezTo>
                    <a:pt x="4125" y="330"/>
                    <a:pt x="3950" y="179"/>
                    <a:pt x="3763" y="156"/>
                  </a:cubicBezTo>
                  <a:cubicBezTo>
                    <a:pt x="3412" y="86"/>
                    <a:pt x="3062" y="39"/>
                    <a:pt x="2711" y="15"/>
                  </a:cubicBezTo>
                  <a:cubicBezTo>
                    <a:pt x="2625" y="5"/>
                    <a:pt x="2540" y="1"/>
                    <a:pt x="2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4586;p66">
              <a:extLst>
                <a:ext uri="{FF2B5EF4-FFF2-40B4-BE49-F238E27FC236}">
                  <a16:creationId xmlns:a16="http://schemas.microsoft.com/office/drawing/2014/main" id="{54B6322A-CF85-4E4B-8E66-7ECC3BF67522}"/>
                </a:ext>
              </a:extLst>
            </p:cNvPr>
            <p:cNvSpPr/>
            <p:nvPr/>
          </p:nvSpPr>
          <p:spPr>
            <a:xfrm>
              <a:off x="5885325" y="2322900"/>
              <a:ext cx="96700" cy="91000"/>
            </a:xfrm>
            <a:custGeom>
              <a:avLst/>
              <a:gdLst/>
              <a:ahLst/>
              <a:cxnLst/>
              <a:rect l="l" t="t" r="r" b="b"/>
              <a:pathLst>
                <a:path w="3868" h="3640" extrusionOk="0">
                  <a:moveTo>
                    <a:pt x="2242" y="0"/>
                  </a:moveTo>
                  <a:cubicBezTo>
                    <a:pt x="1846" y="0"/>
                    <a:pt x="1458" y="131"/>
                    <a:pt x="1122" y="324"/>
                  </a:cubicBezTo>
                  <a:cubicBezTo>
                    <a:pt x="1064" y="360"/>
                    <a:pt x="1005" y="406"/>
                    <a:pt x="958" y="441"/>
                  </a:cubicBezTo>
                  <a:cubicBezTo>
                    <a:pt x="678" y="640"/>
                    <a:pt x="456" y="862"/>
                    <a:pt x="257" y="1142"/>
                  </a:cubicBezTo>
                  <a:cubicBezTo>
                    <a:pt x="223" y="1189"/>
                    <a:pt x="187" y="1248"/>
                    <a:pt x="153" y="1305"/>
                  </a:cubicBezTo>
                  <a:cubicBezTo>
                    <a:pt x="117" y="1388"/>
                    <a:pt x="82" y="1481"/>
                    <a:pt x="47" y="1562"/>
                  </a:cubicBezTo>
                  <a:cubicBezTo>
                    <a:pt x="12" y="1785"/>
                    <a:pt x="0" y="1960"/>
                    <a:pt x="47" y="2170"/>
                  </a:cubicBezTo>
                  <a:cubicBezTo>
                    <a:pt x="94" y="2416"/>
                    <a:pt x="223" y="2649"/>
                    <a:pt x="339" y="2871"/>
                  </a:cubicBezTo>
                  <a:cubicBezTo>
                    <a:pt x="410" y="3000"/>
                    <a:pt x="491" y="3128"/>
                    <a:pt x="573" y="3257"/>
                  </a:cubicBezTo>
                  <a:cubicBezTo>
                    <a:pt x="720" y="3497"/>
                    <a:pt x="986" y="3640"/>
                    <a:pt x="1258" y="3640"/>
                  </a:cubicBezTo>
                  <a:cubicBezTo>
                    <a:pt x="1395" y="3640"/>
                    <a:pt x="1534" y="3603"/>
                    <a:pt x="1659" y="3525"/>
                  </a:cubicBezTo>
                  <a:cubicBezTo>
                    <a:pt x="2033" y="3304"/>
                    <a:pt x="2162" y="2801"/>
                    <a:pt x="1939" y="2439"/>
                  </a:cubicBezTo>
                  <a:cubicBezTo>
                    <a:pt x="1823" y="2263"/>
                    <a:pt x="1718" y="2089"/>
                    <a:pt x="1624" y="1902"/>
                  </a:cubicBezTo>
                  <a:lnTo>
                    <a:pt x="1671" y="1843"/>
                  </a:lnTo>
                  <a:cubicBezTo>
                    <a:pt x="1741" y="1749"/>
                    <a:pt x="1823" y="1656"/>
                    <a:pt x="1916" y="1575"/>
                  </a:cubicBezTo>
                  <a:cubicBezTo>
                    <a:pt x="1975" y="1539"/>
                    <a:pt x="2033" y="1492"/>
                    <a:pt x="2103" y="1469"/>
                  </a:cubicBezTo>
                  <a:lnTo>
                    <a:pt x="2209" y="1434"/>
                  </a:lnTo>
                  <a:cubicBezTo>
                    <a:pt x="2244" y="1428"/>
                    <a:pt x="2281" y="1425"/>
                    <a:pt x="2319" y="1425"/>
                  </a:cubicBezTo>
                  <a:cubicBezTo>
                    <a:pt x="2357" y="1425"/>
                    <a:pt x="2395" y="1428"/>
                    <a:pt x="2430" y="1434"/>
                  </a:cubicBezTo>
                  <a:cubicBezTo>
                    <a:pt x="2617" y="1469"/>
                    <a:pt x="2793" y="1516"/>
                    <a:pt x="2980" y="1562"/>
                  </a:cubicBezTo>
                  <a:cubicBezTo>
                    <a:pt x="3035" y="1578"/>
                    <a:pt x="3092" y="1585"/>
                    <a:pt x="3148" y="1585"/>
                  </a:cubicBezTo>
                  <a:cubicBezTo>
                    <a:pt x="3398" y="1585"/>
                    <a:pt x="3638" y="1443"/>
                    <a:pt x="3762" y="1224"/>
                  </a:cubicBezTo>
                  <a:cubicBezTo>
                    <a:pt x="3844" y="1072"/>
                    <a:pt x="3867" y="885"/>
                    <a:pt x="3821" y="710"/>
                  </a:cubicBezTo>
                  <a:cubicBezTo>
                    <a:pt x="3774" y="547"/>
                    <a:pt x="3645" y="348"/>
                    <a:pt x="3481" y="277"/>
                  </a:cubicBezTo>
                  <a:cubicBezTo>
                    <a:pt x="3307" y="207"/>
                    <a:pt x="3143" y="149"/>
                    <a:pt x="2956" y="103"/>
                  </a:cubicBezTo>
                  <a:cubicBezTo>
                    <a:pt x="2781" y="44"/>
                    <a:pt x="2606" y="33"/>
                    <a:pt x="2419" y="9"/>
                  </a:cubicBezTo>
                  <a:cubicBezTo>
                    <a:pt x="2360" y="3"/>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4587;p66">
              <a:extLst>
                <a:ext uri="{FF2B5EF4-FFF2-40B4-BE49-F238E27FC236}">
                  <a16:creationId xmlns:a16="http://schemas.microsoft.com/office/drawing/2014/main" id="{88BAB89A-84C0-4933-BD21-7482AA5086C1}"/>
                </a:ext>
              </a:extLst>
            </p:cNvPr>
            <p:cNvSpPr/>
            <p:nvPr/>
          </p:nvSpPr>
          <p:spPr>
            <a:xfrm>
              <a:off x="6056775" y="2212650"/>
              <a:ext cx="109250" cy="109600"/>
            </a:xfrm>
            <a:custGeom>
              <a:avLst/>
              <a:gdLst/>
              <a:ahLst/>
              <a:cxnLst/>
              <a:rect l="l" t="t" r="r" b="b"/>
              <a:pathLst>
                <a:path w="4370" h="4384" extrusionOk="0">
                  <a:moveTo>
                    <a:pt x="2275" y="1"/>
                  </a:moveTo>
                  <a:cubicBezTo>
                    <a:pt x="2245" y="1"/>
                    <a:pt x="2215" y="2"/>
                    <a:pt x="2184" y="3"/>
                  </a:cubicBezTo>
                  <a:cubicBezTo>
                    <a:pt x="2056" y="3"/>
                    <a:pt x="1927" y="38"/>
                    <a:pt x="1810" y="50"/>
                  </a:cubicBezTo>
                  <a:cubicBezTo>
                    <a:pt x="1612" y="85"/>
                    <a:pt x="1413" y="178"/>
                    <a:pt x="1238" y="272"/>
                  </a:cubicBezTo>
                  <a:lnTo>
                    <a:pt x="1180" y="307"/>
                  </a:lnTo>
                  <a:cubicBezTo>
                    <a:pt x="1052" y="388"/>
                    <a:pt x="923" y="494"/>
                    <a:pt x="806" y="599"/>
                  </a:cubicBezTo>
                  <a:cubicBezTo>
                    <a:pt x="678" y="704"/>
                    <a:pt x="572" y="821"/>
                    <a:pt x="467" y="949"/>
                  </a:cubicBezTo>
                  <a:cubicBezTo>
                    <a:pt x="268" y="1195"/>
                    <a:pt x="140" y="1463"/>
                    <a:pt x="58" y="1767"/>
                  </a:cubicBezTo>
                  <a:cubicBezTo>
                    <a:pt x="11" y="1954"/>
                    <a:pt x="11" y="2164"/>
                    <a:pt x="0" y="2363"/>
                  </a:cubicBezTo>
                  <a:cubicBezTo>
                    <a:pt x="0" y="2550"/>
                    <a:pt x="11" y="2737"/>
                    <a:pt x="23" y="2924"/>
                  </a:cubicBezTo>
                  <a:cubicBezTo>
                    <a:pt x="35" y="3181"/>
                    <a:pt x="58" y="3438"/>
                    <a:pt x="70" y="3683"/>
                  </a:cubicBezTo>
                  <a:cubicBezTo>
                    <a:pt x="81" y="3882"/>
                    <a:pt x="152" y="4057"/>
                    <a:pt x="292" y="4186"/>
                  </a:cubicBezTo>
                  <a:cubicBezTo>
                    <a:pt x="421" y="4314"/>
                    <a:pt x="595" y="4384"/>
                    <a:pt x="782" y="4384"/>
                  </a:cubicBezTo>
                  <a:cubicBezTo>
                    <a:pt x="1145" y="4372"/>
                    <a:pt x="1495" y="4057"/>
                    <a:pt x="1472" y="3672"/>
                  </a:cubicBezTo>
                  <a:cubicBezTo>
                    <a:pt x="1460" y="3379"/>
                    <a:pt x="1437" y="3099"/>
                    <a:pt x="1425" y="2807"/>
                  </a:cubicBezTo>
                  <a:cubicBezTo>
                    <a:pt x="1413" y="2597"/>
                    <a:pt x="1402" y="2386"/>
                    <a:pt x="1413" y="2176"/>
                  </a:cubicBezTo>
                  <a:cubicBezTo>
                    <a:pt x="1425" y="2106"/>
                    <a:pt x="1449" y="2047"/>
                    <a:pt x="1460" y="1977"/>
                  </a:cubicBezTo>
                  <a:cubicBezTo>
                    <a:pt x="1495" y="1930"/>
                    <a:pt x="1519" y="1884"/>
                    <a:pt x="1553" y="1826"/>
                  </a:cubicBezTo>
                  <a:cubicBezTo>
                    <a:pt x="1636" y="1720"/>
                    <a:pt x="1729" y="1627"/>
                    <a:pt x="1823" y="1545"/>
                  </a:cubicBezTo>
                  <a:lnTo>
                    <a:pt x="1997" y="1440"/>
                  </a:lnTo>
                  <a:lnTo>
                    <a:pt x="2114" y="1405"/>
                  </a:lnTo>
                  <a:lnTo>
                    <a:pt x="2301" y="1405"/>
                  </a:lnTo>
                  <a:cubicBezTo>
                    <a:pt x="2348" y="1416"/>
                    <a:pt x="2407" y="1429"/>
                    <a:pt x="2453" y="1452"/>
                  </a:cubicBezTo>
                  <a:cubicBezTo>
                    <a:pt x="2570" y="1499"/>
                    <a:pt x="2675" y="1557"/>
                    <a:pt x="2781" y="1627"/>
                  </a:cubicBezTo>
                  <a:cubicBezTo>
                    <a:pt x="2921" y="1732"/>
                    <a:pt x="3061" y="1849"/>
                    <a:pt x="3224" y="1919"/>
                  </a:cubicBezTo>
                  <a:cubicBezTo>
                    <a:pt x="3341" y="1977"/>
                    <a:pt x="3458" y="2013"/>
                    <a:pt x="3575" y="2013"/>
                  </a:cubicBezTo>
                  <a:cubicBezTo>
                    <a:pt x="3773" y="2013"/>
                    <a:pt x="3960" y="1930"/>
                    <a:pt x="4089" y="1790"/>
                  </a:cubicBezTo>
                  <a:cubicBezTo>
                    <a:pt x="4357" y="1510"/>
                    <a:pt x="4369" y="1019"/>
                    <a:pt x="4077" y="762"/>
                  </a:cubicBezTo>
                  <a:cubicBezTo>
                    <a:pt x="3890" y="611"/>
                    <a:pt x="3680" y="494"/>
                    <a:pt x="3481" y="365"/>
                  </a:cubicBezTo>
                  <a:cubicBezTo>
                    <a:pt x="3306" y="237"/>
                    <a:pt x="3084" y="155"/>
                    <a:pt x="2874" y="97"/>
                  </a:cubicBezTo>
                  <a:cubicBezTo>
                    <a:pt x="2680" y="36"/>
                    <a:pt x="2478" y="1"/>
                    <a:pt x="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4225;p65">
            <a:extLst>
              <a:ext uri="{FF2B5EF4-FFF2-40B4-BE49-F238E27FC236}">
                <a16:creationId xmlns:a16="http://schemas.microsoft.com/office/drawing/2014/main" id="{862D5E06-0794-44CC-8F5C-859D6CBF6396}"/>
              </a:ext>
            </a:extLst>
          </p:cNvPr>
          <p:cNvGrpSpPr/>
          <p:nvPr/>
        </p:nvGrpSpPr>
        <p:grpSpPr>
          <a:xfrm rot="19638900" flipH="1">
            <a:off x="18772745" y="13290680"/>
            <a:ext cx="6058552" cy="2696846"/>
            <a:chOff x="5802375" y="3298175"/>
            <a:chExt cx="1041800" cy="548625"/>
          </a:xfrm>
          <a:solidFill>
            <a:srgbClr val="FF7030"/>
          </a:solidFill>
        </p:grpSpPr>
        <p:sp>
          <p:nvSpPr>
            <p:cNvPr id="257" name="Google Shape;4226;p65">
              <a:extLst>
                <a:ext uri="{FF2B5EF4-FFF2-40B4-BE49-F238E27FC236}">
                  <a16:creationId xmlns:a16="http://schemas.microsoft.com/office/drawing/2014/main" id="{91BC675D-345C-4478-90E7-6004D1639C74}"/>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4227;p65">
              <a:extLst>
                <a:ext uri="{FF2B5EF4-FFF2-40B4-BE49-F238E27FC236}">
                  <a16:creationId xmlns:a16="http://schemas.microsoft.com/office/drawing/2014/main" id="{8B800D8B-BB88-4F15-AF9C-5C73EED5327B}"/>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4228;p65">
              <a:extLst>
                <a:ext uri="{FF2B5EF4-FFF2-40B4-BE49-F238E27FC236}">
                  <a16:creationId xmlns:a16="http://schemas.microsoft.com/office/drawing/2014/main" id="{197663AA-6D9B-46F4-932F-0F9CC50B7F30}"/>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8986835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39" name="Google Shape;2144;p42">
            <a:extLst>
              <a:ext uri="{FF2B5EF4-FFF2-40B4-BE49-F238E27FC236}">
                <a16:creationId xmlns:a16="http://schemas.microsoft.com/office/drawing/2014/main" id="{1D27258A-2791-4458-8FFE-08F0CBF0A556}"/>
              </a:ext>
            </a:extLst>
          </p:cNvPr>
          <p:cNvSpPr/>
          <p:nvPr/>
        </p:nvSpPr>
        <p:spPr>
          <a:xfrm>
            <a:off x="2812921" y="14781910"/>
            <a:ext cx="4159168" cy="875382"/>
          </a:xfrm>
          <a:custGeom>
            <a:avLst/>
            <a:gdLst/>
            <a:ahLst/>
            <a:cxnLst/>
            <a:rect l="l" t="t" r="r" b="b"/>
            <a:pathLst>
              <a:path w="9020" h="905" extrusionOk="0">
                <a:moveTo>
                  <a:pt x="4505" y="0"/>
                </a:moveTo>
                <a:cubicBezTo>
                  <a:pt x="2013" y="0"/>
                  <a:pt x="0" y="204"/>
                  <a:pt x="0" y="457"/>
                </a:cubicBezTo>
                <a:cubicBezTo>
                  <a:pt x="0" y="701"/>
                  <a:pt x="2013" y="905"/>
                  <a:pt x="4505" y="905"/>
                </a:cubicBezTo>
                <a:cubicBezTo>
                  <a:pt x="6995" y="905"/>
                  <a:pt x="9019" y="701"/>
                  <a:pt x="9019" y="457"/>
                </a:cubicBezTo>
                <a:cubicBezTo>
                  <a:pt x="9019" y="204"/>
                  <a:pt x="6995" y="0"/>
                  <a:pt x="4505" y="0"/>
                </a:cubicBezTo>
                <a:close/>
              </a:path>
            </a:pathLst>
          </a:custGeom>
          <a:solidFill>
            <a:schemeClr val="bg2">
              <a:lumMod val="40000"/>
              <a:lumOff val="60000"/>
              <a:alpha val="252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CuadroTexto 19">
            <a:extLst>
              <a:ext uri="{FF2B5EF4-FFF2-40B4-BE49-F238E27FC236}">
                <a16:creationId xmlns:a16="http://schemas.microsoft.com/office/drawing/2014/main" id="{C6714114-A6CC-4A7F-B218-0012DB368940}"/>
              </a:ext>
            </a:extLst>
          </p:cNvPr>
          <p:cNvSpPr txBox="1"/>
          <p:nvPr/>
        </p:nvSpPr>
        <p:spPr>
          <a:xfrm>
            <a:off x="6516578" y="4074215"/>
            <a:ext cx="17587446" cy="75309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 </a:t>
            </a:r>
          </a:p>
          <a:p>
            <a:pPr algn="l">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Se debe subir un paquete en pdf con los siguientes documentos:</a:t>
            </a:r>
          </a:p>
          <a:p>
            <a:pPr algn="l">
              <a:defRPr/>
            </a:pPr>
            <a:endParaRPr lang="es-ES" sz="4800" b="0" dirty="0">
              <a:solidFill>
                <a:srgbClr val="000000">
                  <a:lumMod val="65000"/>
                  <a:lumOff val="35000"/>
                </a:srgbClr>
              </a:solidFill>
              <a:latin typeface="Daytona Condensed" panose="020B0506030503040204" pitchFamily="34" charset="0"/>
              <a:cs typeface="Calibri" panose="020F0502020204030204" pitchFamily="34" charset="0"/>
            </a:endParaRPr>
          </a:p>
          <a:p>
            <a:pPr algn="just">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8. Correos electrónicos </a:t>
            </a:r>
          </a:p>
          <a:p>
            <a:pPr algn="just">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9. Planes de mejoramiento (documento (s) opcional dependiendo si el caso lo requiere) </a:t>
            </a:r>
          </a:p>
          <a:p>
            <a:pPr algn="just">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10. Llamados de atención reglamento del aprendiz articulo 28 </a:t>
            </a:r>
          </a:p>
          <a:p>
            <a:pPr algn="just">
              <a:defRPr/>
            </a:pPr>
            <a:r>
              <a:rPr lang="es-ES" sz="4800" b="0" dirty="0">
                <a:solidFill>
                  <a:srgbClr val="000000">
                    <a:lumMod val="65000"/>
                    <a:lumOff val="35000"/>
                  </a:srgbClr>
                </a:solidFill>
                <a:latin typeface="Daytona Condensed" panose="020B0506030503040204" pitchFamily="34" charset="0"/>
                <a:cs typeface="Calibri" panose="020F0502020204030204" pitchFamily="34" charset="0"/>
              </a:rPr>
              <a:t>11. Documento de trabajo – novedad deserción Acuerdo 007 de 2012 Articulo 22 numeral 4 (documento (s) opcional dependiendo si el caso lo requiere) </a:t>
            </a:r>
            <a:endParaRPr kumimoji="0" lang="es-CO" sz="4800" b="0" i="0" u="none" strike="noStrike" kern="0" cap="none" spc="0" normalizeH="0" baseline="0" noProof="0" dirty="0">
              <a:ln>
                <a:noFill/>
              </a:ln>
              <a:solidFill>
                <a:srgbClr val="000000">
                  <a:lumMod val="65000"/>
                  <a:lumOff val="35000"/>
                </a:srgbClr>
              </a:solidFill>
              <a:effectLst/>
              <a:uLnTx/>
              <a:uFillTx/>
              <a:latin typeface="Daytona Condensed" panose="020B0506030503040204" pitchFamily="34" charset="0"/>
              <a:cs typeface="Calibri" panose="020F0502020204030204" pitchFamily="34" charset="0"/>
              <a:sym typeface="Helvetica Neue"/>
            </a:endParaRPr>
          </a:p>
        </p:txBody>
      </p:sp>
      <p:sp>
        <p:nvSpPr>
          <p:cNvPr id="5" name="Rectángulo 4">
            <a:extLst>
              <a:ext uri="{FF2B5EF4-FFF2-40B4-BE49-F238E27FC236}">
                <a16:creationId xmlns:a16="http://schemas.microsoft.com/office/drawing/2014/main" id="{822B6C71-02DE-4708-9E6C-362C021A6F56}"/>
              </a:ext>
            </a:extLst>
          </p:cNvPr>
          <p:cNvSpPr/>
          <p:nvPr/>
        </p:nvSpPr>
        <p:spPr>
          <a:xfrm>
            <a:off x="1625468" y="2093034"/>
            <a:ext cx="1431703" cy="15329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6602677-529B-44DA-BB41-EB7846A5C1DE}"/>
              </a:ext>
            </a:extLst>
          </p:cNvPr>
          <p:cNvSpPr txBox="1"/>
          <p:nvPr/>
        </p:nvSpPr>
        <p:spPr>
          <a:xfrm>
            <a:off x="-581191" y="684972"/>
            <a:ext cx="19692151" cy="14984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lvl="0" indent="0" algn="ctr" defTabSz="943239" rtl="0" eaLnBrk="1" fontAlgn="auto" latinLnBrk="0" hangingPunct="0">
              <a:lnSpc>
                <a:spcPct val="100000"/>
              </a:lnSpc>
              <a:spcBef>
                <a:spcPts val="0"/>
              </a:spcBef>
              <a:spcAft>
                <a:spcPts val="0"/>
              </a:spcAft>
              <a:buClrTx/>
              <a:buSzTx/>
              <a:buFontTx/>
              <a:buNone/>
              <a:tabLst/>
              <a:defRPr/>
            </a:pPr>
            <a:r>
              <a:rPr kumimoji="0" lang="es-ES" sz="8800" b="1" i="0" u="none" strike="noStrike" kern="0" cap="none" spc="0" normalizeH="0" baseline="0" noProof="0" dirty="0">
                <a:ln>
                  <a:noFill/>
                </a:ln>
                <a:solidFill>
                  <a:srgbClr val="000000">
                    <a:lumMod val="65000"/>
                    <a:lumOff val="35000"/>
                  </a:srgbClr>
                </a:solidFill>
                <a:effectLst/>
                <a:uLnTx/>
                <a:uFillTx/>
                <a:latin typeface="Calibri" panose="020F0502020204030204" pitchFamily="34" charset="0"/>
                <a:cs typeface="Calibri" panose="020F0502020204030204" pitchFamily="34" charset="0"/>
                <a:sym typeface="Helvetica Neue"/>
              </a:rPr>
              <a:t>Expediente que se debe entregar</a:t>
            </a:r>
          </a:p>
        </p:txBody>
      </p:sp>
      <p:grpSp>
        <p:nvGrpSpPr>
          <p:cNvPr id="124" name="Google Shape;4864;p66">
            <a:extLst>
              <a:ext uri="{FF2B5EF4-FFF2-40B4-BE49-F238E27FC236}">
                <a16:creationId xmlns:a16="http://schemas.microsoft.com/office/drawing/2014/main" id="{530626CC-6CE4-4F4E-B872-CC0AF7D07D53}"/>
              </a:ext>
            </a:extLst>
          </p:cNvPr>
          <p:cNvGrpSpPr/>
          <p:nvPr/>
        </p:nvGrpSpPr>
        <p:grpSpPr>
          <a:xfrm>
            <a:off x="1371152" y="2445416"/>
            <a:ext cx="5116318" cy="13168501"/>
            <a:chOff x="3688575" y="1993425"/>
            <a:chExt cx="351550" cy="916250"/>
          </a:xfrm>
        </p:grpSpPr>
        <p:sp>
          <p:nvSpPr>
            <p:cNvPr id="125" name="Google Shape;4865;p66">
              <a:extLst>
                <a:ext uri="{FF2B5EF4-FFF2-40B4-BE49-F238E27FC236}">
                  <a16:creationId xmlns:a16="http://schemas.microsoft.com/office/drawing/2014/main" id="{77E387FF-EE67-4578-8218-7822C40457AA}"/>
                </a:ext>
              </a:extLst>
            </p:cNvPr>
            <p:cNvSpPr/>
            <p:nvPr/>
          </p:nvSpPr>
          <p:spPr>
            <a:xfrm>
              <a:off x="3690850" y="2886025"/>
              <a:ext cx="237200" cy="23650"/>
            </a:xfrm>
            <a:custGeom>
              <a:avLst/>
              <a:gdLst/>
              <a:ahLst/>
              <a:cxnLst/>
              <a:rect l="l" t="t" r="r" b="b"/>
              <a:pathLst>
                <a:path w="9488" h="946" extrusionOk="0">
                  <a:moveTo>
                    <a:pt x="5278" y="1"/>
                  </a:moveTo>
                  <a:lnTo>
                    <a:pt x="5278" y="1"/>
                  </a:lnTo>
                  <a:cubicBezTo>
                    <a:pt x="5409" y="51"/>
                    <a:pt x="5511" y="112"/>
                    <a:pt x="5583" y="173"/>
                  </a:cubicBezTo>
                  <a:cubicBezTo>
                    <a:pt x="5623" y="204"/>
                    <a:pt x="5644" y="254"/>
                    <a:pt x="5644" y="295"/>
                  </a:cubicBezTo>
                  <a:cubicBezTo>
                    <a:pt x="5644" y="387"/>
                    <a:pt x="5583" y="468"/>
                    <a:pt x="5481" y="468"/>
                  </a:cubicBezTo>
                  <a:lnTo>
                    <a:pt x="3112" y="468"/>
                  </a:lnTo>
                  <a:cubicBezTo>
                    <a:pt x="3020" y="468"/>
                    <a:pt x="2949" y="397"/>
                    <a:pt x="2949" y="306"/>
                  </a:cubicBezTo>
                  <a:lnTo>
                    <a:pt x="2949" y="204"/>
                  </a:lnTo>
                  <a:lnTo>
                    <a:pt x="2949" y="31"/>
                  </a:lnTo>
                  <a:cubicBezTo>
                    <a:pt x="1220" y="102"/>
                    <a:pt x="0" y="275"/>
                    <a:pt x="0" y="468"/>
                  </a:cubicBezTo>
                  <a:cubicBezTo>
                    <a:pt x="0" y="733"/>
                    <a:pt x="2126" y="946"/>
                    <a:pt x="4738" y="946"/>
                  </a:cubicBezTo>
                  <a:cubicBezTo>
                    <a:pt x="7362" y="946"/>
                    <a:pt x="9487" y="733"/>
                    <a:pt x="9487" y="468"/>
                  </a:cubicBezTo>
                  <a:cubicBezTo>
                    <a:pt x="9487" y="224"/>
                    <a:pt x="7646" y="21"/>
                    <a:pt x="5278" y="1"/>
                  </a:cubicBezTo>
                  <a:close/>
                </a:path>
              </a:pathLst>
            </a:custGeom>
            <a:solidFill>
              <a:srgbClr val="FFFFFF">
                <a:alpha val="25220"/>
              </a:srgb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 name="Google Shape;4866;p66">
              <a:extLst>
                <a:ext uri="{FF2B5EF4-FFF2-40B4-BE49-F238E27FC236}">
                  <a16:creationId xmlns:a16="http://schemas.microsoft.com/office/drawing/2014/main" id="{04FA0D22-ACB5-4DE9-A92B-B2FB5F7BA3F3}"/>
                </a:ext>
              </a:extLst>
            </p:cNvPr>
            <p:cNvSpPr/>
            <p:nvPr/>
          </p:nvSpPr>
          <p:spPr>
            <a:xfrm>
              <a:off x="3764550" y="2882725"/>
              <a:ext cx="68925" cy="15025"/>
            </a:xfrm>
            <a:custGeom>
              <a:avLst/>
              <a:gdLst/>
              <a:ahLst/>
              <a:cxnLst/>
              <a:rect l="l" t="t" r="r" b="b"/>
              <a:pathLst>
                <a:path w="2757" h="601" extrusionOk="0">
                  <a:moveTo>
                    <a:pt x="2014" y="0"/>
                  </a:moveTo>
                  <a:lnTo>
                    <a:pt x="2004" y="11"/>
                  </a:lnTo>
                  <a:cubicBezTo>
                    <a:pt x="1903" y="102"/>
                    <a:pt x="1750" y="264"/>
                    <a:pt x="1638" y="499"/>
                  </a:cubicBezTo>
                  <a:cubicBezTo>
                    <a:pt x="1638" y="499"/>
                    <a:pt x="774" y="468"/>
                    <a:pt x="1" y="336"/>
                  </a:cubicBezTo>
                  <a:lnTo>
                    <a:pt x="1" y="438"/>
                  </a:lnTo>
                  <a:cubicBezTo>
                    <a:pt x="1" y="529"/>
                    <a:pt x="72" y="600"/>
                    <a:pt x="164" y="600"/>
                  </a:cubicBezTo>
                  <a:lnTo>
                    <a:pt x="2533" y="600"/>
                  </a:lnTo>
                  <a:cubicBezTo>
                    <a:pt x="2685" y="600"/>
                    <a:pt x="2757" y="397"/>
                    <a:pt x="2635" y="305"/>
                  </a:cubicBezTo>
                  <a:cubicBezTo>
                    <a:pt x="2502" y="203"/>
                    <a:pt x="2299" y="102"/>
                    <a:pt x="2014" y="0"/>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 name="Google Shape;4867;p66">
              <a:extLst>
                <a:ext uri="{FF2B5EF4-FFF2-40B4-BE49-F238E27FC236}">
                  <a16:creationId xmlns:a16="http://schemas.microsoft.com/office/drawing/2014/main" id="{88D82CDE-C601-496E-925A-6C7659E1A7AB}"/>
                </a:ext>
              </a:extLst>
            </p:cNvPr>
            <p:cNvSpPr/>
            <p:nvPr/>
          </p:nvSpPr>
          <p:spPr>
            <a:xfrm>
              <a:off x="3796350" y="2882725"/>
              <a:ext cx="35600" cy="15025"/>
            </a:xfrm>
            <a:custGeom>
              <a:avLst/>
              <a:gdLst/>
              <a:ahLst/>
              <a:cxnLst/>
              <a:rect l="l" t="t" r="r" b="b"/>
              <a:pathLst>
                <a:path w="1424" h="601" extrusionOk="0">
                  <a:moveTo>
                    <a:pt x="742" y="0"/>
                  </a:moveTo>
                  <a:lnTo>
                    <a:pt x="732" y="11"/>
                  </a:lnTo>
                  <a:cubicBezTo>
                    <a:pt x="701" y="41"/>
                    <a:pt x="661" y="81"/>
                    <a:pt x="610" y="122"/>
                  </a:cubicBezTo>
                  <a:cubicBezTo>
                    <a:pt x="529" y="224"/>
                    <a:pt x="437" y="346"/>
                    <a:pt x="366" y="499"/>
                  </a:cubicBezTo>
                  <a:cubicBezTo>
                    <a:pt x="346" y="499"/>
                    <a:pt x="224" y="488"/>
                    <a:pt x="41" y="478"/>
                  </a:cubicBezTo>
                  <a:lnTo>
                    <a:pt x="10" y="478"/>
                  </a:lnTo>
                  <a:cubicBezTo>
                    <a:pt x="0" y="519"/>
                    <a:pt x="0" y="560"/>
                    <a:pt x="0" y="600"/>
                  </a:cubicBezTo>
                  <a:lnTo>
                    <a:pt x="1261" y="600"/>
                  </a:lnTo>
                  <a:cubicBezTo>
                    <a:pt x="1363" y="600"/>
                    <a:pt x="1424" y="519"/>
                    <a:pt x="1424" y="427"/>
                  </a:cubicBezTo>
                  <a:cubicBezTo>
                    <a:pt x="1424" y="386"/>
                    <a:pt x="1403" y="336"/>
                    <a:pt x="1363" y="305"/>
                  </a:cubicBezTo>
                  <a:cubicBezTo>
                    <a:pt x="1230" y="203"/>
                    <a:pt x="1027" y="102"/>
                    <a:pt x="742" y="0"/>
                  </a:cubicBezTo>
                  <a:close/>
                </a:path>
              </a:pathLst>
            </a:custGeom>
            <a:solidFill>
              <a:srgbClr val="4E77E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4868;p66">
              <a:extLst>
                <a:ext uri="{FF2B5EF4-FFF2-40B4-BE49-F238E27FC236}">
                  <a16:creationId xmlns:a16="http://schemas.microsoft.com/office/drawing/2014/main" id="{7908E642-8045-4F3D-BAAC-606285F2F4BE}"/>
                </a:ext>
              </a:extLst>
            </p:cNvPr>
            <p:cNvSpPr/>
            <p:nvPr/>
          </p:nvSpPr>
          <p:spPr>
            <a:xfrm>
              <a:off x="3764550" y="2865425"/>
              <a:ext cx="50375" cy="29775"/>
            </a:xfrm>
            <a:custGeom>
              <a:avLst/>
              <a:gdLst/>
              <a:ahLst/>
              <a:cxnLst/>
              <a:rect l="l" t="t" r="r" b="b"/>
              <a:pathLst>
                <a:path w="2015" h="1191" extrusionOk="0">
                  <a:moveTo>
                    <a:pt x="42" y="1"/>
                  </a:moveTo>
                  <a:cubicBezTo>
                    <a:pt x="21" y="163"/>
                    <a:pt x="1" y="834"/>
                    <a:pt x="1" y="1028"/>
                  </a:cubicBezTo>
                  <a:cubicBezTo>
                    <a:pt x="774" y="1160"/>
                    <a:pt x="1638" y="1191"/>
                    <a:pt x="1638" y="1191"/>
                  </a:cubicBezTo>
                  <a:cubicBezTo>
                    <a:pt x="1750" y="956"/>
                    <a:pt x="1903" y="794"/>
                    <a:pt x="2004" y="703"/>
                  </a:cubicBezTo>
                  <a:lnTo>
                    <a:pt x="2014" y="692"/>
                  </a:lnTo>
                  <a:cubicBezTo>
                    <a:pt x="1750" y="611"/>
                    <a:pt x="1424" y="529"/>
                    <a:pt x="1018" y="459"/>
                  </a:cubicBezTo>
                  <a:cubicBezTo>
                    <a:pt x="1018" y="459"/>
                    <a:pt x="1069" y="326"/>
                    <a:pt x="1150" y="82"/>
                  </a:cubicBezTo>
                  <a:cubicBezTo>
                    <a:pt x="692" y="82"/>
                    <a:pt x="286" y="41"/>
                    <a:pt x="42"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4869;p66">
              <a:extLst>
                <a:ext uri="{FF2B5EF4-FFF2-40B4-BE49-F238E27FC236}">
                  <a16:creationId xmlns:a16="http://schemas.microsoft.com/office/drawing/2014/main" id="{C9D8DE70-5283-4563-A3AC-443FBEEB346B}"/>
                </a:ext>
              </a:extLst>
            </p:cNvPr>
            <p:cNvSpPr/>
            <p:nvPr/>
          </p:nvSpPr>
          <p:spPr>
            <a:xfrm>
              <a:off x="3814125" y="2882475"/>
              <a:ext cx="800" cy="275"/>
            </a:xfrm>
            <a:custGeom>
              <a:avLst/>
              <a:gdLst/>
              <a:ahLst/>
              <a:cxnLst/>
              <a:rect l="l" t="t" r="r" b="b"/>
              <a:pathLst>
                <a:path w="32" h="11" extrusionOk="0">
                  <a:moveTo>
                    <a:pt x="21" y="10"/>
                  </a:moveTo>
                  <a:lnTo>
                    <a:pt x="31" y="10"/>
                  </a:lnTo>
                  <a:lnTo>
                    <a:pt x="31" y="10"/>
                  </a:lnTo>
                  <a:lnTo>
                    <a:pt x="21" y="10"/>
                  </a:lnTo>
                  <a:close/>
                  <a:moveTo>
                    <a:pt x="11" y="10"/>
                  </a:moveTo>
                  <a:lnTo>
                    <a:pt x="21" y="10"/>
                  </a:lnTo>
                  <a:lnTo>
                    <a:pt x="11" y="10"/>
                  </a:lnTo>
                  <a:close/>
                  <a:moveTo>
                    <a:pt x="11" y="10"/>
                  </a:moveTo>
                  <a:lnTo>
                    <a:pt x="11" y="10"/>
                  </a:lnTo>
                  <a:lnTo>
                    <a:pt x="11" y="10"/>
                  </a:lnTo>
                  <a:close/>
                  <a:moveTo>
                    <a:pt x="1" y="10"/>
                  </a:moveTo>
                  <a:lnTo>
                    <a:pt x="11" y="10"/>
                  </a:lnTo>
                  <a:lnTo>
                    <a:pt x="1" y="10"/>
                  </a:lnTo>
                  <a:close/>
                  <a:moveTo>
                    <a:pt x="1" y="0"/>
                  </a:moveTo>
                  <a:lnTo>
                    <a:pt x="1" y="10"/>
                  </a:ln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4870;p66">
              <a:extLst>
                <a:ext uri="{FF2B5EF4-FFF2-40B4-BE49-F238E27FC236}">
                  <a16:creationId xmlns:a16="http://schemas.microsoft.com/office/drawing/2014/main" id="{069CFD4B-5418-4A7A-81DB-9F31E8023385}"/>
                </a:ext>
              </a:extLst>
            </p:cNvPr>
            <p:cNvSpPr/>
            <p:nvPr/>
          </p:nvSpPr>
          <p:spPr>
            <a:xfrm>
              <a:off x="3797350" y="2894675"/>
              <a:ext cx="8175" cy="525"/>
            </a:xfrm>
            <a:custGeom>
              <a:avLst/>
              <a:gdLst/>
              <a:ahLst/>
              <a:cxnLst/>
              <a:rect l="l" t="t" r="r" b="b"/>
              <a:pathLst>
                <a:path w="327" h="21" extrusionOk="0">
                  <a:moveTo>
                    <a:pt x="1" y="0"/>
                  </a:moveTo>
                  <a:cubicBezTo>
                    <a:pt x="184" y="10"/>
                    <a:pt x="306" y="21"/>
                    <a:pt x="326" y="21"/>
                  </a:cubicBezTo>
                  <a:cubicBezTo>
                    <a:pt x="306" y="21"/>
                    <a:pt x="184" y="10"/>
                    <a:pt x="1" y="0"/>
                  </a:cubicBezTo>
                  <a:close/>
                </a:path>
              </a:pathLst>
            </a:custGeom>
            <a:solidFill>
              <a:srgbClr val="6D89C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4871;p66">
              <a:extLst>
                <a:ext uri="{FF2B5EF4-FFF2-40B4-BE49-F238E27FC236}">
                  <a16:creationId xmlns:a16="http://schemas.microsoft.com/office/drawing/2014/main" id="{D811F7EF-56C7-4745-8BA3-77808CDD1C5D}"/>
                </a:ext>
              </a:extLst>
            </p:cNvPr>
            <p:cNvSpPr/>
            <p:nvPr/>
          </p:nvSpPr>
          <p:spPr>
            <a:xfrm>
              <a:off x="3805500" y="2895175"/>
              <a:ext cx="25" cy="25"/>
            </a:xfrm>
            <a:custGeom>
              <a:avLst/>
              <a:gdLst/>
              <a:ahLst/>
              <a:cxnLst/>
              <a:rect l="l" t="t" r="r" b="b"/>
              <a:pathLst>
                <a:path w="1" h="1" extrusionOk="0">
                  <a:moveTo>
                    <a:pt x="0" y="1"/>
                  </a:moveTo>
                  <a:lnTo>
                    <a:pt x="0" y="1"/>
                  </a:lnTo>
                  <a:close/>
                </a:path>
              </a:pathLst>
            </a:custGeom>
            <a:solidFill>
              <a:srgbClr val="6D89C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4872;p66">
              <a:extLst>
                <a:ext uri="{FF2B5EF4-FFF2-40B4-BE49-F238E27FC236}">
                  <a16:creationId xmlns:a16="http://schemas.microsoft.com/office/drawing/2014/main" id="{7C5CBE04-0703-4289-A03E-AC5CBE404161}"/>
                </a:ext>
              </a:extLst>
            </p:cNvPr>
            <p:cNvSpPr/>
            <p:nvPr/>
          </p:nvSpPr>
          <p:spPr>
            <a:xfrm>
              <a:off x="3796575" y="2878400"/>
              <a:ext cx="18350" cy="16800"/>
            </a:xfrm>
            <a:custGeom>
              <a:avLst/>
              <a:gdLst/>
              <a:ahLst/>
              <a:cxnLst/>
              <a:rect l="l" t="t" r="r" b="b"/>
              <a:pathLst>
                <a:path w="734" h="672" extrusionOk="0">
                  <a:moveTo>
                    <a:pt x="52" y="1"/>
                  </a:moveTo>
                  <a:cubicBezTo>
                    <a:pt x="42" y="132"/>
                    <a:pt x="12" y="367"/>
                    <a:pt x="1" y="651"/>
                  </a:cubicBezTo>
                  <a:lnTo>
                    <a:pt x="32" y="651"/>
                  </a:lnTo>
                  <a:cubicBezTo>
                    <a:pt x="215" y="661"/>
                    <a:pt x="337" y="672"/>
                    <a:pt x="357" y="672"/>
                  </a:cubicBezTo>
                  <a:cubicBezTo>
                    <a:pt x="469" y="437"/>
                    <a:pt x="622" y="275"/>
                    <a:pt x="723" y="184"/>
                  </a:cubicBezTo>
                  <a:lnTo>
                    <a:pt x="733" y="173"/>
                  </a:lnTo>
                  <a:lnTo>
                    <a:pt x="703" y="173"/>
                  </a:lnTo>
                  <a:lnTo>
                    <a:pt x="703" y="163"/>
                  </a:lnTo>
                  <a:cubicBezTo>
                    <a:pt x="520" y="112"/>
                    <a:pt x="306" y="51"/>
                    <a:pt x="52" y="1"/>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4873;p66">
              <a:extLst>
                <a:ext uri="{FF2B5EF4-FFF2-40B4-BE49-F238E27FC236}">
                  <a16:creationId xmlns:a16="http://schemas.microsoft.com/office/drawing/2014/main" id="{4BA46528-A83E-4D1A-8EE9-0FB8C6EC6D1C}"/>
                </a:ext>
              </a:extLst>
            </p:cNvPr>
            <p:cNvSpPr/>
            <p:nvPr/>
          </p:nvSpPr>
          <p:spPr>
            <a:xfrm>
              <a:off x="3763800" y="2482875"/>
              <a:ext cx="126350" cy="387275"/>
            </a:xfrm>
            <a:custGeom>
              <a:avLst/>
              <a:gdLst/>
              <a:ahLst/>
              <a:cxnLst/>
              <a:rect l="l" t="t" r="r" b="b"/>
              <a:pathLst>
                <a:path w="5054" h="15491" extrusionOk="0">
                  <a:moveTo>
                    <a:pt x="1780" y="1"/>
                  </a:moveTo>
                  <a:lnTo>
                    <a:pt x="1780" y="1424"/>
                  </a:lnTo>
                  <a:cubicBezTo>
                    <a:pt x="1780" y="1424"/>
                    <a:pt x="316" y="11409"/>
                    <a:pt x="1" y="15384"/>
                  </a:cubicBezTo>
                  <a:cubicBezTo>
                    <a:pt x="224" y="15446"/>
                    <a:pt x="571" y="15490"/>
                    <a:pt x="908" y="15490"/>
                  </a:cubicBezTo>
                  <a:cubicBezTo>
                    <a:pt x="1015" y="15490"/>
                    <a:pt x="1120" y="15486"/>
                    <a:pt x="1221" y="15476"/>
                  </a:cubicBezTo>
                  <a:cubicBezTo>
                    <a:pt x="1902" y="13422"/>
                    <a:pt x="5054" y="3447"/>
                    <a:pt x="4566" y="1"/>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4874;p66">
              <a:extLst>
                <a:ext uri="{FF2B5EF4-FFF2-40B4-BE49-F238E27FC236}">
                  <a16:creationId xmlns:a16="http://schemas.microsoft.com/office/drawing/2014/main" id="{38C66972-93EA-4AC4-8089-1FDE81BA8760}"/>
                </a:ext>
              </a:extLst>
            </p:cNvPr>
            <p:cNvSpPr/>
            <p:nvPr/>
          </p:nvSpPr>
          <p:spPr>
            <a:xfrm>
              <a:off x="3812350" y="2510075"/>
              <a:ext cx="23175" cy="261325"/>
            </a:xfrm>
            <a:custGeom>
              <a:avLst/>
              <a:gdLst/>
              <a:ahLst/>
              <a:cxnLst/>
              <a:rect l="l" t="t" r="r" b="b"/>
              <a:pathLst>
                <a:path w="927" h="10453" extrusionOk="0">
                  <a:moveTo>
                    <a:pt x="631" y="0"/>
                  </a:moveTo>
                  <a:lnTo>
                    <a:pt x="0" y="336"/>
                  </a:lnTo>
                  <a:lnTo>
                    <a:pt x="488" y="10453"/>
                  </a:lnTo>
                  <a:cubicBezTo>
                    <a:pt x="631" y="9965"/>
                    <a:pt x="784" y="9446"/>
                    <a:pt x="926" y="8907"/>
                  </a:cubicBezTo>
                  <a:lnTo>
                    <a:pt x="143" y="438"/>
                  </a:lnTo>
                  <a:lnTo>
                    <a:pt x="631" y="0"/>
                  </a:ln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4875;p66">
              <a:extLst>
                <a:ext uri="{FF2B5EF4-FFF2-40B4-BE49-F238E27FC236}">
                  <a16:creationId xmlns:a16="http://schemas.microsoft.com/office/drawing/2014/main" id="{E3EEE934-E8FC-4BB0-B00A-C778B04F2A10}"/>
                </a:ext>
              </a:extLst>
            </p:cNvPr>
            <p:cNvSpPr/>
            <p:nvPr/>
          </p:nvSpPr>
          <p:spPr>
            <a:xfrm>
              <a:off x="3794300" y="2867225"/>
              <a:ext cx="1050" cy="2550"/>
            </a:xfrm>
            <a:custGeom>
              <a:avLst/>
              <a:gdLst/>
              <a:ahLst/>
              <a:cxnLst/>
              <a:rect l="l" t="t" r="r" b="b"/>
              <a:pathLst>
                <a:path w="42" h="102" extrusionOk="0">
                  <a:moveTo>
                    <a:pt x="1" y="102"/>
                  </a:moveTo>
                  <a:lnTo>
                    <a:pt x="1" y="102"/>
                  </a:lnTo>
                  <a:lnTo>
                    <a:pt x="1" y="102"/>
                  </a:lnTo>
                  <a:close/>
                  <a:moveTo>
                    <a:pt x="1" y="91"/>
                  </a:moveTo>
                  <a:lnTo>
                    <a:pt x="1" y="102"/>
                  </a:lnTo>
                  <a:lnTo>
                    <a:pt x="1" y="91"/>
                  </a:lnTo>
                  <a:close/>
                  <a:moveTo>
                    <a:pt x="11" y="82"/>
                  </a:moveTo>
                  <a:cubicBezTo>
                    <a:pt x="11" y="82"/>
                    <a:pt x="11" y="91"/>
                    <a:pt x="1" y="91"/>
                  </a:cubicBezTo>
                  <a:cubicBezTo>
                    <a:pt x="11" y="91"/>
                    <a:pt x="11" y="82"/>
                    <a:pt x="11" y="82"/>
                  </a:cubicBezTo>
                  <a:close/>
                  <a:moveTo>
                    <a:pt x="11" y="71"/>
                  </a:moveTo>
                  <a:lnTo>
                    <a:pt x="11" y="82"/>
                  </a:lnTo>
                  <a:lnTo>
                    <a:pt x="11" y="71"/>
                  </a:lnTo>
                  <a:close/>
                  <a:moveTo>
                    <a:pt x="11" y="61"/>
                  </a:moveTo>
                  <a:lnTo>
                    <a:pt x="11" y="61"/>
                  </a:lnTo>
                  <a:lnTo>
                    <a:pt x="11" y="61"/>
                  </a:lnTo>
                  <a:close/>
                  <a:moveTo>
                    <a:pt x="21" y="61"/>
                  </a:moveTo>
                  <a:lnTo>
                    <a:pt x="21" y="61"/>
                  </a:lnTo>
                  <a:lnTo>
                    <a:pt x="21" y="61"/>
                  </a:lnTo>
                  <a:close/>
                  <a:moveTo>
                    <a:pt x="21" y="41"/>
                  </a:moveTo>
                  <a:lnTo>
                    <a:pt x="21" y="51"/>
                  </a:lnTo>
                  <a:lnTo>
                    <a:pt x="21" y="41"/>
                  </a:lnTo>
                  <a:close/>
                  <a:moveTo>
                    <a:pt x="21" y="30"/>
                  </a:moveTo>
                  <a:lnTo>
                    <a:pt x="21" y="41"/>
                  </a:lnTo>
                  <a:lnTo>
                    <a:pt x="21" y="30"/>
                  </a:lnTo>
                  <a:close/>
                  <a:moveTo>
                    <a:pt x="21" y="30"/>
                  </a:moveTo>
                  <a:lnTo>
                    <a:pt x="21" y="30"/>
                  </a:lnTo>
                  <a:lnTo>
                    <a:pt x="21" y="30"/>
                  </a:lnTo>
                  <a:close/>
                  <a:moveTo>
                    <a:pt x="31" y="0"/>
                  </a:moveTo>
                  <a:lnTo>
                    <a:pt x="31" y="10"/>
                  </a:lnTo>
                  <a:lnTo>
                    <a:pt x="31" y="0"/>
                  </a:lnTo>
                  <a:close/>
                  <a:moveTo>
                    <a:pt x="42" y="0"/>
                  </a:moveTo>
                  <a:lnTo>
                    <a:pt x="31" y="0"/>
                  </a:lnTo>
                  <a:close/>
                </a:path>
              </a:pathLst>
            </a:custGeom>
            <a:solidFill>
              <a:srgbClr val="C0D2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 name="Google Shape;4876;p66">
              <a:extLst>
                <a:ext uri="{FF2B5EF4-FFF2-40B4-BE49-F238E27FC236}">
                  <a16:creationId xmlns:a16="http://schemas.microsoft.com/office/drawing/2014/main" id="{B3D4C84C-3753-4872-852C-AF5DA43D24C6}"/>
                </a:ext>
              </a:extLst>
            </p:cNvPr>
            <p:cNvSpPr/>
            <p:nvPr/>
          </p:nvSpPr>
          <p:spPr>
            <a:xfrm>
              <a:off x="3770925" y="2776225"/>
              <a:ext cx="24925" cy="93800"/>
            </a:xfrm>
            <a:custGeom>
              <a:avLst/>
              <a:gdLst/>
              <a:ahLst/>
              <a:cxnLst/>
              <a:rect l="l" t="t" r="r" b="b"/>
              <a:pathLst>
                <a:path w="997" h="3752" extrusionOk="0">
                  <a:moveTo>
                    <a:pt x="102" y="0"/>
                  </a:moveTo>
                  <a:cubicBezTo>
                    <a:pt x="61" y="295"/>
                    <a:pt x="31" y="590"/>
                    <a:pt x="0" y="875"/>
                  </a:cubicBezTo>
                  <a:cubicBezTo>
                    <a:pt x="275" y="2257"/>
                    <a:pt x="651" y="3264"/>
                    <a:pt x="844" y="3752"/>
                  </a:cubicBezTo>
                  <a:cubicBezTo>
                    <a:pt x="875" y="3742"/>
                    <a:pt x="905" y="3742"/>
                    <a:pt x="936" y="3742"/>
                  </a:cubicBezTo>
                  <a:lnTo>
                    <a:pt x="936" y="3731"/>
                  </a:lnTo>
                  <a:cubicBezTo>
                    <a:pt x="946" y="3731"/>
                    <a:pt x="946" y="3722"/>
                    <a:pt x="946" y="3722"/>
                  </a:cubicBezTo>
                  <a:lnTo>
                    <a:pt x="946" y="3711"/>
                  </a:lnTo>
                  <a:lnTo>
                    <a:pt x="946" y="3701"/>
                  </a:lnTo>
                  <a:lnTo>
                    <a:pt x="956" y="3701"/>
                  </a:lnTo>
                  <a:lnTo>
                    <a:pt x="956" y="3691"/>
                  </a:lnTo>
                  <a:lnTo>
                    <a:pt x="956" y="3681"/>
                  </a:lnTo>
                  <a:lnTo>
                    <a:pt x="956" y="3670"/>
                  </a:lnTo>
                  <a:cubicBezTo>
                    <a:pt x="966" y="3661"/>
                    <a:pt x="966" y="3650"/>
                    <a:pt x="966" y="3650"/>
                  </a:cubicBezTo>
                  <a:lnTo>
                    <a:pt x="966" y="3640"/>
                  </a:lnTo>
                  <a:lnTo>
                    <a:pt x="977" y="3640"/>
                  </a:lnTo>
                  <a:cubicBezTo>
                    <a:pt x="977" y="3609"/>
                    <a:pt x="986" y="3579"/>
                    <a:pt x="997" y="3548"/>
                  </a:cubicBezTo>
                  <a:cubicBezTo>
                    <a:pt x="803" y="2837"/>
                    <a:pt x="468" y="1546"/>
                    <a:pt x="102" y="0"/>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 name="Google Shape;4877;p66">
              <a:extLst>
                <a:ext uri="{FF2B5EF4-FFF2-40B4-BE49-F238E27FC236}">
                  <a16:creationId xmlns:a16="http://schemas.microsoft.com/office/drawing/2014/main" id="{2D42F121-EF4D-4B92-B5A8-7B2CEEA4357B}"/>
                </a:ext>
              </a:extLst>
            </p:cNvPr>
            <p:cNvSpPr/>
            <p:nvPr/>
          </p:nvSpPr>
          <p:spPr>
            <a:xfrm>
              <a:off x="3801425" y="2882975"/>
              <a:ext cx="68900" cy="14775"/>
            </a:xfrm>
            <a:custGeom>
              <a:avLst/>
              <a:gdLst/>
              <a:ahLst/>
              <a:cxnLst/>
              <a:rect l="l" t="t" r="r" b="b"/>
              <a:pathLst>
                <a:path w="2756" h="591" extrusionOk="0">
                  <a:moveTo>
                    <a:pt x="2014" y="1"/>
                  </a:moveTo>
                  <a:cubicBezTo>
                    <a:pt x="1901" y="92"/>
                    <a:pt x="1749" y="254"/>
                    <a:pt x="1648" y="489"/>
                  </a:cubicBezTo>
                  <a:cubicBezTo>
                    <a:pt x="1648" y="489"/>
                    <a:pt x="773" y="458"/>
                    <a:pt x="1" y="326"/>
                  </a:cubicBezTo>
                  <a:lnTo>
                    <a:pt x="1" y="428"/>
                  </a:lnTo>
                  <a:cubicBezTo>
                    <a:pt x="1" y="519"/>
                    <a:pt x="71" y="590"/>
                    <a:pt x="163" y="590"/>
                  </a:cubicBezTo>
                  <a:lnTo>
                    <a:pt x="2532" y="590"/>
                  </a:lnTo>
                  <a:cubicBezTo>
                    <a:pt x="2685" y="590"/>
                    <a:pt x="2756" y="387"/>
                    <a:pt x="2634" y="295"/>
                  </a:cubicBezTo>
                  <a:cubicBezTo>
                    <a:pt x="2502" y="193"/>
                    <a:pt x="2288" y="92"/>
                    <a:pt x="2014" y="1"/>
                  </a:cubicBezTo>
                  <a:close/>
                </a:path>
              </a:pathLst>
            </a:custGeom>
            <a:solidFill>
              <a:srgbClr val="6E96E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 name="Google Shape;4878;p66">
              <a:extLst>
                <a:ext uri="{FF2B5EF4-FFF2-40B4-BE49-F238E27FC236}">
                  <a16:creationId xmlns:a16="http://schemas.microsoft.com/office/drawing/2014/main" id="{253F46DC-DE4C-4065-A9D0-0CADCB63A571}"/>
                </a:ext>
              </a:extLst>
            </p:cNvPr>
            <p:cNvSpPr/>
            <p:nvPr/>
          </p:nvSpPr>
          <p:spPr>
            <a:xfrm>
              <a:off x="3798375" y="2866200"/>
              <a:ext cx="53400" cy="29000"/>
            </a:xfrm>
            <a:custGeom>
              <a:avLst/>
              <a:gdLst/>
              <a:ahLst/>
              <a:cxnLst/>
              <a:rect l="l" t="t" r="r" b="b"/>
              <a:pathLst>
                <a:path w="2136" h="1160" extrusionOk="0">
                  <a:moveTo>
                    <a:pt x="1" y="1"/>
                  </a:moveTo>
                  <a:cubicBezTo>
                    <a:pt x="82" y="275"/>
                    <a:pt x="123" y="428"/>
                    <a:pt x="123" y="428"/>
                  </a:cubicBezTo>
                  <a:lnTo>
                    <a:pt x="123" y="997"/>
                  </a:lnTo>
                  <a:cubicBezTo>
                    <a:pt x="895" y="1129"/>
                    <a:pt x="1770" y="1160"/>
                    <a:pt x="1770" y="1160"/>
                  </a:cubicBezTo>
                  <a:cubicBezTo>
                    <a:pt x="1871" y="925"/>
                    <a:pt x="2023" y="763"/>
                    <a:pt x="2136" y="672"/>
                  </a:cubicBezTo>
                  <a:cubicBezTo>
                    <a:pt x="1871" y="580"/>
                    <a:pt x="1546" y="498"/>
                    <a:pt x="1139" y="428"/>
                  </a:cubicBezTo>
                  <a:lnTo>
                    <a:pt x="1129" y="10"/>
                  </a:lnTo>
                  <a:cubicBezTo>
                    <a:pt x="986" y="31"/>
                    <a:pt x="803" y="51"/>
                    <a:pt x="580" y="51"/>
                  </a:cubicBezTo>
                  <a:cubicBezTo>
                    <a:pt x="326" y="51"/>
                    <a:pt x="132" y="31"/>
                    <a:pt x="1"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4879;p66">
              <a:extLst>
                <a:ext uri="{FF2B5EF4-FFF2-40B4-BE49-F238E27FC236}">
                  <a16:creationId xmlns:a16="http://schemas.microsoft.com/office/drawing/2014/main" id="{B815F63F-794C-4C15-B007-D32932FC5FA5}"/>
                </a:ext>
              </a:extLst>
            </p:cNvPr>
            <p:cNvSpPr/>
            <p:nvPr/>
          </p:nvSpPr>
          <p:spPr>
            <a:xfrm>
              <a:off x="3719325" y="2424425"/>
              <a:ext cx="158625" cy="447125"/>
            </a:xfrm>
            <a:custGeom>
              <a:avLst/>
              <a:gdLst/>
              <a:ahLst/>
              <a:cxnLst/>
              <a:rect l="l" t="t" r="r" b="b"/>
              <a:pathLst>
                <a:path w="6345" h="17885" extrusionOk="0">
                  <a:moveTo>
                    <a:pt x="1210" y="0"/>
                  </a:moveTo>
                  <a:cubicBezTo>
                    <a:pt x="1017" y="814"/>
                    <a:pt x="722" y="1607"/>
                    <a:pt x="600" y="2339"/>
                  </a:cubicBezTo>
                  <a:cubicBezTo>
                    <a:pt x="0" y="5989"/>
                    <a:pt x="2522" y="15668"/>
                    <a:pt x="3111" y="17803"/>
                  </a:cubicBezTo>
                  <a:cubicBezTo>
                    <a:pt x="3305" y="17855"/>
                    <a:pt x="3508" y="17885"/>
                    <a:pt x="3762" y="17885"/>
                  </a:cubicBezTo>
                  <a:cubicBezTo>
                    <a:pt x="4037" y="17885"/>
                    <a:pt x="4270" y="17824"/>
                    <a:pt x="4403" y="17803"/>
                  </a:cubicBezTo>
                  <a:lnTo>
                    <a:pt x="3721" y="3762"/>
                  </a:lnTo>
                  <a:lnTo>
                    <a:pt x="6345" y="2339"/>
                  </a:lnTo>
                  <a:cubicBezTo>
                    <a:pt x="6213" y="1616"/>
                    <a:pt x="5928" y="844"/>
                    <a:pt x="5735" y="30"/>
                  </a:cubicBezTo>
                  <a:cubicBezTo>
                    <a:pt x="5460" y="102"/>
                    <a:pt x="5023" y="183"/>
                    <a:pt x="4423" y="204"/>
                  </a:cubicBezTo>
                  <a:cubicBezTo>
                    <a:pt x="4207" y="213"/>
                    <a:pt x="3996" y="217"/>
                    <a:pt x="3791" y="217"/>
                  </a:cubicBezTo>
                  <a:cubicBezTo>
                    <a:pt x="2639" y="217"/>
                    <a:pt x="1694" y="87"/>
                    <a:pt x="1210" y="0"/>
                  </a:cubicBezTo>
                  <a:close/>
                </a:path>
              </a:pathLst>
            </a:custGeom>
            <a:solidFill>
              <a:srgbClr val="B3CAF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4880;p66">
              <a:extLst>
                <a:ext uri="{FF2B5EF4-FFF2-40B4-BE49-F238E27FC236}">
                  <a16:creationId xmlns:a16="http://schemas.microsoft.com/office/drawing/2014/main" id="{BF239C97-BABC-4573-AB48-854070CDEDF1}"/>
                </a:ext>
              </a:extLst>
            </p:cNvPr>
            <p:cNvSpPr/>
            <p:nvPr/>
          </p:nvSpPr>
          <p:spPr>
            <a:xfrm>
              <a:off x="3738125" y="2427475"/>
              <a:ext cx="138050" cy="56450"/>
            </a:xfrm>
            <a:custGeom>
              <a:avLst/>
              <a:gdLst/>
              <a:ahLst/>
              <a:cxnLst/>
              <a:rect l="l" t="t" r="r" b="b"/>
              <a:pathLst>
                <a:path w="5522" h="2258" extrusionOk="0">
                  <a:moveTo>
                    <a:pt x="4525" y="0"/>
                  </a:moveTo>
                  <a:lnTo>
                    <a:pt x="4525" y="0"/>
                  </a:lnTo>
                  <a:cubicBezTo>
                    <a:pt x="4291" y="41"/>
                    <a:pt x="4006" y="71"/>
                    <a:pt x="3671" y="82"/>
                  </a:cubicBezTo>
                  <a:lnTo>
                    <a:pt x="3631" y="82"/>
                  </a:lnTo>
                  <a:cubicBezTo>
                    <a:pt x="3498" y="91"/>
                    <a:pt x="3366" y="91"/>
                    <a:pt x="3244" y="91"/>
                  </a:cubicBezTo>
                  <a:cubicBezTo>
                    <a:pt x="3204" y="396"/>
                    <a:pt x="3152" y="692"/>
                    <a:pt x="3091" y="966"/>
                  </a:cubicBezTo>
                  <a:cubicBezTo>
                    <a:pt x="2949" y="1546"/>
                    <a:pt x="2431" y="1921"/>
                    <a:pt x="1871" y="1921"/>
                  </a:cubicBezTo>
                  <a:cubicBezTo>
                    <a:pt x="1729" y="1921"/>
                    <a:pt x="1577" y="1901"/>
                    <a:pt x="1424" y="1840"/>
                  </a:cubicBezTo>
                  <a:cubicBezTo>
                    <a:pt x="997" y="1668"/>
                    <a:pt x="509" y="1454"/>
                    <a:pt x="92" y="1189"/>
                  </a:cubicBezTo>
                  <a:lnTo>
                    <a:pt x="0" y="1525"/>
                  </a:lnTo>
                  <a:cubicBezTo>
                    <a:pt x="407" y="1799"/>
                    <a:pt x="865" y="2003"/>
                    <a:pt x="1292" y="2166"/>
                  </a:cubicBezTo>
                  <a:cubicBezTo>
                    <a:pt x="1465" y="2227"/>
                    <a:pt x="1638" y="2257"/>
                    <a:pt x="1800" y="2257"/>
                  </a:cubicBezTo>
                  <a:cubicBezTo>
                    <a:pt x="2461" y="2257"/>
                    <a:pt x="3061" y="1820"/>
                    <a:pt x="3244" y="1139"/>
                  </a:cubicBezTo>
                  <a:cubicBezTo>
                    <a:pt x="3305" y="915"/>
                    <a:pt x="3366" y="671"/>
                    <a:pt x="3417" y="396"/>
                  </a:cubicBezTo>
                  <a:lnTo>
                    <a:pt x="3549" y="396"/>
                  </a:lnTo>
                  <a:cubicBezTo>
                    <a:pt x="3864" y="396"/>
                    <a:pt x="4149" y="387"/>
                    <a:pt x="4393" y="376"/>
                  </a:cubicBezTo>
                  <a:cubicBezTo>
                    <a:pt x="4413" y="864"/>
                    <a:pt x="4433" y="1271"/>
                    <a:pt x="4454" y="1586"/>
                  </a:cubicBezTo>
                  <a:cubicBezTo>
                    <a:pt x="4474" y="1912"/>
                    <a:pt x="4749" y="2135"/>
                    <a:pt x="5034" y="2135"/>
                  </a:cubicBezTo>
                  <a:cubicBezTo>
                    <a:pt x="5166" y="2135"/>
                    <a:pt x="5288" y="2095"/>
                    <a:pt x="5400" y="2003"/>
                  </a:cubicBezTo>
                  <a:cubicBezTo>
                    <a:pt x="5440" y="1962"/>
                    <a:pt x="5481" y="1932"/>
                    <a:pt x="5522" y="1891"/>
                  </a:cubicBezTo>
                  <a:cubicBezTo>
                    <a:pt x="5511" y="1830"/>
                    <a:pt x="5491" y="1769"/>
                    <a:pt x="5481" y="1708"/>
                  </a:cubicBezTo>
                  <a:lnTo>
                    <a:pt x="5481" y="1718"/>
                  </a:lnTo>
                  <a:cubicBezTo>
                    <a:pt x="5379" y="1840"/>
                    <a:pt x="5237" y="1901"/>
                    <a:pt x="5095" y="1901"/>
                  </a:cubicBezTo>
                  <a:cubicBezTo>
                    <a:pt x="4871" y="1901"/>
                    <a:pt x="4647" y="1749"/>
                    <a:pt x="4596" y="1494"/>
                  </a:cubicBezTo>
                  <a:cubicBezTo>
                    <a:pt x="4495" y="936"/>
                    <a:pt x="4505" y="457"/>
                    <a:pt x="4525" y="0"/>
                  </a:cubicBezTo>
                  <a:close/>
                </a:path>
              </a:pathLst>
            </a:custGeom>
            <a:solidFill>
              <a:srgbClr val="6288E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4881;p66">
              <a:extLst>
                <a:ext uri="{FF2B5EF4-FFF2-40B4-BE49-F238E27FC236}">
                  <a16:creationId xmlns:a16="http://schemas.microsoft.com/office/drawing/2014/main" id="{35C44545-E5E3-428A-9AF4-371280FDEC54}"/>
                </a:ext>
              </a:extLst>
            </p:cNvPr>
            <p:cNvSpPr/>
            <p:nvPr/>
          </p:nvSpPr>
          <p:spPr>
            <a:xfrm>
              <a:off x="3906900" y="2267825"/>
              <a:ext cx="50350" cy="67375"/>
            </a:xfrm>
            <a:custGeom>
              <a:avLst/>
              <a:gdLst/>
              <a:ahLst/>
              <a:cxnLst/>
              <a:rect l="l" t="t" r="r" b="b"/>
              <a:pathLst>
                <a:path w="2014" h="2695" extrusionOk="0">
                  <a:moveTo>
                    <a:pt x="174" y="1"/>
                  </a:moveTo>
                  <a:lnTo>
                    <a:pt x="174" y="1"/>
                  </a:lnTo>
                  <a:cubicBezTo>
                    <a:pt x="215" y="377"/>
                    <a:pt x="194" y="1363"/>
                    <a:pt x="194" y="1363"/>
                  </a:cubicBezTo>
                  <a:lnTo>
                    <a:pt x="1" y="2441"/>
                  </a:lnTo>
                  <a:lnTo>
                    <a:pt x="1394" y="2695"/>
                  </a:lnTo>
                  <a:cubicBezTo>
                    <a:pt x="1394" y="2695"/>
                    <a:pt x="1475" y="2044"/>
                    <a:pt x="1496" y="1516"/>
                  </a:cubicBezTo>
                  <a:cubicBezTo>
                    <a:pt x="2014" y="1149"/>
                    <a:pt x="1770" y="194"/>
                    <a:pt x="1770" y="194"/>
                  </a:cubicBezTo>
                  <a:lnTo>
                    <a:pt x="174" y="1"/>
                  </a:ln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 name="Google Shape;4882;p66">
              <a:extLst>
                <a:ext uri="{FF2B5EF4-FFF2-40B4-BE49-F238E27FC236}">
                  <a16:creationId xmlns:a16="http://schemas.microsoft.com/office/drawing/2014/main" id="{1D0A2DB5-A733-4BD8-A173-B2815021BFCA}"/>
                </a:ext>
              </a:extLst>
            </p:cNvPr>
            <p:cNvSpPr/>
            <p:nvPr/>
          </p:nvSpPr>
          <p:spPr>
            <a:xfrm>
              <a:off x="3911475" y="2273175"/>
              <a:ext cx="300" cy="9425"/>
            </a:xfrm>
            <a:custGeom>
              <a:avLst/>
              <a:gdLst/>
              <a:ahLst/>
              <a:cxnLst/>
              <a:rect l="l" t="t" r="r" b="b"/>
              <a:pathLst>
                <a:path w="12" h="377" extrusionOk="0">
                  <a:moveTo>
                    <a:pt x="1" y="0"/>
                  </a:moveTo>
                  <a:cubicBezTo>
                    <a:pt x="11" y="112"/>
                    <a:pt x="11" y="244"/>
                    <a:pt x="11" y="377"/>
                  </a:cubicBezTo>
                  <a:lnTo>
                    <a:pt x="11" y="377"/>
                  </a:lnTo>
                  <a:cubicBezTo>
                    <a:pt x="11" y="244"/>
                    <a:pt x="11" y="112"/>
                    <a:pt x="1" y="0"/>
                  </a:cubicBez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 name="Google Shape;4883;p66">
              <a:extLst>
                <a:ext uri="{FF2B5EF4-FFF2-40B4-BE49-F238E27FC236}">
                  <a16:creationId xmlns:a16="http://schemas.microsoft.com/office/drawing/2014/main" id="{A804F59B-C128-430C-A3E0-4A43EFE5F52B}"/>
                </a:ext>
              </a:extLst>
            </p:cNvPr>
            <p:cNvSpPr/>
            <p:nvPr/>
          </p:nvSpPr>
          <p:spPr>
            <a:xfrm>
              <a:off x="3911475" y="2273175"/>
              <a:ext cx="19850" cy="30775"/>
            </a:xfrm>
            <a:custGeom>
              <a:avLst/>
              <a:gdLst/>
              <a:ahLst/>
              <a:cxnLst/>
              <a:rect l="l" t="t" r="r" b="b"/>
              <a:pathLst>
                <a:path w="794" h="1231" extrusionOk="0">
                  <a:moveTo>
                    <a:pt x="1" y="0"/>
                  </a:moveTo>
                  <a:lnTo>
                    <a:pt x="1" y="0"/>
                  </a:lnTo>
                  <a:cubicBezTo>
                    <a:pt x="11" y="112"/>
                    <a:pt x="11" y="244"/>
                    <a:pt x="11" y="377"/>
                  </a:cubicBezTo>
                  <a:lnTo>
                    <a:pt x="692" y="1231"/>
                  </a:lnTo>
                  <a:cubicBezTo>
                    <a:pt x="773" y="1078"/>
                    <a:pt x="794" y="915"/>
                    <a:pt x="764" y="752"/>
                  </a:cubicBezTo>
                  <a:lnTo>
                    <a:pt x="1" y="0"/>
                  </a:ln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 name="Google Shape;4884;p66">
              <a:extLst>
                <a:ext uri="{FF2B5EF4-FFF2-40B4-BE49-F238E27FC236}">
                  <a16:creationId xmlns:a16="http://schemas.microsoft.com/office/drawing/2014/main" id="{4959EA7B-F025-40B3-BF99-E253135EC31C}"/>
                </a:ext>
              </a:extLst>
            </p:cNvPr>
            <p:cNvSpPr/>
            <p:nvPr/>
          </p:nvSpPr>
          <p:spPr>
            <a:xfrm>
              <a:off x="3780825" y="2254100"/>
              <a:ext cx="50625" cy="37075"/>
            </a:xfrm>
            <a:custGeom>
              <a:avLst/>
              <a:gdLst/>
              <a:ahLst/>
              <a:cxnLst/>
              <a:rect l="l" t="t" r="r" b="b"/>
              <a:pathLst>
                <a:path w="2025" h="1483" extrusionOk="0">
                  <a:moveTo>
                    <a:pt x="346" y="1"/>
                  </a:moveTo>
                  <a:cubicBezTo>
                    <a:pt x="346" y="1"/>
                    <a:pt x="398" y="926"/>
                    <a:pt x="1" y="1323"/>
                  </a:cubicBezTo>
                  <a:cubicBezTo>
                    <a:pt x="1" y="1323"/>
                    <a:pt x="539" y="1483"/>
                    <a:pt x="1099" y="1483"/>
                  </a:cubicBezTo>
                  <a:cubicBezTo>
                    <a:pt x="1201" y="1483"/>
                    <a:pt x="1304" y="1478"/>
                    <a:pt x="1404" y="1465"/>
                  </a:cubicBezTo>
                  <a:cubicBezTo>
                    <a:pt x="1851" y="1414"/>
                    <a:pt x="2024" y="1323"/>
                    <a:pt x="2024" y="1323"/>
                  </a:cubicBezTo>
                  <a:cubicBezTo>
                    <a:pt x="1627" y="926"/>
                    <a:pt x="1679" y="1"/>
                    <a:pt x="1679"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4885;p66">
              <a:extLst>
                <a:ext uri="{FF2B5EF4-FFF2-40B4-BE49-F238E27FC236}">
                  <a16:creationId xmlns:a16="http://schemas.microsoft.com/office/drawing/2014/main" id="{7E254640-D94A-457C-916D-6137D39A24FF}"/>
                </a:ext>
              </a:extLst>
            </p:cNvPr>
            <p:cNvSpPr/>
            <p:nvPr/>
          </p:nvSpPr>
          <p:spPr>
            <a:xfrm>
              <a:off x="3788950" y="2261475"/>
              <a:ext cx="35875" cy="12725"/>
            </a:xfrm>
            <a:custGeom>
              <a:avLst/>
              <a:gdLst/>
              <a:ahLst/>
              <a:cxnLst/>
              <a:rect l="l" t="t" r="r" b="b"/>
              <a:pathLst>
                <a:path w="1435" h="509" extrusionOk="0">
                  <a:moveTo>
                    <a:pt x="1374" y="204"/>
                  </a:moveTo>
                  <a:lnTo>
                    <a:pt x="1374" y="204"/>
                  </a:lnTo>
                  <a:lnTo>
                    <a:pt x="1374" y="204"/>
                  </a:lnTo>
                  <a:cubicBezTo>
                    <a:pt x="1384" y="296"/>
                    <a:pt x="1404" y="407"/>
                    <a:pt x="1435" y="509"/>
                  </a:cubicBezTo>
                  <a:lnTo>
                    <a:pt x="1435" y="509"/>
                  </a:lnTo>
                  <a:cubicBezTo>
                    <a:pt x="1404" y="407"/>
                    <a:pt x="1384" y="296"/>
                    <a:pt x="1374" y="204"/>
                  </a:cubicBezTo>
                  <a:close/>
                  <a:moveTo>
                    <a:pt x="21" y="0"/>
                  </a:moveTo>
                  <a:cubicBezTo>
                    <a:pt x="12" y="52"/>
                    <a:pt x="12" y="113"/>
                    <a:pt x="1" y="163"/>
                  </a:cubicBezTo>
                  <a:lnTo>
                    <a:pt x="1" y="163"/>
                  </a:lnTo>
                  <a:cubicBezTo>
                    <a:pt x="12" y="113"/>
                    <a:pt x="12" y="52"/>
                    <a:pt x="21" y="0"/>
                  </a:cubicBezTo>
                  <a:close/>
                </a:path>
              </a:pathLst>
            </a:custGeom>
            <a:solidFill>
              <a:srgbClr val="FCE8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4886;p66">
              <a:extLst>
                <a:ext uri="{FF2B5EF4-FFF2-40B4-BE49-F238E27FC236}">
                  <a16:creationId xmlns:a16="http://schemas.microsoft.com/office/drawing/2014/main" id="{9B3557CF-D33D-44BF-A282-26EEA7F55424}"/>
                </a:ext>
              </a:extLst>
            </p:cNvPr>
            <p:cNvSpPr/>
            <p:nvPr/>
          </p:nvSpPr>
          <p:spPr>
            <a:xfrm>
              <a:off x="3788950" y="2261475"/>
              <a:ext cx="35875" cy="12725"/>
            </a:xfrm>
            <a:custGeom>
              <a:avLst/>
              <a:gdLst/>
              <a:ahLst/>
              <a:cxnLst/>
              <a:rect l="l" t="t" r="r" b="b"/>
              <a:pathLst>
                <a:path w="1435" h="509" extrusionOk="0">
                  <a:moveTo>
                    <a:pt x="21" y="0"/>
                  </a:moveTo>
                  <a:cubicBezTo>
                    <a:pt x="12" y="52"/>
                    <a:pt x="12" y="113"/>
                    <a:pt x="1" y="163"/>
                  </a:cubicBezTo>
                  <a:cubicBezTo>
                    <a:pt x="398" y="336"/>
                    <a:pt x="875" y="468"/>
                    <a:pt x="1435" y="509"/>
                  </a:cubicBezTo>
                  <a:cubicBezTo>
                    <a:pt x="1404" y="407"/>
                    <a:pt x="1384" y="296"/>
                    <a:pt x="1374" y="204"/>
                  </a:cubicBezTo>
                  <a:cubicBezTo>
                    <a:pt x="886" y="204"/>
                    <a:pt x="439" y="133"/>
                    <a:pt x="21" y="0"/>
                  </a:cubicBezTo>
                  <a:close/>
                </a:path>
              </a:pathLst>
            </a:custGeom>
            <a:solidFill>
              <a:srgbClr val="F7BF9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4887;p66">
              <a:extLst>
                <a:ext uri="{FF2B5EF4-FFF2-40B4-BE49-F238E27FC236}">
                  <a16:creationId xmlns:a16="http://schemas.microsoft.com/office/drawing/2014/main" id="{A3D08D83-259B-4013-BA91-E0256FAFE7A5}"/>
                </a:ext>
              </a:extLst>
            </p:cNvPr>
            <p:cNvSpPr/>
            <p:nvPr/>
          </p:nvSpPr>
          <p:spPr>
            <a:xfrm>
              <a:off x="3713200" y="1993425"/>
              <a:ext cx="109600" cy="73875"/>
            </a:xfrm>
            <a:custGeom>
              <a:avLst/>
              <a:gdLst/>
              <a:ahLst/>
              <a:cxnLst/>
              <a:rect l="l" t="t" r="r" b="b"/>
              <a:pathLst>
                <a:path w="4384" h="2955" extrusionOk="0">
                  <a:moveTo>
                    <a:pt x="2391" y="1"/>
                  </a:moveTo>
                  <a:cubicBezTo>
                    <a:pt x="1083" y="1"/>
                    <a:pt x="845" y="1460"/>
                    <a:pt x="845" y="1460"/>
                  </a:cubicBezTo>
                  <a:cubicBezTo>
                    <a:pt x="845" y="1460"/>
                    <a:pt x="836" y="1459"/>
                    <a:pt x="820" y="1459"/>
                  </a:cubicBezTo>
                  <a:cubicBezTo>
                    <a:pt x="697" y="1459"/>
                    <a:pt x="172" y="1491"/>
                    <a:pt x="82" y="2029"/>
                  </a:cubicBezTo>
                  <a:cubicBezTo>
                    <a:pt x="1" y="2497"/>
                    <a:pt x="367" y="2954"/>
                    <a:pt x="1058" y="2954"/>
                  </a:cubicBezTo>
                  <a:lnTo>
                    <a:pt x="3733" y="2334"/>
                  </a:lnTo>
                  <a:cubicBezTo>
                    <a:pt x="3733" y="2334"/>
                    <a:pt x="4384" y="1917"/>
                    <a:pt x="4180" y="1399"/>
                  </a:cubicBezTo>
                  <a:cubicBezTo>
                    <a:pt x="4081" y="1125"/>
                    <a:pt x="3804" y="1090"/>
                    <a:pt x="3672" y="1090"/>
                  </a:cubicBezTo>
                  <a:cubicBezTo>
                    <a:pt x="3628" y="1090"/>
                    <a:pt x="3600" y="1094"/>
                    <a:pt x="3600" y="1094"/>
                  </a:cubicBezTo>
                  <a:cubicBezTo>
                    <a:pt x="3600" y="1094"/>
                    <a:pt x="3621" y="77"/>
                    <a:pt x="2523" y="6"/>
                  </a:cubicBezTo>
                  <a:cubicBezTo>
                    <a:pt x="2478" y="2"/>
                    <a:pt x="2434" y="1"/>
                    <a:pt x="2391" y="1"/>
                  </a:cubicBezTo>
                  <a:close/>
                </a:path>
              </a:pathLst>
            </a:custGeom>
            <a:solidFill>
              <a:schemeClr val="bg1">
                <a:lumMod val="65000"/>
                <a:lumOff val="3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4888;p66">
              <a:extLst>
                <a:ext uri="{FF2B5EF4-FFF2-40B4-BE49-F238E27FC236}">
                  <a16:creationId xmlns:a16="http://schemas.microsoft.com/office/drawing/2014/main" id="{A26F3346-6475-4C9D-8C66-B5BA0DE3CED0}"/>
                </a:ext>
              </a:extLst>
            </p:cNvPr>
            <p:cNvSpPr/>
            <p:nvPr/>
          </p:nvSpPr>
          <p:spPr>
            <a:xfrm>
              <a:off x="3773200" y="1998400"/>
              <a:ext cx="16800" cy="41450"/>
            </a:xfrm>
            <a:custGeom>
              <a:avLst/>
              <a:gdLst/>
              <a:ahLst/>
              <a:cxnLst/>
              <a:rect l="l" t="t" r="r" b="b"/>
              <a:pathLst>
                <a:path w="672" h="1658" extrusionOk="0">
                  <a:moveTo>
                    <a:pt x="31" y="0"/>
                  </a:moveTo>
                  <a:cubicBezTo>
                    <a:pt x="21" y="0"/>
                    <a:pt x="11" y="0"/>
                    <a:pt x="11" y="10"/>
                  </a:cubicBezTo>
                  <a:cubicBezTo>
                    <a:pt x="1" y="21"/>
                    <a:pt x="11" y="30"/>
                    <a:pt x="21" y="41"/>
                  </a:cubicBezTo>
                  <a:cubicBezTo>
                    <a:pt x="102" y="71"/>
                    <a:pt x="174" y="143"/>
                    <a:pt x="235" y="204"/>
                  </a:cubicBezTo>
                  <a:cubicBezTo>
                    <a:pt x="224" y="193"/>
                    <a:pt x="224" y="183"/>
                    <a:pt x="235" y="173"/>
                  </a:cubicBezTo>
                  <a:lnTo>
                    <a:pt x="245" y="173"/>
                  </a:lnTo>
                  <a:cubicBezTo>
                    <a:pt x="255" y="173"/>
                    <a:pt x="265" y="183"/>
                    <a:pt x="265" y="183"/>
                  </a:cubicBezTo>
                  <a:cubicBezTo>
                    <a:pt x="285" y="224"/>
                    <a:pt x="306" y="274"/>
                    <a:pt x="316" y="315"/>
                  </a:cubicBezTo>
                  <a:cubicBezTo>
                    <a:pt x="326" y="326"/>
                    <a:pt x="336" y="346"/>
                    <a:pt x="346" y="356"/>
                  </a:cubicBezTo>
                  <a:cubicBezTo>
                    <a:pt x="560" y="671"/>
                    <a:pt x="631" y="945"/>
                    <a:pt x="560" y="1180"/>
                  </a:cubicBezTo>
                  <a:cubicBezTo>
                    <a:pt x="529" y="1302"/>
                    <a:pt x="448" y="1413"/>
                    <a:pt x="377" y="1515"/>
                  </a:cubicBezTo>
                  <a:cubicBezTo>
                    <a:pt x="346" y="1555"/>
                    <a:pt x="316" y="1607"/>
                    <a:pt x="285" y="1647"/>
                  </a:cubicBezTo>
                  <a:lnTo>
                    <a:pt x="285" y="1657"/>
                  </a:lnTo>
                  <a:cubicBezTo>
                    <a:pt x="306" y="1647"/>
                    <a:pt x="326" y="1647"/>
                    <a:pt x="346" y="1637"/>
                  </a:cubicBezTo>
                  <a:cubicBezTo>
                    <a:pt x="367" y="1607"/>
                    <a:pt x="387" y="1576"/>
                    <a:pt x="407" y="1535"/>
                  </a:cubicBezTo>
                  <a:cubicBezTo>
                    <a:pt x="489" y="1433"/>
                    <a:pt x="560" y="1322"/>
                    <a:pt x="601" y="1189"/>
                  </a:cubicBezTo>
                  <a:cubicBezTo>
                    <a:pt x="672" y="945"/>
                    <a:pt x="601" y="661"/>
                    <a:pt x="377" y="335"/>
                  </a:cubicBezTo>
                  <a:cubicBezTo>
                    <a:pt x="296" y="204"/>
                    <a:pt x="184" y="71"/>
                    <a:pt x="31" y="0"/>
                  </a:cubicBezTo>
                  <a:close/>
                </a:path>
              </a:pathLst>
            </a:custGeom>
            <a:solidFill>
              <a:srgbClr val="9C68D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4889;p66">
              <a:extLst>
                <a:ext uri="{FF2B5EF4-FFF2-40B4-BE49-F238E27FC236}">
                  <a16:creationId xmlns:a16="http://schemas.microsoft.com/office/drawing/2014/main" id="{52A7A631-1EA9-4BBF-9B36-2DC5850B6D5C}"/>
                </a:ext>
              </a:extLst>
            </p:cNvPr>
            <p:cNvSpPr/>
            <p:nvPr/>
          </p:nvSpPr>
          <p:spPr>
            <a:xfrm>
              <a:off x="3771675" y="2002700"/>
              <a:ext cx="10200" cy="39450"/>
            </a:xfrm>
            <a:custGeom>
              <a:avLst/>
              <a:gdLst/>
              <a:ahLst/>
              <a:cxnLst/>
              <a:rect l="l" t="t" r="r" b="b"/>
              <a:pathLst>
                <a:path w="408" h="1578" extrusionOk="0">
                  <a:moveTo>
                    <a:pt x="296" y="1"/>
                  </a:moveTo>
                  <a:cubicBezTo>
                    <a:pt x="285" y="11"/>
                    <a:pt x="285" y="21"/>
                    <a:pt x="296" y="32"/>
                  </a:cubicBezTo>
                  <a:cubicBezTo>
                    <a:pt x="407" y="255"/>
                    <a:pt x="336" y="509"/>
                    <a:pt x="285" y="642"/>
                  </a:cubicBezTo>
                  <a:cubicBezTo>
                    <a:pt x="255" y="723"/>
                    <a:pt x="214" y="804"/>
                    <a:pt x="184" y="886"/>
                  </a:cubicBezTo>
                  <a:cubicBezTo>
                    <a:pt x="133" y="997"/>
                    <a:pt x="82" y="1119"/>
                    <a:pt x="41" y="1241"/>
                  </a:cubicBezTo>
                  <a:cubicBezTo>
                    <a:pt x="1" y="1353"/>
                    <a:pt x="1" y="1465"/>
                    <a:pt x="21" y="1577"/>
                  </a:cubicBezTo>
                  <a:cubicBezTo>
                    <a:pt x="31" y="1577"/>
                    <a:pt x="52" y="1567"/>
                    <a:pt x="62" y="1567"/>
                  </a:cubicBezTo>
                  <a:cubicBezTo>
                    <a:pt x="41" y="1465"/>
                    <a:pt x="41" y="1353"/>
                    <a:pt x="82" y="1252"/>
                  </a:cubicBezTo>
                  <a:cubicBezTo>
                    <a:pt x="113" y="1139"/>
                    <a:pt x="174" y="1017"/>
                    <a:pt x="224" y="906"/>
                  </a:cubicBezTo>
                  <a:cubicBezTo>
                    <a:pt x="255" y="825"/>
                    <a:pt x="296" y="743"/>
                    <a:pt x="326" y="662"/>
                  </a:cubicBezTo>
                  <a:cubicBezTo>
                    <a:pt x="397" y="468"/>
                    <a:pt x="407" y="296"/>
                    <a:pt x="377" y="143"/>
                  </a:cubicBezTo>
                  <a:cubicBezTo>
                    <a:pt x="367" y="102"/>
                    <a:pt x="346" y="52"/>
                    <a:pt x="326" y="11"/>
                  </a:cubicBezTo>
                  <a:cubicBezTo>
                    <a:pt x="326" y="11"/>
                    <a:pt x="316" y="1"/>
                    <a:pt x="306" y="1"/>
                  </a:cubicBezTo>
                  <a:close/>
                </a:path>
              </a:pathLst>
            </a:custGeom>
            <a:solidFill>
              <a:srgbClr val="9C68D4"/>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4890;p66">
              <a:extLst>
                <a:ext uri="{FF2B5EF4-FFF2-40B4-BE49-F238E27FC236}">
                  <a16:creationId xmlns:a16="http://schemas.microsoft.com/office/drawing/2014/main" id="{37D94FC3-BF40-441D-A785-2ED021C0C1B0}"/>
                </a:ext>
              </a:extLst>
            </p:cNvPr>
            <p:cNvSpPr/>
            <p:nvPr/>
          </p:nvSpPr>
          <p:spPr>
            <a:xfrm>
              <a:off x="3745750" y="2011100"/>
              <a:ext cx="17300" cy="35625"/>
            </a:xfrm>
            <a:custGeom>
              <a:avLst/>
              <a:gdLst/>
              <a:ahLst/>
              <a:cxnLst/>
              <a:rect l="l" t="t" r="r" b="b"/>
              <a:pathLst>
                <a:path w="692" h="1425" extrusionOk="0">
                  <a:moveTo>
                    <a:pt x="163" y="1"/>
                  </a:moveTo>
                  <a:cubicBezTo>
                    <a:pt x="163" y="1"/>
                    <a:pt x="153" y="1"/>
                    <a:pt x="153" y="10"/>
                  </a:cubicBezTo>
                  <a:cubicBezTo>
                    <a:pt x="61" y="92"/>
                    <a:pt x="21" y="214"/>
                    <a:pt x="11" y="387"/>
                  </a:cubicBezTo>
                  <a:cubicBezTo>
                    <a:pt x="0" y="509"/>
                    <a:pt x="11" y="611"/>
                    <a:pt x="41" y="702"/>
                  </a:cubicBezTo>
                  <a:cubicBezTo>
                    <a:pt x="102" y="864"/>
                    <a:pt x="214" y="986"/>
                    <a:pt x="316" y="1078"/>
                  </a:cubicBezTo>
                  <a:cubicBezTo>
                    <a:pt x="346" y="1119"/>
                    <a:pt x="387" y="1149"/>
                    <a:pt x="427" y="1190"/>
                  </a:cubicBezTo>
                  <a:cubicBezTo>
                    <a:pt x="499" y="1251"/>
                    <a:pt x="580" y="1322"/>
                    <a:pt x="641" y="1404"/>
                  </a:cubicBezTo>
                  <a:cubicBezTo>
                    <a:pt x="651" y="1414"/>
                    <a:pt x="651" y="1414"/>
                    <a:pt x="651" y="1424"/>
                  </a:cubicBezTo>
                  <a:cubicBezTo>
                    <a:pt x="672" y="1414"/>
                    <a:pt x="682" y="1404"/>
                    <a:pt x="692" y="1404"/>
                  </a:cubicBezTo>
                  <a:cubicBezTo>
                    <a:pt x="682" y="1393"/>
                    <a:pt x="682" y="1383"/>
                    <a:pt x="672" y="1373"/>
                  </a:cubicBezTo>
                  <a:cubicBezTo>
                    <a:pt x="611" y="1302"/>
                    <a:pt x="529" y="1221"/>
                    <a:pt x="448" y="1160"/>
                  </a:cubicBezTo>
                  <a:cubicBezTo>
                    <a:pt x="418" y="1119"/>
                    <a:pt x="377" y="1088"/>
                    <a:pt x="346" y="1047"/>
                  </a:cubicBezTo>
                  <a:cubicBezTo>
                    <a:pt x="255" y="966"/>
                    <a:pt x="133" y="834"/>
                    <a:pt x="82" y="681"/>
                  </a:cubicBezTo>
                  <a:cubicBezTo>
                    <a:pt x="52" y="600"/>
                    <a:pt x="41" y="498"/>
                    <a:pt x="52" y="387"/>
                  </a:cubicBezTo>
                  <a:cubicBezTo>
                    <a:pt x="61" y="234"/>
                    <a:pt x="102" y="112"/>
                    <a:pt x="183" y="31"/>
                  </a:cubicBezTo>
                  <a:lnTo>
                    <a:pt x="183" y="10"/>
                  </a:lnTo>
                  <a:cubicBezTo>
                    <a:pt x="174" y="1"/>
                    <a:pt x="174" y="1"/>
                    <a:pt x="163" y="1"/>
                  </a:cubicBezTo>
                  <a:close/>
                </a:path>
              </a:pathLst>
            </a:custGeom>
            <a:solidFill>
              <a:srgbClr val="9C68D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4891;p66">
              <a:extLst>
                <a:ext uri="{FF2B5EF4-FFF2-40B4-BE49-F238E27FC236}">
                  <a16:creationId xmlns:a16="http://schemas.microsoft.com/office/drawing/2014/main" id="{95B1FCE7-DA2C-4902-AB5B-D0A054B3135F}"/>
                </a:ext>
              </a:extLst>
            </p:cNvPr>
            <p:cNvSpPr/>
            <p:nvPr/>
          </p:nvSpPr>
          <p:spPr>
            <a:xfrm>
              <a:off x="3725675" y="2040600"/>
              <a:ext cx="30525" cy="9925"/>
            </a:xfrm>
            <a:custGeom>
              <a:avLst/>
              <a:gdLst/>
              <a:ahLst/>
              <a:cxnLst/>
              <a:rect l="l" t="t" r="r" b="b"/>
              <a:pathLst>
                <a:path w="1221" h="397" extrusionOk="0">
                  <a:moveTo>
                    <a:pt x="21" y="0"/>
                  </a:moveTo>
                  <a:cubicBezTo>
                    <a:pt x="10" y="0"/>
                    <a:pt x="1" y="10"/>
                    <a:pt x="1" y="20"/>
                  </a:cubicBezTo>
                  <a:cubicBezTo>
                    <a:pt x="1" y="142"/>
                    <a:pt x="123" y="285"/>
                    <a:pt x="336" y="305"/>
                  </a:cubicBezTo>
                  <a:cubicBezTo>
                    <a:pt x="397" y="305"/>
                    <a:pt x="458" y="305"/>
                    <a:pt x="509" y="315"/>
                  </a:cubicBezTo>
                  <a:cubicBezTo>
                    <a:pt x="661" y="315"/>
                    <a:pt x="824" y="325"/>
                    <a:pt x="977" y="356"/>
                  </a:cubicBezTo>
                  <a:cubicBezTo>
                    <a:pt x="997" y="356"/>
                    <a:pt x="1017" y="356"/>
                    <a:pt x="1038" y="366"/>
                  </a:cubicBezTo>
                  <a:cubicBezTo>
                    <a:pt x="1139" y="376"/>
                    <a:pt x="1200" y="396"/>
                    <a:pt x="1200" y="396"/>
                  </a:cubicBezTo>
                  <a:lnTo>
                    <a:pt x="1221" y="376"/>
                  </a:lnTo>
                  <a:cubicBezTo>
                    <a:pt x="1149" y="346"/>
                    <a:pt x="1068" y="325"/>
                    <a:pt x="986" y="315"/>
                  </a:cubicBezTo>
                  <a:cubicBezTo>
                    <a:pt x="824" y="285"/>
                    <a:pt x="672" y="274"/>
                    <a:pt x="509" y="264"/>
                  </a:cubicBezTo>
                  <a:lnTo>
                    <a:pt x="336" y="264"/>
                  </a:lnTo>
                  <a:cubicBezTo>
                    <a:pt x="153" y="244"/>
                    <a:pt x="41" y="132"/>
                    <a:pt x="41" y="20"/>
                  </a:cubicBezTo>
                  <a:cubicBezTo>
                    <a:pt x="41" y="10"/>
                    <a:pt x="31" y="0"/>
                    <a:pt x="21" y="0"/>
                  </a:cubicBezTo>
                  <a:close/>
                </a:path>
              </a:pathLst>
            </a:custGeom>
            <a:solidFill>
              <a:srgbClr val="9C68D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4892;p66">
              <a:extLst>
                <a:ext uri="{FF2B5EF4-FFF2-40B4-BE49-F238E27FC236}">
                  <a16:creationId xmlns:a16="http://schemas.microsoft.com/office/drawing/2014/main" id="{92BBAC9A-3EBA-4EBF-AFB2-F2F994F3E6CF}"/>
                </a:ext>
              </a:extLst>
            </p:cNvPr>
            <p:cNvSpPr/>
            <p:nvPr/>
          </p:nvSpPr>
          <p:spPr>
            <a:xfrm>
              <a:off x="3801150" y="2026100"/>
              <a:ext cx="7925" cy="10700"/>
            </a:xfrm>
            <a:custGeom>
              <a:avLst/>
              <a:gdLst/>
              <a:ahLst/>
              <a:cxnLst/>
              <a:rect l="l" t="t" r="r" b="b"/>
              <a:pathLst>
                <a:path w="317" h="428" extrusionOk="0">
                  <a:moveTo>
                    <a:pt x="276" y="0"/>
                  </a:moveTo>
                  <a:cubicBezTo>
                    <a:pt x="265" y="0"/>
                    <a:pt x="256" y="11"/>
                    <a:pt x="265" y="31"/>
                  </a:cubicBezTo>
                  <a:cubicBezTo>
                    <a:pt x="265" y="102"/>
                    <a:pt x="245" y="183"/>
                    <a:pt x="184" y="255"/>
                  </a:cubicBezTo>
                  <a:cubicBezTo>
                    <a:pt x="134" y="325"/>
                    <a:pt x="62" y="377"/>
                    <a:pt x="1" y="427"/>
                  </a:cubicBezTo>
                  <a:lnTo>
                    <a:pt x="73" y="427"/>
                  </a:lnTo>
                  <a:cubicBezTo>
                    <a:pt x="123" y="386"/>
                    <a:pt x="174" y="336"/>
                    <a:pt x="215" y="285"/>
                  </a:cubicBezTo>
                  <a:cubicBezTo>
                    <a:pt x="286" y="203"/>
                    <a:pt x="317" y="102"/>
                    <a:pt x="306" y="20"/>
                  </a:cubicBezTo>
                  <a:cubicBezTo>
                    <a:pt x="296" y="11"/>
                    <a:pt x="296" y="0"/>
                    <a:pt x="286" y="0"/>
                  </a:cubicBezTo>
                  <a:close/>
                </a:path>
              </a:pathLst>
            </a:custGeom>
            <a:solidFill>
              <a:srgbClr val="9C68D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 name="Google Shape;4893;p66">
              <a:extLst>
                <a:ext uri="{FF2B5EF4-FFF2-40B4-BE49-F238E27FC236}">
                  <a16:creationId xmlns:a16="http://schemas.microsoft.com/office/drawing/2014/main" id="{9EAE2BA4-3789-4B59-8A56-C0F08162C6FA}"/>
                </a:ext>
              </a:extLst>
            </p:cNvPr>
            <p:cNvSpPr/>
            <p:nvPr/>
          </p:nvSpPr>
          <p:spPr>
            <a:xfrm>
              <a:off x="3715250" y="2043650"/>
              <a:ext cx="25" cy="525"/>
            </a:xfrm>
            <a:custGeom>
              <a:avLst/>
              <a:gdLst/>
              <a:ahLst/>
              <a:cxnLst/>
              <a:rect l="l" t="t" r="r" b="b"/>
              <a:pathLst>
                <a:path w="1" h="21" extrusionOk="0">
                  <a:moveTo>
                    <a:pt x="0" y="20"/>
                  </a:moveTo>
                  <a:lnTo>
                    <a:pt x="0" y="20"/>
                  </a:lnTo>
                  <a:lnTo>
                    <a:pt x="0" y="20"/>
                  </a:lnTo>
                  <a:close/>
                  <a:moveTo>
                    <a:pt x="0" y="10"/>
                  </a:moveTo>
                  <a:lnTo>
                    <a:pt x="0" y="10"/>
                  </a:lnTo>
                  <a:lnTo>
                    <a:pt x="0" y="10"/>
                  </a:lnTo>
                  <a:close/>
                  <a:moveTo>
                    <a:pt x="0" y="10"/>
                  </a:moveTo>
                  <a:lnTo>
                    <a:pt x="0" y="10"/>
                  </a:lnTo>
                  <a:lnTo>
                    <a:pt x="0" y="10"/>
                  </a:lnTo>
                  <a:close/>
                  <a:moveTo>
                    <a:pt x="0" y="10"/>
                  </a:moveTo>
                  <a:lnTo>
                    <a:pt x="0" y="10"/>
                  </a:lnTo>
                  <a:lnTo>
                    <a:pt x="0" y="10"/>
                  </a:lnTo>
                  <a:close/>
                  <a:moveTo>
                    <a:pt x="0" y="0"/>
                  </a:moveTo>
                  <a:lnTo>
                    <a:pt x="0" y="10"/>
                  </a:lnTo>
                  <a:lnTo>
                    <a:pt x="0" y="0"/>
                  </a:lnTo>
                  <a:close/>
                  <a:moveTo>
                    <a:pt x="0" y="0"/>
                  </a:moveTo>
                  <a:lnTo>
                    <a:pt x="0" y="0"/>
                  </a:ln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4" name="Google Shape;4894;p66">
              <a:extLst>
                <a:ext uri="{FF2B5EF4-FFF2-40B4-BE49-F238E27FC236}">
                  <a16:creationId xmlns:a16="http://schemas.microsoft.com/office/drawing/2014/main" id="{942FB0A0-2FFF-4F80-B6E3-FA7F6415E536}"/>
                </a:ext>
              </a:extLst>
            </p:cNvPr>
            <p:cNvSpPr/>
            <p:nvPr/>
          </p:nvSpPr>
          <p:spPr>
            <a:xfrm>
              <a:off x="3715000" y="2036025"/>
              <a:ext cx="103225" cy="30525"/>
            </a:xfrm>
            <a:custGeom>
              <a:avLst/>
              <a:gdLst/>
              <a:ahLst/>
              <a:cxnLst/>
              <a:rect l="l" t="t" r="r" b="b"/>
              <a:pathLst>
                <a:path w="4129" h="1221" extrusionOk="0">
                  <a:moveTo>
                    <a:pt x="3437" y="30"/>
                  </a:moveTo>
                  <a:lnTo>
                    <a:pt x="3437" y="31"/>
                  </a:lnTo>
                  <a:lnTo>
                    <a:pt x="3437" y="31"/>
                  </a:lnTo>
                  <a:cubicBezTo>
                    <a:pt x="3440" y="30"/>
                    <a:pt x="3444" y="30"/>
                    <a:pt x="3447" y="30"/>
                  </a:cubicBezTo>
                  <a:close/>
                  <a:moveTo>
                    <a:pt x="3519" y="30"/>
                  </a:moveTo>
                  <a:cubicBezTo>
                    <a:pt x="3498" y="41"/>
                    <a:pt x="3488" y="50"/>
                    <a:pt x="3467" y="71"/>
                  </a:cubicBezTo>
                  <a:lnTo>
                    <a:pt x="3244" y="234"/>
                  </a:lnTo>
                  <a:cubicBezTo>
                    <a:pt x="3214" y="264"/>
                    <a:pt x="3173" y="295"/>
                    <a:pt x="3142" y="325"/>
                  </a:cubicBezTo>
                  <a:cubicBezTo>
                    <a:pt x="3305" y="305"/>
                    <a:pt x="3488" y="295"/>
                    <a:pt x="3681" y="295"/>
                  </a:cubicBezTo>
                  <a:cubicBezTo>
                    <a:pt x="3783" y="295"/>
                    <a:pt x="3894" y="295"/>
                    <a:pt x="4007" y="305"/>
                  </a:cubicBezTo>
                  <a:cubicBezTo>
                    <a:pt x="4057" y="224"/>
                    <a:pt x="4108" y="142"/>
                    <a:pt x="4129" y="50"/>
                  </a:cubicBezTo>
                  <a:cubicBezTo>
                    <a:pt x="4007" y="30"/>
                    <a:pt x="3854" y="30"/>
                    <a:pt x="3671" y="30"/>
                  </a:cubicBezTo>
                  <a:close/>
                  <a:moveTo>
                    <a:pt x="3437" y="31"/>
                  </a:moveTo>
                  <a:cubicBezTo>
                    <a:pt x="3196" y="42"/>
                    <a:pt x="2935" y="72"/>
                    <a:pt x="2674" y="132"/>
                  </a:cubicBezTo>
                  <a:cubicBezTo>
                    <a:pt x="2664" y="142"/>
                    <a:pt x="2664" y="152"/>
                    <a:pt x="2654" y="163"/>
                  </a:cubicBezTo>
                  <a:cubicBezTo>
                    <a:pt x="2613" y="234"/>
                    <a:pt x="2552" y="346"/>
                    <a:pt x="2542" y="468"/>
                  </a:cubicBezTo>
                  <a:cubicBezTo>
                    <a:pt x="2695" y="417"/>
                    <a:pt x="2878" y="366"/>
                    <a:pt x="3071" y="335"/>
                  </a:cubicBezTo>
                  <a:cubicBezTo>
                    <a:pt x="3112" y="285"/>
                    <a:pt x="3173" y="244"/>
                    <a:pt x="3223" y="203"/>
                  </a:cubicBezTo>
                  <a:lnTo>
                    <a:pt x="3437" y="31"/>
                  </a:lnTo>
                  <a:close/>
                  <a:moveTo>
                    <a:pt x="2613" y="152"/>
                  </a:moveTo>
                  <a:lnTo>
                    <a:pt x="2613" y="152"/>
                  </a:lnTo>
                  <a:cubicBezTo>
                    <a:pt x="2522" y="173"/>
                    <a:pt x="2420" y="203"/>
                    <a:pt x="2329" y="234"/>
                  </a:cubicBezTo>
                  <a:cubicBezTo>
                    <a:pt x="2349" y="325"/>
                    <a:pt x="2390" y="417"/>
                    <a:pt x="2430" y="498"/>
                  </a:cubicBezTo>
                  <a:cubicBezTo>
                    <a:pt x="2451" y="498"/>
                    <a:pt x="2471" y="488"/>
                    <a:pt x="2491" y="478"/>
                  </a:cubicBezTo>
                  <a:cubicBezTo>
                    <a:pt x="2502" y="346"/>
                    <a:pt x="2563" y="224"/>
                    <a:pt x="2613" y="152"/>
                  </a:cubicBezTo>
                  <a:close/>
                  <a:moveTo>
                    <a:pt x="2288" y="244"/>
                  </a:moveTo>
                  <a:cubicBezTo>
                    <a:pt x="2166" y="285"/>
                    <a:pt x="2044" y="346"/>
                    <a:pt x="1922" y="407"/>
                  </a:cubicBezTo>
                  <a:cubicBezTo>
                    <a:pt x="1993" y="488"/>
                    <a:pt x="2044" y="579"/>
                    <a:pt x="2064" y="671"/>
                  </a:cubicBezTo>
                  <a:cubicBezTo>
                    <a:pt x="2156" y="620"/>
                    <a:pt x="2268" y="569"/>
                    <a:pt x="2390" y="518"/>
                  </a:cubicBezTo>
                  <a:cubicBezTo>
                    <a:pt x="2349" y="437"/>
                    <a:pt x="2308" y="346"/>
                    <a:pt x="2288" y="244"/>
                  </a:cubicBezTo>
                  <a:close/>
                  <a:moveTo>
                    <a:pt x="1881" y="427"/>
                  </a:moveTo>
                  <a:cubicBezTo>
                    <a:pt x="1800" y="468"/>
                    <a:pt x="1729" y="508"/>
                    <a:pt x="1648" y="559"/>
                  </a:cubicBezTo>
                  <a:cubicBezTo>
                    <a:pt x="1759" y="610"/>
                    <a:pt x="1861" y="681"/>
                    <a:pt x="1922" y="762"/>
                  </a:cubicBezTo>
                  <a:cubicBezTo>
                    <a:pt x="1963" y="742"/>
                    <a:pt x="1993" y="722"/>
                    <a:pt x="2034" y="691"/>
                  </a:cubicBezTo>
                  <a:cubicBezTo>
                    <a:pt x="2003" y="600"/>
                    <a:pt x="1953" y="508"/>
                    <a:pt x="1881" y="427"/>
                  </a:cubicBezTo>
                  <a:close/>
                  <a:moveTo>
                    <a:pt x="153" y="0"/>
                  </a:moveTo>
                  <a:cubicBezTo>
                    <a:pt x="92" y="71"/>
                    <a:pt x="41" y="173"/>
                    <a:pt x="10" y="305"/>
                  </a:cubicBezTo>
                  <a:lnTo>
                    <a:pt x="10" y="315"/>
                  </a:lnTo>
                  <a:lnTo>
                    <a:pt x="10" y="325"/>
                  </a:lnTo>
                  <a:cubicBezTo>
                    <a:pt x="1" y="366"/>
                    <a:pt x="1" y="407"/>
                    <a:pt x="1" y="457"/>
                  </a:cubicBezTo>
                  <a:cubicBezTo>
                    <a:pt x="1" y="803"/>
                    <a:pt x="245" y="1128"/>
                    <a:pt x="692" y="1220"/>
                  </a:cubicBezTo>
                  <a:cubicBezTo>
                    <a:pt x="986" y="1058"/>
                    <a:pt x="1282" y="976"/>
                    <a:pt x="1505" y="976"/>
                  </a:cubicBezTo>
                  <a:cubicBezTo>
                    <a:pt x="1566" y="976"/>
                    <a:pt x="1617" y="986"/>
                    <a:pt x="1657" y="996"/>
                  </a:cubicBezTo>
                  <a:cubicBezTo>
                    <a:pt x="1657" y="996"/>
                    <a:pt x="1729" y="905"/>
                    <a:pt x="1892" y="783"/>
                  </a:cubicBezTo>
                  <a:cubicBezTo>
                    <a:pt x="1780" y="640"/>
                    <a:pt x="1596" y="579"/>
                    <a:pt x="1465" y="549"/>
                  </a:cubicBezTo>
                  <a:cubicBezTo>
                    <a:pt x="1404" y="539"/>
                    <a:pt x="1312" y="529"/>
                    <a:pt x="1221" y="529"/>
                  </a:cubicBezTo>
                  <a:cubicBezTo>
                    <a:pt x="1017" y="529"/>
                    <a:pt x="763" y="559"/>
                    <a:pt x="519" y="681"/>
                  </a:cubicBezTo>
                  <a:cubicBezTo>
                    <a:pt x="519" y="681"/>
                    <a:pt x="41" y="457"/>
                    <a:pt x="153" y="0"/>
                  </a:cubicBezTo>
                  <a:close/>
                </a:path>
              </a:pathLst>
            </a:custGeom>
            <a:solidFill>
              <a:schemeClr val="bg1">
                <a:lumMod val="65000"/>
                <a:lumOff val="35000"/>
              </a:schemeClr>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4895;p66">
              <a:extLst>
                <a:ext uri="{FF2B5EF4-FFF2-40B4-BE49-F238E27FC236}">
                  <a16:creationId xmlns:a16="http://schemas.microsoft.com/office/drawing/2014/main" id="{C6BB8F9E-FDBF-434C-83F0-C75059F4EBFB}"/>
                </a:ext>
              </a:extLst>
            </p:cNvPr>
            <p:cNvSpPr/>
            <p:nvPr/>
          </p:nvSpPr>
          <p:spPr>
            <a:xfrm>
              <a:off x="3777275" y="2039300"/>
              <a:ext cx="4600" cy="8675"/>
            </a:xfrm>
            <a:custGeom>
              <a:avLst/>
              <a:gdLst/>
              <a:ahLst/>
              <a:cxnLst/>
              <a:rect l="l" t="t" r="r" b="b"/>
              <a:pathLst>
                <a:path w="184" h="347" extrusionOk="0">
                  <a:moveTo>
                    <a:pt x="183" y="1"/>
                  </a:moveTo>
                  <a:lnTo>
                    <a:pt x="183" y="1"/>
                  </a:lnTo>
                  <a:cubicBezTo>
                    <a:pt x="163" y="11"/>
                    <a:pt x="143" y="11"/>
                    <a:pt x="122" y="21"/>
                  </a:cubicBezTo>
                  <a:cubicBezTo>
                    <a:pt x="72" y="93"/>
                    <a:pt x="11" y="215"/>
                    <a:pt x="0" y="347"/>
                  </a:cubicBezTo>
                  <a:cubicBezTo>
                    <a:pt x="21" y="347"/>
                    <a:pt x="31" y="337"/>
                    <a:pt x="51" y="337"/>
                  </a:cubicBezTo>
                  <a:cubicBezTo>
                    <a:pt x="61" y="215"/>
                    <a:pt x="122" y="103"/>
                    <a:pt x="163" y="32"/>
                  </a:cubicBezTo>
                  <a:cubicBezTo>
                    <a:pt x="173" y="21"/>
                    <a:pt x="173" y="11"/>
                    <a:pt x="183" y="1"/>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 name="Google Shape;4896;p66">
              <a:extLst>
                <a:ext uri="{FF2B5EF4-FFF2-40B4-BE49-F238E27FC236}">
                  <a16:creationId xmlns:a16="http://schemas.microsoft.com/office/drawing/2014/main" id="{9A357898-934B-4F17-8E8D-20A5F2EF1DD2}"/>
                </a:ext>
              </a:extLst>
            </p:cNvPr>
            <p:cNvSpPr/>
            <p:nvPr/>
          </p:nvSpPr>
          <p:spPr>
            <a:xfrm>
              <a:off x="3772175" y="2041850"/>
              <a:ext cx="3600" cy="7150"/>
            </a:xfrm>
            <a:custGeom>
              <a:avLst/>
              <a:gdLst/>
              <a:ahLst/>
              <a:cxnLst/>
              <a:rect l="l" t="t" r="r" b="b"/>
              <a:pathLst>
                <a:path w="144" h="286" extrusionOk="0">
                  <a:moveTo>
                    <a:pt x="42" y="1"/>
                  </a:moveTo>
                  <a:cubicBezTo>
                    <a:pt x="32" y="1"/>
                    <a:pt x="11" y="11"/>
                    <a:pt x="1" y="11"/>
                  </a:cubicBezTo>
                  <a:cubicBezTo>
                    <a:pt x="21" y="113"/>
                    <a:pt x="62" y="204"/>
                    <a:pt x="103" y="285"/>
                  </a:cubicBezTo>
                  <a:cubicBezTo>
                    <a:pt x="123" y="275"/>
                    <a:pt x="133" y="275"/>
                    <a:pt x="143" y="265"/>
                  </a:cubicBezTo>
                  <a:cubicBezTo>
                    <a:pt x="103" y="184"/>
                    <a:pt x="62" y="92"/>
                    <a:pt x="42" y="1"/>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 name="Google Shape;4897;p66">
              <a:extLst>
                <a:ext uri="{FF2B5EF4-FFF2-40B4-BE49-F238E27FC236}">
                  <a16:creationId xmlns:a16="http://schemas.microsoft.com/office/drawing/2014/main" id="{CB4C0C98-8D23-4C99-AE46-A734A14DDBEC}"/>
                </a:ext>
              </a:extLst>
            </p:cNvPr>
            <p:cNvSpPr/>
            <p:nvPr/>
          </p:nvSpPr>
          <p:spPr>
            <a:xfrm>
              <a:off x="3762025" y="2046175"/>
              <a:ext cx="4600" cy="7150"/>
            </a:xfrm>
            <a:custGeom>
              <a:avLst/>
              <a:gdLst/>
              <a:ahLst/>
              <a:cxnLst/>
              <a:rect l="l" t="t" r="r" b="b"/>
              <a:pathLst>
                <a:path w="184" h="286" extrusionOk="0">
                  <a:moveTo>
                    <a:pt x="41" y="1"/>
                  </a:moveTo>
                  <a:cubicBezTo>
                    <a:pt x="31" y="1"/>
                    <a:pt x="21" y="11"/>
                    <a:pt x="0" y="21"/>
                  </a:cubicBezTo>
                  <a:cubicBezTo>
                    <a:pt x="72" y="102"/>
                    <a:pt x="122" y="194"/>
                    <a:pt x="153" y="285"/>
                  </a:cubicBezTo>
                  <a:cubicBezTo>
                    <a:pt x="163" y="285"/>
                    <a:pt x="173" y="275"/>
                    <a:pt x="183" y="265"/>
                  </a:cubicBezTo>
                  <a:cubicBezTo>
                    <a:pt x="163" y="173"/>
                    <a:pt x="112" y="82"/>
                    <a:pt x="41" y="1"/>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 name="Google Shape;4898;p66">
              <a:extLst>
                <a:ext uri="{FF2B5EF4-FFF2-40B4-BE49-F238E27FC236}">
                  <a16:creationId xmlns:a16="http://schemas.microsoft.com/office/drawing/2014/main" id="{FACF1FEF-EF2B-438D-B761-7BD90242AEA1}"/>
                </a:ext>
              </a:extLst>
            </p:cNvPr>
            <p:cNvSpPr/>
            <p:nvPr/>
          </p:nvSpPr>
          <p:spPr>
            <a:xfrm>
              <a:off x="3751600" y="2049750"/>
              <a:ext cx="11450" cy="5850"/>
            </a:xfrm>
            <a:custGeom>
              <a:avLst/>
              <a:gdLst/>
              <a:ahLst/>
              <a:cxnLst/>
              <a:rect l="l" t="t" r="r" b="b"/>
              <a:pathLst>
                <a:path w="458" h="234" extrusionOk="0">
                  <a:moveTo>
                    <a:pt x="1" y="0"/>
                  </a:moveTo>
                  <a:cubicBezTo>
                    <a:pt x="132" y="30"/>
                    <a:pt x="316" y="91"/>
                    <a:pt x="428" y="234"/>
                  </a:cubicBezTo>
                  <a:cubicBezTo>
                    <a:pt x="438" y="234"/>
                    <a:pt x="448" y="224"/>
                    <a:pt x="458" y="213"/>
                  </a:cubicBezTo>
                  <a:cubicBezTo>
                    <a:pt x="397" y="132"/>
                    <a:pt x="295" y="61"/>
                    <a:pt x="184" y="10"/>
                  </a:cubicBezTo>
                  <a:lnTo>
                    <a:pt x="163" y="30"/>
                  </a:lnTo>
                  <a:cubicBezTo>
                    <a:pt x="163" y="30"/>
                    <a:pt x="102" y="10"/>
                    <a:pt x="1" y="0"/>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 name="Google Shape;4899;p66">
              <a:extLst>
                <a:ext uri="{FF2B5EF4-FFF2-40B4-BE49-F238E27FC236}">
                  <a16:creationId xmlns:a16="http://schemas.microsoft.com/office/drawing/2014/main" id="{DED1F75D-A76A-4EDD-BEC2-EC71610D97C5}"/>
                </a:ext>
              </a:extLst>
            </p:cNvPr>
            <p:cNvSpPr/>
            <p:nvPr/>
          </p:nvSpPr>
          <p:spPr>
            <a:xfrm>
              <a:off x="3791775" y="2036775"/>
              <a:ext cx="11200" cy="7650"/>
            </a:xfrm>
            <a:custGeom>
              <a:avLst/>
              <a:gdLst/>
              <a:ahLst/>
              <a:cxnLst/>
              <a:rect l="l" t="t" r="r" b="b"/>
              <a:pathLst>
                <a:path w="448" h="306" extrusionOk="0">
                  <a:moveTo>
                    <a:pt x="366" y="0"/>
                  </a:moveTo>
                  <a:lnTo>
                    <a:pt x="152" y="173"/>
                  </a:lnTo>
                  <a:cubicBezTo>
                    <a:pt x="102" y="214"/>
                    <a:pt x="41" y="255"/>
                    <a:pt x="0" y="305"/>
                  </a:cubicBezTo>
                  <a:cubicBezTo>
                    <a:pt x="30" y="305"/>
                    <a:pt x="51" y="305"/>
                    <a:pt x="71" y="295"/>
                  </a:cubicBezTo>
                  <a:cubicBezTo>
                    <a:pt x="102" y="265"/>
                    <a:pt x="143" y="234"/>
                    <a:pt x="173" y="204"/>
                  </a:cubicBezTo>
                  <a:lnTo>
                    <a:pt x="396" y="41"/>
                  </a:lnTo>
                  <a:cubicBezTo>
                    <a:pt x="417" y="20"/>
                    <a:pt x="427" y="11"/>
                    <a:pt x="448" y="0"/>
                  </a:cubicBezTo>
                  <a:close/>
                </a:path>
              </a:pathLst>
            </a:custGeom>
            <a:solidFill>
              <a:srgbClr val="824CC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 name="Google Shape;4900;p66">
              <a:extLst>
                <a:ext uri="{FF2B5EF4-FFF2-40B4-BE49-F238E27FC236}">
                  <a16:creationId xmlns:a16="http://schemas.microsoft.com/office/drawing/2014/main" id="{3D90D6D4-58DC-4214-8DB8-5068D173ACC0}"/>
                </a:ext>
              </a:extLst>
            </p:cNvPr>
            <p:cNvSpPr/>
            <p:nvPr/>
          </p:nvSpPr>
          <p:spPr>
            <a:xfrm>
              <a:off x="3873100" y="2153700"/>
              <a:ext cx="167025" cy="176425"/>
            </a:xfrm>
            <a:custGeom>
              <a:avLst/>
              <a:gdLst/>
              <a:ahLst/>
              <a:cxnLst/>
              <a:rect l="l" t="t" r="r" b="b"/>
              <a:pathLst>
                <a:path w="6681" h="7057" extrusionOk="0">
                  <a:moveTo>
                    <a:pt x="3336" y="0"/>
                  </a:moveTo>
                  <a:lnTo>
                    <a:pt x="1" y="3244"/>
                  </a:lnTo>
                  <a:lnTo>
                    <a:pt x="3824" y="7057"/>
                  </a:lnTo>
                  <a:lnTo>
                    <a:pt x="6681" y="4271"/>
                  </a:lnTo>
                  <a:lnTo>
                    <a:pt x="4830" y="2309"/>
                  </a:lnTo>
                  <a:lnTo>
                    <a:pt x="5155" y="1993"/>
                  </a:lnTo>
                  <a:lnTo>
                    <a:pt x="3336" y="0"/>
                  </a:lnTo>
                  <a:close/>
                </a:path>
              </a:pathLst>
            </a:custGeom>
            <a:solidFill>
              <a:srgbClr val="965AD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 name="Google Shape;4901;p66">
              <a:extLst>
                <a:ext uri="{FF2B5EF4-FFF2-40B4-BE49-F238E27FC236}">
                  <a16:creationId xmlns:a16="http://schemas.microsoft.com/office/drawing/2014/main" id="{EA9E1C59-0481-4794-B598-1F954E20A4F5}"/>
                </a:ext>
              </a:extLst>
            </p:cNvPr>
            <p:cNvSpPr/>
            <p:nvPr/>
          </p:nvSpPr>
          <p:spPr>
            <a:xfrm>
              <a:off x="3947325" y="2153700"/>
              <a:ext cx="54675" cy="57725"/>
            </a:xfrm>
            <a:custGeom>
              <a:avLst/>
              <a:gdLst/>
              <a:ahLst/>
              <a:cxnLst/>
              <a:rect l="l" t="t" r="r" b="b"/>
              <a:pathLst>
                <a:path w="2187" h="2309" extrusionOk="0">
                  <a:moveTo>
                    <a:pt x="367" y="0"/>
                  </a:moveTo>
                  <a:lnTo>
                    <a:pt x="1" y="357"/>
                  </a:lnTo>
                  <a:lnTo>
                    <a:pt x="1861" y="2309"/>
                  </a:lnTo>
                  <a:lnTo>
                    <a:pt x="2186" y="1993"/>
                  </a:lnTo>
                  <a:lnTo>
                    <a:pt x="367" y="0"/>
                  </a:lnTo>
                  <a:close/>
                </a:path>
              </a:pathLst>
            </a:custGeom>
            <a:solidFill>
              <a:srgbClr val="8348C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 name="Google Shape;4902;p66">
              <a:extLst>
                <a:ext uri="{FF2B5EF4-FFF2-40B4-BE49-F238E27FC236}">
                  <a16:creationId xmlns:a16="http://schemas.microsoft.com/office/drawing/2014/main" id="{E19E7F3B-B5C3-4907-87DE-8DE1040282E5}"/>
                </a:ext>
              </a:extLst>
            </p:cNvPr>
            <p:cNvSpPr/>
            <p:nvPr/>
          </p:nvSpPr>
          <p:spPr>
            <a:xfrm>
              <a:off x="3873100" y="2162600"/>
              <a:ext cx="167025" cy="167525"/>
            </a:xfrm>
            <a:custGeom>
              <a:avLst/>
              <a:gdLst/>
              <a:ahLst/>
              <a:cxnLst/>
              <a:rect l="l" t="t" r="r" b="b"/>
              <a:pathLst>
                <a:path w="6681" h="6701" extrusionOk="0">
                  <a:moveTo>
                    <a:pt x="2970" y="1"/>
                  </a:moveTo>
                  <a:lnTo>
                    <a:pt x="1" y="2888"/>
                  </a:lnTo>
                  <a:lnTo>
                    <a:pt x="3824" y="6701"/>
                  </a:lnTo>
                  <a:lnTo>
                    <a:pt x="6681" y="3915"/>
                  </a:lnTo>
                  <a:lnTo>
                    <a:pt x="2970" y="1"/>
                  </a:lnTo>
                  <a:close/>
                </a:path>
              </a:pathLst>
            </a:custGeom>
            <a:solidFill>
              <a:srgbClr val="965AD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 name="Google Shape;4903;p66">
              <a:extLst>
                <a:ext uri="{FF2B5EF4-FFF2-40B4-BE49-F238E27FC236}">
                  <a16:creationId xmlns:a16="http://schemas.microsoft.com/office/drawing/2014/main" id="{9FBDF7C5-C91B-4789-8563-657201EEA421}"/>
                </a:ext>
              </a:extLst>
            </p:cNvPr>
            <p:cNvSpPr/>
            <p:nvPr/>
          </p:nvSpPr>
          <p:spPr>
            <a:xfrm>
              <a:off x="3910725" y="2272150"/>
              <a:ext cx="775" cy="1050"/>
            </a:xfrm>
            <a:custGeom>
              <a:avLst/>
              <a:gdLst/>
              <a:ahLst/>
              <a:cxnLst/>
              <a:rect l="l" t="t" r="r" b="b"/>
              <a:pathLst>
                <a:path w="31" h="42" extrusionOk="0">
                  <a:moveTo>
                    <a:pt x="1" y="0"/>
                  </a:moveTo>
                  <a:lnTo>
                    <a:pt x="31" y="41"/>
                  </a:lnTo>
                  <a:lnTo>
                    <a:pt x="31" y="41"/>
                  </a:lnTo>
                  <a:close/>
                </a:path>
              </a:pathLst>
            </a:custGeom>
            <a:solidFill>
              <a:srgbClr val="CAACE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4904;p66">
              <a:extLst>
                <a:ext uri="{FF2B5EF4-FFF2-40B4-BE49-F238E27FC236}">
                  <a16:creationId xmlns:a16="http://schemas.microsoft.com/office/drawing/2014/main" id="{B94C147C-55B0-4577-9C01-CFEB59792143}"/>
                </a:ext>
              </a:extLst>
            </p:cNvPr>
            <p:cNvSpPr/>
            <p:nvPr/>
          </p:nvSpPr>
          <p:spPr>
            <a:xfrm>
              <a:off x="3911475" y="2273175"/>
              <a:ext cx="25" cy="25"/>
            </a:xfrm>
            <a:custGeom>
              <a:avLst/>
              <a:gdLst/>
              <a:ahLst/>
              <a:cxnLst/>
              <a:rect l="l" t="t" r="r" b="b"/>
              <a:pathLst>
                <a:path w="1" h="1" extrusionOk="0">
                  <a:moveTo>
                    <a:pt x="1" y="0"/>
                  </a:moveTo>
                  <a:lnTo>
                    <a:pt x="1" y="0"/>
                  </a:lnTo>
                  <a:lnTo>
                    <a:pt x="1" y="0"/>
                  </a:lnTo>
                  <a:close/>
                </a:path>
              </a:pathLst>
            </a:custGeom>
            <a:solidFill>
              <a:srgbClr val="C89DC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 name="Google Shape;4905;p66">
              <a:extLst>
                <a:ext uri="{FF2B5EF4-FFF2-40B4-BE49-F238E27FC236}">
                  <a16:creationId xmlns:a16="http://schemas.microsoft.com/office/drawing/2014/main" id="{E7A3E8FE-A9A2-4A49-827B-8C293D83F92B}"/>
                </a:ext>
              </a:extLst>
            </p:cNvPr>
            <p:cNvSpPr/>
            <p:nvPr/>
          </p:nvSpPr>
          <p:spPr>
            <a:xfrm>
              <a:off x="3911475" y="2273175"/>
              <a:ext cx="19100" cy="18825"/>
            </a:xfrm>
            <a:custGeom>
              <a:avLst/>
              <a:gdLst/>
              <a:ahLst/>
              <a:cxnLst/>
              <a:rect l="l" t="t" r="r" b="b"/>
              <a:pathLst>
                <a:path w="764" h="753" extrusionOk="0">
                  <a:moveTo>
                    <a:pt x="1" y="0"/>
                  </a:moveTo>
                  <a:lnTo>
                    <a:pt x="1" y="0"/>
                  </a:lnTo>
                  <a:lnTo>
                    <a:pt x="764" y="752"/>
                  </a:lnTo>
                  <a:lnTo>
                    <a:pt x="764" y="752"/>
                  </a:lnTo>
                  <a:close/>
                </a:path>
              </a:pathLst>
            </a:custGeom>
            <a:solidFill>
              <a:srgbClr val="C4818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 name="Google Shape;4906;p66">
              <a:extLst>
                <a:ext uri="{FF2B5EF4-FFF2-40B4-BE49-F238E27FC236}">
                  <a16:creationId xmlns:a16="http://schemas.microsoft.com/office/drawing/2014/main" id="{03239347-B8B4-4218-AEB8-393E5AB4843C}"/>
                </a:ext>
              </a:extLst>
            </p:cNvPr>
            <p:cNvSpPr/>
            <p:nvPr/>
          </p:nvSpPr>
          <p:spPr>
            <a:xfrm>
              <a:off x="3903100" y="2250050"/>
              <a:ext cx="27475" cy="41950"/>
            </a:xfrm>
            <a:custGeom>
              <a:avLst/>
              <a:gdLst/>
              <a:ahLst/>
              <a:cxnLst/>
              <a:rect l="l" t="t" r="r" b="b"/>
              <a:pathLst>
                <a:path w="1099" h="1678" extrusionOk="0">
                  <a:moveTo>
                    <a:pt x="397" y="0"/>
                  </a:moveTo>
                  <a:cubicBezTo>
                    <a:pt x="356" y="0"/>
                    <a:pt x="306" y="21"/>
                    <a:pt x="265" y="61"/>
                  </a:cubicBezTo>
                  <a:cubicBezTo>
                    <a:pt x="132" y="173"/>
                    <a:pt x="51" y="417"/>
                    <a:pt x="1" y="590"/>
                  </a:cubicBezTo>
                  <a:lnTo>
                    <a:pt x="306" y="884"/>
                  </a:lnTo>
                  <a:lnTo>
                    <a:pt x="1099" y="1677"/>
                  </a:lnTo>
                  <a:cubicBezTo>
                    <a:pt x="1027" y="1230"/>
                    <a:pt x="631" y="854"/>
                    <a:pt x="631" y="854"/>
                  </a:cubicBezTo>
                  <a:cubicBezTo>
                    <a:pt x="631" y="854"/>
                    <a:pt x="702" y="681"/>
                    <a:pt x="702" y="427"/>
                  </a:cubicBezTo>
                  <a:cubicBezTo>
                    <a:pt x="702" y="234"/>
                    <a:pt x="559" y="0"/>
                    <a:pt x="397" y="0"/>
                  </a:cubicBezTo>
                  <a:close/>
                </a:path>
              </a:pathLst>
            </a:custGeom>
            <a:solidFill>
              <a:srgbClr val="773DB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 name="Google Shape;4907;p66">
              <a:extLst>
                <a:ext uri="{FF2B5EF4-FFF2-40B4-BE49-F238E27FC236}">
                  <a16:creationId xmlns:a16="http://schemas.microsoft.com/office/drawing/2014/main" id="{05EAC146-8DAC-4F25-92CA-58DF9BC60E63}"/>
                </a:ext>
              </a:extLst>
            </p:cNvPr>
            <p:cNvSpPr/>
            <p:nvPr/>
          </p:nvSpPr>
          <p:spPr>
            <a:xfrm>
              <a:off x="3947850" y="2293000"/>
              <a:ext cx="58975" cy="18325"/>
            </a:xfrm>
            <a:custGeom>
              <a:avLst/>
              <a:gdLst/>
              <a:ahLst/>
              <a:cxnLst/>
              <a:rect l="l" t="t" r="r" b="b"/>
              <a:pathLst>
                <a:path w="2359" h="733" extrusionOk="0">
                  <a:moveTo>
                    <a:pt x="0" y="651"/>
                  </a:moveTo>
                  <a:lnTo>
                    <a:pt x="0" y="651"/>
                  </a:lnTo>
                  <a:lnTo>
                    <a:pt x="81" y="732"/>
                  </a:lnTo>
                  <a:lnTo>
                    <a:pt x="81" y="732"/>
                  </a:lnTo>
                  <a:close/>
                  <a:moveTo>
                    <a:pt x="2359" y="0"/>
                  </a:moveTo>
                  <a:lnTo>
                    <a:pt x="2359" y="0"/>
                  </a:lnTo>
                  <a:lnTo>
                    <a:pt x="2308" y="51"/>
                  </a:lnTo>
                  <a:close/>
                </a:path>
              </a:pathLst>
            </a:custGeom>
            <a:solidFill>
              <a:srgbClr val="CAACE8"/>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 name="Google Shape;4908;p66">
              <a:extLst>
                <a:ext uri="{FF2B5EF4-FFF2-40B4-BE49-F238E27FC236}">
                  <a16:creationId xmlns:a16="http://schemas.microsoft.com/office/drawing/2014/main" id="{9559D59D-A6F8-4AA0-8DF5-06E5C9EDDC11}"/>
                </a:ext>
              </a:extLst>
            </p:cNvPr>
            <p:cNvSpPr/>
            <p:nvPr/>
          </p:nvSpPr>
          <p:spPr>
            <a:xfrm>
              <a:off x="3947850" y="2293000"/>
              <a:ext cx="58975" cy="18325"/>
            </a:xfrm>
            <a:custGeom>
              <a:avLst/>
              <a:gdLst/>
              <a:ahLst/>
              <a:cxnLst/>
              <a:rect l="l" t="t" r="r" b="b"/>
              <a:pathLst>
                <a:path w="2359" h="733" extrusionOk="0">
                  <a:moveTo>
                    <a:pt x="2359" y="0"/>
                  </a:moveTo>
                  <a:lnTo>
                    <a:pt x="0" y="651"/>
                  </a:lnTo>
                  <a:lnTo>
                    <a:pt x="81" y="732"/>
                  </a:lnTo>
                  <a:lnTo>
                    <a:pt x="2043" y="275"/>
                  </a:lnTo>
                  <a:lnTo>
                    <a:pt x="2054" y="305"/>
                  </a:lnTo>
                  <a:lnTo>
                    <a:pt x="2308" y="51"/>
                  </a:lnTo>
                  <a:lnTo>
                    <a:pt x="2359" y="0"/>
                  </a:lnTo>
                  <a:close/>
                </a:path>
              </a:pathLst>
            </a:custGeom>
            <a:solidFill>
              <a:srgbClr val="773DB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Google Shape;4909;p66">
              <a:extLst>
                <a:ext uri="{FF2B5EF4-FFF2-40B4-BE49-F238E27FC236}">
                  <a16:creationId xmlns:a16="http://schemas.microsoft.com/office/drawing/2014/main" id="{40B9DF17-E236-4E79-8C51-9158C6027CF4}"/>
                </a:ext>
              </a:extLst>
            </p:cNvPr>
            <p:cNvSpPr/>
            <p:nvPr/>
          </p:nvSpPr>
          <p:spPr>
            <a:xfrm>
              <a:off x="3854025" y="2293500"/>
              <a:ext cx="81125" cy="120175"/>
            </a:xfrm>
            <a:custGeom>
              <a:avLst/>
              <a:gdLst/>
              <a:ahLst/>
              <a:cxnLst/>
              <a:rect l="l" t="t" r="r" b="b"/>
              <a:pathLst>
                <a:path w="3245" h="4807" extrusionOk="0">
                  <a:moveTo>
                    <a:pt x="32" y="0"/>
                  </a:moveTo>
                  <a:lnTo>
                    <a:pt x="1" y="2431"/>
                  </a:lnTo>
                  <a:cubicBezTo>
                    <a:pt x="237" y="2668"/>
                    <a:pt x="1210" y="4806"/>
                    <a:pt x="2261" y="4806"/>
                  </a:cubicBezTo>
                  <a:cubicBezTo>
                    <a:pt x="2294" y="4806"/>
                    <a:pt x="2327" y="4804"/>
                    <a:pt x="2360" y="4800"/>
                  </a:cubicBezTo>
                  <a:cubicBezTo>
                    <a:pt x="3245" y="4688"/>
                    <a:pt x="3163" y="3549"/>
                    <a:pt x="2391" y="2411"/>
                  </a:cubicBezTo>
                  <a:cubicBezTo>
                    <a:pt x="1201" y="682"/>
                    <a:pt x="642" y="163"/>
                    <a:pt x="3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 name="Google Shape;4910;p66">
              <a:extLst>
                <a:ext uri="{FF2B5EF4-FFF2-40B4-BE49-F238E27FC236}">
                  <a16:creationId xmlns:a16="http://schemas.microsoft.com/office/drawing/2014/main" id="{B518F948-B327-49B6-B588-237A61B5ACA8}"/>
                </a:ext>
              </a:extLst>
            </p:cNvPr>
            <p:cNvSpPr/>
            <p:nvPr/>
          </p:nvSpPr>
          <p:spPr>
            <a:xfrm>
              <a:off x="3872100" y="2347400"/>
              <a:ext cx="35350" cy="66100"/>
            </a:xfrm>
            <a:custGeom>
              <a:avLst/>
              <a:gdLst/>
              <a:ahLst/>
              <a:cxnLst/>
              <a:rect l="l" t="t" r="r" b="b"/>
              <a:pathLst>
                <a:path w="1414" h="2644" extrusionOk="0">
                  <a:moveTo>
                    <a:pt x="753" y="0"/>
                  </a:moveTo>
                  <a:cubicBezTo>
                    <a:pt x="518" y="610"/>
                    <a:pt x="488" y="1210"/>
                    <a:pt x="488" y="1210"/>
                  </a:cubicBezTo>
                  <a:cubicBezTo>
                    <a:pt x="326" y="1292"/>
                    <a:pt x="112" y="1373"/>
                    <a:pt x="0" y="1414"/>
                  </a:cubicBezTo>
                  <a:cubicBezTo>
                    <a:pt x="396" y="1983"/>
                    <a:pt x="884" y="2562"/>
                    <a:pt x="1413" y="2644"/>
                  </a:cubicBezTo>
                  <a:lnTo>
                    <a:pt x="1403" y="2613"/>
                  </a:lnTo>
                  <a:cubicBezTo>
                    <a:pt x="1027" y="2501"/>
                    <a:pt x="803" y="1993"/>
                    <a:pt x="762" y="1403"/>
                  </a:cubicBezTo>
                  <a:cubicBezTo>
                    <a:pt x="753" y="1301"/>
                    <a:pt x="753" y="1190"/>
                    <a:pt x="762" y="1078"/>
                  </a:cubicBezTo>
                  <a:cubicBezTo>
                    <a:pt x="753" y="783"/>
                    <a:pt x="783" y="499"/>
                    <a:pt x="814" y="244"/>
                  </a:cubicBezTo>
                  <a:lnTo>
                    <a:pt x="753" y="0"/>
                  </a:ln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 name="Google Shape;4911;p66">
              <a:extLst>
                <a:ext uri="{FF2B5EF4-FFF2-40B4-BE49-F238E27FC236}">
                  <a16:creationId xmlns:a16="http://schemas.microsoft.com/office/drawing/2014/main" id="{16F4E90A-3B36-4E26-8F17-F4815B407BD1}"/>
                </a:ext>
              </a:extLst>
            </p:cNvPr>
            <p:cNvSpPr/>
            <p:nvPr/>
          </p:nvSpPr>
          <p:spPr>
            <a:xfrm>
              <a:off x="3890900" y="2353500"/>
              <a:ext cx="2800" cy="20850"/>
            </a:xfrm>
            <a:custGeom>
              <a:avLst/>
              <a:gdLst/>
              <a:ahLst/>
              <a:cxnLst/>
              <a:rect l="l" t="t" r="r" b="b"/>
              <a:pathLst>
                <a:path w="112" h="834" extrusionOk="0">
                  <a:moveTo>
                    <a:pt x="62" y="0"/>
                  </a:moveTo>
                  <a:cubicBezTo>
                    <a:pt x="31" y="255"/>
                    <a:pt x="1" y="539"/>
                    <a:pt x="10" y="834"/>
                  </a:cubicBezTo>
                  <a:cubicBezTo>
                    <a:pt x="21" y="621"/>
                    <a:pt x="51" y="397"/>
                    <a:pt x="112" y="183"/>
                  </a:cubicBezTo>
                  <a:lnTo>
                    <a:pt x="62" y="0"/>
                  </a:lnTo>
                  <a:close/>
                </a:path>
              </a:pathLst>
            </a:custGeom>
            <a:solidFill>
              <a:srgbClr val="385E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4912;p66">
              <a:extLst>
                <a:ext uri="{FF2B5EF4-FFF2-40B4-BE49-F238E27FC236}">
                  <a16:creationId xmlns:a16="http://schemas.microsoft.com/office/drawing/2014/main" id="{1C7DAEEC-B954-49DF-8400-008BC279FE8D}"/>
                </a:ext>
              </a:extLst>
            </p:cNvPr>
            <p:cNvSpPr/>
            <p:nvPr/>
          </p:nvSpPr>
          <p:spPr>
            <a:xfrm>
              <a:off x="3857600" y="2319925"/>
              <a:ext cx="19100" cy="61300"/>
            </a:xfrm>
            <a:custGeom>
              <a:avLst/>
              <a:gdLst/>
              <a:ahLst/>
              <a:cxnLst/>
              <a:rect l="l" t="t" r="r" b="b"/>
              <a:pathLst>
                <a:path w="764" h="2452" extrusionOk="0">
                  <a:moveTo>
                    <a:pt x="0" y="1"/>
                  </a:moveTo>
                  <a:cubicBezTo>
                    <a:pt x="0" y="1"/>
                    <a:pt x="438" y="866"/>
                    <a:pt x="499" y="1546"/>
                  </a:cubicBezTo>
                  <a:cubicBezTo>
                    <a:pt x="519" y="1781"/>
                    <a:pt x="488" y="2045"/>
                    <a:pt x="438" y="2289"/>
                  </a:cubicBezTo>
                  <a:cubicBezTo>
                    <a:pt x="478" y="2339"/>
                    <a:pt x="509" y="2400"/>
                    <a:pt x="549" y="2452"/>
                  </a:cubicBezTo>
                  <a:cubicBezTo>
                    <a:pt x="610" y="2269"/>
                    <a:pt x="763" y="1790"/>
                    <a:pt x="661" y="1404"/>
                  </a:cubicBezTo>
                  <a:cubicBezTo>
                    <a:pt x="540" y="916"/>
                    <a:pt x="0" y="1"/>
                    <a:pt x="0" y="1"/>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 name="Google Shape;4913;p66">
              <a:extLst>
                <a:ext uri="{FF2B5EF4-FFF2-40B4-BE49-F238E27FC236}">
                  <a16:creationId xmlns:a16="http://schemas.microsoft.com/office/drawing/2014/main" id="{50512DC5-5103-4414-8F3D-0B2777318C84}"/>
                </a:ext>
              </a:extLst>
            </p:cNvPr>
            <p:cNvSpPr/>
            <p:nvPr/>
          </p:nvSpPr>
          <p:spPr>
            <a:xfrm>
              <a:off x="3886250" y="2307925"/>
              <a:ext cx="64675" cy="105625"/>
            </a:xfrm>
            <a:custGeom>
              <a:avLst/>
              <a:gdLst/>
              <a:ahLst/>
              <a:cxnLst/>
              <a:rect l="l" t="t" r="r" b="b"/>
              <a:pathLst>
                <a:path w="2587" h="4225" extrusionOk="0">
                  <a:moveTo>
                    <a:pt x="1096" y="0"/>
                  </a:moveTo>
                  <a:cubicBezTo>
                    <a:pt x="939" y="0"/>
                    <a:pt x="847" y="13"/>
                    <a:pt x="847" y="13"/>
                  </a:cubicBezTo>
                  <a:cubicBezTo>
                    <a:pt x="725" y="786"/>
                    <a:pt x="318" y="1945"/>
                    <a:pt x="318" y="1945"/>
                  </a:cubicBezTo>
                  <a:cubicBezTo>
                    <a:pt x="1" y="2957"/>
                    <a:pt x="276" y="4225"/>
                    <a:pt x="1016" y="4225"/>
                  </a:cubicBezTo>
                  <a:cubicBezTo>
                    <a:pt x="1057" y="4225"/>
                    <a:pt x="1099" y="4221"/>
                    <a:pt x="1142" y="4213"/>
                  </a:cubicBezTo>
                  <a:cubicBezTo>
                    <a:pt x="2586" y="3938"/>
                    <a:pt x="2403" y="278"/>
                    <a:pt x="2403" y="278"/>
                  </a:cubicBezTo>
                  <a:cubicBezTo>
                    <a:pt x="1867" y="42"/>
                    <a:pt x="1377" y="0"/>
                    <a:pt x="109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4" name="Google Shape;4914;p66">
              <a:extLst>
                <a:ext uri="{FF2B5EF4-FFF2-40B4-BE49-F238E27FC236}">
                  <a16:creationId xmlns:a16="http://schemas.microsoft.com/office/drawing/2014/main" id="{DC1EE11C-1BED-472C-A8A8-414519A385AD}"/>
                </a:ext>
              </a:extLst>
            </p:cNvPr>
            <p:cNvSpPr/>
            <p:nvPr/>
          </p:nvSpPr>
          <p:spPr>
            <a:xfrm>
              <a:off x="3904625" y="2320950"/>
              <a:ext cx="25" cy="1050"/>
            </a:xfrm>
            <a:custGeom>
              <a:avLst/>
              <a:gdLst/>
              <a:ahLst/>
              <a:cxnLst/>
              <a:rect l="l" t="t" r="r" b="b"/>
              <a:pathLst>
                <a:path w="1" h="42" extrusionOk="0">
                  <a:moveTo>
                    <a:pt x="1" y="1"/>
                  </a:moveTo>
                  <a:lnTo>
                    <a:pt x="1" y="1"/>
                  </a:lnTo>
                  <a:lnTo>
                    <a:pt x="1" y="41"/>
                  </a:lnTo>
                  <a:lnTo>
                    <a:pt x="1" y="41"/>
                  </a:lnTo>
                  <a:close/>
                </a:path>
              </a:pathLst>
            </a:custGeom>
            <a:solidFill>
              <a:srgbClr val="B6CAF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 name="Google Shape;4915;p66">
              <a:extLst>
                <a:ext uri="{FF2B5EF4-FFF2-40B4-BE49-F238E27FC236}">
                  <a16:creationId xmlns:a16="http://schemas.microsoft.com/office/drawing/2014/main" id="{9F2916C6-2F25-4AA6-A7F7-F4547400553B}"/>
                </a:ext>
              </a:extLst>
            </p:cNvPr>
            <p:cNvSpPr/>
            <p:nvPr/>
          </p:nvSpPr>
          <p:spPr>
            <a:xfrm>
              <a:off x="3890900" y="2374325"/>
              <a:ext cx="275" cy="8175"/>
            </a:xfrm>
            <a:custGeom>
              <a:avLst/>
              <a:gdLst/>
              <a:ahLst/>
              <a:cxnLst/>
              <a:rect l="l" t="t" r="r" b="b"/>
              <a:pathLst>
                <a:path w="11" h="327" extrusionOk="0">
                  <a:moveTo>
                    <a:pt x="10" y="1"/>
                  </a:moveTo>
                  <a:cubicBezTo>
                    <a:pt x="1" y="113"/>
                    <a:pt x="1" y="224"/>
                    <a:pt x="10" y="326"/>
                  </a:cubicBezTo>
                  <a:cubicBezTo>
                    <a:pt x="1" y="224"/>
                    <a:pt x="1" y="113"/>
                    <a:pt x="10" y="1"/>
                  </a:cubicBezTo>
                  <a:close/>
                </a:path>
              </a:pathLst>
            </a:custGeom>
            <a:solidFill>
              <a:srgbClr val="385ED9"/>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 name="Google Shape;4916;p66">
              <a:extLst>
                <a:ext uri="{FF2B5EF4-FFF2-40B4-BE49-F238E27FC236}">
                  <a16:creationId xmlns:a16="http://schemas.microsoft.com/office/drawing/2014/main" id="{D91C5171-BF23-4E1A-BF44-21856947F7C7}"/>
                </a:ext>
              </a:extLst>
            </p:cNvPr>
            <p:cNvSpPr/>
            <p:nvPr/>
          </p:nvSpPr>
          <p:spPr>
            <a:xfrm>
              <a:off x="3891150" y="2358075"/>
              <a:ext cx="2550" cy="16275"/>
            </a:xfrm>
            <a:custGeom>
              <a:avLst/>
              <a:gdLst/>
              <a:ahLst/>
              <a:cxnLst/>
              <a:rect l="l" t="t" r="r" b="b"/>
              <a:pathLst>
                <a:path w="102" h="651" extrusionOk="0">
                  <a:moveTo>
                    <a:pt x="102" y="0"/>
                  </a:moveTo>
                  <a:cubicBezTo>
                    <a:pt x="41" y="214"/>
                    <a:pt x="11" y="438"/>
                    <a:pt x="0" y="651"/>
                  </a:cubicBezTo>
                  <a:lnTo>
                    <a:pt x="0" y="651"/>
                  </a:lnTo>
                  <a:cubicBezTo>
                    <a:pt x="11" y="438"/>
                    <a:pt x="41" y="214"/>
                    <a:pt x="102" y="0"/>
                  </a:cubicBezTo>
                  <a:close/>
                </a:path>
              </a:pathLst>
            </a:custGeom>
            <a:solidFill>
              <a:srgbClr val="284AD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 name="Google Shape;4917;p66">
              <a:extLst>
                <a:ext uri="{FF2B5EF4-FFF2-40B4-BE49-F238E27FC236}">
                  <a16:creationId xmlns:a16="http://schemas.microsoft.com/office/drawing/2014/main" id="{2C893234-5518-43F5-8365-9353CEC5BCA6}"/>
                </a:ext>
              </a:extLst>
            </p:cNvPr>
            <p:cNvSpPr/>
            <p:nvPr/>
          </p:nvSpPr>
          <p:spPr>
            <a:xfrm>
              <a:off x="3890900" y="2311800"/>
              <a:ext cx="51100" cy="100950"/>
            </a:xfrm>
            <a:custGeom>
              <a:avLst/>
              <a:gdLst/>
              <a:ahLst/>
              <a:cxnLst/>
              <a:rect l="l" t="t" r="r" b="b"/>
              <a:pathLst>
                <a:path w="2044" h="4038" extrusionOk="0">
                  <a:moveTo>
                    <a:pt x="1892" y="1"/>
                  </a:moveTo>
                  <a:lnTo>
                    <a:pt x="550" y="367"/>
                  </a:lnTo>
                  <a:lnTo>
                    <a:pt x="550" y="407"/>
                  </a:lnTo>
                  <a:lnTo>
                    <a:pt x="2044" y="52"/>
                  </a:lnTo>
                  <a:cubicBezTo>
                    <a:pt x="1993" y="31"/>
                    <a:pt x="1942" y="21"/>
                    <a:pt x="1892" y="1"/>
                  </a:cubicBezTo>
                  <a:close/>
                  <a:moveTo>
                    <a:pt x="112" y="1851"/>
                  </a:moveTo>
                  <a:cubicBezTo>
                    <a:pt x="51" y="2065"/>
                    <a:pt x="21" y="2289"/>
                    <a:pt x="10" y="2502"/>
                  </a:cubicBezTo>
                  <a:cubicBezTo>
                    <a:pt x="1" y="2614"/>
                    <a:pt x="1" y="2725"/>
                    <a:pt x="10" y="2827"/>
                  </a:cubicBezTo>
                  <a:cubicBezTo>
                    <a:pt x="51" y="3417"/>
                    <a:pt x="275" y="3925"/>
                    <a:pt x="651" y="4037"/>
                  </a:cubicBezTo>
                  <a:lnTo>
                    <a:pt x="112" y="1851"/>
                  </a:ln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 name="Google Shape;4918;p66">
              <a:extLst>
                <a:ext uri="{FF2B5EF4-FFF2-40B4-BE49-F238E27FC236}">
                  <a16:creationId xmlns:a16="http://schemas.microsoft.com/office/drawing/2014/main" id="{FB26BDFA-674A-4E2D-8941-23E3400E2B4E}"/>
                </a:ext>
              </a:extLst>
            </p:cNvPr>
            <p:cNvSpPr/>
            <p:nvPr/>
          </p:nvSpPr>
          <p:spPr>
            <a:xfrm>
              <a:off x="3902600" y="2252525"/>
              <a:ext cx="29250" cy="51425"/>
            </a:xfrm>
            <a:custGeom>
              <a:avLst/>
              <a:gdLst/>
              <a:ahLst/>
              <a:cxnLst/>
              <a:rect l="l" t="t" r="r" b="b"/>
              <a:pathLst>
                <a:path w="1170" h="2057" extrusionOk="0">
                  <a:moveTo>
                    <a:pt x="369" y="1"/>
                  </a:moveTo>
                  <a:cubicBezTo>
                    <a:pt x="286" y="1"/>
                    <a:pt x="219" y="137"/>
                    <a:pt x="143" y="308"/>
                  </a:cubicBezTo>
                  <a:cubicBezTo>
                    <a:pt x="51" y="532"/>
                    <a:pt x="0" y="765"/>
                    <a:pt x="10" y="999"/>
                  </a:cubicBezTo>
                  <a:cubicBezTo>
                    <a:pt x="21" y="1375"/>
                    <a:pt x="132" y="1680"/>
                    <a:pt x="366" y="1975"/>
                  </a:cubicBezTo>
                  <a:lnTo>
                    <a:pt x="1047" y="2057"/>
                  </a:lnTo>
                  <a:cubicBezTo>
                    <a:pt x="1047" y="2057"/>
                    <a:pt x="1169" y="1680"/>
                    <a:pt x="956" y="1355"/>
                  </a:cubicBezTo>
                  <a:cubicBezTo>
                    <a:pt x="753" y="1040"/>
                    <a:pt x="509" y="785"/>
                    <a:pt x="509" y="785"/>
                  </a:cubicBezTo>
                  <a:cubicBezTo>
                    <a:pt x="509" y="785"/>
                    <a:pt x="681" y="64"/>
                    <a:pt x="387" y="3"/>
                  </a:cubicBezTo>
                  <a:cubicBezTo>
                    <a:pt x="381" y="2"/>
                    <a:pt x="375" y="1"/>
                    <a:pt x="369"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 name="Google Shape;4919;p66">
              <a:extLst>
                <a:ext uri="{FF2B5EF4-FFF2-40B4-BE49-F238E27FC236}">
                  <a16:creationId xmlns:a16="http://schemas.microsoft.com/office/drawing/2014/main" id="{A3C45F40-0D05-4730-8203-17EB6A0F8D81}"/>
                </a:ext>
              </a:extLst>
            </p:cNvPr>
            <p:cNvSpPr/>
            <p:nvPr/>
          </p:nvSpPr>
          <p:spPr>
            <a:xfrm>
              <a:off x="3717550" y="2058900"/>
              <a:ext cx="179200" cy="207675"/>
            </a:xfrm>
            <a:custGeom>
              <a:avLst/>
              <a:gdLst/>
              <a:ahLst/>
              <a:cxnLst/>
              <a:rect l="l" t="t" r="r" b="b"/>
              <a:pathLst>
                <a:path w="7168" h="8307" extrusionOk="0">
                  <a:moveTo>
                    <a:pt x="3548" y="0"/>
                  </a:moveTo>
                  <a:cubicBezTo>
                    <a:pt x="1302" y="0"/>
                    <a:pt x="122" y="1444"/>
                    <a:pt x="30" y="3538"/>
                  </a:cubicBezTo>
                  <a:cubicBezTo>
                    <a:pt x="0" y="4321"/>
                    <a:pt x="204" y="4931"/>
                    <a:pt x="417" y="5552"/>
                  </a:cubicBezTo>
                  <a:cubicBezTo>
                    <a:pt x="701" y="7107"/>
                    <a:pt x="2217" y="8307"/>
                    <a:pt x="4230" y="8307"/>
                  </a:cubicBezTo>
                  <a:cubicBezTo>
                    <a:pt x="5633" y="8307"/>
                    <a:pt x="6406" y="7636"/>
                    <a:pt x="6761" y="6782"/>
                  </a:cubicBezTo>
                  <a:cubicBezTo>
                    <a:pt x="7097" y="5968"/>
                    <a:pt x="6975" y="5247"/>
                    <a:pt x="7057" y="3538"/>
                  </a:cubicBezTo>
                  <a:cubicBezTo>
                    <a:pt x="7168" y="1444"/>
                    <a:pt x="5785" y="0"/>
                    <a:pt x="3548" y="0"/>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4920;p66">
              <a:extLst>
                <a:ext uri="{FF2B5EF4-FFF2-40B4-BE49-F238E27FC236}">
                  <a16:creationId xmlns:a16="http://schemas.microsoft.com/office/drawing/2014/main" id="{C8DA4C2F-AB7E-45E1-9F65-7C7799965F74}"/>
                </a:ext>
              </a:extLst>
            </p:cNvPr>
            <p:cNvSpPr/>
            <p:nvPr/>
          </p:nvSpPr>
          <p:spPr>
            <a:xfrm>
              <a:off x="3863700" y="2162600"/>
              <a:ext cx="12475" cy="22650"/>
            </a:xfrm>
            <a:custGeom>
              <a:avLst/>
              <a:gdLst/>
              <a:ahLst/>
              <a:cxnLst/>
              <a:rect l="l" t="t" r="r" b="b"/>
              <a:pathLst>
                <a:path w="499" h="906" extrusionOk="0">
                  <a:moveTo>
                    <a:pt x="255" y="1"/>
                  </a:moveTo>
                  <a:cubicBezTo>
                    <a:pt x="112" y="1"/>
                    <a:pt x="0" y="204"/>
                    <a:pt x="0" y="458"/>
                  </a:cubicBezTo>
                  <a:cubicBezTo>
                    <a:pt x="0" y="702"/>
                    <a:pt x="112" y="905"/>
                    <a:pt x="255" y="905"/>
                  </a:cubicBezTo>
                  <a:cubicBezTo>
                    <a:pt x="387" y="905"/>
                    <a:pt x="499" y="702"/>
                    <a:pt x="499" y="458"/>
                  </a:cubicBezTo>
                  <a:cubicBezTo>
                    <a:pt x="499" y="204"/>
                    <a:pt x="387" y="1"/>
                    <a:pt x="255"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 name="Google Shape;4921;p66">
              <a:extLst>
                <a:ext uri="{FF2B5EF4-FFF2-40B4-BE49-F238E27FC236}">
                  <a16:creationId xmlns:a16="http://schemas.microsoft.com/office/drawing/2014/main" id="{DA9B8B17-CFD4-4A35-B89E-0948D33F81F1}"/>
                </a:ext>
              </a:extLst>
            </p:cNvPr>
            <p:cNvSpPr/>
            <p:nvPr/>
          </p:nvSpPr>
          <p:spPr>
            <a:xfrm>
              <a:off x="3858875" y="2160800"/>
              <a:ext cx="22400" cy="11475"/>
            </a:xfrm>
            <a:custGeom>
              <a:avLst/>
              <a:gdLst/>
              <a:ahLst/>
              <a:cxnLst/>
              <a:rect l="l" t="t" r="r" b="b"/>
              <a:pathLst>
                <a:path w="896" h="459" extrusionOk="0">
                  <a:moveTo>
                    <a:pt x="448" y="1"/>
                  </a:moveTo>
                  <a:cubicBezTo>
                    <a:pt x="326" y="1"/>
                    <a:pt x="214" y="62"/>
                    <a:pt x="143" y="143"/>
                  </a:cubicBezTo>
                  <a:cubicBezTo>
                    <a:pt x="61" y="225"/>
                    <a:pt x="21" y="326"/>
                    <a:pt x="0" y="428"/>
                  </a:cubicBezTo>
                  <a:cubicBezTo>
                    <a:pt x="0" y="439"/>
                    <a:pt x="0" y="448"/>
                    <a:pt x="10" y="448"/>
                  </a:cubicBezTo>
                  <a:cubicBezTo>
                    <a:pt x="15" y="454"/>
                    <a:pt x="21" y="456"/>
                    <a:pt x="26" y="456"/>
                  </a:cubicBezTo>
                  <a:cubicBezTo>
                    <a:pt x="31" y="456"/>
                    <a:pt x="36" y="454"/>
                    <a:pt x="41" y="448"/>
                  </a:cubicBezTo>
                  <a:cubicBezTo>
                    <a:pt x="102" y="367"/>
                    <a:pt x="153" y="286"/>
                    <a:pt x="224" y="235"/>
                  </a:cubicBezTo>
                  <a:cubicBezTo>
                    <a:pt x="295" y="184"/>
                    <a:pt x="366" y="143"/>
                    <a:pt x="448" y="143"/>
                  </a:cubicBezTo>
                  <a:cubicBezTo>
                    <a:pt x="529" y="143"/>
                    <a:pt x="600" y="184"/>
                    <a:pt x="672" y="235"/>
                  </a:cubicBezTo>
                  <a:cubicBezTo>
                    <a:pt x="742" y="286"/>
                    <a:pt x="794" y="367"/>
                    <a:pt x="855" y="448"/>
                  </a:cubicBezTo>
                  <a:cubicBezTo>
                    <a:pt x="855" y="448"/>
                    <a:pt x="864" y="459"/>
                    <a:pt x="875" y="459"/>
                  </a:cubicBezTo>
                  <a:cubicBezTo>
                    <a:pt x="885" y="448"/>
                    <a:pt x="895" y="439"/>
                    <a:pt x="895" y="428"/>
                  </a:cubicBezTo>
                  <a:cubicBezTo>
                    <a:pt x="875" y="326"/>
                    <a:pt x="834" y="225"/>
                    <a:pt x="753" y="143"/>
                  </a:cubicBezTo>
                  <a:cubicBezTo>
                    <a:pt x="681" y="62"/>
                    <a:pt x="570" y="1"/>
                    <a:pt x="448"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 name="Google Shape;4922;p66">
              <a:extLst>
                <a:ext uri="{FF2B5EF4-FFF2-40B4-BE49-F238E27FC236}">
                  <a16:creationId xmlns:a16="http://schemas.microsoft.com/office/drawing/2014/main" id="{C019F2FA-B24B-4013-B64F-8C93BF36F530}"/>
                </a:ext>
              </a:extLst>
            </p:cNvPr>
            <p:cNvSpPr/>
            <p:nvPr/>
          </p:nvSpPr>
          <p:spPr>
            <a:xfrm>
              <a:off x="3856325" y="2142775"/>
              <a:ext cx="27475" cy="9100"/>
            </a:xfrm>
            <a:custGeom>
              <a:avLst/>
              <a:gdLst/>
              <a:ahLst/>
              <a:cxnLst/>
              <a:rect l="l" t="t" r="r" b="b"/>
              <a:pathLst>
                <a:path w="1099" h="364" extrusionOk="0">
                  <a:moveTo>
                    <a:pt x="550" y="0"/>
                  </a:moveTo>
                  <a:cubicBezTo>
                    <a:pt x="438" y="0"/>
                    <a:pt x="326" y="31"/>
                    <a:pt x="224" y="92"/>
                  </a:cubicBezTo>
                  <a:cubicBezTo>
                    <a:pt x="123" y="143"/>
                    <a:pt x="41" y="234"/>
                    <a:pt x="11" y="336"/>
                  </a:cubicBezTo>
                  <a:cubicBezTo>
                    <a:pt x="1" y="346"/>
                    <a:pt x="1" y="356"/>
                    <a:pt x="11" y="356"/>
                  </a:cubicBezTo>
                  <a:cubicBezTo>
                    <a:pt x="16" y="361"/>
                    <a:pt x="21" y="364"/>
                    <a:pt x="26" y="364"/>
                  </a:cubicBezTo>
                  <a:cubicBezTo>
                    <a:pt x="31" y="364"/>
                    <a:pt x="36" y="361"/>
                    <a:pt x="41" y="356"/>
                  </a:cubicBezTo>
                  <a:cubicBezTo>
                    <a:pt x="184" y="214"/>
                    <a:pt x="367" y="153"/>
                    <a:pt x="550" y="153"/>
                  </a:cubicBezTo>
                  <a:cubicBezTo>
                    <a:pt x="733" y="153"/>
                    <a:pt x="916" y="214"/>
                    <a:pt x="1058" y="356"/>
                  </a:cubicBezTo>
                  <a:cubicBezTo>
                    <a:pt x="1058" y="361"/>
                    <a:pt x="1061" y="364"/>
                    <a:pt x="1064" y="364"/>
                  </a:cubicBezTo>
                  <a:cubicBezTo>
                    <a:pt x="1068" y="364"/>
                    <a:pt x="1073" y="361"/>
                    <a:pt x="1079" y="356"/>
                  </a:cubicBezTo>
                  <a:cubicBezTo>
                    <a:pt x="1088" y="356"/>
                    <a:pt x="1099" y="346"/>
                    <a:pt x="1088" y="336"/>
                  </a:cubicBezTo>
                  <a:cubicBezTo>
                    <a:pt x="1048" y="234"/>
                    <a:pt x="966" y="143"/>
                    <a:pt x="875" y="92"/>
                  </a:cubicBezTo>
                  <a:cubicBezTo>
                    <a:pt x="774" y="31"/>
                    <a:pt x="661" y="0"/>
                    <a:pt x="550" y="0"/>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 name="Google Shape;4923;p66">
              <a:extLst>
                <a:ext uri="{FF2B5EF4-FFF2-40B4-BE49-F238E27FC236}">
                  <a16:creationId xmlns:a16="http://schemas.microsoft.com/office/drawing/2014/main" id="{99C0949C-6C2D-4CDF-97FB-1DC8B81DBB8D}"/>
                </a:ext>
              </a:extLst>
            </p:cNvPr>
            <p:cNvSpPr/>
            <p:nvPr/>
          </p:nvSpPr>
          <p:spPr>
            <a:xfrm>
              <a:off x="3878425" y="2164625"/>
              <a:ext cx="7150" cy="4850"/>
            </a:xfrm>
            <a:custGeom>
              <a:avLst/>
              <a:gdLst/>
              <a:ahLst/>
              <a:cxnLst/>
              <a:rect l="l" t="t" r="r" b="b"/>
              <a:pathLst>
                <a:path w="286" h="194" extrusionOk="0">
                  <a:moveTo>
                    <a:pt x="265" y="1"/>
                  </a:moveTo>
                  <a:cubicBezTo>
                    <a:pt x="256" y="1"/>
                    <a:pt x="235" y="1"/>
                    <a:pt x="225" y="11"/>
                  </a:cubicBezTo>
                  <a:cubicBezTo>
                    <a:pt x="154" y="123"/>
                    <a:pt x="32" y="143"/>
                    <a:pt x="32" y="143"/>
                  </a:cubicBezTo>
                  <a:cubicBezTo>
                    <a:pt x="12" y="143"/>
                    <a:pt x="1" y="153"/>
                    <a:pt x="1" y="173"/>
                  </a:cubicBezTo>
                  <a:cubicBezTo>
                    <a:pt x="12" y="184"/>
                    <a:pt x="21" y="194"/>
                    <a:pt x="32" y="194"/>
                  </a:cubicBezTo>
                  <a:lnTo>
                    <a:pt x="42" y="194"/>
                  </a:lnTo>
                  <a:cubicBezTo>
                    <a:pt x="42" y="194"/>
                    <a:pt x="184" y="173"/>
                    <a:pt x="276" y="42"/>
                  </a:cubicBezTo>
                  <a:cubicBezTo>
                    <a:pt x="286" y="31"/>
                    <a:pt x="286" y="11"/>
                    <a:pt x="265"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4924;p66">
              <a:extLst>
                <a:ext uri="{FF2B5EF4-FFF2-40B4-BE49-F238E27FC236}">
                  <a16:creationId xmlns:a16="http://schemas.microsoft.com/office/drawing/2014/main" id="{D0DDD15B-91B6-4FF2-8584-77E64A6DD89B}"/>
                </a:ext>
              </a:extLst>
            </p:cNvPr>
            <p:cNvSpPr/>
            <p:nvPr/>
          </p:nvSpPr>
          <p:spPr>
            <a:xfrm>
              <a:off x="3791250" y="2162600"/>
              <a:ext cx="16550" cy="22650"/>
            </a:xfrm>
            <a:custGeom>
              <a:avLst/>
              <a:gdLst/>
              <a:ahLst/>
              <a:cxnLst/>
              <a:rect l="l" t="t" r="r" b="b"/>
              <a:pathLst>
                <a:path w="662" h="906" extrusionOk="0">
                  <a:moveTo>
                    <a:pt x="336" y="1"/>
                  </a:moveTo>
                  <a:cubicBezTo>
                    <a:pt x="153" y="1"/>
                    <a:pt x="1" y="204"/>
                    <a:pt x="1" y="458"/>
                  </a:cubicBezTo>
                  <a:cubicBezTo>
                    <a:pt x="1" y="702"/>
                    <a:pt x="153" y="905"/>
                    <a:pt x="336" y="905"/>
                  </a:cubicBezTo>
                  <a:cubicBezTo>
                    <a:pt x="519" y="905"/>
                    <a:pt x="661" y="702"/>
                    <a:pt x="661" y="458"/>
                  </a:cubicBezTo>
                  <a:cubicBezTo>
                    <a:pt x="661" y="204"/>
                    <a:pt x="519" y="1"/>
                    <a:pt x="336"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 name="Google Shape;4925;p66">
              <a:extLst>
                <a:ext uri="{FF2B5EF4-FFF2-40B4-BE49-F238E27FC236}">
                  <a16:creationId xmlns:a16="http://schemas.microsoft.com/office/drawing/2014/main" id="{A81D2A7E-E250-4253-97A3-509189A97308}"/>
                </a:ext>
              </a:extLst>
            </p:cNvPr>
            <p:cNvSpPr/>
            <p:nvPr/>
          </p:nvSpPr>
          <p:spPr>
            <a:xfrm>
              <a:off x="3784375" y="2160800"/>
              <a:ext cx="30550" cy="11475"/>
            </a:xfrm>
            <a:custGeom>
              <a:avLst/>
              <a:gdLst/>
              <a:ahLst/>
              <a:cxnLst/>
              <a:rect l="l" t="t" r="r" b="b"/>
              <a:pathLst>
                <a:path w="1222" h="459" extrusionOk="0">
                  <a:moveTo>
                    <a:pt x="611" y="1"/>
                  </a:moveTo>
                  <a:cubicBezTo>
                    <a:pt x="479" y="1"/>
                    <a:pt x="337" y="42"/>
                    <a:pt x="235" y="123"/>
                  </a:cubicBezTo>
                  <a:cubicBezTo>
                    <a:pt x="123" y="195"/>
                    <a:pt x="42" y="306"/>
                    <a:pt x="1" y="428"/>
                  </a:cubicBezTo>
                  <a:cubicBezTo>
                    <a:pt x="1" y="428"/>
                    <a:pt x="1" y="448"/>
                    <a:pt x="12" y="448"/>
                  </a:cubicBezTo>
                  <a:cubicBezTo>
                    <a:pt x="16" y="454"/>
                    <a:pt x="21" y="456"/>
                    <a:pt x="27" y="456"/>
                  </a:cubicBezTo>
                  <a:cubicBezTo>
                    <a:pt x="32" y="456"/>
                    <a:pt x="37" y="454"/>
                    <a:pt x="42" y="448"/>
                  </a:cubicBezTo>
                  <a:cubicBezTo>
                    <a:pt x="123" y="357"/>
                    <a:pt x="204" y="276"/>
                    <a:pt x="296" y="225"/>
                  </a:cubicBezTo>
                  <a:cubicBezTo>
                    <a:pt x="398" y="174"/>
                    <a:pt x="500" y="143"/>
                    <a:pt x="611" y="143"/>
                  </a:cubicBezTo>
                  <a:cubicBezTo>
                    <a:pt x="713" y="143"/>
                    <a:pt x="825" y="174"/>
                    <a:pt x="916" y="225"/>
                  </a:cubicBezTo>
                  <a:cubicBezTo>
                    <a:pt x="1018" y="276"/>
                    <a:pt x="1099" y="357"/>
                    <a:pt x="1171" y="448"/>
                  </a:cubicBezTo>
                  <a:cubicBezTo>
                    <a:pt x="1180" y="459"/>
                    <a:pt x="1191" y="459"/>
                    <a:pt x="1201" y="459"/>
                  </a:cubicBezTo>
                  <a:cubicBezTo>
                    <a:pt x="1211" y="448"/>
                    <a:pt x="1221" y="439"/>
                    <a:pt x="1211" y="428"/>
                  </a:cubicBezTo>
                  <a:cubicBezTo>
                    <a:pt x="1171" y="306"/>
                    <a:pt x="1089" y="195"/>
                    <a:pt x="988" y="123"/>
                  </a:cubicBezTo>
                  <a:cubicBezTo>
                    <a:pt x="875" y="42"/>
                    <a:pt x="744" y="1"/>
                    <a:pt x="611"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 name="Google Shape;4926;p66">
              <a:extLst>
                <a:ext uri="{FF2B5EF4-FFF2-40B4-BE49-F238E27FC236}">
                  <a16:creationId xmlns:a16="http://schemas.microsoft.com/office/drawing/2014/main" id="{D829B1FF-FD0F-4701-9170-244620D7A3BC}"/>
                </a:ext>
              </a:extLst>
            </p:cNvPr>
            <p:cNvSpPr/>
            <p:nvPr/>
          </p:nvSpPr>
          <p:spPr>
            <a:xfrm>
              <a:off x="3780825" y="2142500"/>
              <a:ext cx="37650" cy="9625"/>
            </a:xfrm>
            <a:custGeom>
              <a:avLst/>
              <a:gdLst/>
              <a:ahLst/>
              <a:cxnLst/>
              <a:rect l="l" t="t" r="r" b="b"/>
              <a:pathLst>
                <a:path w="1506" h="385" extrusionOk="0">
                  <a:moveTo>
                    <a:pt x="753" y="1"/>
                  </a:moveTo>
                  <a:cubicBezTo>
                    <a:pt x="611" y="1"/>
                    <a:pt x="468" y="21"/>
                    <a:pt x="337" y="72"/>
                  </a:cubicBezTo>
                  <a:cubicBezTo>
                    <a:pt x="204" y="133"/>
                    <a:pt x="82" y="215"/>
                    <a:pt x="11" y="337"/>
                  </a:cubicBezTo>
                  <a:cubicBezTo>
                    <a:pt x="1" y="347"/>
                    <a:pt x="1" y="357"/>
                    <a:pt x="11" y="367"/>
                  </a:cubicBezTo>
                  <a:cubicBezTo>
                    <a:pt x="18" y="374"/>
                    <a:pt x="30" y="382"/>
                    <a:pt x="41" y="382"/>
                  </a:cubicBezTo>
                  <a:cubicBezTo>
                    <a:pt x="45" y="382"/>
                    <a:pt x="49" y="380"/>
                    <a:pt x="52" y="378"/>
                  </a:cubicBezTo>
                  <a:cubicBezTo>
                    <a:pt x="154" y="296"/>
                    <a:pt x="265" y="255"/>
                    <a:pt x="387" y="215"/>
                  </a:cubicBezTo>
                  <a:cubicBezTo>
                    <a:pt x="509" y="184"/>
                    <a:pt x="631" y="174"/>
                    <a:pt x="753" y="174"/>
                  </a:cubicBezTo>
                  <a:cubicBezTo>
                    <a:pt x="875" y="174"/>
                    <a:pt x="997" y="184"/>
                    <a:pt x="1119" y="225"/>
                  </a:cubicBezTo>
                  <a:cubicBezTo>
                    <a:pt x="1231" y="255"/>
                    <a:pt x="1343" y="296"/>
                    <a:pt x="1444" y="378"/>
                  </a:cubicBezTo>
                  <a:lnTo>
                    <a:pt x="1455" y="378"/>
                  </a:lnTo>
                  <a:cubicBezTo>
                    <a:pt x="1460" y="382"/>
                    <a:pt x="1465" y="385"/>
                    <a:pt x="1470" y="385"/>
                  </a:cubicBezTo>
                  <a:cubicBezTo>
                    <a:pt x="1475" y="385"/>
                    <a:pt x="1480" y="382"/>
                    <a:pt x="1485" y="378"/>
                  </a:cubicBezTo>
                  <a:cubicBezTo>
                    <a:pt x="1496" y="367"/>
                    <a:pt x="1505" y="347"/>
                    <a:pt x="1496" y="337"/>
                  </a:cubicBezTo>
                  <a:cubicBezTo>
                    <a:pt x="1414" y="215"/>
                    <a:pt x="1292" y="133"/>
                    <a:pt x="1160" y="82"/>
                  </a:cubicBezTo>
                  <a:cubicBezTo>
                    <a:pt x="1038" y="21"/>
                    <a:pt x="895" y="1"/>
                    <a:pt x="753" y="1"/>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 name="Google Shape;4927;p66">
              <a:extLst>
                <a:ext uri="{FF2B5EF4-FFF2-40B4-BE49-F238E27FC236}">
                  <a16:creationId xmlns:a16="http://schemas.microsoft.com/office/drawing/2014/main" id="{E4B206CF-A1A0-4C52-A117-4DFF57F20C4C}"/>
                </a:ext>
              </a:extLst>
            </p:cNvPr>
            <p:cNvSpPr/>
            <p:nvPr/>
          </p:nvSpPr>
          <p:spPr>
            <a:xfrm>
              <a:off x="3778550" y="2164700"/>
              <a:ext cx="9175" cy="4775"/>
            </a:xfrm>
            <a:custGeom>
              <a:avLst/>
              <a:gdLst/>
              <a:ahLst/>
              <a:cxnLst/>
              <a:rect l="l" t="t" r="r" b="b"/>
              <a:pathLst>
                <a:path w="367" h="191" extrusionOk="0">
                  <a:moveTo>
                    <a:pt x="31" y="0"/>
                  </a:moveTo>
                  <a:cubicBezTo>
                    <a:pt x="23" y="0"/>
                    <a:pt x="16" y="3"/>
                    <a:pt x="10" y="8"/>
                  </a:cubicBezTo>
                  <a:cubicBezTo>
                    <a:pt x="0" y="18"/>
                    <a:pt x="0" y="39"/>
                    <a:pt x="10" y="48"/>
                  </a:cubicBezTo>
                  <a:cubicBezTo>
                    <a:pt x="132" y="170"/>
                    <a:pt x="326" y="191"/>
                    <a:pt x="326" y="191"/>
                  </a:cubicBezTo>
                  <a:lnTo>
                    <a:pt x="336" y="191"/>
                  </a:lnTo>
                  <a:cubicBezTo>
                    <a:pt x="346" y="191"/>
                    <a:pt x="367" y="181"/>
                    <a:pt x="367" y="170"/>
                  </a:cubicBezTo>
                  <a:cubicBezTo>
                    <a:pt x="367" y="150"/>
                    <a:pt x="356" y="140"/>
                    <a:pt x="336" y="140"/>
                  </a:cubicBezTo>
                  <a:cubicBezTo>
                    <a:pt x="336" y="140"/>
                    <a:pt x="163" y="120"/>
                    <a:pt x="51" y="8"/>
                  </a:cubicBezTo>
                  <a:cubicBezTo>
                    <a:pt x="46" y="3"/>
                    <a:pt x="39" y="0"/>
                    <a:pt x="31" y="0"/>
                  </a:cubicBezTo>
                  <a:close/>
                </a:path>
              </a:pathLst>
            </a:custGeom>
            <a:solidFill>
              <a:srgbClr val="A06E5A"/>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 name="Google Shape;4928;p66">
              <a:extLst>
                <a:ext uri="{FF2B5EF4-FFF2-40B4-BE49-F238E27FC236}">
                  <a16:creationId xmlns:a16="http://schemas.microsoft.com/office/drawing/2014/main" id="{4293BB2D-8DF0-4439-800A-A1C44A603BB2}"/>
                </a:ext>
              </a:extLst>
            </p:cNvPr>
            <p:cNvSpPr/>
            <p:nvPr/>
          </p:nvSpPr>
          <p:spPr>
            <a:xfrm>
              <a:off x="3872325" y="2185225"/>
              <a:ext cx="19850" cy="27475"/>
            </a:xfrm>
            <a:custGeom>
              <a:avLst/>
              <a:gdLst/>
              <a:ahLst/>
              <a:cxnLst/>
              <a:rect l="l" t="t" r="r" b="b"/>
              <a:pathLst>
                <a:path w="794" h="1099" extrusionOk="0">
                  <a:moveTo>
                    <a:pt x="398" y="0"/>
                  </a:moveTo>
                  <a:cubicBezTo>
                    <a:pt x="174" y="0"/>
                    <a:pt x="1" y="244"/>
                    <a:pt x="1" y="549"/>
                  </a:cubicBezTo>
                  <a:cubicBezTo>
                    <a:pt x="1" y="854"/>
                    <a:pt x="174" y="1098"/>
                    <a:pt x="398" y="1098"/>
                  </a:cubicBezTo>
                  <a:cubicBezTo>
                    <a:pt x="622" y="1098"/>
                    <a:pt x="794" y="854"/>
                    <a:pt x="794" y="549"/>
                  </a:cubicBezTo>
                  <a:cubicBezTo>
                    <a:pt x="794" y="244"/>
                    <a:pt x="622" y="0"/>
                    <a:pt x="398" y="0"/>
                  </a:cubicBezTo>
                  <a:close/>
                </a:path>
              </a:pathLst>
            </a:custGeom>
            <a:solidFill>
              <a:srgbClr val="FAA99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 name="Google Shape;4929;p66">
              <a:extLst>
                <a:ext uri="{FF2B5EF4-FFF2-40B4-BE49-F238E27FC236}">
                  <a16:creationId xmlns:a16="http://schemas.microsoft.com/office/drawing/2014/main" id="{5BD4279A-CB0D-4549-ADB2-75CB3539F6D1}"/>
                </a:ext>
              </a:extLst>
            </p:cNvPr>
            <p:cNvSpPr/>
            <p:nvPr/>
          </p:nvSpPr>
          <p:spPr>
            <a:xfrm>
              <a:off x="3769125" y="2185225"/>
              <a:ext cx="27475" cy="27475"/>
            </a:xfrm>
            <a:custGeom>
              <a:avLst/>
              <a:gdLst/>
              <a:ahLst/>
              <a:cxnLst/>
              <a:rect l="l" t="t" r="r" b="b"/>
              <a:pathLst>
                <a:path w="1099" h="1099" extrusionOk="0">
                  <a:moveTo>
                    <a:pt x="550" y="0"/>
                  </a:moveTo>
                  <a:cubicBezTo>
                    <a:pt x="245" y="0"/>
                    <a:pt x="1" y="244"/>
                    <a:pt x="1" y="549"/>
                  </a:cubicBezTo>
                  <a:cubicBezTo>
                    <a:pt x="1" y="854"/>
                    <a:pt x="245" y="1098"/>
                    <a:pt x="550" y="1098"/>
                  </a:cubicBezTo>
                  <a:cubicBezTo>
                    <a:pt x="855" y="1098"/>
                    <a:pt x="1099" y="854"/>
                    <a:pt x="1099" y="549"/>
                  </a:cubicBezTo>
                  <a:cubicBezTo>
                    <a:pt x="1099" y="244"/>
                    <a:pt x="855" y="0"/>
                    <a:pt x="550" y="0"/>
                  </a:cubicBezTo>
                  <a:close/>
                </a:path>
              </a:pathLst>
            </a:custGeom>
            <a:solidFill>
              <a:srgbClr val="FAA990"/>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 name="Google Shape;4930;p66">
              <a:extLst>
                <a:ext uri="{FF2B5EF4-FFF2-40B4-BE49-F238E27FC236}">
                  <a16:creationId xmlns:a16="http://schemas.microsoft.com/office/drawing/2014/main" id="{E44E2BDB-1164-49E0-964B-E5C5329A5654}"/>
                </a:ext>
              </a:extLst>
            </p:cNvPr>
            <p:cNvSpPr/>
            <p:nvPr/>
          </p:nvSpPr>
          <p:spPr>
            <a:xfrm>
              <a:off x="3846925" y="2170975"/>
              <a:ext cx="11200" cy="40550"/>
            </a:xfrm>
            <a:custGeom>
              <a:avLst/>
              <a:gdLst/>
              <a:ahLst/>
              <a:cxnLst/>
              <a:rect l="l" t="t" r="r" b="b"/>
              <a:pathLst>
                <a:path w="448" h="1622" extrusionOk="0">
                  <a:moveTo>
                    <a:pt x="112" y="1"/>
                  </a:moveTo>
                  <a:cubicBezTo>
                    <a:pt x="102" y="1"/>
                    <a:pt x="92" y="11"/>
                    <a:pt x="92" y="21"/>
                  </a:cubicBezTo>
                  <a:cubicBezTo>
                    <a:pt x="61" y="174"/>
                    <a:pt x="72" y="326"/>
                    <a:pt x="92" y="479"/>
                  </a:cubicBezTo>
                  <a:cubicBezTo>
                    <a:pt x="122" y="631"/>
                    <a:pt x="173" y="773"/>
                    <a:pt x="244" y="916"/>
                  </a:cubicBezTo>
                  <a:cubicBezTo>
                    <a:pt x="255" y="947"/>
                    <a:pt x="275" y="977"/>
                    <a:pt x="295" y="1017"/>
                  </a:cubicBezTo>
                  <a:cubicBezTo>
                    <a:pt x="316" y="1048"/>
                    <a:pt x="326" y="1069"/>
                    <a:pt x="336" y="1099"/>
                  </a:cubicBezTo>
                  <a:cubicBezTo>
                    <a:pt x="356" y="1170"/>
                    <a:pt x="346" y="1231"/>
                    <a:pt x="316" y="1292"/>
                  </a:cubicBezTo>
                  <a:cubicBezTo>
                    <a:pt x="255" y="1414"/>
                    <a:pt x="153" y="1516"/>
                    <a:pt x="20" y="1577"/>
                  </a:cubicBezTo>
                  <a:cubicBezTo>
                    <a:pt x="11" y="1577"/>
                    <a:pt x="0" y="1587"/>
                    <a:pt x="11" y="1607"/>
                  </a:cubicBezTo>
                  <a:cubicBezTo>
                    <a:pt x="11" y="1615"/>
                    <a:pt x="16" y="1622"/>
                    <a:pt x="26" y="1622"/>
                  </a:cubicBezTo>
                  <a:cubicBezTo>
                    <a:pt x="30" y="1622"/>
                    <a:pt x="35" y="1621"/>
                    <a:pt x="41" y="1618"/>
                  </a:cubicBezTo>
                  <a:cubicBezTo>
                    <a:pt x="183" y="1577"/>
                    <a:pt x="326" y="1465"/>
                    <a:pt x="397" y="1333"/>
                  </a:cubicBezTo>
                  <a:cubicBezTo>
                    <a:pt x="438" y="1252"/>
                    <a:pt x="448" y="1160"/>
                    <a:pt x="417" y="1078"/>
                  </a:cubicBezTo>
                  <a:cubicBezTo>
                    <a:pt x="407" y="1038"/>
                    <a:pt x="387" y="997"/>
                    <a:pt x="366" y="967"/>
                  </a:cubicBezTo>
                  <a:cubicBezTo>
                    <a:pt x="356" y="936"/>
                    <a:pt x="336" y="906"/>
                    <a:pt x="316" y="875"/>
                  </a:cubicBezTo>
                  <a:cubicBezTo>
                    <a:pt x="255" y="743"/>
                    <a:pt x="204" y="611"/>
                    <a:pt x="173" y="468"/>
                  </a:cubicBezTo>
                  <a:cubicBezTo>
                    <a:pt x="143" y="326"/>
                    <a:pt x="122" y="174"/>
                    <a:pt x="133" y="32"/>
                  </a:cubicBezTo>
                  <a:cubicBezTo>
                    <a:pt x="143" y="21"/>
                    <a:pt x="133" y="11"/>
                    <a:pt x="112" y="1"/>
                  </a:cubicBezTo>
                  <a:close/>
                </a:path>
              </a:pathLst>
            </a:custGeom>
            <a:solidFill>
              <a:srgbClr val="DCAF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 name="Google Shape;4931;p66">
              <a:extLst>
                <a:ext uri="{FF2B5EF4-FFF2-40B4-BE49-F238E27FC236}">
                  <a16:creationId xmlns:a16="http://schemas.microsoft.com/office/drawing/2014/main" id="{3CC3C88B-9891-4B4B-9BC6-4F37689DB062}"/>
                </a:ext>
              </a:extLst>
            </p:cNvPr>
            <p:cNvSpPr/>
            <p:nvPr/>
          </p:nvSpPr>
          <p:spPr>
            <a:xfrm>
              <a:off x="3819475" y="2230725"/>
              <a:ext cx="24425" cy="8250"/>
            </a:xfrm>
            <a:custGeom>
              <a:avLst/>
              <a:gdLst/>
              <a:ahLst/>
              <a:cxnLst/>
              <a:rect l="l" t="t" r="r" b="b"/>
              <a:pathLst>
                <a:path w="977" h="330" extrusionOk="0">
                  <a:moveTo>
                    <a:pt x="0" y="0"/>
                  </a:moveTo>
                  <a:lnTo>
                    <a:pt x="0" y="0"/>
                  </a:lnTo>
                  <a:cubicBezTo>
                    <a:pt x="81" y="173"/>
                    <a:pt x="183" y="306"/>
                    <a:pt x="438" y="326"/>
                  </a:cubicBezTo>
                  <a:cubicBezTo>
                    <a:pt x="459" y="328"/>
                    <a:pt x="479" y="329"/>
                    <a:pt x="498" y="329"/>
                  </a:cubicBezTo>
                  <a:cubicBezTo>
                    <a:pt x="831" y="329"/>
                    <a:pt x="976" y="21"/>
                    <a:pt x="976" y="21"/>
                  </a:cubicBezTo>
                  <a:lnTo>
                    <a:pt x="976" y="21"/>
                  </a:lnTo>
                  <a:cubicBezTo>
                    <a:pt x="864" y="47"/>
                    <a:pt x="735" y="57"/>
                    <a:pt x="608" y="57"/>
                  </a:cubicBezTo>
                  <a:cubicBezTo>
                    <a:pt x="297" y="57"/>
                    <a:pt x="0" y="0"/>
                    <a:pt x="0" y="0"/>
                  </a:cubicBezTo>
                  <a:close/>
                </a:path>
              </a:pathLst>
            </a:custGeom>
            <a:solidFill>
              <a:srgbClr val="D74646"/>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4932;p66">
              <a:extLst>
                <a:ext uri="{FF2B5EF4-FFF2-40B4-BE49-F238E27FC236}">
                  <a16:creationId xmlns:a16="http://schemas.microsoft.com/office/drawing/2014/main" id="{0F39320C-D782-4DCF-9B38-2919D26E6C93}"/>
                </a:ext>
              </a:extLst>
            </p:cNvPr>
            <p:cNvSpPr/>
            <p:nvPr/>
          </p:nvSpPr>
          <p:spPr>
            <a:xfrm>
              <a:off x="3749575" y="2287150"/>
              <a:ext cx="117700" cy="142700"/>
            </a:xfrm>
            <a:custGeom>
              <a:avLst/>
              <a:gdLst/>
              <a:ahLst/>
              <a:cxnLst/>
              <a:rect l="l" t="t" r="r" b="b"/>
              <a:pathLst>
                <a:path w="4708" h="5708" extrusionOk="0">
                  <a:moveTo>
                    <a:pt x="1251" y="1"/>
                  </a:moveTo>
                  <a:cubicBezTo>
                    <a:pt x="844" y="173"/>
                    <a:pt x="305" y="306"/>
                    <a:pt x="21" y="367"/>
                  </a:cubicBezTo>
                  <a:cubicBezTo>
                    <a:pt x="21" y="367"/>
                    <a:pt x="183" y="3549"/>
                    <a:pt x="183" y="4149"/>
                  </a:cubicBezTo>
                  <a:cubicBezTo>
                    <a:pt x="183" y="4596"/>
                    <a:pt x="112" y="5044"/>
                    <a:pt x="0" y="5491"/>
                  </a:cubicBezTo>
                  <a:cubicBezTo>
                    <a:pt x="484" y="5578"/>
                    <a:pt x="1429" y="5708"/>
                    <a:pt x="2581" y="5708"/>
                  </a:cubicBezTo>
                  <a:cubicBezTo>
                    <a:pt x="2786" y="5708"/>
                    <a:pt x="2997" y="5704"/>
                    <a:pt x="3213" y="5695"/>
                  </a:cubicBezTo>
                  <a:cubicBezTo>
                    <a:pt x="3813" y="5674"/>
                    <a:pt x="4250" y="5593"/>
                    <a:pt x="4525" y="5521"/>
                  </a:cubicBezTo>
                  <a:cubicBezTo>
                    <a:pt x="4413" y="5074"/>
                    <a:pt x="4342" y="4617"/>
                    <a:pt x="4342" y="4149"/>
                  </a:cubicBezTo>
                  <a:cubicBezTo>
                    <a:pt x="4413" y="4007"/>
                    <a:pt x="4474" y="3854"/>
                    <a:pt x="4525" y="3702"/>
                  </a:cubicBezTo>
                  <a:cubicBezTo>
                    <a:pt x="4687" y="3223"/>
                    <a:pt x="4708" y="2705"/>
                    <a:pt x="4565" y="2217"/>
                  </a:cubicBezTo>
                  <a:cubicBezTo>
                    <a:pt x="4433" y="1739"/>
                    <a:pt x="4260" y="1332"/>
                    <a:pt x="4260" y="1332"/>
                  </a:cubicBezTo>
                  <a:lnTo>
                    <a:pt x="4179" y="295"/>
                  </a:lnTo>
                  <a:cubicBezTo>
                    <a:pt x="3905" y="214"/>
                    <a:pt x="3559" y="123"/>
                    <a:pt x="3274" y="1"/>
                  </a:cubicBezTo>
                  <a:cubicBezTo>
                    <a:pt x="3274" y="1"/>
                    <a:pt x="3101" y="92"/>
                    <a:pt x="2654" y="143"/>
                  </a:cubicBezTo>
                  <a:cubicBezTo>
                    <a:pt x="2554" y="156"/>
                    <a:pt x="2451" y="161"/>
                    <a:pt x="2349" y="161"/>
                  </a:cubicBezTo>
                  <a:cubicBezTo>
                    <a:pt x="1789" y="161"/>
                    <a:pt x="1251" y="1"/>
                    <a:pt x="125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4933;p66">
              <a:extLst>
                <a:ext uri="{FF2B5EF4-FFF2-40B4-BE49-F238E27FC236}">
                  <a16:creationId xmlns:a16="http://schemas.microsoft.com/office/drawing/2014/main" id="{B4D2F921-88E4-4FBB-B521-61803E6D6852}"/>
                </a:ext>
              </a:extLst>
            </p:cNvPr>
            <p:cNvSpPr/>
            <p:nvPr/>
          </p:nvSpPr>
          <p:spPr>
            <a:xfrm>
              <a:off x="3808275" y="2287150"/>
              <a:ext cx="25450" cy="4100"/>
            </a:xfrm>
            <a:custGeom>
              <a:avLst/>
              <a:gdLst/>
              <a:ahLst/>
              <a:cxnLst/>
              <a:rect l="l" t="t" r="r" b="b"/>
              <a:pathLst>
                <a:path w="1018" h="164" extrusionOk="0">
                  <a:moveTo>
                    <a:pt x="1" y="163"/>
                  </a:moveTo>
                  <a:lnTo>
                    <a:pt x="11" y="163"/>
                  </a:lnTo>
                  <a:lnTo>
                    <a:pt x="11" y="163"/>
                  </a:lnTo>
                  <a:lnTo>
                    <a:pt x="1" y="163"/>
                  </a:lnTo>
                  <a:close/>
                  <a:moveTo>
                    <a:pt x="926" y="1"/>
                  </a:moveTo>
                  <a:lnTo>
                    <a:pt x="926" y="1"/>
                  </a:lnTo>
                  <a:cubicBezTo>
                    <a:pt x="956" y="10"/>
                    <a:pt x="987" y="21"/>
                    <a:pt x="1017" y="41"/>
                  </a:cubicBezTo>
                  <a:lnTo>
                    <a:pt x="1017" y="41"/>
                  </a:lnTo>
                  <a:cubicBezTo>
                    <a:pt x="987" y="21"/>
                    <a:pt x="956" y="10"/>
                    <a:pt x="926" y="1"/>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4934;p66">
              <a:extLst>
                <a:ext uri="{FF2B5EF4-FFF2-40B4-BE49-F238E27FC236}">
                  <a16:creationId xmlns:a16="http://schemas.microsoft.com/office/drawing/2014/main" id="{B8982376-DC53-4889-A106-9F15F91D7C5D}"/>
                </a:ext>
              </a:extLst>
            </p:cNvPr>
            <p:cNvSpPr/>
            <p:nvPr/>
          </p:nvSpPr>
          <p:spPr>
            <a:xfrm>
              <a:off x="3783000" y="2287700"/>
              <a:ext cx="25575" cy="3550"/>
            </a:xfrm>
            <a:custGeom>
              <a:avLst/>
              <a:gdLst/>
              <a:ahLst/>
              <a:cxnLst/>
              <a:rect l="l" t="t" r="r" b="b"/>
              <a:pathLst>
                <a:path w="1023" h="142" extrusionOk="0">
                  <a:moveTo>
                    <a:pt x="1" y="1"/>
                  </a:moveTo>
                  <a:cubicBezTo>
                    <a:pt x="178" y="52"/>
                    <a:pt x="589" y="141"/>
                    <a:pt x="1012" y="141"/>
                  </a:cubicBezTo>
                  <a:lnTo>
                    <a:pt x="1022" y="141"/>
                  </a:lnTo>
                  <a:cubicBezTo>
                    <a:pt x="590" y="141"/>
                    <a:pt x="178" y="52"/>
                    <a:pt x="1" y="1"/>
                  </a:cubicBezTo>
                  <a:close/>
                </a:path>
              </a:pathLst>
            </a:custGeom>
            <a:solidFill>
              <a:srgbClr val="F2CCAE"/>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4935;p66">
              <a:extLst>
                <a:ext uri="{FF2B5EF4-FFF2-40B4-BE49-F238E27FC236}">
                  <a16:creationId xmlns:a16="http://schemas.microsoft.com/office/drawing/2014/main" id="{B673B1AA-B61E-40F8-AB0D-9B617786C44E}"/>
                </a:ext>
              </a:extLst>
            </p:cNvPr>
            <p:cNvSpPr/>
            <p:nvPr/>
          </p:nvSpPr>
          <p:spPr>
            <a:xfrm>
              <a:off x="3809050" y="2290950"/>
              <a:ext cx="42225" cy="138575"/>
            </a:xfrm>
            <a:custGeom>
              <a:avLst/>
              <a:gdLst/>
              <a:ahLst/>
              <a:cxnLst/>
              <a:rect l="l" t="t" r="r" b="b"/>
              <a:pathLst>
                <a:path w="1689" h="5543" extrusionOk="0">
                  <a:moveTo>
                    <a:pt x="1688" y="5461"/>
                  </a:moveTo>
                  <a:cubicBezTo>
                    <a:pt x="1454" y="5502"/>
                    <a:pt x="1169" y="5532"/>
                    <a:pt x="834" y="5543"/>
                  </a:cubicBezTo>
                  <a:cubicBezTo>
                    <a:pt x="1169" y="5532"/>
                    <a:pt x="1454" y="5502"/>
                    <a:pt x="1688" y="5461"/>
                  </a:cubicBezTo>
                  <a:lnTo>
                    <a:pt x="1688" y="5461"/>
                  </a:lnTo>
                  <a:close/>
                  <a:moveTo>
                    <a:pt x="10" y="11"/>
                  </a:moveTo>
                  <a:lnTo>
                    <a:pt x="1" y="11"/>
                  </a:lnTo>
                  <a:lnTo>
                    <a:pt x="10" y="11"/>
                  </a:lnTo>
                  <a:close/>
                  <a:moveTo>
                    <a:pt x="10" y="11"/>
                  </a:moveTo>
                  <a:lnTo>
                    <a:pt x="10" y="11"/>
                  </a:lnTo>
                  <a:lnTo>
                    <a:pt x="10" y="11"/>
                  </a:lnTo>
                  <a:close/>
                  <a:moveTo>
                    <a:pt x="132" y="1"/>
                  </a:moveTo>
                  <a:cubicBezTo>
                    <a:pt x="92" y="1"/>
                    <a:pt x="51" y="11"/>
                    <a:pt x="10" y="11"/>
                  </a:cubicBezTo>
                  <a:cubicBezTo>
                    <a:pt x="51" y="11"/>
                    <a:pt x="92" y="1"/>
                    <a:pt x="132" y="1"/>
                  </a:cubicBezTo>
                  <a:close/>
                  <a:moveTo>
                    <a:pt x="143" y="1"/>
                  </a:moveTo>
                  <a:lnTo>
                    <a:pt x="132" y="1"/>
                  </a:ln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4936;p66">
              <a:extLst>
                <a:ext uri="{FF2B5EF4-FFF2-40B4-BE49-F238E27FC236}">
                  <a16:creationId xmlns:a16="http://schemas.microsoft.com/office/drawing/2014/main" id="{BF2477E4-ED95-4C69-858A-661EB47C3400}"/>
                </a:ext>
              </a:extLst>
            </p:cNvPr>
            <p:cNvSpPr/>
            <p:nvPr/>
          </p:nvSpPr>
          <p:spPr>
            <a:xfrm>
              <a:off x="3819225" y="2429500"/>
              <a:ext cx="9675" cy="275"/>
            </a:xfrm>
            <a:custGeom>
              <a:avLst/>
              <a:gdLst/>
              <a:ahLst/>
              <a:cxnLst/>
              <a:rect l="l" t="t" r="r" b="b"/>
              <a:pathLst>
                <a:path w="387" h="11" extrusionOk="0">
                  <a:moveTo>
                    <a:pt x="387" y="1"/>
                  </a:moveTo>
                  <a:cubicBezTo>
                    <a:pt x="254" y="10"/>
                    <a:pt x="122" y="10"/>
                    <a:pt x="0" y="10"/>
                  </a:cubicBezTo>
                  <a:lnTo>
                    <a:pt x="0" y="10"/>
                  </a:lnTo>
                  <a:cubicBezTo>
                    <a:pt x="122" y="10"/>
                    <a:pt x="254" y="10"/>
                    <a:pt x="387" y="1"/>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4937;p66">
              <a:extLst>
                <a:ext uri="{FF2B5EF4-FFF2-40B4-BE49-F238E27FC236}">
                  <a16:creationId xmlns:a16="http://schemas.microsoft.com/office/drawing/2014/main" id="{0A6D1730-2CF9-41F1-AD02-B8B4AA61E967}"/>
                </a:ext>
              </a:extLst>
            </p:cNvPr>
            <p:cNvSpPr/>
            <p:nvPr/>
          </p:nvSpPr>
          <p:spPr>
            <a:xfrm>
              <a:off x="3819225" y="2429500"/>
              <a:ext cx="9675" cy="275"/>
            </a:xfrm>
            <a:custGeom>
              <a:avLst/>
              <a:gdLst/>
              <a:ahLst/>
              <a:cxnLst/>
              <a:rect l="l" t="t" r="r" b="b"/>
              <a:pathLst>
                <a:path w="387" h="11" extrusionOk="0">
                  <a:moveTo>
                    <a:pt x="387" y="1"/>
                  </a:moveTo>
                  <a:cubicBezTo>
                    <a:pt x="254" y="10"/>
                    <a:pt x="122" y="10"/>
                    <a:pt x="0" y="10"/>
                  </a:cubicBezTo>
                  <a:lnTo>
                    <a:pt x="0" y="10"/>
                  </a:lnTo>
                  <a:cubicBezTo>
                    <a:pt x="122" y="10"/>
                    <a:pt x="254" y="10"/>
                    <a:pt x="387" y="1"/>
                  </a:cubicBezTo>
                  <a:close/>
                </a:path>
              </a:pathLst>
            </a:custGeom>
            <a:solidFill>
              <a:srgbClr val="5F84E2"/>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4938;p66">
              <a:extLst>
                <a:ext uri="{FF2B5EF4-FFF2-40B4-BE49-F238E27FC236}">
                  <a16:creationId xmlns:a16="http://schemas.microsoft.com/office/drawing/2014/main" id="{A7782EA3-981D-409D-B52C-402E6EFB7D07}"/>
                </a:ext>
              </a:extLst>
            </p:cNvPr>
            <p:cNvSpPr/>
            <p:nvPr/>
          </p:nvSpPr>
          <p:spPr>
            <a:xfrm>
              <a:off x="3782850" y="2287150"/>
              <a:ext cx="68675" cy="142625"/>
            </a:xfrm>
            <a:custGeom>
              <a:avLst/>
              <a:gdLst/>
              <a:ahLst/>
              <a:cxnLst/>
              <a:rect l="l" t="t" r="r" b="b"/>
              <a:pathLst>
                <a:path w="2747" h="5705" extrusionOk="0">
                  <a:moveTo>
                    <a:pt x="1323" y="254"/>
                  </a:moveTo>
                  <a:cubicBezTo>
                    <a:pt x="1323" y="254"/>
                    <a:pt x="1537" y="651"/>
                    <a:pt x="1831" y="651"/>
                  </a:cubicBezTo>
                  <a:cubicBezTo>
                    <a:pt x="1923" y="651"/>
                    <a:pt x="2014" y="621"/>
                    <a:pt x="2116" y="529"/>
                  </a:cubicBezTo>
                  <a:cubicBezTo>
                    <a:pt x="2217" y="1149"/>
                    <a:pt x="2370" y="2227"/>
                    <a:pt x="2472" y="3458"/>
                  </a:cubicBezTo>
                  <a:cubicBezTo>
                    <a:pt x="2208" y="3458"/>
                    <a:pt x="1933" y="3447"/>
                    <a:pt x="1679" y="3447"/>
                  </a:cubicBezTo>
                  <a:cubicBezTo>
                    <a:pt x="1506" y="2299"/>
                    <a:pt x="1038" y="1414"/>
                    <a:pt x="622" y="834"/>
                  </a:cubicBezTo>
                  <a:lnTo>
                    <a:pt x="713" y="834"/>
                  </a:lnTo>
                  <a:cubicBezTo>
                    <a:pt x="957" y="834"/>
                    <a:pt x="1232" y="722"/>
                    <a:pt x="1323" y="254"/>
                  </a:cubicBezTo>
                  <a:close/>
                  <a:moveTo>
                    <a:pt x="1943" y="1"/>
                  </a:moveTo>
                  <a:cubicBezTo>
                    <a:pt x="1943" y="1"/>
                    <a:pt x="1770" y="92"/>
                    <a:pt x="1323" y="143"/>
                  </a:cubicBezTo>
                  <a:cubicBezTo>
                    <a:pt x="1282" y="153"/>
                    <a:pt x="1232" y="153"/>
                    <a:pt x="1191" y="153"/>
                  </a:cubicBezTo>
                  <a:lnTo>
                    <a:pt x="1180" y="153"/>
                  </a:lnTo>
                  <a:cubicBezTo>
                    <a:pt x="1140" y="153"/>
                    <a:pt x="1099" y="163"/>
                    <a:pt x="1058" y="163"/>
                  </a:cubicBezTo>
                  <a:lnTo>
                    <a:pt x="1018" y="163"/>
                  </a:lnTo>
                  <a:cubicBezTo>
                    <a:pt x="591" y="163"/>
                    <a:pt x="174" y="71"/>
                    <a:pt x="1" y="21"/>
                  </a:cubicBezTo>
                  <a:lnTo>
                    <a:pt x="1" y="21"/>
                  </a:lnTo>
                  <a:cubicBezTo>
                    <a:pt x="1516" y="1719"/>
                    <a:pt x="1557" y="4068"/>
                    <a:pt x="1516" y="4911"/>
                  </a:cubicBezTo>
                  <a:cubicBezTo>
                    <a:pt x="1506" y="5094"/>
                    <a:pt x="1496" y="5207"/>
                    <a:pt x="1496" y="5216"/>
                  </a:cubicBezTo>
                  <a:cubicBezTo>
                    <a:pt x="1485" y="5390"/>
                    <a:pt x="1476" y="5552"/>
                    <a:pt x="1455" y="5704"/>
                  </a:cubicBezTo>
                  <a:cubicBezTo>
                    <a:pt x="1577" y="5704"/>
                    <a:pt x="1709" y="5704"/>
                    <a:pt x="1842" y="5695"/>
                  </a:cubicBezTo>
                  <a:lnTo>
                    <a:pt x="1882" y="5695"/>
                  </a:lnTo>
                  <a:cubicBezTo>
                    <a:pt x="2217" y="5684"/>
                    <a:pt x="2502" y="5654"/>
                    <a:pt x="2736" y="5613"/>
                  </a:cubicBezTo>
                  <a:cubicBezTo>
                    <a:pt x="2736" y="5481"/>
                    <a:pt x="2746" y="5349"/>
                    <a:pt x="2746" y="5227"/>
                  </a:cubicBezTo>
                  <a:lnTo>
                    <a:pt x="2746" y="5207"/>
                  </a:lnTo>
                  <a:lnTo>
                    <a:pt x="2746" y="5196"/>
                  </a:lnTo>
                  <a:lnTo>
                    <a:pt x="2746" y="5186"/>
                  </a:lnTo>
                  <a:lnTo>
                    <a:pt x="2746" y="5176"/>
                  </a:lnTo>
                  <a:lnTo>
                    <a:pt x="2746" y="5166"/>
                  </a:lnTo>
                  <a:lnTo>
                    <a:pt x="2746" y="5155"/>
                  </a:lnTo>
                  <a:lnTo>
                    <a:pt x="2746" y="5146"/>
                  </a:lnTo>
                  <a:lnTo>
                    <a:pt x="2746" y="5135"/>
                  </a:lnTo>
                  <a:lnTo>
                    <a:pt x="2746" y="5125"/>
                  </a:lnTo>
                  <a:lnTo>
                    <a:pt x="2746" y="5115"/>
                  </a:lnTo>
                  <a:lnTo>
                    <a:pt x="2746" y="5105"/>
                  </a:lnTo>
                  <a:lnTo>
                    <a:pt x="2746" y="5094"/>
                  </a:lnTo>
                  <a:cubicBezTo>
                    <a:pt x="2746" y="5094"/>
                    <a:pt x="2746" y="5085"/>
                    <a:pt x="2736" y="5085"/>
                  </a:cubicBezTo>
                  <a:lnTo>
                    <a:pt x="2736" y="5064"/>
                  </a:lnTo>
                  <a:lnTo>
                    <a:pt x="2736" y="5044"/>
                  </a:lnTo>
                  <a:cubicBezTo>
                    <a:pt x="2706" y="4495"/>
                    <a:pt x="2655" y="3966"/>
                    <a:pt x="2594" y="3458"/>
                  </a:cubicBezTo>
                  <a:cubicBezTo>
                    <a:pt x="2400" y="1780"/>
                    <a:pt x="2106" y="387"/>
                    <a:pt x="2034" y="41"/>
                  </a:cubicBezTo>
                  <a:cubicBezTo>
                    <a:pt x="2004" y="21"/>
                    <a:pt x="1973" y="10"/>
                    <a:pt x="1943" y="1"/>
                  </a:cubicBezTo>
                  <a:close/>
                </a:path>
              </a:pathLst>
            </a:custGeom>
            <a:solidFill>
              <a:srgbClr val="F7F7F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4939;p66">
              <a:extLst>
                <a:ext uri="{FF2B5EF4-FFF2-40B4-BE49-F238E27FC236}">
                  <a16:creationId xmlns:a16="http://schemas.microsoft.com/office/drawing/2014/main" id="{7B25458F-090E-419E-9F29-66B6BA982E6C}"/>
                </a:ext>
              </a:extLst>
            </p:cNvPr>
            <p:cNvSpPr/>
            <p:nvPr/>
          </p:nvSpPr>
          <p:spPr>
            <a:xfrm>
              <a:off x="3780325" y="2278000"/>
              <a:ext cx="35600" cy="26500"/>
            </a:xfrm>
            <a:custGeom>
              <a:avLst/>
              <a:gdLst/>
              <a:ahLst/>
              <a:cxnLst/>
              <a:rect l="l" t="t" r="r" b="b"/>
              <a:pathLst>
                <a:path w="1424" h="1060" extrusionOk="0">
                  <a:moveTo>
                    <a:pt x="183" y="1"/>
                  </a:moveTo>
                  <a:cubicBezTo>
                    <a:pt x="183" y="1"/>
                    <a:pt x="61" y="204"/>
                    <a:pt x="0" y="326"/>
                  </a:cubicBezTo>
                  <a:cubicBezTo>
                    <a:pt x="0" y="326"/>
                    <a:pt x="285" y="1017"/>
                    <a:pt x="784" y="1058"/>
                  </a:cubicBezTo>
                  <a:cubicBezTo>
                    <a:pt x="797" y="1059"/>
                    <a:pt x="811" y="1059"/>
                    <a:pt x="824" y="1059"/>
                  </a:cubicBezTo>
                  <a:cubicBezTo>
                    <a:pt x="1327" y="1059"/>
                    <a:pt x="1424" y="509"/>
                    <a:pt x="1424" y="509"/>
                  </a:cubicBezTo>
                  <a:cubicBezTo>
                    <a:pt x="1424" y="509"/>
                    <a:pt x="549" y="224"/>
                    <a:pt x="18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4940;p66">
              <a:extLst>
                <a:ext uri="{FF2B5EF4-FFF2-40B4-BE49-F238E27FC236}">
                  <a16:creationId xmlns:a16="http://schemas.microsoft.com/office/drawing/2014/main" id="{EF61D1E4-D926-48FA-A545-ECDDE03D2D44}"/>
                </a:ext>
              </a:extLst>
            </p:cNvPr>
            <p:cNvSpPr/>
            <p:nvPr/>
          </p:nvSpPr>
          <p:spPr>
            <a:xfrm>
              <a:off x="3815900" y="2280550"/>
              <a:ext cx="21900" cy="20875"/>
            </a:xfrm>
            <a:custGeom>
              <a:avLst/>
              <a:gdLst/>
              <a:ahLst/>
              <a:cxnLst/>
              <a:rect l="l" t="t" r="r" b="b"/>
              <a:pathLst>
                <a:path w="876" h="835" extrusionOk="0">
                  <a:moveTo>
                    <a:pt x="509" y="0"/>
                  </a:moveTo>
                  <a:cubicBezTo>
                    <a:pt x="255" y="366"/>
                    <a:pt x="1" y="407"/>
                    <a:pt x="1" y="407"/>
                  </a:cubicBezTo>
                  <a:cubicBezTo>
                    <a:pt x="1" y="407"/>
                    <a:pt x="206" y="835"/>
                    <a:pt x="475" y="835"/>
                  </a:cubicBezTo>
                  <a:cubicBezTo>
                    <a:pt x="500" y="835"/>
                    <a:pt x="524" y="831"/>
                    <a:pt x="550" y="823"/>
                  </a:cubicBezTo>
                  <a:cubicBezTo>
                    <a:pt x="875" y="712"/>
                    <a:pt x="712" y="234"/>
                    <a:pt x="712" y="234"/>
                  </a:cubicBezTo>
                  <a:lnTo>
                    <a:pt x="509" y="0"/>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4941;p66">
              <a:extLst>
                <a:ext uri="{FF2B5EF4-FFF2-40B4-BE49-F238E27FC236}">
                  <a16:creationId xmlns:a16="http://schemas.microsoft.com/office/drawing/2014/main" id="{1170D128-6756-499B-874C-9B70FAE65A68}"/>
                </a:ext>
              </a:extLst>
            </p:cNvPr>
            <p:cNvSpPr/>
            <p:nvPr/>
          </p:nvSpPr>
          <p:spPr>
            <a:xfrm>
              <a:off x="3726175" y="2286150"/>
              <a:ext cx="96875" cy="189475"/>
            </a:xfrm>
            <a:custGeom>
              <a:avLst/>
              <a:gdLst/>
              <a:ahLst/>
              <a:cxnLst/>
              <a:rect l="l" t="t" r="r" b="b"/>
              <a:pathLst>
                <a:path w="3875" h="7579" extrusionOk="0">
                  <a:moveTo>
                    <a:pt x="2166" y="0"/>
                  </a:moveTo>
                  <a:cubicBezTo>
                    <a:pt x="1658" y="203"/>
                    <a:pt x="916" y="416"/>
                    <a:pt x="916" y="416"/>
                  </a:cubicBezTo>
                  <a:cubicBezTo>
                    <a:pt x="926" y="651"/>
                    <a:pt x="936" y="4463"/>
                    <a:pt x="936" y="4463"/>
                  </a:cubicBezTo>
                  <a:cubicBezTo>
                    <a:pt x="600" y="5186"/>
                    <a:pt x="1" y="6385"/>
                    <a:pt x="1" y="6385"/>
                  </a:cubicBezTo>
                  <a:cubicBezTo>
                    <a:pt x="478" y="6863"/>
                    <a:pt x="1251" y="7239"/>
                    <a:pt x="1902" y="7493"/>
                  </a:cubicBezTo>
                  <a:cubicBezTo>
                    <a:pt x="2050" y="7551"/>
                    <a:pt x="2201" y="7578"/>
                    <a:pt x="2350" y="7578"/>
                  </a:cubicBezTo>
                  <a:cubicBezTo>
                    <a:pt x="2907" y="7578"/>
                    <a:pt x="3425" y="7197"/>
                    <a:pt x="3569" y="6619"/>
                  </a:cubicBezTo>
                  <a:cubicBezTo>
                    <a:pt x="3874" y="5369"/>
                    <a:pt x="3834" y="3742"/>
                    <a:pt x="3499" y="2542"/>
                  </a:cubicBezTo>
                  <a:cubicBezTo>
                    <a:pt x="3011" y="844"/>
                    <a:pt x="2166" y="0"/>
                    <a:pt x="216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4942;p66">
              <a:extLst>
                <a:ext uri="{FF2B5EF4-FFF2-40B4-BE49-F238E27FC236}">
                  <a16:creationId xmlns:a16="http://schemas.microsoft.com/office/drawing/2014/main" id="{E9F96441-318B-4C10-B39A-22A5ADAB6659}"/>
                </a:ext>
              </a:extLst>
            </p:cNvPr>
            <p:cNvSpPr/>
            <p:nvPr/>
          </p:nvSpPr>
          <p:spPr>
            <a:xfrm>
              <a:off x="3743975" y="2348400"/>
              <a:ext cx="5625" cy="61300"/>
            </a:xfrm>
            <a:custGeom>
              <a:avLst/>
              <a:gdLst/>
              <a:ahLst/>
              <a:cxnLst/>
              <a:rect l="l" t="t" r="r" b="b"/>
              <a:pathLst>
                <a:path w="225" h="2452" extrusionOk="0">
                  <a:moveTo>
                    <a:pt x="224" y="1973"/>
                  </a:moveTo>
                  <a:cubicBezTo>
                    <a:pt x="153" y="2116"/>
                    <a:pt x="82" y="2278"/>
                    <a:pt x="1" y="2451"/>
                  </a:cubicBezTo>
                  <a:lnTo>
                    <a:pt x="1" y="2451"/>
                  </a:lnTo>
                  <a:cubicBezTo>
                    <a:pt x="82" y="2278"/>
                    <a:pt x="153" y="2116"/>
                    <a:pt x="224" y="1973"/>
                  </a:cubicBez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73"/>
                  </a:moveTo>
                  <a:lnTo>
                    <a:pt x="224" y="1973"/>
                  </a:lnTo>
                  <a:lnTo>
                    <a:pt x="224" y="1973"/>
                  </a:lnTo>
                  <a:close/>
                  <a:moveTo>
                    <a:pt x="224" y="1963"/>
                  </a:moveTo>
                  <a:lnTo>
                    <a:pt x="224" y="1973"/>
                  </a:lnTo>
                  <a:lnTo>
                    <a:pt x="224" y="1963"/>
                  </a:lnTo>
                  <a:close/>
                  <a:moveTo>
                    <a:pt x="214" y="1"/>
                  </a:moveTo>
                  <a:cubicBezTo>
                    <a:pt x="224" y="936"/>
                    <a:pt x="224" y="1851"/>
                    <a:pt x="224" y="1963"/>
                  </a:cubicBezTo>
                  <a:cubicBezTo>
                    <a:pt x="224" y="1851"/>
                    <a:pt x="224" y="936"/>
                    <a:pt x="214" y="1"/>
                  </a:cubicBezTo>
                  <a:close/>
                </a:path>
              </a:pathLst>
            </a:custGeom>
            <a:solidFill>
              <a:srgbClr val="B6CAF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4943;p66">
              <a:extLst>
                <a:ext uri="{FF2B5EF4-FFF2-40B4-BE49-F238E27FC236}">
                  <a16:creationId xmlns:a16="http://schemas.microsoft.com/office/drawing/2014/main" id="{2C95A7CD-B95B-4321-8B9D-6FA7BC01C214}"/>
                </a:ext>
              </a:extLst>
            </p:cNvPr>
            <p:cNvSpPr/>
            <p:nvPr/>
          </p:nvSpPr>
          <p:spPr>
            <a:xfrm>
              <a:off x="3743975" y="2330375"/>
              <a:ext cx="76275" cy="107025"/>
            </a:xfrm>
            <a:custGeom>
              <a:avLst/>
              <a:gdLst/>
              <a:ahLst/>
              <a:cxnLst/>
              <a:rect l="l" t="t" r="r" b="b"/>
              <a:pathLst>
                <a:path w="3051" h="4281" extrusionOk="0">
                  <a:moveTo>
                    <a:pt x="214" y="0"/>
                  </a:moveTo>
                  <a:lnTo>
                    <a:pt x="214" y="722"/>
                  </a:lnTo>
                  <a:cubicBezTo>
                    <a:pt x="224" y="1657"/>
                    <a:pt x="224" y="2572"/>
                    <a:pt x="224" y="2684"/>
                  </a:cubicBezTo>
                  <a:lnTo>
                    <a:pt x="224" y="2694"/>
                  </a:lnTo>
                  <a:cubicBezTo>
                    <a:pt x="153" y="2837"/>
                    <a:pt x="82" y="2999"/>
                    <a:pt x="1" y="3172"/>
                  </a:cubicBezTo>
                  <a:cubicBezTo>
                    <a:pt x="184" y="3447"/>
                    <a:pt x="428" y="3681"/>
                    <a:pt x="722" y="3833"/>
                  </a:cubicBezTo>
                  <a:cubicBezTo>
                    <a:pt x="1322" y="4149"/>
                    <a:pt x="2186" y="4260"/>
                    <a:pt x="2970" y="4280"/>
                  </a:cubicBezTo>
                  <a:cubicBezTo>
                    <a:pt x="3010" y="4027"/>
                    <a:pt x="3031" y="3762"/>
                    <a:pt x="3051" y="3487"/>
                  </a:cubicBezTo>
                  <a:cubicBezTo>
                    <a:pt x="2990" y="3294"/>
                    <a:pt x="2918" y="3101"/>
                    <a:pt x="2857" y="2918"/>
                  </a:cubicBezTo>
                  <a:lnTo>
                    <a:pt x="2848" y="2918"/>
                  </a:lnTo>
                  <a:lnTo>
                    <a:pt x="2848" y="2908"/>
                  </a:lnTo>
                  <a:cubicBezTo>
                    <a:pt x="2685" y="2450"/>
                    <a:pt x="2491" y="2043"/>
                    <a:pt x="2319" y="1688"/>
                  </a:cubicBezTo>
                  <a:lnTo>
                    <a:pt x="2095" y="1688"/>
                  </a:lnTo>
                  <a:cubicBezTo>
                    <a:pt x="1902" y="1332"/>
                    <a:pt x="1719" y="834"/>
                    <a:pt x="1597" y="468"/>
                  </a:cubicBezTo>
                  <a:cubicBezTo>
                    <a:pt x="1546" y="396"/>
                    <a:pt x="1526" y="366"/>
                    <a:pt x="1526" y="366"/>
                  </a:cubicBezTo>
                  <a:cubicBezTo>
                    <a:pt x="1536" y="366"/>
                    <a:pt x="1546" y="356"/>
                    <a:pt x="1566" y="356"/>
                  </a:cubicBezTo>
                  <a:cubicBezTo>
                    <a:pt x="1495" y="143"/>
                    <a:pt x="1454" y="0"/>
                    <a:pt x="145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4944;p66">
              <a:extLst>
                <a:ext uri="{FF2B5EF4-FFF2-40B4-BE49-F238E27FC236}">
                  <a16:creationId xmlns:a16="http://schemas.microsoft.com/office/drawing/2014/main" id="{EAE44095-7D2C-459A-AF42-0406A20F1356}"/>
                </a:ext>
              </a:extLst>
            </p:cNvPr>
            <p:cNvSpPr/>
            <p:nvPr/>
          </p:nvSpPr>
          <p:spPr>
            <a:xfrm>
              <a:off x="3767600" y="2284850"/>
              <a:ext cx="62325" cy="132975"/>
            </a:xfrm>
            <a:custGeom>
              <a:avLst/>
              <a:gdLst/>
              <a:ahLst/>
              <a:cxnLst/>
              <a:rect l="l" t="t" r="r" b="b"/>
              <a:pathLst>
                <a:path w="2493" h="5319" extrusionOk="0">
                  <a:moveTo>
                    <a:pt x="509" y="1"/>
                  </a:moveTo>
                  <a:lnTo>
                    <a:pt x="1" y="194"/>
                  </a:lnTo>
                  <a:cubicBezTo>
                    <a:pt x="1" y="194"/>
                    <a:pt x="316" y="967"/>
                    <a:pt x="499" y="1781"/>
                  </a:cubicBezTo>
                  <a:cubicBezTo>
                    <a:pt x="652" y="1872"/>
                    <a:pt x="906" y="2034"/>
                    <a:pt x="1069" y="2147"/>
                  </a:cubicBezTo>
                  <a:cubicBezTo>
                    <a:pt x="1069" y="2147"/>
                    <a:pt x="814" y="2156"/>
                    <a:pt x="581" y="2187"/>
                  </a:cubicBezTo>
                  <a:cubicBezTo>
                    <a:pt x="581" y="2187"/>
                    <a:pt x="1546" y="3498"/>
                    <a:pt x="2106" y="5319"/>
                  </a:cubicBezTo>
                  <a:cubicBezTo>
                    <a:pt x="2106" y="5319"/>
                    <a:pt x="2492" y="2095"/>
                    <a:pt x="509" y="1"/>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Google Shape;4945;p66">
              <a:extLst>
                <a:ext uri="{FF2B5EF4-FFF2-40B4-BE49-F238E27FC236}">
                  <a16:creationId xmlns:a16="http://schemas.microsoft.com/office/drawing/2014/main" id="{B7F74B2C-555C-443D-8C95-C79F42F5E3DE}"/>
                </a:ext>
              </a:extLst>
            </p:cNvPr>
            <p:cNvSpPr/>
            <p:nvPr/>
          </p:nvSpPr>
          <p:spPr>
            <a:xfrm>
              <a:off x="3820225" y="2409925"/>
              <a:ext cx="550" cy="7650"/>
            </a:xfrm>
            <a:custGeom>
              <a:avLst/>
              <a:gdLst/>
              <a:ahLst/>
              <a:cxnLst/>
              <a:rect l="l" t="t" r="r" b="b"/>
              <a:pathLst>
                <a:path w="22" h="306" extrusionOk="0">
                  <a:moveTo>
                    <a:pt x="21" y="0"/>
                  </a:moveTo>
                  <a:cubicBezTo>
                    <a:pt x="11" y="183"/>
                    <a:pt x="1" y="296"/>
                    <a:pt x="1" y="305"/>
                  </a:cubicBezTo>
                  <a:lnTo>
                    <a:pt x="1" y="305"/>
                  </a:lnTo>
                  <a:cubicBezTo>
                    <a:pt x="1" y="296"/>
                    <a:pt x="11" y="183"/>
                    <a:pt x="21" y="0"/>
                  </a:cubicBezTo>
                  <a:close/>
                  <a:moveTo>
                    <a:pt x="21" y="0"/>
                  </a:moveTo>
                  <a:lnTo>
                    <a:pt x="21" y="0"/>
                  </a:lnTo>
                  <a:close/>
                </a:path>
              </a:pathLst>
            </a:custGeom>
            <a:solidFill>
              <a:srgbClr val="BACB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4946;p66">
              <a:extLst>
                <a:ext uri="{FF2B5EF4-FFF2-40B4-BE49-F238E27FC236}">
                  <a16:creationId xmlns:a16="http://schemas.microsoft.com/office/drawing/2014/main" id="{E1FB5888-6B30-4159-9FE3-F61664C5CDDD}"/>
                </a:ext>
              </a:extLst>
            </p:cNvPr>
            <p:cNvSpPr/>
            <p:nvPr/>
          </p:nvSpPr>
          <p:spPr>
            <a:xfrm>
              <a:off x="3820225" y="2417550"/>
              <a:ext cx="25" cy="275"/>
            </a:xfrm>
            <a:custGeom>
              <a:avLst/>
              <a:gdLst/>
              <a:ahLst/>
              <a:cxnLst/>
              <a:rect l="l" t="t" r="r" b="b"/>
              <a:pathLst>
                <a:path w="1" h="11" extrusionOk="0">
                  <a:moveTo>
                    <a:pt x="1" y="0"/>
                  </a:moveTo>
                  <a:lnTo>
                    <a:pt x="1" y="11"/>
                  </a:lnTo>
                  <a:lnTo>
                    <a:pt x="1" y="11"/>
                  </a:lnTo>
                  <a:lnTo>
                    <a:pt x="1" y="0"/>
                  </a:lnTo>
                  <a:close/>
                </a:path>
              </a:pathLst>
            </a:custGeom>
            <a:solidFill>
              <a:srgbClr val="537BE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4947;p66">
              <a:extLst>
                <a:ext uri="{FF2B5EF4-FFF2-40B4-BE49-F238E27FC236}">
                  <a16:creationId xmlns:a16="http://schemas.microsoft.com/office/drawing/2014/main" id="{16E07ACE-D777-4AFF-B3D7-FF59703F1B1E}"/>
                </a:ext>
              </a:extLst>
            </p:cNvPr>
            <p:cNvSpPr/>
            <p:nvPr/>
          </p:nvSpPr>
          <p:spPr>
            <a:xfrm>
              <a:off x="3801925" y="2372575"/>
              <a:ext cx="13500" cy="30750"/>
            </a:xfrm>
            <a:custGeom>
              <a:avLst/>
              <a:gdLst/>
              <a:ahLst/>
              <a:cxnLst/>
              <a:rect l="l" t="t" r="r" b="b"/>
              <a:pathLst>
                <a:path w="540" h="1230" extrusionOk="0">
                  <a:moveTo>
                    <a:pt x="539" y="1230"/>
                  </a:moveTo>
                  <a:lnTo>
                    <a:pt x="539" y="1230"/>
                  </a:lnTo>
                  <a:lnTo>
                    <a:pt x="539" y="1230"/>
                  </a:lnTo>
                  <a:close/>
                  <a:moveTo>
                    <a:pt x="530" y="1220"/>
                  </a:moveTo>
                  <a:lnTo>
                    <a:pt x="530" y="1230"/>
                  </a:lnTo>
                  <a:lnTo>
                    <a:pt x="530" y="1220"/>
                  </a:lnTo>
                  <a:close/>
                  <a:moveTo>
                    <a:pt x="1" y="0"/>
                  </a:moveTo>
                  <a:cubicBezTo>
                    <a:pt x="173" y="355"/>
                    <a:pt x="367" y="762"/>
                    <a:pt x="530" y="1220"/>
                  </a:cubicBezTo>
                  <a:cubicBezTo>
                    <a:pt x="367" y="762"/>
                    <a:pt x="173" y="355"/>
                    <a:pt x="1" y="0"/>
                  </a:cubicBezTo>
                  <a:close/>
                </a:path>
              </a:pathLst>
            </a:custGeom>
            <a:solidFill>
              <a:srgbClr val="3B62D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4948;p66">
              <a:extLst>
                <a:ext uri="{FF2B5EF4-FFF2-40B4-BE49-F238E27FC236}">
                  <a16:creationId xmlns:a16="http://schemas.microsoft.com/office/drawing/2014/main" id="{12849B87-157D-4A04-99E9-84D6697A9991}"/>
                </a:ext>
              </a:extLst>
            </p:cNvPr>
            <p:cNvSpPr/>
            <p:nvPr/>
          </p:nvSpPr>
          <p:spPr>
            <a:xfrm>
              <a:off x="3801925" y="2372575"/>
              <a:ext cx="19350" cy="45250"/>
            </a:xfrm>
            <a:custGeom>
              <a:avLst/>
              <a:gdLst/>
              <a:ahLst/>
              <a:cxnLst/>
              <a:rect l="l" t="t" r="r" b="b"/>
              <a:pathLst>
                <a:path w="774" h="1810" extrusionOk="0">
                  <a:moveTo>
                    <a:pt x="1" y="0"/>
                  </a:moveTo>
                  <a:cubicBezTo>
                    <a:pt x="173" y="355"/>
                    <a:pt x="367" y="762"/>
                    <a:pt x="530" y="1220"/>
                  </a:cubicBezTo>
                  <a:lnTo>
                    <a:pt x="530" y="1230"/>
                  </a:lnTo>
                  <a:lnTo>
                    <a:pt x="539" y="1230"/>
                  </a:lnTo>
                  <a:cubicBezTo>
                    <a:pt x="600" y="1413"/>
                    <a:pt x="672" y="1606"/>
                    <a:pt x="733" y="1810"/>
                  </a:cubicBezTo>
                  <a:lnTo>
                    <a:pt x="733" y="1799"/>
                  </a:lnTo>
                  <a:cubicBezTo>
                    <a:pt x="733" y="1790"/>
                    <a:pt x="743" y="1677"/>
                    <a:pt x="753" y="1494"/>
                  </a:cubicBezTo>
                  <a:cubicBezTo>
                    <a:pt x="763" y="1179"/>
                    <a:pt x="774" y="651"/>
                    <a:pt x="692" y="20"/>
                  </a:cubicBezTo>
                  <a:cubicBezTo>
                    <a:pt x="408" y="20"/>
                    <a:pt x="164" y="10"/>
                    <a:pt x="1" y="0"/>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4949;p66">
              <a:extLst>
                <a:ext uri="{FF2B5EF4-FFF2-40B4-BE49-F238E27FC236}">
                  <a16:creationId xmlns:a16="http://schemas.microsoft.com/office/drawing/2014/main" id="{688887CD-6443-4613-B43A-F525B2EF1CA8}"/>
                </a:ext>
              </a:extLst>
            </p:cNvPr>
            <p:cNvSpPr/>
            <p:nvPr/>
          </p:nvSpPr>
          <p:spPr>
            <a:xfrm>
              <a:off x="3833700" y="2286375"/>
              <a:ext cx="48325" cy="188750"/>
            </a:xfrm>
            <a:custGeom>
              <a:avLst/>
              <a:gdLst/>
              <a:ahLst/>
              <a:cxnLst/>
              <a:rect l="l" t="t" r="r" b="b"/>
              <a:pathLst>
                <a:path w="1933" h="7550" extrusionOk="0">
                  <a:moveTo>
                    <a:pt x="0" y="1"/>
                  </a:moveTo>
                  <a:cubicBezTo>
                    <a:pt x="0" y="1"/>
                    <a:pt x="468" y="1933"/>
                    <a:pt x="702" y="4454"/>
                  </a:cubicBezTo>
                  <a:cubicBezTo>
                    <a:pt x="784" y="5329"/>
                    <a:pt x="580" y="6101"/>
                    <a:pt x="773" y="7138"/>
                  </a:cubicBezTo>
                  <a:cubicBezTo>
                    <a:pt x="823" y="7396"/>
                    <a:pt x="1048" y="7549"/>
                    <a:pt x="1275" y="7549"/>
                  </a:cubicBezTo>
                  <a:cubicBezTo>
                    <a:pt x="1416" y="7549"/>
                    <a:pt x="1557" y="7491"/>
                    <a:pt x="1658" y="7362"/>
                  </a:cubicBezTo>
                  <a:cubicBezTo>
                    <a:pt x="1810" y="7159"/>
                    <a:pt x="1932" y="6885"/>
                    <a:pt x="1932" y="6539"/>
                  </a:cubicBezTo>
                  <a:cubicBezTo>
                    <a:pt x="1932" y="6539"/>
                    <a:pt x="1455" y="5268"/>
                    <a:pt x="1170" y="4454"/>
                  </a:cubicBezTo>
                  <a:cubicBezTo>
                    <a:pt x="1170" y="4454"/>
                    <a:pt x="1505" y="3559"/>
                    <a:pt x="1455" y="2888"/>
                  </a:cubicBezTo>
                  <a:cubicBezTo>
                    <a:pt x="1394" y="2208"/>
                    <a:pt x="956" y="1343"/>
                    <a:pt x="956" y="1343"/>
                  </a:cubicBezTo>
                  <a:lnTo>
                    <a:pt x="845" y="285"/>
                  </a:lnTo>
                  <a:cubicBezTo>
                    <a:pt x="845" y="285"/>
                    <a:pt x="183" y="82"/>
                    <a:pt x="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4950;p66">
              <a:extLst>
                <a:ext uri="{FF2B5EF4-FFF2-40B4-BE49-F238E27FC236}">
                  <a16:creationId xmlns:a16="http://schemas.microsoft.com/office/drawing/2014/main" id="{6BD505DB-8FD3-4B26-9E9D-FC98482EC8F4}"/>
                </a:ext>
              </a:extLst>
            </p:cNvPr>
            <p:cNvSpPr/>
            <p:nvPr/>
          </p:nvSpPr>
          <p:spPr>
            <a:xfrm>
              <a:off x="3865225" y="2404325"/>
              <a:ext cx="8150" cy="21875"/>
            </a:xfrm>
            <a:custGeom>
              <a:avLst/>
              <a:gdLst/>
              <a:ahLst/>
              <a:cxnLst/>
              <a:rect l="l" t="t" r="r" b="b"/>
              <a:pathLst>
                <a:path w="326" h="875" extrusionOk="0">
                  <a:moveTo>
                    <a:pt x="0" y="1"/>
                  </a:moveTo>
                  <a:cubicBezTo>
                    <a:pt x="102" y="275"/>
                    <a:pt x="214" y="590"/>
                    <a:pt x="326" y="875"/>
                  </a:cubicBezTo>
                  <a:lnTo>
                    <a:pt x="326" y="875"/>
                  </a:lnTo>
                  <a:cubicBezTo>
                    <a:pt x="214" y="590"/>
                    <a:pt x="102" y="275"/>
                    <a:pt x="0" y="1"/>
                  </a:cubicBezTo>
                  <a:close/>
                </a:path>
              </a:pathLst>
            </a:custGeom>
            <a:solidFill>
              <a:srgbClr val="B6CAF5"/>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4951;p66">
              <a:extLst>
                <a:ext uri="{FF2B5EF4-FFF2-40B4-BE49-F238E27FC236}">
                  <a16:creationId xmlns:a16="http://schemas.microsoft.com/office/drawing/2014/main" id="{06C8DD64-4597-4CA1-9A76-F8233224FA6F}"/>
                </a:ext>
              </a:extLst>
            </p:cNvPr>
            <p:cNvSpPr/>
            <p:nvPr/>
          </p:nvSpPr>
          <p:spPr>
            <a:xfrm>
              <a:off x="3850975" y="2373075"/>
              <a:ext cx="22400" cy="63575"/>
            </a:xfrm>
            <a:custGeom>
              <a:avLst/>
              <a:gdLst/>
              <a:ahLst/>
              <a:cxnLst/>
              <a:rect l="l" t="t" r="r" b="b"/>
              <a:pathLst>
                <a:path w="896" h="2543" extrusionOk="0">
                  <a:moveTo>
                    <a:pt x="733" y="0"/>
                  </a:moveTo>
                  <a:cubicBezTo>
                    <a:pt x="570" y="0"/>
                    <a:pt x="387" y="10"/>
                    <a:pt x="184" y="10"/>
                  </a:cubicBezTo>
                  <a:cubicBezTo>
                    <a:pt x="103" y="885"/>
                    <a:pt x="32" y="1657"/>
                    <a:pt x="21" y="1770"/>
                  </a:cubicBezTo>
                  <a:lnTo>
                    <a:pt x="21" y="1779"/>
                  </a:lnTo>
                  <a:cubicBezTo>
                    <a:pt x="11" y="2034"/>
                    <a:pt x="1" y="2278"/>
                    <a:pt x="1" y="2542"/>
                  </a:cubicBezTo>
                  <a:cubicBezTo>
                    <a:pt x="347" y="2511"/>
                    <a:pt x="570" y="2491"/>
                    <a:pt x="570" y="2491"/>
                  </a:cubicBezTo>
                  <a:cubicBezTo>
                    <a:pt x="631" y="2339"/>
                    <a:pt x="692" y="2136"/>
                    <a:pt x="692" y="2136"/>
                  </a:cubicBezTo>
                  <a:cubicBezTo>
                    <a:pt x="764" y="2136"/>
                    <a:pt x="835" y="2125"/>
                    <a:pt x="896" y="2125"/>
                  </a:cubicBezTo>
                  <a:cubicBezTo>
                    <a:pt x="784" y="1840"/>
                    <a:pt x="672" y="1525"/>
                    <a:pt x="570" y="1251"/>
                  </a:cubicBezTo>
                  <a:cubicBezTo>
                    <a:pt x="540" y="1159"/>
                    <a:pt x="509" y="1068"/>
                    <a:pt x="479" y="986"/>
                  </a:cubicBezTo>
                  <a:cubicBezTo>
                    <a:pt x="479" y="986"/>
                    <a:pt x="662" y="518"/>
                    <a:pt x="733" y="0"/>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4952;p66">
              <a:extLst>
                <a:ext uri="{FF2B5EF4-FFF2-40B4-BE49-F238E27FC236}">
                  <a16:creationId xmlns:a16="http://schemas.microsoft.com/office/drawing/2014/main" id="{D106D580-CBB7-4117-AF35-1C9A5753BFFF}"/>
                </a:ext>
              </a:extLst>
            </p:cNvPr>
            <p:cNvSpPr/>
            <p:nvPr/>
          </p:nvSpPr>
          <p:spPr>
            <a:xfrm>
              <a:off x="3833200" y="2285875"/>
              <a:ext cx="25700" cy="131950"/>
            </a:xfrm>
            <a:custGeom>
              <a:avLst/>
              <a:gdLst/>
              <a:ahLst/>
              <a:cxnLst/>
              <a:rect l="l" t="t" r="r" b="b"/>
              <a:pathLst>
                <a:path w="1028" h="5278" extrusionOk="0">
                  <a:moveTo>
                    <a:pt x="0" y="0"/>
                  </a:moveTo>
                  <a:cubicBezTo>
                    <a:pt x="0" y="1"/>
                    <a:pt x="590" y="2614"/>
                    <a:pt x="732" y="5278"/>
                  </a:cubicBezTo>
                  <a:cubicBezTo>
                    <a:pt x="732" y="5278"/>
                    <a:pt x="905" y="3366"/>
                    <a:pt x="1027" y="2045"/>
                  </a:cubicBezTo>
                  <a:cubicBezTo>
                    <a:pt x="1027" y="2045"/>
                    <a:pt x="804" y="1993"/>
                    <a:pt x="610" y="1932"/>
                  </a:cubicBezTo>
                  <a:cubicBezTo>
                    <a:pt x="610" y="1932"/>
                    <a:pt x="753" y="1932"/>
                    <a:pt x="987" y="1923"/>
                  </a:cubicBezTo>
                  <a:cubicBezTo>
                    <a:pt x="885" y="1627"/>
                    <a:pt x="621" y="845"/>
                    <a:pt x="427" y="133"/>
                  </a:cubicBezTo>
                  <a:cubicBezTo>
                    <a:pt x="427" y="133"/>
                    <a:pt x="264" y="82"/>
                    <a:pt x="0" y="0"/>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4953;p66">
              <a:extLst>
                <a:ext uri="{FF2B5EF4-FFF2-40B4-BE49-F238E27FC236}">
                  <a16:creationId xmlns:a16="http://schemas.microsoft.com/office/drawing/2014/main" id="{CF14A80A-FC19-44BA-B4D5-8C6C06398396}"/>
                </a:ext>
              </a:extLst>
            </p:cNvPr>
            <p:cNvSpPr/>
            <p:nvPr/>
          </p:nvSpPr>
          <p:spPr>
            <a:xfrm>
              <a:off x="3847700" y="2373575"/>
              <a:ext cx="3825" cy="43750"/>
            </a:xfrm>
            <a:custGeom>
              <a:avLst/>
              <a:gdLst/>
              <a:ahLst/>
              <a:cxnLst/>
              <a:rect l="l" t="t" r="r" b="b"/>
              <a:pathLst>
                <a:path w="153" h="1750" extrusionOk="0">
                  <a:moveTo>
                    <a:pt x="152" y="1739"/>
                  </a:moveTo>
                  <a:lnTo>
                    <a:pt x="152" y="1750"/>
                  </a:lnTo>
                  <a:lnTo>
                    <a:pt x="152" y="1739"/>
                  </a:lnTo>
                  <a:close/>
                  <a:moveTo>
                    <a:pt x="152" y="1729"/>
                  </a:moveTo>
                  <a:lnTo>
                    <a:pt x="152" y="1739"/>
                  </a:lnTo>
                  <a:lnTo>
                    <a:pt x="152" y="1729"/>
                  </a:lnTo>
                  <a:close/>
                  <a:moveTo>
                    <a:pt x="152" y="1709"/>
                  </a:moveTo>
                  <a:lnTo>
                    <a:pt x="152" y="1719"/>
                  </a:lnTo>
                  <a:lnTo>
                    <a:pt x="152" y="1709"/>
                  </a:lnTo>
                  <a:close/>
                  <a:moveTo>
                    <a:pt x="152" y="1698"/>
                  </a:moveTo>
                  <a:lnTo>
                    <a:pt x="152" y="1709"/>
                  </a:lnTo>
                  <a:lnTo>
                    <a:pt x="152" y="1698"/>
                  </a:lnTo>
                  <a:close/>
                  <a:moveTo>
                    <a:pt x="152" y="1689"/>
                  </a:moveTo>
                  <a:lnTo>
                    <a:pt x="152" y="1689"/>
                  </a:lnTo>
                  <a:lnTo>
                    <a:pt x="152" y="1689"/>
                  </a:lnTo>
                  <a:close/>
                  <a:moveTo>
                    <a:pt x="152" y="1668"/>
                  </a:moveTo>
                  <a:lnTo>
                    <a:pt x="152" y="1678"/>
                  </a:lnTo>
                  <a:lnTo>
                    <a:pt x="152" y="1668"/>
                  </a:lnTo>
                  <a:close/>
                  <a:moveTo>
                    <a:pt x="152" y="1658"/>
                  </a:moveTo>
                  <a:lnTo>
                    <a:pt x="152" y="1668"/>
                  </a:lnTo>
                  <a:lnTo>
                    <a:pt x="152" y="1658"/>
                  </a:lnTo>
                  <a:close/>
                  <a:moveTo>
                    <a:pt x="152" y="1637"/>
                  </a:moveTo>
                  <a:lnTo>
                    <a:pt x="152" y="1648"/>
                  </a:lnTo>
                  <a:lnTo>
                    <a:pt x="152" y="1637"/>
                  </a:lnTo>
                  <a:close/>
                  <a:moveTo>
                    <a:pt x="142" y="1628"/>
                  </a:moveTo>
                  <a:cubicBezTo>
                    <a:pt x="152" y="1628"/>
                    <a:pt x="152" y="1637"/>
                    <a:pt x="152" y="1637"/>
                  </a:cubicBezTo>
                  <a:cubicBezTo>
                    <a:pt x="152" y="1637"/>
                    <a:pt x="152" y="1628"/>
                    <a:pt x="142" y="1628"/>
                  </a:cubicBezTo>
                  <a:close/>
                  <a:moveTo>
                    <a:pt x="142" y="1607"/>
                  </a:moveTo>
                  <a:lnTo>
                    <a:pt x="142" y="1628"/>
                  </a:lnTo>
                  <a:lnTo>
                    <a:pt x="142" y="1607"/>
                  </a:lnTo>
                  <a:close/>
                  <a:moveTo>
                    <a:pt x="142" y="1587"/>
                  </a:moveTo>
                  <a:lnTo>
                    <a:pt x="142" y="1607"/>
                  </a:lnTo>
                  <a:lnTo>
                    <a:pt x="142" y="1587"/>
                  </a:lnTo>
                  <a:close/>
                  <a:moveTo>
                    <a:pt x="0" y="1"/>
                  </a:moveTo>
                  <a:lnTo>
                    <a:pt x="0" y="1"/>
                  </a:lnTo>
                  <a:cubicBezTo>
                    <a:pt x="61" y="509"/>
                    <a:pt x="112" y="1038"/>
                    <a:pt x="142" y="1587"/>
                  </a:cubicBezTo>
                  <a:cubicBezTo>
                    <a:pt x="112" y="1038"/>
                    <a:pt x="61" y="509"/>
                    <a:pt x="0" y="1"/>
                  </a:cubicBezTo>
                  <a:close/>
                </a:path>
              </a:pathLst>
            </a:custGeom>
            <a:solidFill>
              <a:srgbClr val="BACB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4954;p66">
              <a:extLst>
                <a:ext uri="{FF2B5EF4-FFF2-40B4-BE49-F238E27FC236}">
                  <a16:creationId xmlns:a16="http://schemas.microsoft.com/office/drawing/2014/main" id="{C96B65E5-B7D1-446B-AEC9-D8152D12FBAE}"/>
                </a:ext>
              </a:extLst>
            </p:cNvPr>
            <p:cNvSpPr/>
            <p:nvPr/>
          </p:nvSpPr>
          <p:spPr>
            <a:xfrm>
              <a:off x="3851500" y="2417300"/>
              <a:ext cx="25" cy="25"/>
            </a:xfrm>
            <a:custGeom>
              <a:avLst/>
              <a:gdLst/>
              <a:ahLst/>
              <a:cxnLst/>
              <a:rect l="l" t="t" r="r" b="b"/>
              <a:pathLst>
                <a:path w="1" h="1" extrusionOk="0">
                  <a:moveTo>
                    <a:pt x="0" y="1"/>
                  </a:moveTo>
                  <a:lnTo>
                    <a:pt x="0" y="1"/>
                  </a:lnTo>
                  <a:lnTo>
                    <a:pt x="0" y="1"/>
                  </a:lnTo>
                  <a:close/>
                  <a:moveTo>
                    <a:pt x="0" y="1"/>
                  </a:moveTo>
                  <a:lnTo>
                    <a:pt x="0" y="1"/>
                  </a:lnTo>
                  <a:close/>
                </a:path>
              </a:pathLst>
            </a:custGeom>
            <a:solidFill>
              <a:srgbClr val="3B62D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4955;p66">
              <a:extLst>
                <a:ext uri="{FF2B5EF4-FFF2-40B4-BE49-F238E27FC236}">
                  <a16:creationId xmlns:a16="http://schemas.microsoft.com/office/drawing/2014/main" id="{A07996E7-7F58-40AD-A471-2DAF449E5071}"/>
                </a:ext>
              </a:extLst>
            </p:cNvPr>
            <p:cNvSpPr/>
            <p:nvPr/>
          </p:nvSpPr>
          <p:spPr>
            <a:xfrm>
              <a:off x="3851500" y="2417300"/>
              <a:ext cx="25" cy="525"/>
            </a:xfrm>
            <a:custGeom>
              <a:avLst/>
              <a:gdLst/>
              <a:ahLst/>
              <a:cxnLst/>
              <a:rect l="l" t="t" r="r" b="b"/>
              <a:pathLst>
                <a:path w="1" h="21" extrusionOk="0">
                  <a:moveTo>
                    <a:pt x="0" y="1"/>
                  </a:moveTo>
                  <a:lnTo>
                    <a:pt x="0" y="21"/>
                  </a:lnTo>
                  <a:close/>
                </a:path>
              </a:pathLst>
            </a:custGeom>
            <a:solidFill>
              <a:srgbClr val="BACBEF"/>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4956;p66">
              <a:extLst>
                <a:ext uri="{FF2B5EF4-FFF2-40B4-BE49-F238E27FC236}">
                  <a16:creationId xmlns:a16="http://schemas.microsoft.com/office/drawing/2014/main" id="{6A525956-7AF0-4F11-8AD2-1442B0146242}"/>
                </a:ext>
              </a:extLst>
            </p:cNvPr>
            <p:cNvSpPr/>
            <p:nvPr/>
          </p:nvSpPr>
          <p:spPr>
            <a:xfrm>
              <a:off x="3851500" y="2417550"/>
              <a:ext cx="25" cy="25"/>
            </a:xfrm>
            <a:custGeom>
              <a:avLst/>
              <a:gdLst/>
              <a:ahLst/>
              <a:cxnLst/>
              <a:rect l="l" t="t" r="r" b="b"/>
              <a:pathLst>
                <a:path w="1" h="1" extrusionOk="0">
                  <a:moveTo>
                    <a:pt x="0" y="0"/>
                  </a:moveTo>
                  <a:lnTo>
                    <a:pt x="0" y="0"/>
                  </a:lnTo>
                  <a:lnTo>
                    <a:pt x="0" y="0"/>
                  </a:lnTo>
                  <a:close/>
                  <a:moveTo>
                    <a:pt x="0" y="0"/>
                  </a:moveTo>
                  <a:lnTo>
                    <a:pt x="0" y="0"/>
                  </a:lnTo>
                  <a:lnTo>
                    <a:pt x="0" y="0"/>
                  </a:lnTo>
                  <a:close/>
                  <a:moveTo>
                    <a:pt x="0" y="0"/>
                  </a:moveTo>
                  <a:lnTo>
                    <a:pt x="0" y="0"/>
                  </a:lnTo>
                  <a:close/>
                </a:path>
              </a:pathLst>
            </a:custGeom>
            <a:solidFill>
              <a:srgbClr val="3B62D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4957;p66">
              <a:extLst>
                <a:ext uri="{FF2B5EF4-FFF2-40B4-BE49-F238E27FC236}">
                  <a16:creationId xmlns:a16="http://schemas.microsoft.com/office/drawing/2014/main" id="{42C88D5F-6D92-4A08-A8D6-CA8640BE7C55}"/>
                </a:ext>
              </a:extLst>
            </p:cNvPr>
            <p:cNvSpPr/>
            <p:nvPr/>
          </p:nvSpPr>
          <p:spPr>
            <a:xfrm>
              <a:off x="3847700" y="2373325"/>
              <a:ext cx="7875" cy="44000"/>
            </a:xfrm>
            <a:custGeom>
              <a:avLst/>
              <a:gdLst/>
              <a:ahLst/>
              <a:cxnLst/>
              <a:rect l="l" t="t" r="r" b="b"/>
              <a:pathLst>
                <a:path w="315" h="1760" extrusionOk="0">
                  <a:moveTo>
                    <a:pt x="315" y="0"/>
                  </a:moveTo>
                  <a:cubicBezTo>
                    <a:pt x="213" y="0"/>
                    <a:pt x="112" y="11"/>
                    <a:pt x="0" y="11"/>
                  </a:cubicBezTo>
                  <a:cubicBezTo>
                    <a:pt x="61" y="519"/>
                    <a:pt x="112" y="1048"/>
                    <a:pt x="142" y="1597"/>
                  </a:cubicBezTo>
                  <a:lnTo>
                    <a:pt x="142" y="1617"/>
                  </a:lnTo>
                  <a:lnTo>
                    <a:pt x="142" y="1638"/>
                  </a:lnTo>
                  <a:cubicBezTo>
                    <a:pt x="152" y="1638"/>
                    <a:pt x="152" y="1647"/>
                    <a:pt x="152" y="1647"/>
                  </a:cubicBezTo>
                  <a:lnTo>
                    <a:pt x="152" y="1658"/>
                  </a:lnTo>
                  <a:lnTo>
                    <a:pt x="152" y="1668"/>
                  </a:lnTo>
                  <a:lnTo>
                    <a:pt x="152" y="1678"/>
                  </a:lnTo>
                  <a:lnTo>
                    <a:pt x="152" y="1688"/>
                  </a:lnTo>
                  <a:lnTo>
                    <a:pt x="152" y="1699"/>
                  </a:lnTo>
                  <a:lnTo>
                    <a:pt x="152" y="1708"/>
                  </a:lnTo>
                  <a:lnTo>
                    <a:pt x="152" y="1719"/>
                  </a:lnTo>
                  <a:lnTo>
                    <a:pt x="152" y="1729"/>
                  </a:lnTo>
                  <a:lnTo>
                    <a:pt x="152" y="1739"/>
                  </a:lnTo>
                  <a:lnTo>
                    <a:pt x="152" y="1749"/>
                  </a:lnTo>
                  <a:lnTo>
                    <a:pt x="152" y="1760"/>
                  </a:lnTo>
                  <a:cubicBezTo>
                    <a:pt x="163" y="1647"/>
                    <a:pt x="234" y="875"/>
                    <a:pt x="315" y="0"/>
                  </a:cubicBezTo>
                  <a:close/>
                </a:path>
              </a:pathLst>
            </a:custGeom>
            <a:solidFill>
              <a:schemeClr val="accent1">
                <a:lumMod val="50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4958;p66">
              <a:extLst>
                <a:ext uri="{FF2B5EF4-FFF2-40B4-BE49-F238E27FC236}">
                  <a16:creationId xmlns:a16="http://schemas.microsoft.com/office/drawing/2014/main" id="{0B17F6AD-E22A-4949-8AAC-23EE80CA8059}"/>
                </a:ext>
              </a:extLst>
            </p:cNvPr>
            <p:cNvSpPr/>
            <p:nvPr/>
          </p:nvSpPr>
          <p:spPr>
            <a:xfrm>
              <a:off x="3688575" y="2043325"/>
              <a:ext cx="235900" cy="174950"/>
            </a:xfrm>
            <a:custGeom>
              <a:avLst/>
              <a:gdLst/>
              <a:ahLst/>
              <a:cxnLst/>
              <a:rect l="l" t="t" r="r" b="b"/>
              <a:pathLst>
                <a:path w="9436" h="6998" extrusionOk="0">
                  <a:moveTo>
                    <a:pt x="4739" y="0"/>
                  </a:moveTo>
                  <a:cubicBezTo>
                    <a:pt x="3281" y="0"/>
                    <a:pt x="2714" y="704"/>
                    <a:pt x="2714" y="704"/>
                  </a:cubicBezTo>
                  <a:cubicBezTo>
                    <a:pt x="2668" y="695"/>
                    <a:pt x="2616" y="690"/>
                    <a:pt x="2559" y="690"/>
                  </a:cubicBezTo>
                  <a:cubicBezTo>
                    <a:pt x="2002" y="690"/>
                    <a:pt x="1022" y="1157"/>
                    <a:pt x="579" y="2321"/>
                  </a:cubicBezTo>
                  <a:cubicBezTo>
                    <a:pt x="0" y="3846"/>
                    <a:pt x="51" y="5269"/>
                    <a:pt x="793" y="6134"/>
                  </a:cubicBezTo>
                  <a:cubicBezTo>
                    <a:pt x="1372" y="6815"/>
                    <a:pt x="1860" y="6998"/>
                    <a:pt x="1860" y="6998"/>
                  </a:cubicBezTo>
                  <a:cubicBezTo>
                    <a:pt x="1851" y="6683"/>
                    <a:pt x="1749" y="6175"/>
                    <a:pt x="1749" y="6175"/>
                  </a:cubicBezTo>
                  <a:lnTo>
                    <a:pt x="1505" y="5544"/>
                  </a:lnTo>
                  <a:lnTo>
                    <a:pt x="1749" y="5280"/>
                  </a:lnTo>
                  <a:cubicBezTo>
                    <a:pt x="5206" y="4711"/>
                    <a:pt x="7005" y="2382"/>
                    <a:pt x="7005" y="2382"/>
                  </a:cubicBezTo>
                  <a:cubicBezTo>
                    <a:pt x="8225" y="3612"/>
                    <a:pt x="8205" y="4558"/>
                    <a:pt x="8205" y="4558"/>
                  </a:cubicBezTo>
                  <a:cubicBezTo>
                    <a:pt x="8185" y="4944"/>
                    <a:pt x="8185" y="5269"/>
                    <a:pt x="8175" y="5554"/>
                  </a:cubicBezTo>
                  <a:cubicBezTo>
                    <a:pt x="9029" y="5544"/>
                    <a:pt x="8795" y="4711"/>
                    <a:pt x="8927" y="4385"/>
                  </a:cubicBezTo>
                  <a:cubicBezTo>
                    <a:pt x="9079" y="4019"/>
                    <a:pt x="9436" y="3897"/>
                    <a:pt x="9212" y="3206"/>
                  </a:cubicBezTo>
                  <a:cubicBezTo>
                    <a:pt x="9018" y="2605"/>
                    <a:pt x="8612" y="2585"/>
                    <a:pt x="8225" y="2199"/>
                  </a:cubicBezTo>
                  <a:cubicBezTo>
                    <a:pt x="7911" y="1629"/>
                    <a:pt x="7249" y="257"/>
                    <a:pt x="5308" y="33"/>
                  </a:cubicBezTo>
                  <a:cubicBezTo>
                    <a:pt x="5105" y="10"/>
                    <a:pt x="4915" y="0"/>
                    <a:pt x="4739" y="0"/>
                  </a:cubicBezTo>
                  <a:close/>
                </a:path>
              </a:pathLst>
            </a:custGeom>
            <a:solidFill>
              <a:schemeClr val="bg1">
                <a:lumMod val="65000"/>
                <a:lumOff val="3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19" name="Google Shape;4959;p66">
              <a:extLst>
                <a:ext uri="{FF2B5EF4-FFF2-40B4-BE49-F238E27FC236}">
                  <a16:creationId xmlns:a16="http://schemas.microsoft.com/office/drawing/2014/main" id="{A92274BF-C967-4B1D-AF41-3C20899C87DD}"/>
                </a:ext>
              </a:extLst>
            </p:cNvPr>
            <p:cNvSpPr/>
            <p:nvPr/>
          </p:nvSpPr>
          <p:spPr>
            <a:xfrm>
              <a:off x="3726175" y="2125225"/>
              <a:ext cx="115175" cy="93050"/>
            </a:xfrm>
            <a:custGeom>
              <a:avLst/>
              <a:gdLst/>
              <a:ahLst/>
              <a:cxnLst/>
              <a:rect l="l" t="t" r="r" b="b"/>
              <a:pathLst>
                <a:path w="4607" h="3722" extrusionOk="0">
                  <a:moveTo>
                    <a:pt x="3305" y="916"/>
                  </a:moveTo>
                  <a:cubicBezTo>
                    <a:pt x="2502" y="1374"/>
                    <a:pt x="1475" y="1801"/>
                    <a:pt x="245" y="2004"/>
                  </a:cubicBezTo>
                  <a:lnTo>
                    <a:pt x="1" y="2268"/>
                  </a:lnTo>
                  <a:lnTo>
                    <a:pt x="245" y="2899"/>
                  </a:lnTo>
                  <a:cubicBezTo>
                    <a:pt x="245" y="2899"/>
                    <a:pt x="347" y="3407"/>
                    <a:pt x="356" y="3722"/>
                  </a:cubicBezTo>
                  <a:lnTo>
                    <a:pt x="356" y="3722"/>
                  </a:lnTo>
                  <a:cubicBezTo>
                    <a:pt x="347" y="3407"/>
                    <a:pt x="245" y="2899"/>
                    <a:pt x="245" y="2899"/>
                  </a:cubicBezTo>
                  <a:lnTo>
                    <a:pt x="1" y="2268"/>
                  </a:lnTo>
                  <a:lnTo>
                    <a:pt x="245" y="2004"/>
                  </a:lnTo>
                  <a:cubicBezTo>
                    <a:pt x="1475" y="1801"/>
                    <a:pt x="2502" y="1374"/>
                    <a:pt x="3305" y="916"/>
                  </a:cubicBezTo>
                  <a:lnTo>
                    <a:pt x="3305" y="916"/>
                  </a:lnTo>
                  <a:close/>
                  <a:moveTo>
                    <a:pt x="4586" y="21"/>
                  </a:moveTo>
                  <a:cubicBezTo>
                    <a:pt x="4281" y="275"/>
                    <a:pt x="3905" y="550"/>
                    <a:pt x="3458" y="824"/>
                  </a:cubicBezTo>
                  <a:lnTo>
                    <a:pt x="3458" y="824"/>
                  </a:lnTo>
                  <a:cubicBezTo>
                    <a:pt x="3905" y="550"/>
                    <a:pt x="4281" y="275"/>
                    <a:pt x="4586" y="21"/>
                  </a:cubicBezTo>
                  <a:close/>
                  <a:moveTo>
                    <a:pt x="4586" y="11"/>
                  </a:moveTo>
                  <a:lnTo>
                    <a:pt x="4586" y="21"/>
                  </a:lnTo>
                  <a:lnTo>
                    <a:pt x="4586" y="11"/>
                  </a:lnTo>
                  <a:close/>
                  <a:moveTo>
                    <a:pt x="4597" y="11"/>
                  </a:moveTo>
                  <a:lnTo>
                    <a:pt x="4597" y="11"/>
                  </a:lnTo>
                  <a:lnTo>
                    <a:pt x="4597" y="11"/>
                  </a:lnTo>
                  <a:close/>
                  <a:moveTo>
                    <a:pt x="4606" y="0"/>
                  </a:moveTo>
                  <a:lnTo>
                    <a:pt x="4606" y="0"/>
                  </a:lnTo>
                  <a:close/>
                </a:path>
              </a:pathLst>
            </a:custGeom>
            <a:solidFill>
              <a:srgbClr val="D09AA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4960;p66">
              <a:extLst>
                <a:ext uri="{FF2B5EF4-FFF2-40B4-BE49-F238E27FC236}">
                  <a16:creationId xmlns:a16="http://schemas.microsoft.com/office/drawing/2014/main" id="{EFADC491-61DB-4FFD-9371-C4E5C9CD003A}"/>
                </a:ext>
              </a:extLst>
            </p:cNvPr>
            <p:cNvSpPr/>
            <p:nvPr/>
          </p:nvSpPr>
          <p:spPr>
            <a:xfrm>
              <a:off x="3808800" y="2145825"/>
              <a:ext cx="3825" cy="2300"/>
            </a:xfrm>
            <a:custGeom>
              <a:avLst/>
              <a:gdLst/>
              <a:ahLst/>
              <a:cxnLst/>
              <a:rect l="l" t="t" r="r" b="b"/>
              <a:pathLst>
                <a:path w="153" h="92" extrusionOk="0">
                  <a:moveTo>
                    <a:pt x="153" y="0"/>
                  </a:moveTo>
                  <a:lnTo>
                    <a:pt x="0" y="92"/>
                  </a:lnTo>
                  <a:lnTo>
                    <a:pt x="0" y="92"/>
                  </a:lnTo>
                  <a:lnTo>
                    <a:pt x="153" y="0"/>
                  </a:lnTo>
                  <a:close/>
                </a:path>
              </a:pathLst>
            </a:custGeom>
            <a:solidFill>
              <a:srgbClr val="85515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4961;p66">
              <a:extLst>
                <a:ext uri="{FF2B5EF4-FFF2-40B4-BE49-F238E27FC236}">
                  <a16:creationId xmlns:a16="http://schemas.microsoft.com/office/drawing/2014/main" id="{6F84B996-1140-4146-BB55-CE29C5B7AF17}"/>
                </a:ext>
              </a:extLst>
            </p:cNvPr>
            <p:cNvSpPr/>
            <p:nvPr/>
          </p:nvSpPr>
          <p:spPr>
            <a:xfrm>
              <a:off x="3706600" y="2194375"/>
              <a:ext cx="1825" cy="2325"/>
            </a:xfrm>
            <a:custGeom>
              <a:avLst/>
              <a:gdLst/>
              <a:ahLst/>
              <a:cxnLst/>
              <a:rect l="l" t="t" r="r" b="b"/>
              <a:pathLst>
                <a:path w="73" h="93" extrusionOk="0">
                  <a:moveTo>
                    <a:pt x="62" y="81"/>
                  </a:moveTo>
                  <a:cubicBezTo>
                    <a:pt x="62" y="92"/>
                    <a:pt x="62" y="92"/>
                    <a:pt x="72" y="92"/>
                  </a:cubicBezTo>
                  <a:cubicBezTo>
                    <a:pt x="62" y="92"/>
                    <a:pt x="62" y="92"/>
                    <a:pt x="62" y="81"/>
                  </a:cubicBezTo>
                  <a:close/>
                  <a:moveTo>
                    <a:pt x="62" y="81"/>
                  </a:moveTo>
                  <a:lnTo>
                    <a:pt x="62" y="81"/>
                  </a:lnTo>
                  <a:lnTo>
                    <a:pt x="62" y="81"/>
                  </a:lnTo>
                  <a:close/>
                  <a:moveTo>
                    <a:pt x="52" y="72"/>
                  </a:moveTo>
                  <a:cubicBezTo>
                    <a:pt x="52" y="81"/>
                    <a:pt x="62" y="81"/>
                    <a:pt x="62" y="81"/>
                  </a:cubicBezTo>
                  <a:cubicBezTo>
                    <a:pt x="62" y="81"/>
                    <a:pt x="52" y="81"/>
                    <a:pt x="52" y="72"/>
                  </a:cubicBezTo>
                  <a:close/>
                  <a:moveTo>
                    <a:pt x="52" y="72"/>
                  </a:moveTo>
                  <a:lnTo>
                    <a:pt x="52" y="72"/>
                  </a:lnTo>
                  <a:lnTo>
                    <a:pt x="52" y="72"/>
                  </a:lnTo>
                  <a:close/>
                  <a:moveTo>
                    <a:pt x="52" y="61"/>
                  </a:moveTo>
                  <a:lnTo>
                    <a:pt x="52" y="72"/>
                  </a:lnTo>
                  <a:lnTo>
                    <a:pt x="52" y="61"/>
                  </a:lnTo>
                  <a:close/>
                  <a:moveTo>
                    <a:pt x="41" y="61"/>
                  </a:moveTo>
                  <a:lnTo>
                    <a:pt x="41" y="61"/>
                  </a:lnTo>
                  <a:lnTo>
                    <a:pt x="41" y="61"/>
                  </a:lnTo>
                  <a:close/>
                  <a:moveTo>
                    <a:pt x="41" y="51"/>
                  </a:moveTo>
                  <a:lnTo>
                    <a:pt x="41" y="61"/>
                  </a:lnTo>
                  <a:lnTo>
                    <a:pt x="41" y="51"/>
                  </a:lnTo>
                  <a:close/>
                  <a:moveTo>
                    <a:pt x="32" y="51"/>
                  </a:moveTo>
                  <a:lnTo>
                    <a:pt x="41" y="51"/>
                  </a:lnTo>
                  <a:lnTo>
                    <a:pt x="32" y="51"/>
                  </a:lnTo>
                  <a:close/>
                  <a:moveTo>
                    <a:pt x="32" y="51"/>
                  </a:moveTo>
                  <a:lnTo>
                    <a:pt x="32" y="51"/>
                  </a:lnTo>
                  <a:lnTo>
                    <a:pt x="32" y="51"/>
                  </a:lnTo>
                  <a:close/>
                  <a:moveTo>
                    <a:pt x="21" y="41"/>
                  </a:moveTo>
                  <a:lnTo>
                    <a:pt x="32" y="41"/>
                  </a:lnTo>
                  <a:lnTo>
                    <a:pt x="21" y="41"/>
                  </a:lnTo>
                  <a:close/>
                  <a:moveTo>
                    <a:pt x="21" y="31"/>
                  </a:moveTo>
                  <a:lnTo>
                    <a:pt x="21" y="41"/>
                  </a:lnTo>
                  <a:lnTo>
                    <a:pt x="21" y="31"/>
                  </a:lnTo>
                  <a:close/>
                  <a:moveTo>
                    <a:pt x="21" y="31"/>
                  </a:moveTo>
                  <a:lnTo>
                    <a:pt x="21" y="31"/>
                  </a:lnTo>
                  <a:lnTo>
                    <a:pt x="21" y="31"/>
                  </a:lnTo>
                  <a:close/>
                  <a:moveTo>
                    <a:pt x="11" y="31"/>
                  </a:moveTo>
                  <a:lnTo>
                    <a:pt x="21" y="31"/>
                  </a:lnTo>
                  <a:lnTo>
                    <a:pt x="11" y="31"/>
                  </a:lnTo>
                  <a:close/>
                  <a:moveTo>
                    <a:pt x="1" y="11"/>
                  </a:moveTo>
                  <a:lnTo>
                    <a:pt x="1" y="11"/>
                  </a:lnTo>
                  <a:lnTo>
                    <a:pt x="1" y="11"/>
                  </a:lnTo>
                  <a:close/>
                  <a:moveTo>
                    <a:pt x="1" y="11"/>
                  </a:moveTo>
                  <a:lnTo>
                    <a:pt x="1" y="11"/>
                  </a:lnTo>
                  <a:lnTo>
                    <a:pt x="1" y="11"/>
                  </a:lnTo>
                  <a:close/>
                  <a:moveTo>
                    <a:pt x="1" y="0"/>
                  </a:moveTo>
                  <a:lnTo>
                    <a:pt x="1" y="11"/>
                  </a:ln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4962;p66">
              <a:extLst>
                <a:ext uri="{FF2B5EF4-FFF2-40B4-BE49-F238E27FC236}">
                  <a16:creationId xmlns:a16="http://schemas.microsoft.com/office/drawing/2014/main" id="{93EDFE04-84AB-484B-946C-807703032BA5}"/>
                </a:ext>
              </a:extLst>
            </p:cNvPr>
            <p:cNvSpPr/>
            <p:nvPr/>
          </p:nvSpPr>
          <p:spPr>
            <a:xfrm>
              <a:off x="3689825" y="2111000"/>
              <a:ext cx="166775" cy="107275"/>
            </a:xfrm>
            <a:custGeom>
              <a:avLst/>
              <a:gdLst/>
              <a:ahLst/>
              <a:cxnLst/>
              <a:rect l="l" t="t" r="r" b="b"/>
              <a:pathLst>
                <a:path w="6671" h="4291" extrusionOk="0">
                  <a:moveTo>
                    <a:pt x="6671" y="0"/>
                  </a:moveTo>
                  <a:cubicBezTo>
                    <a:pt x="5349" y="1353"/>
                    <a:pt x="1851" y="1952"/>
                    <a:pt x="1851" y="1952"/>
                  </a:cubicBezTo>
                  <a:cubicBezTo>
                    <a:pt x="1557" y="1719"/>
                    <a:pt x="1282" y="1647"/>
                    <a:pt x="1058" y="1647"/>
                  </a:cubicBezTo>
                  <a:cubicBezTo>
                    <a:pt x="773" y="1647"/>
                    <a:pt x="581" y="1769"/>
                    <a:pt x="581" y="1769"/>
                  </a:cubicBezTo>
                  <a:cubicBezTo>
                    <a:pt x="255" y="1190"/>
                    <a:pt x="276" y="438"/>
                    <a:pt x="276" y="417"/>
                  </a:cubicBezTo>
                  <a:lnTo>
                    <a:pt x="276" y="417"/>
                  </a:lnTo>
                  <a:cubicBezTo>
                    <a:pt x="1" y="1586"/>
                    <a:pt x="123" y="2634"/>
                    <a:pt x="672" y="3335"/>
                  </a:cubicBezTo>
                  <a:lnTo>
                    <a:pt x="672" y="3346"/>
                  </a:lnTo>
                  <a:cubicBezTo>
                    <a:pt x="682" y="3355"/>
                    <a:pt x="682" y="3355"/>
                    <a:pt x="682" y="3366"/>
                  </a:cubicBezTo>
                  <a:lnTo>
                    <a:pt x="692" y="3366"/>
                  </a:lnTo>
                  <a:lnTo>
                    <a:pt x="692" y="3376"/>
                  </a:lnTo>
                  <a:lnTo>
                    <a:pt x="703" y="3376"/>
                  </a:lnTo>
                  <a:lnTo>
                    <a:pt x="703" y="3386"/>
                  </a:lnTo>
                  <a:lnTo>
                    <a:pt x="712" y="3386"/>
                  </a:lnTo>
                  <a:lnTo>
                    <a:pt x="712" y="3396"/>
                  </a:lnTo>
                  <a:lnTo>
                    <a:pt x="723" y="3396"/>
                  </a:lnTo>
                  <a:lnTo>
                    <a:pt x="723" y="3407"/>
                  </a:lnTo>
                  <a:cubicBezTo>
                    <a:pt x="723" y="3416"/>
                    <a:pt x="733" y="3416"/>
                    <a:pt x="733" y="3416"/>
                  </a:cubicBezTo>
                  <a:cubicBezTo>
                    <a:pt x="733" y="3427"/>
                    <a:pt x="733" y="3427"/>
                    <a:pt x="743" y="3427"/>
                  </a:cubicBezTo>
                  <a:cubicBezTo>
                    <a:pt x="1322" y="4108"/>
                    <a:pt x="1810" y="4291"/>
                    <a:pt x="1810" y="4291"/>
                  </a:cubicBezTo>
                  <a:cubicBezTo>
                    <a:pt x="1801" y="3976"/>
                    <a:pt x="1699" y="3468"/>
                    <a:pt x="1699" y="3468"/>
                  </a:cubicBezTo>
                  <a:lnTo>
                    <a:pt x="1455" y="2837"/>
                  </a:lnTo>
                  <a:lnTo>
                    <a:pt x="1699" y="2573"/>
                  </a:lnTo>
                  <a:cubicBezTo>
                    <a:pt x="2929" y="2370"/>
                    <a:pt x="3956" y="1943"/>
                    <a:pt x="4759" y="1485"/>
                  </a:cubicBezTo>
                  <a:lnTo>
                    <a:pt x="4912" y="1393"/>
                  </a:lnTo>
                  <a:cubicBezTo>
                    <a:pt x="5359" y="1119"/>
                    <a:pt x="5735" y="844"/>
                    <a:pt x="6040" y="590"/>
                  </a:cubicBezTo>
                  <a:lnTo>
                    <a:pt x="6040" y="580"/>
                  </a:lnTo>
                  <a:lnTo>
                    <a:pt x="6051" y="580"/>
                  </a:lnTo>
                  <a:cubicBezTo>
                    <a:pt x="6051" y="569"/>
                    <a:pt x="6060" y="569"/>
                    <a:pt x="6060" y="569"/>
                  </a:cubicBezTo>
                  <a:cubicBezTo>
                    <a:pt x="6325" y="346"/>
                    <a:pt x="6528" y="153"/>
                    <a:pt x="6671" y="0"/>
                  </a:cubicBezTo>
                  <a:close/>
                </a:path>
              </a:pathLst>
            </a:custGeom>
            <a:solidFill>
              <a:schemeClr val="bg1">
                <a:lumMod val="65000"/>
                <a:lumOff val="3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4963;p66">
              <a:extLst>
                <a:ext uri="{FF2B5EF4-FFF2-40B4-BE49-F238E27FC236}">
                  <a16:creationId xmlns:a16="http://schemas.microsoft.com/office/drawing/2014/main" id="{09CA4607-44A9-4126-8C9C-4FEEA7DC820F}"/>
                </a:ext>
              </a:extLst>
            </p:cNvPr>
            <p:cNvSpPr/>
            <p:nvPr/>
          </p:nvSpPr>
          <p:spPr>
            <a:xfrm>
              <a:off x="3871575" y="2111250"/>
              <a:ext cx="21900" cy="44775"/>
            </a:xfrm>
            <a:custGeom>
              <a:avLst/>
              <a:gdLst/>
              <a:ahLst/>
              <a:cxnLst/>
              <a:rect l="l" t="t" r="r" b="b"/>
              <a:pathLst>
                <a:path w="876" h="1791" extrusionOk="0">
                  <a:moveTo>
                    <a:pt x="1" y="1"/>
                  </a:moveTo>
                  <a:cubicBezTo>
                    <a:pt x="763" y="905"/>
                    <a:pt x="865" y="1597"/>
                    <a:pt x="875" y="1790"/>
                  </a:cubicBezTo>
                  <a:cubicBezTo>
                    <a:pt x="865" y="1597"/>
                    <a:pt x="763" y="905"/>
                    <a:pt x="1" y="1"/>
                  </a:cubicBezTo>
                  <a:close/>
                </a:path>
              </a:pathLst>
            </a:custGeom>
            <a:solidFill>
              <a:srgbClr val="D09AA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4964;p66">
              <a:extLst>
                <a:ext uri="{FF2B5EF4-FFF2-40B4-BE49-F238E27FC236}">
                  <a16:creationId xmlns:a16="http://schemas.microsoft.com/office/drawing/2014/main" id="{FCA86C62-6D9A-4FFA-975A-20F63C16FC13}"/>
                </a:ext>
              </a:extLst>
            </p:cNvPr>
            <p:cNvSpPr/>
            <p:nvPr/>
          </p:nvSpPr>
          <p:spPr>
            <a:xfrm>
              <a:off x="3918850" y="2123450"/>
              <a:ext cx="1800" cy="9925"/>
            </a:xfrm>
            <a:custGeom>
              <a:avLst/>
              <a:gdLst/>
              <a:ahLst/>
              <a:cxnLst/>
              <a:rect l="l" t="t" r="r" b="b"/>
              <a:pathLst>
                <a:path w="72" h="397" extrusionOk="0">
                  <a:moveTo>
                    <a:pt x="1" y="1"/>
                  </a:moveTo>
                  <a:lnTo>
                    <a:pt x="1" y="1"/>
                  </a:lnTo>
                  <a:lnTo>
                    <a:pt x="1" y="1"/>
                  </a:lnTo>
                  <a:cubicBezTo>
                    <a:pt x="51" y="163"/>
                    <a:pt x="72" y="285"/>
                    <a:pt x="72" y="397"/>
                  </a:cubicBezTo>
                  <a:cubicBezTo>
                    <a:pt x="72" y="285"/>
                    <a:pt x="51" y="163"/>
                    <a:pt x="1" y="1"/>
                  </a:cubicBez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4965;p66">
              <a:extLst>
                <a:ext uri="{FF2B5EF4-FFF2-40B4-BE49-F238E27FC236}">
                  <a16:creationId xmlns:a16="http://schemas.microsoft.com/office/drawing/2014/main" id="{6D01217E-0D8B-4BE7-B188-3C1855AF6037}"/>
                </a:ext>
              </a:extLst>
            </p:cNvPr>
            <p:cNvSpPr/>
            <p:nvPr/>
          </p:nvSpPr>
          <p:spPr>
            <a:xfrm>
              <a:off x="3893450" y="2156000"/>
              <a:ext cx="250" cy="1025"/>
            </a:xfrm>
            <a:custGeom>
              <a:avLst/>
              <a:gdLst/>
              <a:ahLst/>
              <a:cxnLst/>
              <a:rect l="l" t="t" r="r" b="b"/>
              <a:pathLst>
                <a:path w="10" h="41" extrusionOk="0">
                  <a:moveTo>
                    <a:pt x="10" y="41"/>
                  </a:moveTo>
                  <a:lnTo>
                    <a:pt x="10" y="41"/>
                  </a:lnTo>
                  <a:lnTo>
                    <a:pt x="10" y="41"/>
                  </a:lnTo>
                  <a:close/>
                  <a:moveTo>
                    <a:pt x="10" y="41"/>
                  </a:moveTo>
                  <a:lnTo>
                    <a:pt x="10" y="41"/>
                  </a:lnTo>
                  <a:lnTo>
                    <a:pt x="10" y="41"/>
                  </a:lnTo>
                  <a:close/>
                  <a:moveTo>
                    <a:pt x="10" y="41"/>
                  </a:moveTo>
                  <a:lnTo>
                    <a:pt x="10" y="41"/>
                  </a:lnTo>
                  <a:lnTo>
                    <a:pt x="10" y="41"/>
                  </a:lnTo>
                  <a:close/>
                  <a:moveTo>
                    <a:pt x="0" y="41"/>
                  </a:moveTo>
                  <a:lnTo>
                    <a:pt x="0" y="41"/>
                  </a:lnTo>
                  <a:lnTo>
                    <a:pt x="0" y="41"/>
                  </a:lnTo>
                  <a:close/>
                  <a:moveTo>
                    <a:pt x="0" y="41"/>
                  </a:moveTo>
                  <a:lnTo>
                    <a:pt x="0" y="41"/>
                  </a:lnTo>
                  <a:lnTo>
                    <a:pt x="0" y="41"/>
                  </a:lnTo>
                  <a:close/>
                  <a:moveTo>
                    <a:pt x="0" y="41"/>
                  </a:moveTo>
                  <a:lnTo>
                    <a:pt x="0" y="41"/>
                  </a:lnTo>
                  <a:lnTo>
                    <a:pt x="0" y="41"/>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30"/>
                  </a:moveTo>
                  <a:lnTo>
                    <a:pt x="0" y="30"/>
                  </a:lnTo>
                  <a:lnTo>
                    <a:pt x="0" y="30"/>
                  </a:lnTo>
                  <a:close/>
                  <a:moveTo>
                    <a:pt x="0" y="21"/>
                  </a:moveTo>
                  <a:lnTo>
                    <a:pt x="0" y="30"/>
                  </a:lnTo>
                  <a:lnTo>
                    <a:pt x="0" y="21"/>
                  </a:lnTo>
                  <a:close/>
                  <a:moveTo>
                    <a:pt x="0" y="21"/>
                  </a:moveTo>
                  <a:lnTo>
                    <a:pt x="0" y="21"/>
                  </a:lnTo>
                  <a:lnTo>
                    <a:pt x="0" y="21"/>
                  </a:lnTo>
                  <a:close/>
                  <a:moveTo>
                    <a:pt x="0" y="21"/>
                  </a:moveTo>
                  <a:lnTo>
                    <a:pt x="0" y="21"/>
                  </a:lnTo>
                  <a:lnTo>
                    <a:pt x="0" y="21"/>
                  </a:lnTo>
                  <a:close/>
                  <a:moveTo>
                    <a:pt x="0" y="21"/>
                  </a:moveTo>
                  <a:lnTo>
                    <a:pt x="0" y="21"/>
                  </a:lnTo>
                  <a:lnTo>
                    <a:pt x="0" y="21"/>
                  </a:lnTo>
                  <a:close/>
                  <a:moveTo>
                    <a:pt x="0" y="10"/>
                  </a:moveTo>
                  <a:lnTo>
                    <a:pt x="0" y="21"/>
                  </a:lnTo>
                  <a:lnTo>
                    <a:pt x="0" y="10"/>
                  </a:lnTo>
                  <a:close/>
                  <a:moveTo>
                    <a:pt x="0" y="10"/>
                  </a:moveTo>
                  <a:lnTo>
                    <a:pt x="0" y="10"/>
                  </a:lnTo>
                  <a:lnTo>
                    <a:pt x="0" y="10"/>
                  </a:lnTo>
                  <a:close/>
                  <a:moveTo>
                    <a:pt x="0" y="10"/>
                  </a:moveTo>
                  <a:lnTo>
                    <a:pt x="0" y="10"/>
                  </a:lnTo>
                  <a:lnTo>
                    <a:pt x="0" y="10"/>
                  </a:lnTo>
                  <a:close/>
                  <a:moveTo>
                    <a:pt x="0" y="10"/>
                  </a:moveTo>
                  <a:lnTo>
                    <a:pt x="0" y="10"/>
                  </a:lnTo>
                  <a:lnTo>
                    <a:pt x="0" y="10"/>
                  </a:lnTo>
                  <a:close/>
                  <a:moveTo>
                    <a:pt x="0" y="10"/>
                  </a:moveTo>
                  <a:lnTo>
                    <a:pt x="0" y="10"/>
                  </a:lnTo>
                  <a:lnTo>
                    <a:pt x="0" y="10"/>
                  </a:lnTo>
                  <a:close/>
                  <a:moveTo>
                    <a:pt x="0" y="10"/>
                  </a:moveTo>
                  <a:lnTo>
                    <a:pt x="0" y="10"/>
                  </a:lnTo>
                  <a:lnTo>
                    <a:pt x="0" y="10"/>
                  </a:lnTo>
                  <a:close/>
                  <a:moveTo>
                    <a:pt x="0" y="10"/>
                  </a:moveTo>
                  <a:lnTo>
                    <a:pt x="0" y="10"/>
                  </a:lnTo>
                  <a:lnTo>
                    <a:pt x="0" y="10"/>
                  </a:lnTo>
                  <a:close/>
                  <a:moveTo>
                    <a:pt x="0" y="0"/>
                  </a:moveTo>
                  <a:lnTo>
                    <a:pt x="0" y="10"/>
                  </a:lnTo>
                  <a:lnTo>
                    <a:pt x="0" y="0"/>
                  </a:lnTo>
                  <a:close/>
                  <a:moveTo>
                    <a:pt x="0" y="0"/>
                  </a:moveTo>
                  <a:lnTo>
                    <a:pt x="0" y="0"/>
                  </a:lnTo>
                  <a:lnTo>
                    <a:pt x="0" y="0"/>
                  </a:lnTo>
                  <a:close/>
                  <a:moveTo>
                    <a:pt x="0" y="0"/>
                  </a:moveTo>
                  <a:lnTo>
                    <a:pt x="0" y="0"/>
                  </a:lnTo>
                  <a:close/>
                </a:path>
              </a:pathLst>
            </a:custGeom>
            <a:solidFill>
              <a:srgbClr val="D09AA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4966;p66">
              <a:extLst>
                <a:ext uri="{FF2B5EF4-FFF2-40B4-BE49-F238E27FC236}">
                  <a16:creationId xmlns:a16="http://schemas.microsoft.com/office/drawing/2014/main" id="{49F650F4-2841-4C01-8781-2602AA9EC4AE}"/>
                </a:ext>
              </a:extLst>
            </p:cNvPr>
            <p:cNvSpPr/>
            <p:nvPr/>
          </p:nvSpPr>
          <p:spPr>
            <a:xfrm>
              <a:off x="3892925" y="2174300"/>
              <a:ext cx="275" cy="7900"/>
            </a:xfrm>
            <a:custGeom>
              <a:avLst/>
              <a:gdLst/>
              <a:ahLst/>
              <a:cxnLst/>
              <a:rect l="l" t="t" r="r" b="b"/>
              <a:pathLst>
                <a:path w="11" h="316" extrusionOk="0">
                  <a:moveTo>
                    <a:pt x="11" y="0"/>
                  </a:moveTo>
                  <a:lnTo>
                    <a:pt x="11" y="0"/>
                  </a:lnTo>
                  <a:cubicBezTo>
                    <a:pt x="11" y="112"/>
                    <a:pt x="1" y="213"/>
                    <a:pt x="1" y="315"/>
                  </a:cubicBezTo>
                  <a:lnTo>
                    <a:pt x="1" y="315"/>
                  </a:lnTo>
                  <a:cubicBezTo>
                    <a:pt x="1" y="213"/>
                    <a:pt x="11" y="112"/>
                    <a:pt x="11" y="0"/>
                  </a:cubicBezTo>
                  <a:close/>
                </a:path>
              </a:pathLst>
            </a:custGeom>
            <a:solidFill>
              <a:srgbClr val="D4BBED"/>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4967;p66">
              <a:extLst>
                <a:ext uri="{FF2B5EF4-FFF2-40B4-BE49-F238E27FC236}">
                  <a16:creationId xmlns:a16="http://schemas.microsoft.com/office/drawing/2014/main" id="{2304858B-739E-4A51-9623-23D33572B287}"/>
                </a:ext>
              </a:extLst>
            </p:cNvPr>
            <p:cNvSpPr/>
            <p:nvPr/>
          </p:nvSpPr>
          <p:spPr>
            <a:xfrm>
              <a:off x="3893175" y="2157000"/>
              <a:ext cx="525" cy="17325"/>
            </a:xfrm>
            <a:custGeom>
              <a:avLst/>
              <a:gdLst/>
              <a:ahLst/>
              <a:cxnLst/>
              <a:rect l="l" t="t" r="r" b="b"/>
              <a:pathLst>
                <a:path w="21" h="693" extrusionOk="0">
                  <a:moveTo>
                    <a:pt x="21" y="1"/>
                  </a:moveTo>
                  <a:lnTo>
                    <a:pt x="21" y="11"/>
                  </a:lnTo>
                  <a:cubicBezTo>
                    <a:pt x="11" y="255"/>
                    <a:pt x="1" y="489"/>
                    <a:pt x="1" y="692"/>
                  </a:cubicBezTo>
                  <a:lnTo>
                    <a:pt x="1" y="692"/>
                  </a:lnTo>
                  <a:cubicBezTo>
                    <a:pt x="1" y="489"/>
                    <a:pt x="11" y="255"/>
                    <a:pt x="21" y="11"/>
                  </a:cubicBezTo>
                  <a:close/>
                </a:path>
              </a:pathLst>
            </a:custGeom>
            <a:solidFill>
              <a:srgbClr val="D09AA7"/>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4968;p66">
              <a:extLst>
                <a:ext uri="{FF2B5EF4-FFF2-40B4-BE49-F238E27FC236}">
                  <a16:creationId xmlns:a16="http://schemas.microsoft.com/office/drawing/2014/main" id="{79000A5F-7EF7-46A1-A337-A1B77688CDF7}"/>
                </a:ext>
              </a:extLst>
            </p:cNvPr>
            <p:cNvSpPr/>
            <p:nvPr/>
          </p:nvSpPr>
          <p:spPr>
            <a:xfrm>
              <a:off x="3871575" y="2111250"/>
              <a:ext cx="49075" cy="70950"/>
            </a:xfrm>
            <a:custGeom>
              <a:avLst/>
              <a:gdLst/>
              <a:ahLst/>
              <a:cxnLst/>
              <a:rect l="l" t="t" r="r" b="b"/>
              <a:pathLst>
                <a:path w="1963" h="2838" extrusionOk="0">
                  <a:moveTo>
                    <a:pt x="1" y="1"/>
                  </a:moveTo>
                  <a:lnTo>
                    <a:pt x="1" y="1"/>
                  </a:lnTo>
                  <a:cubicBezTo>
                    <a:pt x="763" y="905"/>
                    <a:pt x="865" y="1597"/>
                    <a:pt x="875" y="1790"/>
                  </a:cubicBezTo>
                  <a:lnTo>
                    <a:pt x="875" y="1800"/>
                  </a:lnTo>
                  <a:lnTo>
                    <a:pt x="875" y="1811"/>
                  </a:lnTo>
                  <a:lnTo>
                    <a:pt x="875" y="1820"/>
                  </a:lnTo>
                  <a:lnTo>
                    <a:pt x="875" y="1831"/>
                  </a:lnTo>
                  <a:lnTo>
                    <a:pt x="885" y="1831"/>
                  </a:lnTo>
                  <a:lnTo>
                    <a:pt x="885" y="1841"/>
                  </a:lnTo>
                  <a:cubicBezTo>
                    <a:pt x="875" y="2085"/>
                    <a:pt x="865" y="2319"/>
                    <a:pt x="865" y="2522"/>
                  </a:cubicBezTo>
                  <a:cubicBezTo>
                    <a:pt x="865" y="2634"/>
                    <a:pt x="855" y="2735"/>
                    <a:pt x="855" y="2837"/>
                  </a:cubicBezTo>
                  <a:cubicBezTo>
                    <a:pt x="1709" y="2827"/>
                    <a:pt x="1475" y="1994"/>
                    <a:pt x="1607" y="1668"/>
                  </a:cubicBezTo>
                  <a:cubicBezTo>
                    <a:pt x="1719" y="1383"/>
                    <a:pt x="1963" y="1251"/>
                    <a:pt x="1963" y="885"/>
                  </a:cubicBezTo>
                  <a:cubicBezTo>
                    <a:pt x="1963" y="773"/>
                    <a:pt x="1942" y="651"/>
                    <a:pt x="1892" y="489"/>
                  </a:cubicBezTo>
                  <a:cubicBezTo>
                    <a:pt x="1811" y="1017"/>
                    <a:pt x="1140" y="1078"/>
                    <a:pt x="1140" y="1078"/>
                  </a:cubicBezTo>
                  <a:cubicBezTo>
                    <a:pt x="722" y="550"/>
                    <a:pt x="123" y="92"/>
                    <a:pt x="1" y="1"/>
                  </a:cubicBezTo>
                  <a:close/>
                </a:path>
              </a:pathLst>
            </a:custGeom>
            <a:solidFill>
              <a:schemeClr val="bg1">
                <a:lumMod val="65000"/>
                <a:lumOff val="35000"/>
              </a:schemeClr>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4969;p66">
              <a:extLst>
                <a:ext uri="{FF2B5EF4-FFF2-40B4-BE49-F238E27FC236}">
                  <a16:creationId xmlns:a16="http://schemas.microsoft.com/office/drawing/2014/main" id="{84D9F306-BBFA-436F-B1C7-84644376D2BE}"/>
                </a:ext>
              </a:extLst>
            </p:cNvPr>
            <p:cNvSpPr/>
            <p:nvPr/>
          </p:nvSpPr>
          <p:spPr>
            <a:xfrm>
              <a:off x="3698725" y="2162700"/>
              <a:ext cx="33575" cy="39200"/>
            </a:xfrm>
            <a:custGeom>
              <a:avLst/>
              <a:gdLst/>
              <a:ahLst/>
              <a:cxnLst/>
              <a:rect l="l" t="t" r="r" b="b"/>
              <a:pathLst>
                <a:path w="1343" h="1568" extrusionOk="0">
                  <a:moveTo>
                    <a:pt x="684" y="0"/>
                  </a:moveTo>
                  <a:cubicBezTo>
                    <a:pt x="624" y="0"/>
                    <a:pt x="559" y="8"/>
                    <a:pt x="489" y="27"/>
                  </a:cubicBezTo>
                  <a:cubicBezTo>
                    <a:pt x="92" y="128"/>
                    <a:pt x="1" y="668"/>
                    <a:pt x="164" y="1003"/>
                  </a:cubicBezTo>
                  <a:cubicBezTo>
                    <a:pt x="343" y="1395"/>
                    <a:pt x="677" y="1567"/>
                    <a:pt x="955" y="1567"/>
                  </a:cubicBezTo>
                  <a:cubicBezTo>
                    <a:pt x="1117" y="1567"/>
                    <a:pt x="1260" y="1508"/>
                    <a:pt x="1343" y="1400"/>
                  </a:cubicBezTo>
                  <a:lnTo>
                    <a:pt x="1343" y="505"/>
                  </a:lnTo>
                  <a:cubicBezTo>
                    <a:pt x="1343" y="505"/>
                    <a:pt x="1159" y="0"/>
                    <a:pt x="684" y="0"/>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4970;p66">
              <a:extLst>
                <a:ext uri="{FF2B5EF4-FFF2-40B4-BE49-F238E27FC236}">
                  <a16:creationId xmlns:a16="http://schemas.microsoft.com/office/drawing/2014/main" id="{36A6E0A9-5802-4FCE-9C96-E04007D0D6D1}"/>
                </a:ext>
              </a:extLst>
            </p:cNvPr>
            <p:cNvSpPr/>
            <p:nvPr/>
          </p:nvSpPr>
          <p:spPr>
            <a:xfrm>
              <a:off x="3707625" y="2169200"/>
              <a:ext cx="21125" cy="25200"/>
            </a:xfrm>
            <a:custGeom>
              <a:avLst/>
              <a:gdLst/>
              <a:ahLst/>
              <a:cxnLst/>
              <a:rect l="l" t="t" r="r" b="b"/>
              <a:pathLst>
                <a:path w="845" h="1008" extrusionOk="0">
                  <a:moveTo>
                    <a:pt x="265" y="1"/>
                  </a:moveTo>
                  <a:cubicBezTo>
                    <a:pt x="214" y="1"/>
                    <a:pt x="163" y="11"/>
                    <a:pt x="122" y="31"/>
                  </a:cubicBezTo>
                  <a:cubicBezTo>
                    <a:pt x="72" y="51"/>
                    <a:pt x="31" y="82"/>
                    <a:pt x="11" y="133"/>
                  </a:cubicBezTo>
                  <a:cubicBezTo>
                    <a:pt x="0" y="143"/>
                    <a:pt x="11" y="153"/>
                    <a:pt x="11" y="153"/>
                  </a:cubicBezTo>
                  <a:cubicBezTo>
                    <a:pt x="16" y="158"/>
                    <a:pt x="21" y="161"/>
                    <a:pt x="26" y="161"/>
                  </a:cubicBezTo>
                  <a:cubicBezTo>
                    <a:pt x="31" y="161"/>
                    <a:pt x="36" y="158"/>
                    <a:pt x="41" y="153"/>
                  </a:cubicBezTo>
                  <a:cubicBezTo>
                    <a:pt x="94" y="100"/>
                    <a:pt x="163" y="70"/>
                    <a:pt x="234" y="70"/>
                  </a:cubicBezTo>
                  <a:cubicBezTo>
                    <a:pt x="244" y="70"/>
                    <a:pt x="255" y="70"/>
                    <a:pt x="265" y="72"/>
                  </a:cubicBezTo>
                  <a:cubicBezTo>
                    <a:pt x="346" y="72"/>
                    <a:pt x="427" y="103"/>
                    <a:pt x="499" y="153"/>
                  </a:cubicBezTo>
                  <a:cubicBezTo>
                    <a:pt x="570" y="194"/>
                    <a:pt x="631" y="265"/>
                    <a:pt x="682" y="336"/>
                  </a:cubicBezTo>
                  <a:cubicBezTo>
                    <a:pt x="718" y="387"/>
                    <a:pt x="744" y="444"/>
                    <a:pt x="771" y="501"/>
                  </a:cubicBezTo>
                  <a:lnTo>
                    <a:pt x="771" y="501"/>
                  </a:lnTo>
                  <a:cubicBezTo>
                    <a:pt x="689" y="441"/>
                    <a:pt x="601" y="393"/>
                    <a:pt x="488" y="377"/>
                  </a:cubicBezTo>
                  <a:cubicBezTo>
                    <a:pt x="427" y="377"/>
                    <a:pt x="336" y="397"/>
                    <a:pt x="296" y="448"/>
                  </a:cubicBezTo>
                  <a:cubicBezTo>
                    <a:pt x="244" y="509"/>
                    <a:pt x="224" y="570"/>
                    <a:pt x="214" y="641"/>
                  </a:cubicBezTo>
                  <a:cubicBezTo>
                    <a:pt x="204" y="713"/>
                    <a:pt x="224" y="804"/>
                    <a:pt x="285" y="844"/>
                  </a:cubicBezTo>
                  <a:cubicBezTo>
                    <a:pt x="346" y="896"/>
                    <a:pt x="427" y="905"/>
                    <a:pt x="488" y="905"/>
                  </a:cubicBezTo>
                  <a:cubicBezTo>
                    <a:pt x="549" y="905"/>
                    <a:pt x="610" y="916"/>
                    <a:pt x="662" y="926"/>
                  </a:cubicBezTo>
                  <a:cubicBezTo>
                    <a:pt x="723" y="936"/>
                    <a:pt x="784" y="957"/>
                    <a:pt x="804" y="997"/>
                  </a:cubicBezTo>
                  <a:cubicBezTo>
                    <a:pt x="814" y="1007"/>
                    <a:pt x="824" y="1007"/>
                    <a:pt x="834" y="1007"/>
                  </a:cubicBezTo>
                  <a:cubicBezTo>
                    <a:pt x="845" y="997"/>
                    <a:pt x="845" y="987"/>
                    <a:pt x="845" y="977"/>
                  </a:cubicBezTo>
                  <a:cubicBezTo>
                    <a:pt x="834" y="946"/>
                    <a:pt x="804" y="916"/>
                    <a:pt x="773" y="905"/>
                  </a:cubicBezTo>
                  <a:cubicBezTo>
                    <a:pt x="743" y="885"/>
                    <a:pt x="712" y="875"/>
                    <a:pt x="682" y="865"/>
                  </a:cubicBezTo>
                  <a:cubicBezTo>
                    <a:pt x="621" y="844"/>
                    <a:pt x="560" y="835"/>
                    <a:pt x="488" y="824"/>
                  </a:cubicBezTo>
                  <a:cubicBezTo>
                    <a:pt x="427" y="824"/>
                    <a:pt x="377" y="814"/>
                    <a:pt x="346" y="783"/>
                  </a:cubicBezTo>
                  <a:cubicBezTo>
                    <a:pt x="305" y="753"/>
                    <a:pt x="285" y="702"/>
                    <a:pt x="296" y="652"/>
                  </a:cubicBezTo>
                  <a:cubicBezTo>
                    <a:pt x="305" y="600"/>
                    <a:pt x="326" y="539"/>
                    <a:pt x="357" y="509"/>
                  </a:cubicBezTo>
                  <a:cubicBezTo>
                    <a:pt x="382" y="475"/>
                    <a:pt x="414" y="456"/>
                    <a:pt x="460" y="456"/>
                  </a:cubicBezTo>
                  <a:cubicBezTo>
                    <a:pt x="469" y="456"/>
                    <a:pt x="478" y="456"/>
                    <a:pt x="488" y="458"/>
                  </a:cubicBezTo>
                  <a:cubicBezTo>
                    <a:pt x="601" y="458"/>
                    <a:pt x="712" y="519"/>
                    <a:pt x="814" y="580"/>
                  </a:cubicBezTo>
                  <a:lnTo>
                    <a:pt x="824" y="580"/>
                  </a:lnTo>
                  <a:cubicBezTo>
                    <a:pt x="834" y="580"/>
                    <a:pt x="845" y="570"/>
                    <a:pt x="845" y="560"/>
                  </a:cubicBezTo>
                  <a:cubicBezTo>
                    <a:pt x="824" y="469"/>
                    <a:pt x="793" y="377"/>
                    <a:pt x="743" y="295"/>
                  </a:cubicBezTo>
                  <a:cubicBezTo>
                    <a:pt x="692" y="214"/>
                    <a:pt x="631" y="143"/>
                    <a:pt x="549" y="82"/>
                  </a:cubicBezTo>
                  <a:cubicBezTo>
                    <a:pt x="468" y="31"/>
                    <a:pt x="366" y="1"/>
                    <a:pt x="265" y="1"/>
                  </a:cubicBezTo>
                  <a:close/>
                </a:path>
              </a:pathLst>
            </a:custGeom>
            <a:solidFill>
              <a:srgbClr val="DCAF8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4971;p66">
              <a:extLst>
                <a:ext uri="{FF2B5EF4-FFF2-40B4-BE49-F238E27FC236}">
                  <a16:creationId xmlns:a16="http://schemas.microsoft.com/office/drawing/2014/main" id="{38E621C4-9649-46B1-8DA8-758E2AF1750F}"/>
                </a:ext>
              </a:extLst>
            </p:cNvPr>
            <p:cNvSpPr/>
            <p:nvPr/>
          </p:nvSpPr>
          <p:spPr>
            <a:xfrm>
              <a:off x="3711450" y="2097525"/>
              <a:ext cx="130400" cy="33575"/>
            </a:xfrm>
            <a:custGeom>
              <a:avLst/>
              <a:gdLst/>
              <a:ahLst/>
              <a:cxnLst/>
              <a:rect l="l" t="t" r="r" b="b"/>
              <a:pathLst>
                <a:path w="5216" h="1343" extrusionOk="0">
                  <a:moveTo>
                    <a:pt x="4248" y="600"/>
                  </a:moveTo>
                  <a:cubicBezTo>
                    <a:pt x="4241" y="600"/>
                    <a:pt x="4239" y="601"/>
                    <a:pt x="4233" y="607"/>
                  </a:cubicBezTo>
                  <a:lnTo>
                    <a:pt x="4233" y="607"/>
                  </a:lnTo>
                  <a:cubicBezTo>
                    <a:pt x="4238" y="605"/>
                    <a:pt x="4243" y="602"/>
                    <a:pt x="4248" y="600"/>
                  </a:cubicBezTo>
                  <a:close/>
                  <a:moveTo>
                    <a:pt x="5186" y="1"/>
                  </a:moveTo>
                  <a:lnTo>
                    <a:pt x="5175" y="10"/>
                  </a:lnTo>
                  <a:cubicBezTo>
                    <a:pt x="4950" y="213"/>
                    <a:pt x="4627" y="416"/>
                    <a:pt x="4248" y="600"/>
                  </a:cubicBezTo>
                  <a:lnTo>
                    <a:pt x="4248" y="600"/>
                  </a:lnTo>
                  <a:cubicBezTo>
                    <a:pt x="4248" y="600"/>
                    <a:pt x="4249" y="600"/>
                    <a:pt x="4250" y="600"/>
                  </a:cubicBezTo>
                  <a:cubicBezTo>
                    <a:pt x="4250" y="600"/>
                    <a:pt x="4260" y="600"/>
                    <a:pt x="4260" y="611"/>
                  </a:cubicBezTo>
                  <a:cubicBezTo>
                    <a:pt x="4271" y="611"/>
                    <a:pt x="4271" y="631"/>
                    <a:pt x="4260" y="641"/>
                  </a:cubicBezTo>
                  <a:cubicBezTo>
                    <a:pt x="4646" y="448"/>
                    <a:pt x="4972" y="245"/>
                    <a:pt x="5206" y="41"/>
                  </a:cubicBezTo>
                  <a:cubicBezTo>
                    <a:pt x="5216" y="31"/>
                    <a:pt x="5216" y="21"/>
                    <a:pt x="5206" y="10"/>
                  </a:cubicBezTo>
                  <a:cubicBezTo>
                    <a:pt x="5206" y="1"/>
                    <a:pt x="5195" y="1"/>
                    <a:pt x="5186" y="1"/>
                  </a:cubicBezTo>
                  <a:close/>
                  <a:moveTo>
                    <a:pt x="102" y="275"/>
                  </a:moveTo>
                  <a:cubicBezTo>
                    <a:pt x="91" y="275"/>
                    <a:pt x="82" y="275"/>
                    <a:pt x="82" y="285"/>
                  </a:cubicBezTo>
                  <a:cubicBezTo>
                    <a:pt x="0" y="550"/>
                    <a:pt x="122" y="855"/>
                    <a:pt x="366" y="1058"/>
                  </a:cubicBezTo>
                  <a:cubicBezTo>
                    <a:pt x="570" y="1221"/>
                    <a:pt x="844" y="1312"/>
                    <a:pt x="1169" y="1332"/>
                  </a:cubicBezTo>
                  <a:cubicBezTo>
                    <a:pt x="1250" y="1343"/>
                    <a:pt x="1342" y="1343"/>
                    <a:pt x="1424" y="1343"/>
                  </a:cubicBezTo>
                  <a:cubicBezTo>
                    <a:pt x="2308" y="1343"/>
                    <a:pt x="3345" y="1058"/>
                    <a:pt x="4158" y="681"/>
                  </a:cubicBezTo>
                  <a:lnTo>
                    <a:pt x="4230" y="611"/>
                  </a:lnTo>
                  <a:cubicBezTo>
                    <a:pt x="4231" y="609"/>
                    <a:pt x="4232" y="608"/>
                    <a:pt x="4233" y="607"/>
                  </a:cubicBezTo>
                  <a:lnTo>
                    <a:pt x="4233" y="607"/>
                  </a:lnTo>
                  <a:cubicBezTo>
                    <a:pt x="3414" y="1001"/>
                    <a:pt x="2339" y="1302"/>
                    <a:pt x="1433" y="1302"/>
                  </a:cubicBezTo>
                  <a:cubicBezTo>
                    <a:pt x="1342" y="1302"/>
                    <a:pt x="1261" y="1302"/>
                    <a:pt x="1169" y="1292"/>
                  </a:cubicBezTo>
                  <a:cubicBezTo>
                    <a:pt x="854" y="1271"/>
                    <a:pt x="590" y="1180"/>
                    <a:pt x="396" y="1027"/>
                  </a:cubicBezTo>
                  <a:cubicBezTo>
                    <a:pt x="204" y="864"/>
                    <a:pt x="41" y="580"/>
                    <a:pt x="112" y="295"/>
                  </a:cubicBezTo>
                  <a:cubicBezTo>
                    <a:pt x="122" y="285"/>
                    <a:pt x="112" y="275"/>
                    <a:pt x="102" y="275"/>
                  </a:cubicBezTo>
                  <a:close/>
                </a:path>
              </a:pathLst>
            </a:custGeom>
            <a:solidFill>
              <a:srgbClr val="9C68D4"/>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4972;p66">
              <a:extLst>
                <a:ext uri="{FF2B5EF4-FFF2-40B4-BE49-F238E27FC236}">
                  <a16:creationId xmlns:a16="http://schemas.microsoft.com/office/drawing/2014/main" id="{B7CDDF8D-AA7E-4267-BEE1-4873080191BC}"/>
                </a:ext>
              </a:extLst>
            </p:cNvPr>
            <p:cNvSpPr/>
            <p:nvPr/>
          </p:nvSpPr>
          <p:spPr>
            <a:xfrm>
              <a:off x="3710675" y="2112525"/>
              <a:ext cx="107550" cy="38150"/>
            </a:xfrm>
            <a:custGeom>
              <a:avLst/>
              <a:gdLst/>
              <a:ahLst/>
              <a:cxnLst/>
              <a:rect l="l" t="t" r="r" b="b"/>
              <a:pathLst>
                <a:path w="4302" h="1526" extrusionOk="0">
                  <a:moveTo>
                    <a:pt x="4281" y="0"/>
                  </a:moveTo>
                  <a:cubicBezTo>
                    <a:pt x="4271" y="0"/>
                    <a:pt x="4271" y="0"/>
                    <a:pt x="4261" y="11"/>
                  </a:cubicBezTo>
                  <a:lnTo>
                    <a:pt x="4189" y="81"/>
                  </a:lnTo>
                  <a:cubicBezTo>
                    <a:pt x="3732" y="570"/>
                    <a:pt x="2969" y="1159"/>
                    <a:pt x="1871" y="1414"/>
                  </a:cubicBezTo>
                  <a:cubicBezTo>
                    <a:pt x="1658" y="1454"/>
                    <a:pt x="1444" y="1485"/>
                    <a:pt x="1251" y="1485"/>
                  </a:cubicBezTo>
                  <a:cubicBezTo>
                    <a:pt x="1007" y="1485"/>
                    <a:pt x="784" y="1444"/>
                    <a:pt x="580" y="1383"/>
                  </a:cubicBezTo>
                  <a:cubicBezTo>
                    <a:pt x="346" y="1302"/>
                    <a:pt x="163" y="1190"/>
                    <a:pt x="41" y="1048"/>
                  </a:cubicBezTo>
                  <a:cubicBezTo>
                    <a:pt x="41" y="1037"/>
                    <a:pt x="31" y="1037"/>
                    <a:pt x="31" y="1037"/>
                  </a:cubicBezTo>
                  <a:cubicBezTo>
                    <a:pt x="21" y="1037"/>
                    <a:pt x="21" y="1037"/>
                    <a:pt x="11" y="1048"/>
                  </a:cubicBezTo>
                  <a:cubicBezTo>
                    <a:pt x="11" y="1048"/>
                    <a:pt x="0" y="1068"/>
                    <a:pt x="11" y="1068"/>
                  </a:cubicBezTo>
                  <a:cubicBezTo>
                    <a:pt x="133" y="1220"/>
                    <a:pt x="326" y="1342"/>
                    <a:pt x="560" y="1414"/>
                  </a:cubicBezTo>
                  <a:cubicBezTo>
                    <a:pt x="773" y="1485"/>
                    <a:pt x="1007" y="1525"/>
                    <a:pt x="1251" y="1525"/>
                  </a:cubicBezTo>
                  <a:cubicBezTo>
                    <a:pt x="1455" y="1525"/>
                    <a:pt x="1668" y="1495"/>
                    <a:pt x="1882" y="1454"/>
                  </a:cubicBezTo>
                  <a:cubicBezTo>
                    <a:pt x="3051" y="1190"/>
                    <a:pt x="3834" y="539"/>
                    <a:pt x="4291" y="41"/>
                  </a:cubicBezTo>
                  <a:cubicBezTo>
                    <a:pt x="4302" y="31"/>
                    <a:pt x="4302" y="11"/>
                    <a:pt x="4291" y="11"/>
                  </a:cubicBezTo>
                  <a:cubicBezTo>
                    <a:pt x="4291" y="0"/>
                    <a:pt x="4281" y="0"/>
                    <a:pt x="4281" y="0"/>
                  </a:cubicBezTo>
                  <a:close/>
                </a:path>
              </a:pathLst>
            </a:custGeom>
            <a:solidFill>
              <a:srgbClr val="9C68D4"/>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4973;p66">
              <a:extLst>
                <a:ext uri="{FF2B5EF4-FFF2-40B4-BE49-F238E27FC236}">
                  <a16:creationId xmlns:a16="http://schemas.microsoft.com/office/drawing/2014/main" id="{9C5A0E95-C4C4-428B-950C-300114D32BEA}"/>
                </a:ext>
              </a:extLst>
            </p:cNvPr>
            <p:cNvSpPr/>
            <p:nvPr/>
          </p:nvSpPr>
          <p:spPr>
            <a:xfrm>
              <a:off x="3884800" y="2105900"/>
              <a:ext cx="29750" cy="26225"/>
            </a:xfrm>
            <a:custGeom>
              <a:avLst/>
              <a:gdLst/>
              <a:ahLst/>
              <a:cxnLst/>
              <a:rect l="l" t="t" r="r" b="b"/>
              <a:pathLst>
                <a:path w="1190" h="1049" extrusionOk="0">
                  <a:moveTo>
                    <a:pt x="21" y="1"/>
                  </a:moveTo>
                  <a:cubicBezTo>
                    <a:pt x="10" y="1"/>
                    <a:pt x="1" y="21"/>
                    <a:pt x="10" y="32"/>
                  </a:cubicBezTo>
                  <a:cubicBezTo>
                    <a:pt x="102" y="285"/>
                    <a:pt x="234" y="520"/>
                    <a:pt x="417" y="733"/>
                  </a:cubicBezTo>
                  <a:cubicBezTo>
                    <a:pt x="580" y="926"/>
                    <a:pt x="783" y="1048"/>
                    <a:pt x="946" y="1048"/>
                  </a:cubicBezTo>
                  <a:lnTo>
                    <a:pt x="956" y="1048"/>
                  </a:lnTo>
                  <a:cubicBezTo>
                    <a:pt x="1047" y="1038"/>
                    <a:pt x="1129" y="997"/>
                    <a:pt x="1180" y="916"/>
                  </a:cubicBezTo>
                  <a:cubicBezTo>
                    <a:pt x="1190" y="916"/>
                    <a:pt x="1190" y="896"/>
                    <a:pt x="1180" y="896"/>
                  </a:cubicBezTo>
                  <a:cubicBezTo>
                    <a:pt x="1180" y="886"/>
                    <a:pt x="1169" y="886"/>
                    <a:pt x="1169" y="886"/>
                  </a:cubicBezTo>
                  <a:cubicBezTo>
                    <a:pt x="1160" y="886"/>
                    <a:pt x="1160" y="886"/>
                    <a:pt x="1149" y="896"/>
                  </a:cubicBezTo>
                  <a:cubicBezTo>
                    <a:pt x="1099" y="967"/>
                    <a:pt x="1038" y="997"/>
                    <a:pt x="956" y="997"/>
                  </a:cubicBezTo>
                  <a:lnTo>
                    <a:pt x="946" y="997"/>
                  </a:lnTo>
                  <a:cubicBezTo>
                    <a:pt x="794" y="997"/>
                    <a:pt x="600" y="886"/>
                    <a:pt x="448" y="703"/>
                  </a:cubicBezTo>
                  <a:cubicBezTo>
                    <a:pt x="265" y="499"/>
                    <a:pt x="132" y="265"/>
                    <a:pt x="51" y="11"/>
                  </a:cubicBezTo>
                  <a:cubicBezTo>
                    <a:pt x="41" y="1"/>
                    <a:pt x="41" y="1"/>
                    <a:pt x="31" y="1"/>
                  </a:cubicBezTo>
                  <a:close/>
                </a:path>
              </a:pathLst>
            </a:custGeom>
            <a:solidFill>
              <a:srgbClr val="9C68D4"/>
            </a:solidFill>
            <a:ln>
              <a:solidFill>
                <a:schemeClr val="bg1">
                  <a:lumMod val="50000"/>
                  <a:lumOff val="50000"/>
                </a:schemeClr>
              </a:solid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4974;p66">
              <a:extLst>
                <a:ext uri="{FF2B5EF4-FFF2-40B4-BE49-F238E27FC236}">
                  <a16:creationId xmlns:a16="http://schemas.microsoft.com/office/drawing/2014/main" id="{7546F5D3-A3C9-4B5F-BDC0-C2340CC203CF}"/>
                </a:ext>
              </a:extLst>
            </p:cNvPr>
            <p:cNvSpPr/>
            <p:nvPr/>
          </p:nvSpPr>
          <p:spPr>
            <a:xfrm>
              <a:off x="3885825" y="2299875"/>
              <a:ext cx="129650" cy="157350"/>
            </a:xfrm>
            <a:custGeom>
              <a:avLst/>
              <a:gdLst/>
              <a:ahLst/>
              <a:cxnLst/>
              <a:rect l="l" t="t" r="r" b="b"/>
              <a:pathLst>
                <a:path w="5186" h="6294" extrusionOk="0">
                  <a:moveTo>
                    <a:pt x="4524" y="0"/>
                  </a:moveTo>
                  <a:lnTo>
                    <a:pt x="0" y="1058"/>
                  </a:lnTo>
                  <a:lnTo>
                    <a:pt x="1302" y="6293"/>
                  </a:lnTo>
                  <a:lnTo>
                    <a:pt x="5186" y="5389"/>
                  </a:lnTo>
                  <a:lnTo>
                    <a:pt x="4606" y="2755"/>
                  </a:lnTo>
                  <a:lnTo>
                    <a:pt x="5053" y="2653"/>
                  </a:lnTo>
                  <a:lnTo>
                    <a:pt x="4524" y="0"/>
                  </a:lnTo>
                  <a:close/>
                </a:path>
              </a:pathLst>
            </a:custGeom>
            <a:solidFill>
              <a:srgbClr val="AA78DC"/>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4975;p66">
              <a:extLst>
                <a:ext uri="{FF2B5EF4-FFF2-40B4-BE49-F238E27FC236}">
                  <a16:creationId xmlns:a16="http://schemas.microsoft.com/office/drawing/2014/main" id="{A1A1017C-20FB-4484-AA88-3AF76DC07E84}"/>
                </a:ext>
              </a:extLst>
            </p:cNvPr>
            <p:cNvSpPr/>
            <p:nvPr/>
          </p:nvSpPr>
          <p:spPr>
            <a:xfrm>
              <a:off x="3885825" y="2299875"/>
              <a:ext cx="129650" cy="157350"/>
            </a:xfrm>
            <a:custGeom>
              <a:avLst/>
              <a:gdLst/>
              <a:ahLst/>
              <a:cxnLst/>
              <a:rect l="l" t="t" r="r" b="b"/>
              <a:pathLst>
                <a:path w="5186" h="6294" extrusionOk="0">
                  <a:moveTo>
                    <a:pt x="4524" y="0"/>
                  </a:moveTo>
                  <a:lnTo>
                    <a:pt x="2247" y="529"/>
                  </a:lnTo>
                  <a:lnTo>
                    <a:pt x="753" y="884"/>
                  </a:lnTo>
                  <a:lnTo>
                    <a:pt x="265" y="996"/>
                  </a:lnTo>
                  <a:lnTo>
                    <a:pt x="0" y="1058"/>
                  </a:lnTo>
                  <a:lnTo>
                    <a:pt x="1302" y="6293"/>
                  </a:lnTo>
                  <a:lnTo>
                    <a:pt x="5186" y="5389"/>
                  </a:lnTo>
                  <a:lnTo>
                    <a:pt x="4606" y="2755"/>
                  </a:lnTo>
                  <a:lnTo>
                    <a:pt x="5053" y="2653"/>
                  </a:lnTo>
                  <a:lnTo>
                    <a:pt x="4524" y="0"/>
                  </a:lnTo>
                  <a:close/>
                </a:path>
              </a:pathLst>
            </a:custGeom>
            <a:solidFill>
              <a:srgbClr val="9965D3"/>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4976;p66">
              <a:extLst>
                <a:ext uri="{FF2B5EF4-FFF2-40B4-BE49-F238E27FC236}">
                  <a16:creationId xmlns:a16="http://schemas.microsoft.com/office/drawing/2014/main" id="{AAF78B85-3635-4830-B9EE-0C959403CDBF}"/>
                </a:ext>
              </a:extLst>
            </p:cNvPr>
            <p:cNvSpPr/>
            <p:nvPr/>
          </p:nvSpPr>
          <p:spPr>
            <a:xfrm>
              <a:off x="3885825" y="2302650"/>
              <a:ext cx="129650" cy="154575"/>
            </a:xfrm>
            <a:custGeom>
              <a:avLst/>
              <a:gdLst/>
              <a:ahLst/>
              <a:cxnLst/>
              <a:rect l="l" t="t" r="r" b="b"/>
              <a:pathLst>
                <a:path w="5186" h="6183" extrusionOk="0">
                  <a:moveTo>
                    <a:pt x="4036" y="1"/>
                  </a:moveTo>
                  <a:lnTo>
                    <a:pt x="0" y="947"/>
                  </a:lnTo>
                  <a:lnTo>
                    <a:pt x="1302" y="6182"/>
                  </a:lnTo>
                  <a:lnTo>
                    <a:pt x="5186" y="5278"/>
                  </a:lnTo>
                  <a:lnTo>
                    <a:pt x="4036" y="1"/>
                  </a:lnTo>
                  <a:close/>
                </a:path>
              </a:pathLst>
            </a:custGeom>
            <a:solidFill>
              <a:srgbClr val="F0AF4B"/>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4977;p66">
              <a:extLst>
                <a:ext uri="{FF2B5EF4-FFF2-40B4-BE49-F238E27FC236}">
                  <a16:creationId xmlns:a16="http://schemas.microsoft.com/office/drawing/2014/main" id="{24E2C475-882B-40B2-A91B-AB7B7EDF28DE}"/>
                </a:ext>
              </a:extLst>
            </p:cNvPr>
            <p:cNvSpPr/>
            <p:nvPr/>
          </p:nvSpPr>
          <p:spPr>
            <a:xfrm>
              <a:off x="3846675" y="2367975"/>
              <a:ext cx="87200" cy="54675"/>
            </a:xfrm>
            <a:custGeom>
              <a:avLst/>
              <a:gdLst/>
              <a:ahLst/>
              <a:cxnLst/>
              <a:rect l="l" t="t" r="r" b="b"/>
              <a:pathLst>
                <a:path w="3488" h="2187" extrusionOk="0">
                  <a:moveTo>
                    <a:pt x="2904" y="1"/>
                  </a:moveTo>
                  <a:cubicBezTo>
                    <a:pt x="2642" y="1"/>
                    <a:pt x="1953" y="417"/>
                    <a:pt x="1953" y="417"/>
                  </a:cubicBezTo>
                  <a:cubicBezTo>
                    <a:pt x="1953" y="417"/>
                    <a:pt x="1434" y="641"/>
                    <a:pt x="956" y="783"/>
                  </a:cubicBezTo>
                  <a:cubicBezTo>
                    <a:pt x="956" y="783"/>
                    <a:pt x="305" y="763"/>
                    <a:pt x="0" y="763"/>
                  </a:cubicBezTo>
                  <a:lnTo>
                    <a:pt x="0" y="2187"/>
                  </a:lnTo>
                  <a:cubicBezTo>
                    <a:pt x="0" y="2187"/>
                    <a:pt x="559" y="2187"/>
                    <a:pt x="1098" y="2096"/>
                  </a:cubicBezTo>
                  <a:cubicBezTo>
                    <a:pt x="1309" y="2162"/>
                    <a:pt x="1500" y="2186"/>
                    <a:pt x="1667" y="2186"/>
                  </a:cubicBezTo>
                  <a:cubicBezTo>
                    <a:pt x="2111" y="2186"/>
                    <a:pt x="2380" y="2014"/>
                    <a:pt x="2380" y="2014"/>
                  </a:cubicBezTo>
                  <a:cubicBezTo>
                    <a:pt x="2380" y="2014"/>
                    <a:pt x="2387" y="2014"/>
                    <a:pt x="2400" y="2014"/>
                  </a:cubicBezTo>
                  <a:cubicBezTo>
                    <a:pt x="2548" y="2014"/>
                    <a:pt x="3425" y="2006"/>
                    <a:pt x="3406" y="1811"/>
                  </a:cubicBezTo>
                  <a:cubicBezTo>
                    <a:pt x="3396" y="1597"/>
                    <a:pt x="2441" y="1597"/>
                    <a:pt x="2441" y="1597"/>
                  </a:cubicBezTo>
                  <a:cubicBezTo>
                    <a:pt x="2441" y="1597"/>
                    <a:pt x="3487" y="1394"/>
                    <a:pt x="3437" y="1190"/>
                  </a:cubicBezTo>
                  <a:cubicBezTo>
                    <a:pt x="3416" y="1096"/>
                    <a:pt x="3243" y="1068"/>
                    <a:pt x="3044" y="1068"/>
                  </a:cubicBezTo>
                  <a:cubicBezTo>
                    <a:pt x="2751" y="1068"/>
                    <a:pt x="2400" y="1129"/>
                    <a:pt x="2400" y="1129"/>
                  </a:cubicBezTo>
                  <a:cubicBezTo>
                    <a:pt x="2400" y="1129"/>
                    <a:pt x="3478" y="763"/>
                    <a:pt x="3396" y="539"/>
                  </a:cubicBezTo>
                  <a:cubicBezTo>
                    <a:pt x="3374" y="483"/>
                    <a:pt x="3306" y="462"/>
                    <a:pt x="3213" y="462"/>
                  </a:cubicBezTo>
                  <a:cubicBezTo>
                    <a:pt x="2887" y="462"/>
                    <a:pt x="2258" y="733"/>
                    <a:pt x="2258" y="733"/>
                  </a:cubicBezTo>
                  <a:cubicBezTo>
                    <a:pt x="2258" y="733"/>
                    <a:pt x="3060" y="225"/>
                    <a:pt x="2999" y="51"/>
                  </a:cubicBezTo>
                  <a:cubicBezTo>
                    <a:pt x="2988" y="16"/>
                    <a:pt x="2954" y="1"/>
                    <a:pt x="2904" y="1"/>
                  </a:cubicBezTo>
                  <a:close/>
                </a:path>
              </a:pathLst>
            </a:custGeom>
            <a:solidFill>
              <a:srgbClr val="FAD2B4"/>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4978;p66">
              <a:extLst>
                <a:ext uri="{FF2B5EF4-FFF2-40B4-BE49-F238E27FC236}">
                  <a16:creationId xmlns:a16="http://schemas.microsoft.com/office/drawing/2014/main" id="{EC53D538-85F6-4D06-8007-0B4E0902BC9F}"/>
                </a:ext>
              </a:extLst>
            </p:cNvPr>
            <p:cNvSpPr/>
            <p:nvPr/>
          </p:nvSpPr>
          <p:spPr>
            <a:xfrm>
              <a:off x="3726950" y="2295800"/>
              <a:ext cx="144150" cy="132650"/>
            </a:xfrm>
            <a:custGeom>
              <a:avLst/>
              <a:gdLst/>
              <a:ahLst/>
              <a:cxnLst/>
              <a:rect l="l" t="t" r="r" b="b"/>
              <a:pathLst>
                <a:path w="5766" h="5306" extrusionOk="0">
                  <a:moveTo>
                    <a:pt x="1056" y="0"/>
                  </a:moveTo>
                  <a:cubicBezTo>
                    <a:pt x="889" y="0"/>
                    <a:pt x="725" y="65"/>
                    <a:pt x="580" y="193"/>
                  </a:cubicBezTo>
                  <a:cubicBezTo>
                    <a:pt x="0" y="702"/>
                    <a:pt x="122" y="2450"/>
                    <a:pt x="630" y="3803"/>
                  </a:cubicBezTo>
                  <a:cubicBezTo>
                    <a:pt x="895" y="4515"/>
                    <a:pt x="1149" y="4911"/>
                    <a:pt x="2318" y="5145"/>
                  </a:cubicBezTo>
                  <a:cubicBezTo>
                    <a:pt x="3009" y="5276"/>
                    <a:pt x="3912" y="5305"/>
                    <a:pt x="4571" y="5305"/>
                  </a:cubicBezTo>
                  <a:cubicBezTo>
                    <a:pt x="5085" y="5305"/>
                    <a:pt x="5450" y="5288"/>
                    <a:pt x="5450" y="5288"/>
                  </a:cubicBezTo>
                  <a:cubicBezTo>
                    <a:pt x="5450" y="5288"/>
                    <a:pt x="5765" y="4433"/>
                    <a:pt x="5470" y="3518"/>
                  </a:cubicBezTo>
                  <a:cubicBezTo>
                    <a:pt x="5470" y="3518"/>
                    <a:pt x="3254" y="3396"/>
                    <a:pt x="2562" y="3182"/>
                  </a:cubicBezTo>
                  <a:cubicBezTo>
                    <a:pt x="2562" y="3182"/>
                    <a:pt x="2288" y="2247"/>
                    <a:pt x="2135" y="1383"/>
                  </a:cubicBezTo>
                  <a:cubicBezTo>
                    <a:pt x="1958" y="453"/>
                    <a:pt x="1497" y="0"/>
                    <a:pt x="105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40" name="Google Shape;4580;p66">
            <a:extLst>
              <a:ext uri="{FF2B5EF4-FFF2-40B4-BE49-F238E27FC236}">
                <a16:creationId xmlns:a16="http://schemas.microsoft.com/office/drawing/2014/main" id="{75251551-B9EE-4416-AE60-D67EF18AF623}"/>
              </a:ext>
            </a:extLst>
          </p:cNvPr>
          <p:cNvGrpSpPr/>
          <p:nvPr/>
        </p:nvGrpSpPr>
        <p:grpSpPr>
          <a:xfrm>
            <a:off x="18195979" y="2426629"/>
            <a:ext cx="2434946" cy="2151364"/>
            <a:chOff x="5856100" y="2212650"/>
            <a:chExt cx="522825" cy="450925"/>
          </a:xfrm>
        </p:grpSpPr>
        <p:sp>
          <p:nvSpPr>
            <p:cNvPr id="241" name="Google Shape;4581;p66">
              <a:extLst>
                <a:ext uri="{FF2B5EF4-FFF2-40B4-BE49-F238E27FC236}">
                  <a16:creationId xmlns:a16="http://schemas.microsoft.com/office/drawing/2014/main" id="{B7A84CD3-6465-41CC-8759-27AD40687DCD}"/>
                </a:ext>
              </a:extLst>
            </p:cNvPr>
            <p:cNvSpPr/>
            <p:nvPr/>
          </p:nvSpPr>
          <p:spPr>
            <a:xfrm>
              <a:off x="5999225" y="2524625"/>
              <a:ext cx="132025" cy="138950"/>
            </a:xfrm>
            <a:custGeom>
              <a:avLst/>
              <a:gdLst/>
              <a:ahLst/>
              <a:cxnLst/>
              <a:rect l="l" t="t" r="r" b="b"/>
              <a:pathLst>
                <a:path w="5281" h="5558" extrusionOk="0">
                  <a:moveTo>
                    <a:pt x="2619" y="0"/>
                  </a:moveTo>
                  <a:cubicBezTo>
                    <a:pt x="2555" y="0"/>
                    <a:pt x="2492" y="4"/>
                    <a:pt x="2430" y="12"/>
                  </a:cubicBezTo>
                  <a:cubicBezTo>
                    <a:pt x="2325" y="24"/>
                    <a:pt x="2209" y="48"/>
                    <a:pt x="2103" y="59"/>
                  </a:cubicBezTo>
                  <a:cubicBezTo>
                    <a:pt x="1975" y="82"/>
                    <a:pt x="1799" y="176"/>
                    <a:pt x="1682" y="235"/>
                  </a:cubicBezTo>
                  <a:cubicBezTo>
                    <a:pt x="1612" y="258"/>
                    <a:pt x="1542" y="305"/>
                    <a:pt x="1472" y="339"/>
                  </a:cubicBezTo>
                  <a:cubicBezTo>
                    <a:pt x="1122" y="550"/>
                    <a:pt x="807" y="865"/>
                    <a:pt x="573" y="1204"/>
                  </a:cubicBezTo>
                  <a:cubicBezTo>
                    <a:pt x="176" y="1788"/>
                    <a:pt x="0" y="2512"/>
                    <a:pt x="94" y="3213"/>
                  </a:cubicBezTo>
                  <a:cubicBezTo>
                    <a:pt x="129" y="3529"/>
                    <a:pt x="187" y="3821"/>
                    <a:pt x="269" y="4124"/>
                  </a:cubicBezTo>
                  <a:cubicBezTo>
                    <a:pt x="351" y="4393"/>
                    <a:pt x="444" y="4674"/>
                    <a:pt x="526" y="4942"/>
                  </a:cubicBezTo>
                  <a:cubicBezTo>
                    <a:pt x="608" y="5165"/>
                    <a:pt x="737" y="5339"/>
                    <a:pt x="935" y="5456"/>
                  </a:cubicBezTo>
                  <a:cubicBezTo>
                    <a:pt x="1063" y="5524"/>
                    <a:pt x="1200" y="5558"/>
                    <a:pt x="1337" y="5558"/>
                  </a:cubicBezTo>
                  <a:cubicBezTo>
                    <a:pt x="1414" y="5558"/>
                    <a:pt x="1490" y="5547"/>
                    <a:pt x="1566" y="5526"/>
                  </a:cubicBezTo>
                  <a:cubicBezTo>
                    <a:pt x="1998" y="5409"/>
                    <a:pt x="2302" y="4931"/>
                    <a:pt x="2162" y="4498"/>
                  </a:cubicBezTo>
                  <a:cubicBezTo>
                    <a:pt x="2010" y="4054"/>
                    <a:pt x="1869" y="3622"/>
                    <a:pt x="1788" y="3179"/>
                  </a:cubicBezTo>
                  <a:cubicBezTo>
                    <a:pt x="1765" y="3026"/>
                    <a:pt x="1765" y="2875"/>
                    <a:pt x="1776" y="2722"/>
                  </a:cubicBezTo>
                  <a:cubicBezTo>
                    <a:pt x="1788" y="2606"/>
                    <a:pt x="1823" y="2501"/>
                    <a:pt x="1858" y="2384"/>
                  </a:cubicBezTo>
                  <a:cubicBezTo>
                    <a:pt x="1893" y="2302"/>
                    <a:pt x="1940" y="2221"/>
                    <a:pt x="1998" y="2138"/>
                  </a:cubicBezTo>
                  <a:cubicBezTo>
                    <a:pt x="2056" y="2068"/>
                    <a:pt x="2126" y="1998"/>
                    <a:pt x="2209" y="1928"/>
                  </a:cubicBezTo>
                  <a:lnTo>
                    <a:pt x="2267" y="1881"/>
                  </a:lnTo>
                  <a:cubicBezTo>
                    <a:pt x="2349" y="1823"/>
                    <a:pt x="2430" y="1777"/>
                    <a:pt x="2512" y="1730"/>
                  </a:cubicBezTo>
                  <a:lnTo>
                    <a:pt x="2559" y="1718"/>
                  </a:lnTo>
                  <a:lnTo>
                    <a:pt x="2570" y="1718"/>
                  </a:lnTo>
                  <a:lnTo>
                    <a:pt x="2676" y="1741"/>
                  </a:lnTo>
                  <a:cubicBezTo>
                    <a:pt x="2827" y="1823"/>
                    <a:pt x="2968" y="1917"/>
                    <a:pt x="3108" y="2010"/>
                  </a:cubicBezTo>
                  <a:cubicBezTo>
                    <a:pt x="3341" y="2185"/>
                    <a:pt x="3540" y="2395"/>
                    <a:pt x="3751" y="2582"/>
                  </a:cubicBezTo>
                  <a:cubicBezTo>
                    <a:pt x="3935" y="2743"/>
                    <a:pt x="4161" y="2828"/>
                    <a:pt x="4385" y="2828"/>
                  </a:cubicBezTo>
                  <a:cubicBezTo>
                    <a:pt x="4616" y="2828"/>
                    <a:pt x="4846" y="2738"/>
                    <a:pt x="5024" y="2548"/>
                  </a:cubicBezTo>
                  <a:cubicBezTo>
                    <a:pt x="5187" y="2384"/>
                    <a:pt x="5281" y="2150"/>
                    <a:pt x="5281" y="1917"/>
                  </a:cubicBezTo>
                  <a:cubicBezTo>
                    <a:pt x="5281" y="1671"/>
                    <a:pt x="5164" y="1461"/>
                    <a:pt x="5000" y="1274"/>
                  </a:cubicBezTo>
                  <a:cubicBezTo>
                    <a:pt x="4779" y="1040"/>
                    <a:pt x="4522" y="853"/>
                    <a:pt x="4265" y="666"/>
                  </a:cubicBezTo>
                  <a:cubicBezTo>
                    <a:pt x="4054" y="526"/>
                    <a:pt x="3844" y="386"/>
                    <a:pt x="3622" y="269"/>
                  </a:cubicBezTo>
                  <a:cubicBezTo>
                    <a:pt x="3411" y="165"/>
                    <a:pt x="3190" y="94"/>
                    <a:pt x="2968" y="36"/>
                  </a:cubicBezTo>
                  <a:cubicBezTo>
                    <a:pt x="2854" y="13"/>
                    <a:pt x="2736"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4582;p66">
              <a:extLst>
                <a:ext uri="{FF2B5EF4-FFF2-40B4-BE49-F238E27FC236}">
                  <a16:creationId xmlns:a16="http://schemas.microsoft.com/office/drawing/2014/main" id="{92B5DF69-F1E7-481F-8F38-6F48D3BF6923}"/>
                </a:ext>
              </a:extLst>
            </p:cNvPr>
            <p:cNvSpPr/>
            <p:nvPr/>
          </p:nvSpPr>
          <p:spPr>
            <a:xfrm>
              <a:off x="6229075" y="2410075"/>
              <a:ext cx="105450" cy="121300"/>
            </a:xfrm>
            <a:custGeom>
              <a:avLst/>
              <a:gdLst/>
              <a:ahLst/>
              <a:cxnLst/>
              <a:rect l="l" t="t" r="r" b="b"/>
              <a:pathLst>
                <a:path w="4218" h="4852" extrusionOk="0">
                  <a:moveTo>
                    <a:pt x="2340" y="1"/>
                  </a:moveTo>
                  <a:cubicBezTo>
                    <a:pt x="2225" y="1"/>
                    <a:pt x="2109" y="13"/>
                    <a:pt x="1998" y="38"/>
                  </a:cubicBezTo>
                  <a:cubicBezTo>
                    <a:pt x="1776" y="97"/>
                    <a:pt x="1566" y="190"/>
                    <a:pt x="1367" y="295"/>
                  </a:cubicBezTo>
                  <a:lnTo>
                    <a:pt x="1297" y="331"/>
                  </a:lnTo>
                  <a:cubicBezTo>
                    <a:pt x="1146" y="424"/>
                    <a:pt x="1005" y="541"/>
                    <a:pt x="876" y="658"/>
                  </a:cubicBezTo>
                  <a:cubicBezTo>
                    <a:pt x="806" y="716"/>
                    <a:pt x="736" y="786"/>
                    <a:pt x="678" y="856"/>
                  </a:cubicBezTo>
                  <a:cubicBezTo>
                    <a:pt x="409" y="1172"/>
                    <a:pt x="175" y="1487"/>
                    <a:pt x="82" y="1896"/>
                  </a:cubicBezTo>
                  <a:cubicBezTo>
                    <a:pt x="1" y="2281"/>
                    <a:pt x="71" y="2655"/>
                    <a:pt x="152" y="3041"/>
                  </a:cubicBezTo>
                  <a:cubicBezTo>
                    <a:pt x="234" y="3449"/>
                    <a:pt x="386" y="3859"/>
                    <a:pt x="515" y="4256"/>
                  </a:cubicBezTo>
                  <a:cubicBezTo>
                    <a:pt x="585" y="4466"/>
                    <a:pt x="713" y="4641"/>
                    <a:pt x="912" y="4758"/>
                  </a:cubicBezTo>
                  <a:cubicBezTo>
                    <a:pt x="1036" y="4820"/>
                    <a:pt x="1176" y="4851"/>
                    <a:pt x="1315" y="4851"/>
                  </a:cubicBezTo>
                  <a:cubicBezTo>
                    <a:pt x="1384" y="4851"/>
                    <a:pt x="1453" y="4843"/>
                    <a:pt x="1519" y="4828"/>
                  </a:cubicBezTo>
                  <a:cubicBezTo>
                    <a:pt x="1928" y="4711"/>
                    <a:pt x="2220" y="4244"/>
                    <a:pt x="2091" y="3823"/>
                  </a:cubicBezTo>
                  <a:cubicBezTo>
                    <a:pt x="1940" y="3356"/>
                    <a:pt x="1764" y="2889"/>
                    <a:pt x="1671" y="2410"/>
                  </a:cubicBezTo>
                  <a:lnTo>
                    <a:pt x="1671" y="2247"/>
                  </a:lnTo>
                  <a:lnTo>
                    <a:pt x="1671" y="2223"/>
                  </a:lnTo>
                  <a:lnTo>
                    <a:pt x="1730" y="2130"/>
                  </a:lnTo>
                  <a:cubicBezTo>
                    <a:pt x="1823" y="2024"/>
                    <a:pt x="1917" y="1919"/>
                    <a:pt x="2021" y="1826"/>
                  </a:cubicBezTo>
                  <a:cubicBezTo>
                    <a:pt x="2091" y="1779"/>
                    <a:pt x="2161" y="1744"/>
                    <a:pt x="2232" y="1709"/>
                  </a:cubicBezTo>
                  <a:lnTo>
                    <a:pt x="2278" y="1686"/>
                  </a:lnTo>
                  <a:cubicBezTo>
                    <a:pt x="2360" y="1779"/>
                    <a:pt x="2442" y="1873"/>
                    <a:pt x="2524" y="1977"/>
                  </a:cubicBezTo>
                  <a:cubicBezTo>
                    <a:pt x="2571" y="2036"/>
                    <a:pt x="2617" y="2094"/>
                    <a:pt x="2664" y="2141"/>
                  </a:cubicBezTo>
                  <a:cubicBezTo>
                    <a:pt x="2769" y="2270"/>
                    <a:pt x="2898" y="2351"/>
                    <a:pt x="3026" y="2445"/>
                  </a:cubicBezTo>
                  <a:cubicBezTo>
                    <a:pt x="3155" y="2515"/>
                    <a:pt x="3283" y="2550"/>
                    <a:pt x="3423" y="2550"/>
                  </a:cubicBezTo>
                  <a:cubicBezTo>
                    <a:pt x="3633" y="2550"/>
                    <a:pt x="3844" y="2457"/>
                    <a:pt x="3996" y="2293"/>
                  </a:cubicBezTo>
                  <a:cubicBezTo>
                    <a:pt x="4089" y="2200"/>
                    <a:pt x="4160" y="2071"/>
                    <a:pt x="4194" y="1943"/>
                  </a:cubicBezTo>
                  <a:cubicBezTo>
                    <a:pt x="4206" y="1873"/>
                    <a:pt x="4206" y="1803"/>
                    <a:pt x="4217" y="1732"/>
                  </a:cubicBezTo>
                  <a:cubicBezTo>
                    <a:pt x="4217" y="1592"/>
                    <a:pt x="4183" y="1452"/>
                    <a:pt x="4101" y="1335"/>
                  </a:cubicBezTo>
                  <a:cubicBezTo>
                    <a:pt x="3996" y="1102"/>
                    <a:pt x="3844" y="903"/>
                    <a:pt x="3680" y="704"/>
                  </a:cubicBezTo>
                  <a:cubicBezTo>
                    <a:pt x="3446" y="424"/>
                    <a:pt x="3155" y="155"/>
                    <a:pt x="2781" y="61"/>
                  </a:cubicBezTo>
                  <a:cubicBezTo>
                    <a:pt x="2642" y="22"/>
                    <a:pt x="2491" y="1"/>
                    <a:pt x="2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4583;p66">
              <a:extLst>
                <a:ext uri="{FF2B5EF4-FFF2-40B4-BE49-F238E27FC236}">
                  <a16:creationId xmlns:a16="http://schemas.microsoft.com/office/drawing/2014/main" id="{353EF45A-F29A-44EA-B9D3-CBBD95D67017}"/>
                </a:ext>
              </a:extLst>
            </p:cNvPr>
            <p:cNvSpPr/>
            <p:nvPr/>
          </p:nvSpPr>
          <p:spPr>
            <a:xfrm>
              <a:off x="6051800" y="2360500"/>
              <a:ext cx="120050" cy="112575"/>
            </a:xfrm>
            <a:custGeom>
              <a:avLst/>
              <a:gdLst/>
              <a:ahLst/>
              <a:cxnLst/>
              <a:rect l="l" t="t" r="r" b="b"/>
              <a:pathLst>
                <a:path w="4802" h="4503" extrusionOk="0">
                  <a:moveTo>
                    <a:pt x="2299" y="1"/>
                  </a:moveTo>
                  <a:cubicBezTo>
                    <a:pt x="1913" y="1"/>
                    <a:pt x="1529" y="107"/>
                    <a:pt x="1204" y="304"/>
                  </a:cubicBezTo>
                  <a:cubicBezTo>
                    <a:pt x="1145" y="339"/>
                    <a:pt x="1098" y="374"/>
                    <a:pt x="1040" y="421"/>
                  </a:cubicBezTo>
                  <a:cubicBezTo>
                    <a:pt x="911" y="502"/>
                    <a:pt x="783" y="608"/>
                    <a:pt x="666" y="713"/>
                  </a:cubicBezTo>
                  <a:cubicBezTo>
                    <a:pt x="514" y="842"/>
                    <a:pt x="397" y="1005"/>
                    <a:pt x="293" y="1169"/>
                  </a:cubicBezTo>
                  <a:cubicBezTo>
                    <a:pt x="210" y="1286"/>
                    <a:pt x="164" y="1437"/>
                    <a:pt x="117" y="1566"/>
                  </a:cubicBezTo>
                  <a:cubicBezTo>
                    <a:pt x="94" y="1636"/>
                    <a:pt x="82" y="1694"/>
                    <a:pt x="59" y="1764"/>
                  </a:cubicBezTo>
                  <a:cubicBezTo>
                    <a:pt x="0" y="2044"/>
                    <a:pt x="23" y="2325"/>
                    <a:pt x="70" y="2605"/>
                  </a:cubicBezTo>
                  <a:cubicBezTo>
                    <a:pt x="164" y="3131"/>
                    <a:pt x="421" y="3610"/>
                    <a:pt x="666" y="4089"/>
                  </a:cubicBezTo>
                  <a:cubicBezTo>
                    <a:pt x="811" y="4363"/>
                    <a:pt x="1108" y="4503"/>
                    <a:pt x="1405" y="4503"/>
                  </a:cubicBezTo>
                  <a:cubicBezTo>
                    <a:pt x="1564" y="4503"/>
                    <a:pt x="1723" y="4463"/>
                    <a:pt x="1858" y="4381"/>
                  </a:cubicBezTo>
                  <a:cubicBezTo>
                    <a:pt x="2056" y="4264"/>
                    <a:pt x="2208" y="4077"/>
                    <a:pt x="2255" y="3856"/>
                  </a:cubicBezTo>
                  <a:cubicBezTo>
                    <a:pt x="2325" y="3622"/>
                    <a:pt x="2266" y="3400"/>
                    <a:pt x="2162" y="3189"/>
                  </a:cubicBezTo>
                  <a:cubicBezTo>
                    <a:pt x="2080" y="3038"/>
                    <a:pt x="1998" y="2874"/>
                    <a:pt x="1928" y="2711"/>
                  </a:cubicBezTo>
                  <a:cubicBezTo>
                    <a:pt x="1869" y="2558"/>
                    <a:pt x="1811" y="2395"/>
                    <a:pt x="1776" y="2231"/>
                  </a:cubicBezTo>
                  <a:lnTo>
                    <a:pt x="1776" y="2138"/>
                  </a:lnTo>
                  <a:lnTo>
                    <a:pt x="1799" y="2057"/>
                  </a:lnTo>
                  <a:lnTo>
                    <a:pt x="1811" y="2021"/>
                  </a:lnTo>
                  <a:cubicBezTo>
                    <a:pt x="1905" y="1928"/>
                    <a:pt x="1986" y="1834"/>
                    <a:pt x="2092" y="1753"/>
                  </a:cubicBezTo>
                  <a:cubicBezTo>
                    <a:pt x="2150" y="1717"/>
                    <a:pt x="2208" y="1671"/>
                    <a:pt x="2266" y="1636"/>
                  </a:cubicBezTo>
                  <a:lnTo>
                    <a:pt x="2313" y="1624"/>
                  </a:lnTo>
                  <a:lnTo>
                    <a:pt x="2523" y="1624"/>
                  </a:lnTo>
                  <a:cubicBezTo>
                    <a:pt x="2687" y="1647"/>
                    <a:pt x="2851" y="1694"/>
                    <a:pt x="3014" y="1741"/>
                  </a:cubicBezTo>
                  <a:lnTo>
                    <a:pt x="3294" y="1881"/>
                  </a:lnTo>
                  <a:cubicBezTo>
                    <a:pt x="3435" y="1963"/>
                    <a:pt x="3564" y="2057"/>
                    <a:pt x="3715" y="2138"/>
                  </a:cubicBezTo>
                  <a:cubicBezTo>
                    <a:pt x="3822" y="2196"/>
                    <a:pt x="3943" y="2225"/>
                    <a:pt x="4065" y="2225"/>
                  </a:cubicBezTo>
                  <a:cubicBezTo>
                    <a:pt x="4261" y="2225"/>
                    <a:pt x="4459" y="2149"/>
                    <a:pt x="4603" y="1998"/>
                  </a:cubicBezTo>
                  <a:cubicBezTo>
                    <a:pt x="4732" y="1858"/>
                    <a:pt x="4802" y="1671"/>
                    <a:pt x="4802" y="1484"/>
                  </a:cubicBezTo>
                  <a:cubicBezTo>
                    <a:pt x="4802" y="1273"/>
                    <a:pt x="4708" y="1110"/>
                    <a:pt x="4580" y="958"/>
                  </a:cubicBezTo>
                  <a:cubicBezTo>
                    <a:pt x="4416" y="772"/>
                    <a:pt x="4194" y="619"/>
                    <a:pt x="3984" y="491"/>
                  </a:cubicBezTo>
                  <a:cubicBezTo>
                    <a:pt x="3762" y="362"/>
                    <a:pt x="3528" y="258"/>
                    <a:pt x="3294" y="187"/>
                  </a:cubicBezTo>
                  <a:cubicBezTo>
                    <a:pt x="3037" y="105"/>
                    <a:pt x="2780" y="47"/>
                    <a:pt x="2512" y="12"/>
                  </a:cubicBezTo>
                  <a:cubicBezTo>
                    <a:pt x="2441" y="4"/>
                    <a:pt x="2370" y="1"/>
                    <a:pt x="2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4584;p66">
              <a:extLst>
                <a:ext uri="{FF2B5EF4-FFF2-40B4-BE49-F238E27FC236}">
                  <a16:creationId xmlns:a16="http://schemas.microsoft.com/office/drawing/2014/main" id="{117E1D6E-5691-45AA-BFC9-1C7C01736DEB}"/>
                </a:ext>
              </a:extLst>
            </p:cNvPr>
            <p:cNvSpPr/>
            <p:nvPr/>
          </p:nvSpPr>
          <p:spPr>
            <a:xfrm>
              <a:off x="6242525" y="2220775"/>
              <a:ext cx="136400" cy="89525"/>
            </a:xfrm>
            <a:custGeom>
              <a:avLst/>
              <a:gdLst/>
              <a:ahLst/>
              <a:cxnLst/>
              <a:rect l="l" t="t" r="r" b="b"/>
              <a:pathLst>
                <a:path w="5456" h="3581" extrusionOk="0">
                  <a:moveTo>
                    <a:pt x="2609" y="1"/>
                  </a:moveTo>
                  <a:cubicBezTo>
                    <a:pt x="2559" y="1"/>
                    <a:pt x="2507" y="2"/>
                    <a:pt x="2453" y="5"/>
                  </a:cubicBezTo>
                  <a:cubicBezTo>
                    <a:pt x="2243" y="29"/>
                    <a:pt x="2021" y="63"/>
                    <a:pt x="1822" y="133"/>
                  </a:cubicBezTo>
                  <a:cubicBezTo>
                    <a:pt x="1682" y="180"/>
                    <a:pt x="1553" y="250"/>
                    <a:pt x="1425" y="320"/>
                  </a:cubicBezTo>
                  <a:cubicBezTo>
                    <a:pt x="1192" y="461"/>
                    <a:pt x="981" y="636"/>
                    <a:pt x="806" y="847"/>
                  </a:cubicBezTo>
                  <a:cubicBezTo>
                    <a:pt x="549" y="1127"/>
                    <a:pt x="362" y="1442"/>
                    <a:pt x="234" y="1804"/>
                  </a:cubicBezTo>
                  <a:cubicBezTo>
                    <a:pt x="140" y="2049"/>
                    <a:pt x="93" y="2318"/>
                    <a:pt x="35" y="2575"/>
                  </a:cubicBezTo>
                  <a:cubicBezTo>
                    <a:pt x="0" y="2786"/>
                    <a:pt x="11" y="2996"/>
                    <a:pt x="128" y="3183"/>
                  </a:cubicBezTo>
                  <a:cubicBezTo>
                    <a:pt x="245" y="3370"/>
                    <a:pt x="421" y="3510"/>
                    <a:pt x="631" y="3557"/>
                  </a:cubicBezTo>
                  <a:cubicBezTo>
                    <a:pt x="692" y="3573"/>
                    <a:pt x="755" y="3580"/>
                    <a:pt x="819" y="3580"/>
                  </a:cubicBezTo>
                  <a:cubicBezTo>
                    <a:pt x="1175" y="3580"/>
                    <a:pt x="1533" y="3339"/>
                    <a:pt x="1612" y="2973"/>
                  </a:cubicBezTo>
                  <a:cubicBezTo>
                    <a:pt x="1647" y="2739"/>
                    <a:pt x="1694" y="2517"/>
                    <a:pt x="1776" y="2295"/>
                  </a:cubicBezTo>
                  <a:cubicBezTo>
                    <a:pt x="1810" y="2202"/>
                    <a:pt x="1857" y="2119"/>
                    <a:pt x="1916" y="2026"/>
                  </a:cubicBezTo>
                  <a:cubicBezTo>
                    <a:pt x="1997" y="1933"/>
                    <a:pt x="2067" y="1851"/>
                    <a:pt x="2161" y="1769"/>
                  </a:cubicBezTo>
                  <a:cubicBezTo>
                    <a:pt x="2208" y="1734"/>
                    <a:pt x="2254" y="1699"/>
                    <a:pt x="2313" y="1675"/>
                  </a:cubicBezTo>
                  <a:lnTo>
                    <a:pt x="2488" y="1629"/>
                  </a:lnTo>
                  <a:cubicBezTo>
                    <a:pt x="2570" y="1618"/>
                    <a:pt x="2651" y="1618"/>
                    <a:pt x="2734" y="1618"/>
                  </a:cubicBezTo>
                  <a:cubicBezTo>
                    <a:pt x="2885" y="1652"/>
                    <a:pt x="3025" y="1688"/>
                    <a:pt x="3178" y="1734"/>
                  </a:cubicBezTo>
                  <a:cubicBezTo>
                    <a:pt x="3248" y="1758"/>
                    <a:pt x="3318" y="1792"/>
                    <a:pt x="3388" y="1839"/>
                  </a:cubicBezTo>
                  <a:cubicBezTo>
                    <a:pt x="3469" y="1886"/>
                    <a:pt x="3551" y="1933"/>
                    <a:pt x="3633" y="1991"/>
                  </a:cubicBezTo>
                  <a:cubicBezTo>
                    <a:pt x="3762" y="2096"/>
                    <a:pt x="3879" y="2202"/>
                    <a:pt x="4007" y="2306"/>
                  </a:cubicBezTo>
                  <a:cubicBezTo>
                    <a:pt x="4169" y="2451"/>
                    <a:pt x="4374" y="2527"/>
                    <a:pt x="4578" y="2527"/>
                  </a:cubicBezTo>
                  <a:cubicBezTo>
                    <a:pt x="4786" y="2527"/>
                    <a:pt x="4992" y="2448"/>
                    <a:pt x="5151" y="2283"/>
                  </a:cubicBezTo>
                  <a:cubicBezTo>
                    <a:pt x="5455" y="1968"/>
                    <a:pt x="5455" y="1431"/>
                    <a:pt x="5128" y="1127"/>
                  </a:cubicBezTo>
                  <a:cubicBezTo>
                    <a:pt x="4824" y="858"/>
                    <a:pt x="4509" y="590"/>
                    <a:pt x="4147" y="390"/>
                  </a:cubicBezTo>
                  <a:cubicBezTo>
                    <a:pt x="3960" y="286"/>
                    <a:pt x="3750" y="216"/>
                    <a:pt x="3539" y="146"/>
                  </a:cubicBezTo>
                  <a:cubicBezTo>
                    <a:pt x="3376" y="87"/>
                    <a:pt x="3189" y="52"/>
                    <a:pt x="3014" y="29"/>
                  </a:cubicBezTo>
                  <a:cubicBezTo>
                    <a:pt x="2878" y="12"/>
                    <a:pt x="2747"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4585;p66">
              <a:extLst>
                <a:ext uri="{FF2B5EF4-FFF2-40B4-BE49-F238E27FC236}">
                  <a16:creationId xmlns:a16="http://schemas.microsoft.com/office/drawing/2014/main" id="{08F07348-0770-473C-A55A-7E4F00F67BF8}"/>
                </a:ext>
              </a:extLst>
            </p:cNvPr>
            <p:cNvSpPr/>
            <p:nvPr/>
          </p:nvSpPr>
          <p:spPr>
            <a:xfrm>
              <a:off x="5856100" y="2470525"/>
              <a:ext cx="108975" cy="90025"/>
            </a:xfrm>
            <a:custGeom>
              <a:avLst/>
              <a:gdLst/>
              <a:ahLst/>
              <a:cxnLst/>
              <a:rect l="l" t="t" r="r" b="b"/>
              <a:pathLst>
                <a:path w="4359" h="3601" extrusionOk="0">
                  <a:moveTo>
                    <a:pt x="2455" y="1"/>
                  </a:moveTo>
                  <a:cubicBezTo>
                    <a:pt x="2241" y="1"/>
                    <a:pt x="2030" y="29"/>
                    <a:pt x="1812" y="62"/>
                  </a:cubicBezTo>
                  <a:cubicBezTo>
                    <a:pt x="1649" y="86"/>
                    <a:pt x="1473" y="156"/>
                    <a:pt x="1333" y="237"/>
                  </a:cubicBezTo>
                  <a:lnTo>
                    <a:pt x="1228" y="296"/>
                  </a:lnTo>
                  <a:cubicBezTo>
                    <a:pt x="1064" y="389"/>
                    <a:pt x="912" y="517"/>
                    <a:pt x="761" y="657"/>
                  </a:cubicBezTo>
                  <a:cubicBezTo>
                    <a:pt x="644" y="786"/>
                    <a:pt x="538" y="938"/>
                    <a:pt x="445" y="1078"/>
                  </a:cubicBezTo>
                  <a:cubicBezTo>
                    <a:pt x="398" y="1160"/>
                    <a:pt x="364" y="1242"/>
                    <a:pt x="328" y="1324"/>
                  </a:cubicBezTo>
                  <a:cubicBezTo>
                    <a:pt x="258" y="1499"/>
                    <a:pt x="188" y="1674"/>
                    <a:pt x="141" y="1849"/>
                  </a:cubicBezTo>
                  <a:cubicBezTo>
                    <a:pt x="48" y="2176"/>
                    <a:pt x="1" y="2527"/>
                    <a:pt x="48" y="2866"/>
                  </a:cubicBezTo>
                  <a:cubicBezTo>
                    <a:pt x="48" y="3006"/>
                    <a:pt x="83" y="3123"/>
                    <a:pt x="153" y="3240"/>
                  </a:cubicBezTo>
                  <a:cubicBezTo>
                    <a:pt x="247" y="3414"/>
                    <a:pt x="410" y="3531"/>
                    <a:pt x="608" y="3578"/>
                  </a:cubicBezTo>
                  <a:cubicBezTo>
                    <a:pt x="669" y="3593"/>
                    <a:pt x="732" y="3601"/>
                    <a:pt x="796" y="3601"/>
                  </a:cubicBezTo>
                  <a:cubicBezTo>
                    <a:pt x="927" y="3601"/>
                    <a:pt x="1059" y="3567"/>
                    <a:pt x="1169" y="3497"/>
                  </a:cubicBezTo>
                  <a:cubicBezTo>
                    <a:pt x="1322" y="3403"/>
                    <a:pt x="1485" y="3228"/>
                    <a:pt x="1508" y="3041"/>
                  </a:cubicBezTo>
                  <a:cubicBezTo>
                    <a:pt x="1566" y="2667"/>
                    <a:pt x="1613" y="2282"/>
                    <a:pt x="1742" y="1919"/>
                  </a:cubicBezTo>
                  <a:cubicBezTo>
                    <a:pt x="1765" y="1861"/>
                    <a:pt x="1800" y="1814"/>
                    <a:pt x="1823" y="1756"/>
                  </a:cubicBezTo>
                  <a:lnTo>
                    <a:pt x="1976" y="1604"/>
                  </a:lnTo>
                  <a:lnTo>
                    <a:pt x="2080" y="1545"/>
                  </a:lnTo>
                  <a:lnTo>
                    <a:pt x="2233" y="1511"/>
                  </a:lnTo>
                  <a:cubicBezTo>
                    <a:pt x="2323" y="1502"/>
                    <a:pt x="2413" y="1498"/>
                    <a:pt x="2504" y="1498"/>
                  </a:cubicBezTo>
                  <a:cubicBezTo>
                    <a:pt x="2649" y="1498"/>
                    <a:pt x="2795" y="1508"/>
                    <a:pt x="2945" y="1522"/>
                  </a:cubicBezTo>
                  <a:lnTo>
                    <a:pt x="3401" y="1592"/>
                  </a:lnTo>
                  <a:cubicBezTo>
                    <a:pt x="3465" y="1604"/>
                    <a:pt x="3528" y="1610"/>
                    <a:pt x="3590" y="1610"/>
                  </a:cubicBezTo>
                  <a:cubicBezTo>
                    <a:pt x="3719" y="1610"/>
                    <a:pt x="3843" y="1582"/>
                    <a:pt x="3962" y="1511"/>
                  </a:cubicBezTo>
                  <a:cubicBezTo>
                    <a:pt x="4136" y="1417"/>
                    <a:pt x="4253" y="1242"/>
                    <a:pt x="4300" y="1055"/>
                  </a:cubicBezTo>
                  <a:cubicBezTo>
                    <a:pt x="4359" y="868"/>
                    <a:pt x="4323" y="657"/>
                    <a:pt x="4219" y="494"/>
                  </a:cubicBezTo>
                  <a:cubicBezTo>
                    <a:pt x="4125" y="330"/>
                    <a:pt x="3950" y="179"/>
                    <a:pt x="3763" y="156"/>
                  </a:cubicBezTo>
                  <a:cubicBezTo>
                    <a:pt x="3412" y="86"/>
                    <a:pt x="3062" y="39"/>
                    <a:pt x="2711" y="15"/>
                  </a:cubicBezTo>
                  <a:cubicBezTo>
                    <a:pt x="2625" y="5"/>
                    <a:pt x="2540" y="1"/>
                    <a:pt x="2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4586;p66">
              <a:extLst>
                <a:ext uri="{FF2B5EF4-FFF2-40B4-BE49-F238E27FC236}">
                  <a16:creationId xmlns:a16="http://schemas.microsoft.com/office/drawing/2014/main" id="{98C78B34-5F95-4BBC-B7FD-23A338DD284F}"/>
                </a:ext>
              </a:extLst>
            </p:cNvPr>
            <p:cNvSpPr/>
            <p:nvPr/>
          </p:nvSpPr>
          <p:spPr>
            <a:xfrm>
              <a:off x="5885325" y="2322900"/>
              <a:ext cx="96700" cy="91000"/>
            </a:xfrm>
            <a:custGeom>
              <a:avLst/>
              <a:gdLst/>
              <a:ahLst/>
              <a:cxnLst/>
              <a:rect l="l" t="t" r="r" b="b"/>
              <a:pathLst>
                <a:path w="3868" h="3640" extrusionOk="0">
                  <a:moveTo>
                    <a:pt x="2242" y="0"/>
                  </a:moveTo>
                  <a:cubicBezTo>
                    <a:pt x="1846" y="0"/>
                    <a:pt x="1458" y="131"/>
                    <a:pt x="1122" y="324"/>
                  </a:cubicBezTo>
                  <a:cubicBezTo>
                    <a:pt x="1064" y="360"/>
                    <a:pt x="1005" y="406"/>
                    <a:pt x="958" y="441"/>
                  </a:cubicBezTo>
                  <a:cubicBezTo>
                    <a:pt x="678" y="640"/>
                    <a:pt x="456" y="862"/>
                    <a:pt x="257" y="1142"/>
                  </a:cubicBezTo>
                  <a:cubicBezTo>
                    <a:pt x="223" y="1189"/>
                    <a:pt x="187" y="1248"/>
                    <a:pt x="153" y="1305"/>
                  </a:cubicBezTo>
                  <a:cubicBezTo>
                    <a:pt x="117" y="1388"/>
                    <a:pt x="82" y="1481"/>
                    <a:pt x="47" y="1562"/>
                  </a:cubicBezTo>
                  <a:cubicBezTo>
                    <a:pt x="12" y="1785"/>
                    <a:pt x="0" y="1960"/>
                    <a:pt x="47" y="2170"/>
                  </a:cubicBezTo>
                  <a:cubicBezTo>
                    <a:pt x="94" y="2416"/>
                    <a:pt x="223" y="2649"/>
                    <a:pt x="339" y="2871"/>
                  </a:cubicBezTo>
                  <a:cubicBezTo>
                    <a:pt x="410" y="3000"/>
                    <a:pt x="491" y="3128"/>
                    <a:pt x="573" y="3257"/>
                  </a:cubicBezTo>
                  <a:cubicBezTo>
                    <a:pt x="720" y="3497"/>
                    <a:pt x="986" y="3640"/>
                    <a:pt x="1258" y="3640"/>
                  </a:cubicBezTo>
                  <a:cubicBezTo>
                    <a:pt x="1395" y="3640"/>
                    <a:pt x="1534" y="3603"/>
                    <a:pt x="1659" y="3525"/>
                  </a:cubicBezTo>
                  <a:cubicBezTo>
                    <a:pt x="2033" y="3304"/>
                    <a:pt x="2162" y="2801"/>
                    <a:pt x="1939" y="2439"/>
                  </a:cubicBezTo>
                  <a:cubicBezTo>
                    <a:pt x="1823" y="2263"/>
                    <a:pt x="1718" y="2089"/>
                    <a:pt x="1624" y="1902"/>
                  </a:cubicBezTo>
                  <a:lnTo>
                    <a:pt x="1671" y="1843"/>
                  </a:lnTo>
                  <a:cubicBezTo>
                    <a:pt x="1741" y="1749"/>
                    <a:pt x="1823" y="1656"/>
                    <a:pt x="1916" y="1575"/>
                  </a:cubicBezTo>
                  <a:cubicBezTo>
                    <a:pt x="1975" y="1539"/>
                    <a:pt x="2033" y="1492"/>
                    <a:pt x="2103" y="1469"/>
                  </a:cubicBezTo>
                  <a:lnTo>
                    <a:pt x="2209" y="1434"/>
                  </a:lnTo>
                  <a:cubicBezTo>
                    <a:pt x="2244" y="1428"/>
                    <a:pt x="2281" y="1425"/>
                    <a:pt x="2319" y="1425"/>
                  </a:cubicBezTo>
                  <a:cubicBezTo>
                    <a:pt x="2357" y="1425"/>
                    <a:pt x="2395" y="1428"/>
                    <a:pt x="2430" y="1434"/>
                  </a:cubicBezTo>
                  <a:cubicBezTo>
                    <a:pt x="2617" y="1469"/>
                    <a:pt x="2793" y="1516"/>
                    <a:pt x="2980" y="1562"/>
                  </a:cubicBezTo>
                  <a:cubicBezTo>
                    <a:pt x="3035" y="1578"/>
                    <a:pt x="3092" y="1585"/>
                    <a:pt x="3148" y="1585"/>
                  </a:cubicBezTo>
                  <a:cubicBezTo>
                    <a:pt x="3398" y="1585"/>
                    <a:pt x="3638" y="1443"/>
                    <a:pt x="3762" y="1224"/>
                  </a:cubicBezTo>
                  <a:cubicBezTo>
                    <a:pt x="3844" y="1072"/>
                    <a:pt x="3867" y="885"/>
                    <a:pt x="3821" y="710"/>
                  </a:cubicBezTo>
                  <a:cubicBezTo>
                    <a:pt x="3774" y="547"/>
                    <a:pt x="3645" y="348"/>
                    <a:pt x="3481" y="277"/>
                  </a:cubicBezTo>
                  <a:cubicBezTo>
                    <a:pt x="3307" y="207"/>
                    <a:pt x="3143" y="149"/>
                    <a:pt x="2956" y="103"/>
                  </a:cubicBezTo>
                  <a:cubicBezTo>
                    <a:pt x="2781" y="44"/>
                    <a:pt x="2606" y="33"/>
                    <a:pt x="2419" y="9"/>
                  </a:cubicBezTo>
                  <a:cubicBezTo>
                    <a:pt x="2360" y="3"/>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4587;p66">
              <a:extLst>
                <a:ext uri="{FF2B5EF4-FFF2-40B4-BE49-F238E27FC236}">
                  <a16:creationId xmlns:a16="http://schemas.microsoft.com/office/drawing/2014/main" id="{F5034818-EE7B-46B7-9761-DFEB995204A2}"/>
                </a:ext>
              </a:extLst>
            </p:cNvPr>
            <p:cNvSpPr/>
            <p:nvPr/>
          </p:nvSpPr>
          <p:spPr>
            <a:xfrm>
              <a:off x="6056775" y="2212650"/>
              <a:ext cx="109250" cy="109600"/>
            </a:xfrm>
            <a:custGeom>
              <a:avLst/>
              <a:gdLst/>
              <a:ahLst/>
              <a:cxnLst/>
              <a:rect l="l" t="t" r="r" b="b"/>
              <a:pathLst>
                <a:path w="4370" h="4384" extrusionOk="0">
                  <a:moveTo>
                    <a:pt x="2275" y="1"/>
                  </a:moveTo>
                  <a:cubicBezTo>
                    <a:pt x="2245" y="1"/>
                    <a:pt x="2215" y="2"/>
                    <a:pt x="2184" y="3"/>
                  </a:cubicBezTo>
                  <a:cubicBezTo>
                    <a:pt x="2056" y="3"/>
                    <a:pt x="1927" y="38"/>
                    <a:pt x="1810" y="50"/>
                  </a:cubicBezTo>
                  <a:cubicBezTo>
                    <a:pt x="1612" y="85"/>
                    <a:pt x="1413" y="178"/>
                    <a:pt x="1238" y="272"/>
                  </a:cubicBezTo>
                  <a:lnTo>
                    <a:pt x="1180" y="307"/>
                  </a:lnTo>
                  <a:cubicBezTo>
                    <a:pt x="1052" y="388"/>
                    <a:pt x="923" y="494"/>
                    <a:pt x="806" y="599"/>
                  </a:cubicBezTo>
                  <a:cubicBezTo>
                    <a:pt x="678" y="704"/>
                    <a:pt x="572" y="821"/>
                    <a:pt x="467" y="949"/>
                  </a:cubicBezTo>
                  <a:cubicBezTo>
                    <a:pt x="268" y="1195"/>
                    <a:pt x="140" y="1463"/>
                    <a:pt x="58" y="1767"/>
                  </a:cubicBezTo>
                  <a:cubicBezTo>
                    <a:pt x="11" y="1954"/>
                    <a:pt x="11" y="2164"/>
                    <a:pt x="0" y="2363"/>
                  </a:cubicBezTo>
                  <a:cubicBezTo>
                    <a:pt x="0" y="2550"/>
                    <a:pt x="11" y="2737"/>
                    <a:pt x="23" y="2924"/>
                  </a:cubicBezTo>
                  <a:cubicBezTo>
                    <a:pt x="35" y="3181"/>
                    <a:pt x="58" y="3438"/>
                    <a:pt x="70" y="3683"/>
                  </a:cubicBezTo>
                  <a:cubicBezTo>
                    <a:pt x="81" y="3882"/>
                    <a:pt x="152" y="4057"/>
                    <a:pt x="292" y="4186"/>
                  </a:cubicBezTo>
                  <a:cubicBezTo>
                    <a:pt x="421" y="4314"/>
                    <a:pt x="595" y="4384"/>
                    <a:pt x="782" y="4384"/>
                  </a:cubicBezTo>
                  <a:cubicBezTo>
                    <a:pt x="1145" y="4372"/>
                    <a:pt x="1495" y="4057"/>
                    <a:pt x="1472" y="3672"/>
                  </a:cubicBezTo>
                  <a:cubicBezTo>
                    <a:pt x="1460" y="3379"/>
                    <a:pt x="1437" y="3099"/>
                    <a:pt x="1425" y="2807"/>
                  </a:cubicBezTo>
                  <a:cubicBezTo>
                    <a:pt x="1413" y="2597"/>
                    <a:pt x="1402" y="2386"/>
                    <a:pt x="1413" y="2176"/>
                  </a:cubicBezTo>
                  <a:cubicBezTo>
                    <a:pt x="1425" y="2106"/>
                    <a:pt x="1449" y="2047"/>
                    <a:pt x="1460" y="1977"/>
                  </a:cubicBezTo>
                  <a:cubicBezTo>
                    <a:pt x="1495" y="1930"/>
                    <a:pt x="1519" y="1884"/>
                    <a:pt x="1553" y="1826"/>
                  </a:cubicBezTo>
                  <a:cubicBezTo>
                    <a:pt x="1636" y="1720"/>
                    <a:pt x="1729" y="1627"/>
                    <a:pt x="1823" y="1545"/>
                  </a:cubicBezTo>
                  <a:lnTo>
                    <a:pt x="1997" y="1440"/>
                  </a:lnTo>
                  <a:lnTo>
                    <a:pt x="2114" y="1405"/>
                  </a:lnTo>
                  <a:lnTo>
                    <a:pt x="2301" y="1405"/>
                  </a:lnTo>
                  <a:cubicBezTo>
                    <a:pt x="2348" y="1416"/>
                    <a:pt x="2407" y="1429"/>
                    <a:pt x="2453" y="1452"/>
                  </a:cubicBezTo>
                  <a:cubicBezTo>
                    <a:pt x="2570" y="1499"/>
                    <a:pt x="2675" y="1557"/>
                    <a:pt x="2781" y="1627"/>
                  </a:cubicBezTo>
                  <a:cubicBezTo>
                    <a:pt x="2921" y="1732"/>
                    <a:pt x="3061" y="1849"/>
                    <a:pt x="3224" y="1919"/>
                  </a:cubicBezTo>
                  <a:cubicBezTo>
                    <a:pt x="3341" y="1977"/>
                    <a:pt x="3458" y="2013"/>
                    <a:pt x="3575" y="2013"/>
                  </a:cubicBezTo>
                  <a:cubicBezTo>
                    <a:pt x="3773" y="2013"/>
                    <a:pt x="3960" y="1930"/>
                    <a:pt x="4089" y="1790"/>
                  </a:cubicBezTo>
                  <a:cubicBezTo>
                    <a:pt x="4357" y="1510"/>
                    <a:pt x="4369" y="1019"/>
                    <a:pt x="4077" y="762"/>
                  </a:cubicBezTo>
                  <a:cubicBezTo>
                    <a:pt x="3890" y="611"/>
                    <a:pt x="3680" y="494"/>
                    <a:pt x="3481" y="365"/>
                  </a:cubicBezTo>
                  <a:cubicBezTo>
                    <a:pt x="3306" y="237"/>
                    <a:pt x="3084" y="155"/>
                    <a:pt x="2874" y="97"/>
                  </a:cubicBezTo>
                  <a:cubicBezTo>
                    <a:pt x="2680" y="36"/>
                    <a:pt x="2478" y="1"/>
                    <a:pt x="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4580;p66">
            <a:extLst>
              <a:ext uri="{FF2B5EF4-FFF2-40B4-BE49-F238E27FC236}">
                <a16:creationId xmlns:a16="http://schemas.microsoft.com/office/drawing/2014/main" id="{B5EE75B0-D1ED-467C-8EE1-7777816B2A3D}"/>
              </a:ext>
            </a:extLst>
          </p:cNvPr>
          <p:cNvGrpSpPr/>
          <p:nvPr/>
        </p:nvGrpSpPr>
        <p:grpSpPr>
          <a:xfrm rot="4480799">
            <a:off x="6815214" y="12971324"/>
            <a:ext cx="2434946" cy="2151364"/>
            <a:chOff x="5856100" y="2212650"/>
            <a:chExt cx="522825" cy="450925"/>
          </a:xfrm>
        </p:grpSpPr>
        <p:sp>
          <p:nvSpPr>
            <p:cNvPr id="249" name="Google Shape;4581;p66">
              <a:extLst>
                <a:ext uri="{FF2B5EF4-FFF2-40B4-BE49-F238E27FC236}">
                  <a16:creationId xmlns:a16="http://schemas.microsoft.com/office/drawing/2014/main" id="{2370DFFD-62E8-484A-86C4-EC20B1AECAA0}"/>
                </a:ext>
              </a:extLst>
            </p:cNvPr>
            <p:cNvSpPr/>
            <p:nvPr/>
          </p:nvSpPr>
          <p:spPr>
            <a:xfrm>
              <a:off x="5999225" y="2524625"/>
              <a:ext cx="132025" cy="138950"/>
            </a:xfrm>
            <a:custGeom>
              <a:avLst/>
              <a:gdLst/>
              <a:ahLst/>
              <a:cxnLst/>
              <a:rect l="l" t="t" r="r" b="b"/>
              <a:pathLst>
                <a:path w="5281" h="5558" extrusionOk="0">
                  <a:moveTo>
                    <a:pt x="2619" y="0"/>
                  </a:moveTo>
                  <a:cubicBezTo>
                    <a:pt x="2555" y="0"/>
                    <a:pt x="2492" y="4"/>
                    <a:pt x="2430" y="12"/>
                  </a:cubicBezTo>
                  <a:cubicBezTo>
                    <a:pt x="2325" y="24"/>
                    <a:pt x="2209" y="48"/>
                    <a:pt x="2103" y="59"/>
                  </a:cubicBezTo>
                  <a:cubicBezTo>
                    <a:pt x="1975" y="82"/>
                    <a:pt x="1799" y="176"/>
                    <a:pt x="1682" y="235"/>
                  </a:cubicBezTo>
                  <a:cubicBezTo>
                    <a:pt x="1612" y="258"/>
                    <a:pt x="1542" y="305"/>
                    <a:pt x="1472" y="339"/>
                  </a:cubicBezTo>
                  <a:cubicBezTo>
                    <a:pt x="1122" y="550"/>
                    <a:pt x="807" y="865"/>
                    <a:pt x="573" y="1204"/>
                  </a:cubicBezTo>
                  <a:cubicBezTo>
                    <a:pt x="176" y="1788"/>
                    <a:pt x="0" y="2512"/>
                    <a:pt x="94" y="3213"/>
                  </a:cubicBezTo>
                  <a:cubicBezTo>
                    <a:pt x="129" y="3529"/>
                    <a:pt x="187" y="3821"/>
                    <a:pt x="269" y="4124"/>
                  </a:cubicBezTo>
                  <a:cubicBezTo>
                    <a:pt x="351" y="4393"/>
                    <a:pt x="444" y="4674"/>
                    <a:pt x="526" y="4942"/>
                  </a:cubicBezTo>
                  <a:cubicBezTo>
                    <a:pt x="608" y="5165"/>
                    <a:pt x="737" y="5339"/>
                    <a:pt x="935" y="5456"/>
                  </a:cubicBezTo>
                  <a:cubicBezTo>
                    <a:pt x="1063" y="5524"/>
                    <a:pt x="1200" y="5558"/>
                    <a:pt x="1337" y="5558"/>
                  </a:cubicBezTo>
                  <a:cubicBezTo>
                    <a:pt x="1414" y="5558"/>
                    <a:pt x="1490" y="5547"/>
                    <a:pt x="1566" y="5526"/>
                  </a:cubicBezTo>
                  <a:cubicBezTo>
                    <a:pt x="1998" y="5409"/>
                    <a:pt x="2302" y="4931"/>
                    <a:pt x="2162" y="4498"/>
                  </a:cubicBezTo>
                  <a:cubicBezTo>
                    <a:pt x="2010" y="4054"/>
                    <a:pt x="1869" y="3622"/>
                    <a:pt x="1788" y="3179"/>
                  </a:cubicBezTo>
                  <a:cubicBezTo>
                    <a:pt x="1765" y="3026"/>
                    <a:pt x="1765" y="2875"/>
                    <a:pt x="1776" y="2722"/>
                  </a:cubicBezTo>
                  <a:cubicBezTo>
                    <a:pt x="1788" y="2606"/>
                    <a:pt x="1823" y="2501"/>
                    <a:pt x="1858" y="2384"/>
                  </a:cubicBezTo>
                  <a:cubicBezTo>
                    <a:pt x="1893" y="2302"/>
                    <a:pt x="1940" y="2221"/>
                    <a:pt x="1998" y="2138"/>
                  </a:cubicBezTo>
                  <a:cubicBezTo>
                    <a:pt x="2056" y="2068"/>
                    <a:pt x="2126" y="1998"/>
                    <a:pt x="2209" y="1928"/>
                  </a:cubicBezTo>
                  <a:lnTo>
                    <a:pt x="2267" y="1881"/>
                  </a:lnTo>
                  <a:cubicBezTo>
                    <a:pt x="2349" y="1823"/>
                    <a:pt x="2430" y="1777"/>
                    <a:pt x="2512" y="1730"/>
                  </a:cubicBezTo>
                  <a:lnTo>
                    <a:pt x="2559" y="1718"/>
                  </a:lnTo>
                  <a:lnTo>
                    <a:pt x="2570" y="1718"/>
                  </a:lnTo>
                  <a:lnTo>
                    <a:pt x="2676" y="1741"/>
                  </a:lnTo>
                  <a:cubicBezTo>
                    <a:pt x="2827" y="1823"/>
                    <a:pt x="2968" y="1917"/>
                    <a:pt x="3108" y="2010"/>
                  </a:cubicBezTo>
                  <a:cubicBezTo>
                    <a:pt x="3341" y="2185"/>
                    <a:pt x="3540" y="2395"/>
                    <a:pt x="3751" y="2582"/>
                  </a:cubicBezTo>
                  <a:cubicBezTo>
                    <a:pt x="3935" y="2743"/>
                    <a:pt x="4161" y="2828"/>
                    <a:pt x="4385" y="2828"/>
                  </a:cubicBezTo>
                  <a:cubicBezTo>
                    <a:pt x="4616" y="2828"/>
                    <a:pt x="4846" y="2738"/>
                    <a:pt x="5024" y="2548"/>
                  </a:cubicBezTo>
                  <a:cubicBezTo>
                    <a:pt x="5187" y="2384"/>
                    <a:pt x="5281" y="2150"/>
                    <a:pt x="5281" y="1917"/>
                  </a:cubicBezTo>
                  <a:cubicBezTo>
                    <a:pt x="5281" y="1671"/>
                    <a:pt x="5164" y="1461"/>
                    <a:pt x="5000" y="1274"/>
                  </a:cubicBezTo>
                  <a:cubicBezTo>
                    <a:pt x="4779" y="1040"/>
                    <a:pt x="4522" y="853"/>
                    <a:pt x="4265" y="666"/>
                  </a:cubicBezTo>
                  <a:cubicBezTo>
                    <a:pt x="4054" y="526"/>
                    <a:pt x="3844" y="386"/>
                    <a:pt x="3622" y="269"/>
                  </a:cubicBezTo>
                  <a:cubicBezTo>
                    <a:pt x="3411" y="165"/>
                    <a:pt x="3190" y="94"/>
                    <a:pt x="2968" y="36"/>
                  </a:cubicBezTo>
                  <a:cubicBezTo>
                    <a:pt x="2854" y="13"/>
                    <a:pt x="2736"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4582;p66">
              <a:extLst>
                <a:ext uri="{FF2B5EF4-FFF2-40B4-BE49-F238E27FC236}">
                  <a16:creationId xmlns:a16="http://schemas.microsoft.com/office/drawing/2014/main" id="{14384CDE-8F03-4961-A8AA-E8834CFF3626}"/>
                </a:ext>
              </a:extLst>
            </p:cNvPr>
            <p:cNvSpPr/>
            <p:nvPr/>
          </p:nvSpPr>
          <p:spPr>
            <a:xfrm>
              <a:off x="6229075" y="2410075"/>
              <a:ext cx="105450" cy="121300"/>
            </a:xfrm>
            <a:custGeom>
              <a:avLst/>
              <a:gdLst/>
              <a:ahLst/>
              <a:cxnLst/>
              <a:rect l="l" t="t" r="r" b="b"/>
              <a:pathLst>
                <a:path w="4218" h="4852" extrusionOk="0">
                  <a:moveTo>
                    <a:pt x="2340" y="1"/>
                  </a:moveTo>
                  <a:cubicBezTo>
                    <a:pt x="2225" y="1"/>
                    <a:pt x="2109" y="13"/>
                    <a:pt x="1998" y="38"/>
                  </a:cubicBezTo>
                  <a:cubicBezTo>
                    <a:pt x="1776" y="97"/>
                    <a:pt x="1566" y="190"/>
                    <a:pt x="1367" y="295"/>
                  </a:cubicBezTo>
                  <a:lnTo>
                    <a:pt x="1297" y="331"/>
                  </a:lnTo>
                  <a:cubicBezTo>
                    <a:pt x="1146" y="424"/>
                    <a:pt x="1005" y="541"/>
                    <a:pt x="876" y="658"/>
                  </a:cubicBezTo>
                  <a:cubicBezTo>
                    <a:pt x="806" y="716"/>
                    <a:pt x="736" y="786"/>
                    <a:pt x="678" y="856"/>
                  </a:cubicBezTo>
                  <a:cubicBezTo>
                    <a:pt x="409" y="1172"/>
                    <a:pt x="175" y="1487"/>
                    <a:pt x="82" y="1896"/>
                  </a:cubicBezTo>
                  <a:cubicBezTo>
                    <a:pt x="1" y="2281"/>
                    <a:pt x="71" y="2655"/>
                    <a:pt x="152" y="3041"/>
                  </a:cubicBezTo>
                  <a:cubicBezTo>
                    <a:pt x="234" y="3449"/>
                    <a:pt x="386" y="3859"/>
                    <a:pt x="515" y="4256"/>
                  </a:cubicBezTo>
                  <a:cubicBezTo>
                    <a:pt x="585" y="4466"/>
                    <a:pt x="713" y="4641"/>
                    <a:pt x="912" y="4758"/>
                  </a:cubicBezTo>
                  <a:cubicBezTo>
                    <a:pt x="1036" y="4820"/>
                    <a:pt x="1176" y="4851"/>
                    <a:pt x="1315" y="4851"/>
                  </a:cubicBezTo>
                  <a:cubicBezTo>
                    <a:pt x="1384" y="4851"/>
                    <a:pt x="1453" y="4843"/>
                    <a:pt x="1519" y="4828"/>
                  </a:cubicBezTo>
                  <a:cubicBezTo>
                    <a:pt x="1928" y="4711"/>
                    <a:pt x="2220" y="4244"/>
                    <a:pt x="2091" y="3823"/>
                  </a:cubicBezTo>
                  <a:cubicBezTo>
                    <a:pt x="1940" y="3356"/>
                    <a:pt x="1764" y="2889"/>
                    <a:pt x="1671" y="2410"/>
                  </a:cubicBezTo>
                  <a:lnTo>
                    <a:pt x="1671" y="2247"/>
                  </a:lnTo>
                  <a:lnTo>
                    <a:pt x="1671" y="2223"/>
                  </a:lnTo>
                  <a:lnTo>
                    <a:pt x="1730" y="2130"/>
                  </a:lnTo>
                  <a:cubicBezTo>
                    <a:pt x="1823" y="2024"/>
                    <a:pt x="1917" y="1919"/>
                    <a:pt x="2021" y="1826"/>
                  </a:cubicBezTo>
                  <a:cubicBezTo>
                    <a:pt x="2091" y="1779"/>
                    <a:pt x="2161" y="1744"/>
                    <a:pt x="2232" y="1709"/>
                  </a:cubicBezTo>
                  <a:lnTo>
                    <a:pt x="2278" y="1686"/>
                  </a:lnTo>
                  <a:cubicBezTo>
                    <a:pt x="2360" y="1779"/>
                    <a:pt x="2442" y="1873"/>
                    <a:pt x="2524" y="1977"/>
                  </a:cubicBezTo>
                  <a:cubicBezTo>
                    <a:pt x="2571" y="2036"/>
                    <a:pt x="2617" y="2094"/>
                    <a:pt x="2664" y="2141"/>
                  </a:cubicBezTo>
                  <a:cubicBezTo>
                    <a:pt x="2769" y="2270"/>
                    <a:pt x="2898" y="2351"/>
                    <a:pt x="3026" y="2445"/>
                  </a:cubicBezTo>
                  <a:cubicBezTo>
                    <a:pt x="3155" y="2515"/>
                    <a:pt x="3283" y="2550"/>
                    <a:pt x="3423" y="2550"/>
                  </a:cubicBezTo>
                  <a:cubicBezTo>
                    <a:pt x="3633" y="2550"/>
                    <a:pt x="3844" y="2457"/>
                    <a:pt x="3996" y="2293"/>
                  </a:cubicBezTo>
                  <a:cubicBezTo>
                    <a:pt x="4089" y="2200"/>
                    <a:pt x="4160" y="2071"/>
                    <a:pt x="4194" y="1943"/>
                  </a:cubicBezTo>
                  <a:cubicBezTo>
                    <a:pt x="4206" y="1873"/>
                    <a:pt x="4206" y="1803"/>
                    <a:pt x="4217" y="1732"/>
                  </a:cubicBezTo>
                  <a:cubicBezTo>
                    <a:pt x="4217" y="1592"/>
                    <a:pt x="4183" y="1452"/>
                    <a:pt x="4101" y="1335"/>
                  </a:cubicBezTo>
                  <a:cubicBezTo>
                    <a:pt x="3996" y="1102"/>
                    <a:pt x="3844" y="903"/>
                    <a:pt x="3680" y="704"/>
                  </a:cubicBezTo>
                  <a:cubicBezTo>
                    <a:pt x="3446" y="424"/>
                    <a:pt x="3155" y="155"/>
                    <a:pt x="2781" y="61"/>
                  </a:cubicBezTo>
                  <a:cubicBezTo>
                    <a:pt x="2642" y="22"/>
                    <a:pt x="2491" y="1"/>
                    <a:pt x="2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4583;p66">
              <a:extLst>
                <a:ext uri="{FF2B5EF4-FFF2-40B4-BE49-F238E27FC236}">
                  <a16:creationId xmlns:a16="http://schemas.microsoft.com/office/drawing/2014/main" id="{C2DD8F05-41FA-45A1-A3F0-453E43CBD989}"/>
                </a:ext>
              </a:extLst>
            </p:cNvPr>
            <p:cNvSpPr/>
            <p:nvPr/>
          </p:nvSpPr>
          <p:spPr>
            <a:xfrm>
              <a:off x="6051800" y="2360500"/>
              <a:ext cx="120050" cy="112575"/>
            </a:xfrm>
            <a:custGeom>
              <a:avLst/>
              <a:gdLst/>
              <a:ahLst/>
              <a:cxnLst/>
              <a:rect l="l" t="t" r="r" b="b"/>
              <a:pathLst>
                <a:path w="4802" h="4503" extrusionOk="0">
                  <a:moveTo>
                    <a:pt x="2299" y="1"/>
                  </a:moveTo>
                  <a:cubicBezTo>
                    <a:pt x="1913" y="1"/>
                    <a:pt x="1529" y="107"/>
                    <a:pt x="1204" y="304"/>
                  </a:cubicBezTo>
                  <a:cubicBezTo>
                    <a:pt x="1145" y="339"/>
                    <a:pt x="1098" y="374"/>
                    <a:pt x="1040" y="421"/>
                  </a:cubicBezTo>
                  <a:cubicBezTo>
                    <a:pt x="911" y="502"/>
                    <a:pt x="783" y="608"/>
                    <a:pt x="666" y="713"/>
                  </a:cubicBezTo>
                  <a:cubicBezTo>
                    <a:pt x="514" y="842"/>
                    <a:pt x="397" y="1005"/>
                    <a:pt x="293" y="1169"/>
                  </a:cubicBezTo>
                  <a:cubicBezTo>
                    <a:pt x="210" y="1286"/>
                    <a:pt x="164" y="1437"/>
                    <a:pt x="117" y="1566"/>
                  </a:cubicBezTo>
                  <a:cubicBezTo>
                    <a:pt x="94" y="1636"/>
                    <a:pt x="82" y="1694"/>
                    <a:pt x="59" y="1764"/>
                  </a:cubicBezTo>
                  <a:cubicBezTo>
                    <a:pt x="0" y="2044"/>
                    <a:pt x="23" y="2325"/>
                    <a:pt x="70" y="2605"/>
                  </a:cubicBezTo>
                  <a:cubicBezTo>
                    <a:pt x="164" y="3131"/>
                    <a:pt x="421" y="3610"/>
                    <a:pt x="666" y="4089"/>
                  </a:cubicBezTo>
                  <a:cubicBezTo>
                    <a:pt x="811" y="4363"/>
                    <a:pt x="1108" y="4503"/>
                    <a:pt x="1405" y="4503"/>
                  </a:cubicBezTo>
                  <a:cubicBezTo>
                    <a:pt x="1564" y="4503"/>
                    <a:pt x="1723" y="4463"/>
                    <a:pt x="1858" y="4381"/>
                  </a:cubicBezTo>
                  <a:cubicBezTo>
                    <a:pt x="2056" y="4264"/>
                    <a:pt x="2208" y="4077"/>
                    <a:pt x="2255" y="3856"/>
                  </a:cubicBezTo>
                  <a:cubicBezTo>
                    <a:pt x="2325" y="3622"/>
                    <a:pt x="2266" y="3400"/>
                    <a:pt x="2162" y="3189"/>
                  </a:cubicBezTo>
                  <a:cubicBezTo>
                    <a:pt x="2080" y="3038"/>
                    <a:pt x="1998" y="2874"/>
                    <a:pt x="1928" y="2711"/>
                  </a:cubicBezTo>
                  <a:cubicBezTo>
                    <a:pt x="1869" y="2558"/>
                    <a:pt x="1811" y="2395"/>
                    <a:pt x="1776" y="2231"/>
                  </a:cubicBezTo>
                  <a:lnTo>
                    <a:pt x="1776" y="2138"/>
                  </a:lnTo>
                  <a:lnTo>
                    <a:pt x="1799" y="2057"/>
                  </a:lnTo>
                  <a:lnTo>
                    <a:pt x="1811" y="2021"/>
                  </a:lnTo>
                  <a:cubicBezTo>
                    <a:pt x="1905" y="1928"/>
                    <a:pt x="1986" y="1834"/>
                    <a:pt x="2092" y="1753"/>
                  </a:cubicBezTo>
                  <a:cubicBezTo>
                    <a:pt x="2150" y="1717"/>
                    <a:pt x="2208" y="1671"/>
                    <a:pt x="2266" y="1636"/>
                  </a:cubicBezTo>
                  <a:lnTo>
                    <a:pt x="2313" y="1624"/>
                  </a:lnTo>
                  <a:lnTo>
                    <a:pt x="2523" y="1624"/>
                  </a:lnTo>
                  <a:cubicBezTo>
                    <a:pt x="2687" y="1647"/>
                    <a:pt x="2851" y="1694"/>
                    <a:pt x="3014" y="1741"/>
                  </a:cubicBezTo>
                  <a:lnTo>
                    <a:pt x="3294" y="1881"/>
                  </a:lnTo>
                  <a:cubicBezTo>
                    <a:pt x="3435" y="1963"/>
                    <a:pt x="3564" y="2057"/>
                    <a:pt x="3715" y="2138"/>
                  </a:cubicBezTo>
                  <a:cubicBezTo>
                    <a:pt x="3822" y="2196"/>
                    <a:pt x="3943" y="2225"/>
                    <a:pt x="4065" y="2225"/>
                  </a:cubicBezTo>
                  <a:cubicBezTo>
                    <a:pt x="4261" y="2225"/>
                    <a:pt x="4459" y="2149"/>
                    <a:pt x="4603" y="1998"/>
                  </a:cubicBezTo>
                  <a:cubicBezTo>
                    <a:pt x="4732" y="1858"/>
                    <a:pt x="4802" y="1671"/>
                    <a:pt x="4802" y="1484"/>
                  </a:cubicBezTo>
                  <a:cubicBezTo>
                    <a:pt x="4802" y="1273"/>
                    <a:pt x="4708" y="1110"/>
                    <a:pt x="4580" y="958"/>
                  </a:cubicBezTo>
                  <a:cubicBezTo>
                    <a:pt x="4416" y="772"/>
                    <a:pt x="4194" y="619"/>
                    <a:pt x="3984" y="491"/>
                  </a:cubicBezTo>
                  <a:cubicBezTo>
                    <a:pt x="3762" y="362"/>
                    <a:pt x="3528" y="258"/>
                    <a:pt x="3294" y="187"/>
                  </a:cubicBezTo>
                  <a:cubicBezTo>
                    <a:pt x="3037" y="105"/>
                    <a:pt x="2780" y="47"/>
                    <a:pt x="2512" y="12"/>
                  </a:cubicBezTo>
                  <a:cubicBezTo>
                    <a:pt x="2441" y="4"/>
                    <a:pt x="2370" y="1"/>
                    <a:pt x="22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4584;p66">
              <a:extLst>
                <a:ext uri="{FF2B5EF4-FFF2-40B4-BE49-F238E27FC236}">
                  <a16:creationId xmlns:a16="http://schemas.microsoft.com/office/drawing/2014/main" id="{8D6557B2-91AF-41D9-A5C6-0331980211CA}"/>
                </a:ext>
              </a:extLst>
            </p:cNvPr>
            <p:cNvSpPr/>
            <p:nvPr/>
          </p:nvSpPr>
          <p:spPr>
            <a:xfrm>
              <a:off x="6242525" y="2220775"/>
              <a:ext cx="136400" cy="89525"/>
            </a:xfrm>
            <a:custGeom>
              <a:avLst/>
              <a:gdLst/>
              <a:ahLst/>
              <a:cxnLst/>
              <a:rect l="l" t="t" r="r" b="b"/>
              <a:pathLst>
                <a:path w="5456" h="3581" extrusionOk="0">
                  <a:moveTo>
                    <a:pt x="2609" y="1"/>
                  </a:moveTo>
                  <a:cubicBezTo>
                    <a:pt x="2559" y="1"/>
                    <a:pt x="2507" y="2"/>
                    <a:pt x="2453" y="5"/>
                  </a:cubicBezTo>
                  <a:cubicBezTo>
                    <a:pt x="2243" y="29"/>
                    <a:pt x="2021" y="63"/>
                    <a:pt x="1822" y="133"/>
                  </a:cubicBezTo>
                  <a:cubicBezTo>
                    <a:pt x="1682" y="180"/>
                    <a:pt x="1553" y="250"/>
                    <a:pt x="1425" y="320"/>
                  </a:cubicBezTo>
                  <a:cubicBezTo>
                    <a:pt x="1192" y="461"/>
                    <a:pt x="981" y="636"/>
                    <a:pt x="806" y="847"/>
                  </a:cubicBezTo>
                  <a:cubicBezTo>
                    <a:pt x="549" y="1127"/>
                    <a:pt x="362" y="1442"/>
                    <a:pt x="234" y="1804"/>
                  </a:cubicBezTo>
                  <a:cubicBezTo>
                    <a:pt x="140" y="2049"/>
                    <a:pt x="93" y="2318"/>
                    <a:pt x="35" y="2575"/>
                  </a:cubicBezTo>
                  <a:cubicBezTo>
                    <a:pt x="0" y="2786"/>
                    <a:pt x="11" y="2996"/>
                    <a:pt x="128" y="3183"/>
                  </a:cubicBezTo>
                  <a:cubicBezTo>
                    <a:pt x="245" y="3370"/>
                    <a:pt x="421" y="3510"/>
                    <a:pt x="631" y="3557"/>
                  </a:cubicBezTo>
                  <a:cubicBezTo>
                    <a:pt x="692" y="3573"/>
                    <a:pt x="755" y="3580"/>
                    <a:pt x="819" y="3580"/>
                  </a:cubicBezTo>
                  <a:cubicBezTo>
                    <a:pt x="1175" y="3580"/>
                    <a:pt x="1533" y="3339"/>
                    <a:pt x="1612" y="2973"/>
                  </a:cubicBezTo>
                  <a:cubicBezTo>
                    <a:pt x="1647" y="2739"/>
                    <a:pt x="1694" y="2517"/>
                    <a:pt x="1776" y="2295"/>
                  </a:cubicBezTo>
                  <a:cubicBezTo>
                    <a:pt x="1810" y="2202"/>
                    <a:pt x="1857" y="2119"/>
                    <a:pt x="1916" y="2026"/>
                  </a:cubicBezTo>
                  <a:cubicBezTo>
                    <a:pt x="1997" y="1933"/>
                    <a:pt x="2067" y="1851"/>
                    <a:pt x="2161" y="1769"/>
                  </a:cubicBezTo>
                  <a:cubicBezTo>
                    <a:pt x="2208" y="1734"/>
                    <a:pt x="2254" y="1699"/>
                    <a:pt x="2313" y="1675"/>
                  </a:cubicBezTo>
                  <a:lnTo>
                    <a:pt x="2488" y="1629"/>
                  </a:lnTo>
                  <a:cubicBezTo>
                    <a:pt x="2570" y="1618"/>
                    <a:pt x="2651" y="1618"/>
                    <a:pt x="2734" y="1618"/>
                  </a:cubicBezTo>
                  <a:cubicBezTo>
                    <a:pt x="2885" y="1652"/>
                    <a:pt x="3025" y="1688"/>
                    <a:pt x="3178" y="1734"/>
                  </a:cubicBezTo>
                  <a:cubicBezTo>
                    <a:pt x="3248" y="1758"/>
                    <a:pt x="3318" y="1792"/>
                    <a:pt x="3388" y="1839"/>
                  </a:cubicBezTo>
                  <a:cubicBezTo>
                    <a:pt x="3469" y="1886"/>
                    <a:pt x="3551" y="1933"/>
                    <a:pt x="3633" y="1991"/>
                  </a:cubicBezTo>
                  <a:cubicBezTo>
                    <a:pt x="3762" y="2096"/>
                    <a:pt x="3879" y="2202"/>
                    <a:pt x="4007" y="2306"/>
                  </a:cubicBezTo>
                  <a:cubicBezTo>
                    <a:pt x="4169" y="2451"/>
                    <a:pt x="4374" y="2527"/>
                    <a:pt x="4578" y="2527"/>
                  </a:cubicBezTo>
                  <a:cubicBezTo>
                    <a:pt x="4786" y="2527"/>
                    <a:pt x="4992" y="2448"/>
                    <a:pt x="5151" y="2283"/>
                  </a:cubicBezTo>
                  <a:cubicBezTo>
                    <a:pt x="5455" y="1968"/>
                    <a:pt x="5455" y="1431"/>
                    <a:pt x="5128" y="1127"/>
                  </a:cubicBezTo>
                  <a:cubicBezTo>
                    <a:pt x="4824" y="858"/>
                    <a:pt x="4509" y="590"/>
                    <a:pt x="4147" y="390"/>
                  </a:cubicBezTo>
                  <a:cubicBezTo>
                    <a:pt x="3960" y="286"/>
                    <a:pt x="3750" y="216"/>
                    <a:pt x="3539" y="146"/>
                  </a:cubicBezTo>
                  <a:cubicBezTo>
                    <a:pt x="3376" y="87"/>
                    <a:pt x="3189" y="52"/>
                    <a:pt x="3014" y="29"/>
                  </a:cubicBezTo>
                  <a:cubicBezTo>
                    <a:pt x="2878" y="12"/>
                    <a:pt x="2747"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4585;p66">
              <a:extLst>
                <a:ext uri="{FF2B5EF4-FFF2-40B4-BE49-F238E27FC236}">
                  <a16:creationId xmlns:a16="http://schemas.microsoft.com/office/drawing/2014/main" id="{681B9CA9-F5F5-47E7-BC94-F1B4D8D9F1C5}"/>
                </a:ext>
              </a:extLst>
            </p:cNvPr>
            <p:cNvSpPr/>
            <p:nvPr/>
          </p:nvSpPr>
          <p:spPr>
            <a:xfrm>
              <a:off x="5856100" y="2470525"/>
              <a:ext cx="108975" cy="90025"/>
            </a:xfrm>
            <a:custGeom>
              <a:avLst/>
              <a:gdLst/>
              <a:ahLst/>
              <a:cxnLst/>
              <a:rect l="l" t="t" r="r" b="b"/>
              <a:pathLst>
                <a:path w="4359" h="3601" extrusionOk="0">
                  <a:moveTo>
                    <a:pt x="2455" y="1"/>
                  </a:moveTo>
                  <a:cubicBezTo>
                    <a:pt x="2241" y="1"/>
                    <a:pt x="2030" y="29"/>
                    <a:pt x="1812" y="62"/>
                  </a:cubicBezTo>
                  <a:cubicBezTo>
                    <a:pt x="1649" y="86"/>
                    <a:pt x="1473" y="156"/>
                    <a:pt x="1333" y="237"/>
                  </a:cubicBezTo>
                  <a:lnTo>
                    <a:pt x="1228" y="296"/>
                  </a:lnTo>
                  <a:cubicBezTo>
                    <a:pt x="1064" y="389"/>
                    <a:pt x="912" y="517"/>
                    <a:pt x="761" y="657"/>
                  </a:cubicBezTo>
                  <a:cubicBezTo>
                    <a:pt x="644" y="786"/>
                    <a:pt x="538" y="938"/>
                    <a:pt x="445" y="1078"/>
                  </a:cubicBezTo>
                  <a:cubicBezTo>
                    <a:pt x="398" y="1160"/>
                    <a:pt x="364" y="1242"/>
                    <a:pt x="328" y="1324"/>
                  </a:cubicBezTo>
                  <a:cubicBezTo>
                    <a:pt x="258" y="1499"/>
                    <a:pt x="188" y="1674"/>
                    <a:pt x="141" y="1849"/>
                  </a:cubicBezTo>
                  <a:cubicBezTo>
                    <a:pt x="48" y="2176"/>
                    <a:pt x="1" y="2527"/>
                    <a:pt x="48" y="2866"/>
                  </a:cubicBezTo>
                  <a:cubicBezTo>
                    <a:pt x="48" y="3006"/>
                    <a:pt x="83" y="3123"/>
                    <a:pt x="153" y="3240"/>
                  </a:cubicBezTo>
                  <a:cubicBezTo>
                    <a:pt x="247" y="3414"/>
                    <a:pt x="410" y="3531"/>
                    <a:pt x="608" y="3578"/>
                  </a:cubicBezTo>
                  <a:cubicBezTo>
                    <a:pt x="669" y="3593"/>
                    <a:pt x="732" y="3601"/>
                    <a:pt x="796" y="3601"/>
                  </a:cubicBezTo>
                  <a:cubicBezTo>
                    <a:pt x="927" y="3601"/>
                    <a:pt x="1059" y="3567"/>
                    <a:pt x="1169" y="3497"/>
                  </a:cubicBezTo>
                  <a:cubicBezTo>
                    <a:pt x="1322" y="3403"/>
                    <a:pt x="1485" y="3228"/>
                    <a:pt x="1508" y="3041"/>
                  </a:cubicBezTo>
                  <a:cubicBezTo>
                    <a:pt x="1566" y="2667"/>
                    <a:pt x="1613" y="2282"/>
                    <a:pt x="1742" y="1919"/>
                  </a:cubicBezTo>
                  <a:cubicBezTo>
                    <a:pt x="1765" y="1861"/>
                    <a:pt x="1800" y="1814"/>
                    <a:pt x="1823" y="1756"/>
                  </a:cubicBezTo>
                  <a:lnTo>
                    <a:pt x="1976" y="1604"/>
                  </a:lnTo>
                  <a:lnTo>
                    <a:pt x="2080" y="1545"/>
                  </a:lnTo>
                  <a:lnTo>
                    <a:pt x="2233" y="1511"/>
                  </a:lnTo>
                  <a:cubicBezTo>
                    <a:pt x="2323" y="1502"/>
                    <a:pt x="2413" y="1498"/>
                    <a:pt x="2504" y="1498"/>
                  </a:cubicBezTo>
                  <a:cubicBezTo>
                    <a:pt x="2649" y="1498"/>
                    <a:pt x="2795" y="1508"/>
                    <a:pt x="2945" y="1522"/>
                  </a:cubicBezTo>
                  <a:lnTo>
                    <a:pt x="3401" y="1592"/>
                  </a:lnTo>
                  <a:cubicBezTo>
                    <a:pt x="3465" y="1604"/>
                    <a:pt x="3528" y="1610"/>
                    <a:pt x="3590" y="1610"/>
                  </a:cubicBezTo>
                  <a:cubicBezTo>
                    <a:pt x="3719" y="1610"/>
                    <a:pt x="3843" y="1582"/>
                    <a:pt x="3962" y="1511"/>
                  </a:cubicBezTo>
                  <a:cubicBezTo>
                    <a:pt x="4136" y="1417"/>
                    <a:pt x="4253" y="1242"/>
                    <a:pt x="4300" y="1055"/>
                  </a:cubicBezTo>
                  <a:cubicBezTo>
                    <a:pt x="4359" y="868"/>
                    <a:pt x="4323" y="657"/>
                    <a:pt x="4219" y="494"/>
                  </a:cubicBezTo>
                  <a:cubicBezTo>
                    <a:pt x="4125" y="330"/>
                    <a:pt x="3950" y="179"/>
                    <a:pt x="3763" y="156"/>
                  </a:cubicBezTo>
                  <a:cubicBezTo>
                    <a:pt x="3412" y="86"/>
                    <a:pt x="3062" y="39"/>
                    <a:pt x="2711" y="15"/>
                  </a:cubicBezTo>
                  <a:cubicBezTo>
                    <a:pt x="2625" y="5"/>
                    <a:pt x="2540" y="1"/>
                    <a:pt x="24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4586;p66">
              <a:extLst>
                <a:ext uri="{FF2B5EF4-FFF2-40B4-BE49-F238E27FC236}">
                  <a16:creationId xmlns:a16="http://schemas.microsoft.com/office/drawing/2014/main" id="{54B6322A-CF85-4E4B-8E66-7ECC3BF67522}"/>
                </a:ext>
              </a:extLst>
            </p:cNvPr>
            <p:cNvSpPr/>
            <p:nvPr/>
          </p:nvSpPr>
          <p:spPr>
            <a:xfrm>
              <a:off x="5885325" y="2322900"/>
              <a:ext cx="96700" cy="91000"/>
            </a:xfrm>
            <a:custGeom>
              <a:avLst/>
              <a:gdLst/>
              <a:ahLst/>
              <a:cxnLst/>
              <a:rect l="l" t="t" r="r" b="b"/>
              <a:pathLst>
                <a:path w="3868" h="3640" extrusionOk="0">
                  <a:moveTo>
                    <a:pt x="2242" y="0"/>
                  </a:moveTo>
                  <a:cubicBezTo>
                    <a:pt x="1846" y="0"/>
                    <a:pt x="1458" y="131"/>
                    <a:pt x="1122" y="324"/>
                  </a:cubicBezTo>
                  <a:cubicBezTo>
                    <a:pt x="1064" y="360"/>
                    <a:pt x="1005" y="406"/>
                    <a:pt x="958" y="441"/>
                  </a:cubicBezTo>
                  <a:cubicBezTo>
                    <a:pt x="678" y="640"/>
                    <a:pt x="456" y="862"/>
                    <a:pt x="257" y="1142"/>
                  </a:cubicBezTo>
                  <a:cubicBezTo>
                    <a:pt x="223" y="1189"/>
                    <a:pt x="187" y="1248"/>
                    <a:pt x="153" y="1305"/>
                  </a:cubicBezTo>
                  <a:cubicBezTo>
                    <a:pt x="117" y="1388"/>
                    <a:pt x="82" y="1481"/>
                    <a:pt x="47" y="1562"/>
                  </a:cubicBezTo>
                  <a:cubicBezTo>
                    <a:pt x="12" y="1785"/>
                    <a:pt x="0" y="1960"/>
                    <a:pt x="47" y="2170"/>
                  </a:cubicBezTo>
                  <a:cubicBezTo>
                    <a:pt x="94" y="2416"/>
                    <a:pt x="223" y="2649"/>
                    <a:pt x="339" y="2871"/>
                  </a:cubicBezTo>
                  <a:cubicBezTo>
                    <a:pt x="410" y="3000"/>
                    <a:pt x="491" y="3128"/>
                    <a:pt x="573" y="3257"/>
                  </a:cubicBezTo>
                  <a:cubicBezTo>
                    <a:pt x="720" y="3497"/>
                    <a:pt x="986" y="3640"/>
                    <a:pt x="1258" y="3640"/>
                  </a:cubicBezTo>
                  <a:cubicBezTo>
                    <a:pt x="1395" y="3640"/>
                    <a:pt x="1534" y="3603"/>
                    <a:pt x="1659" y="3525"/>
                  </a:cubicBezTo>
                  <a:cubicBezTo>
                    <a:pt x="2033" y="3304"/>
                    <a:pt x="2162" y="2801"/>
                    <a:pt x="1939" y="2439"/>
                  </a:cubicBezTo>
                  <a:cubicBezTo>
                    <a:pt x="1823" y="2263"/>
                    <a:pt x="1718" y="2089"/>
                    <a:pt x="1624" y="1902"/>
                  </a:cubicBezTo>
                  <a:lnTo>
                    <a:pt x="1671" y="1843"/>
                  </a:lnTo>
                  <a:cubicBezTo>
                    <a:pt x="1741" y="1749"/>
                    <a:pt x="1823" y="1656"/>
                    <a:pt x="1916" y="1575"/>
                  </a:cubicBezTo>
                  <a:cubicBezTo>
                    <a:pt x="1975" y="1539"/>
                    <a:pt x="2033" y="1492"/>
                    <a:pt x="2103" y="1469"/>
                  </a:cubicBezTo>
                  <a:lnTo>
                    <a:pt x="2209" y="1434"/>
                  </a:lnTo>
                  <a:cubicBezTo>
                    <a:pt x="2244" y="1428"/>
                    <a:pt x="2281" y="1425"/>
                    <a:pt x="2319" y="1425"/>
                  </a:cubicBezTo>
                  <a:cubicBezTo>
                    <a:pt x="2357" y="1425"/>
                    <a:pt x="2395" y="1428"/>
                    <a:pt x="2430" y="1434"/>
                  </a:cubicBezTo>
                  <a:cubicBezTo>
                    <a:pt x="2617" y="1469"/>
                    <a:pt x="2793" y="1516"/>
                    <a:pt x="2980" y="1562"/>
                  </a:cubicBezTo>
                  <a:cubicBezTo>
                    <a:pt x="3035" y="1578"/>
                    <a:pt x="3092" y="1585"/>
                    <a:pt x="3148" y="1585"/>
                  </a:cubicBezTo>
                  <a:cubicBezTo>
                    <a:pt x="3398" y="1585"/>
                    <a:pt x="3638" y="1443"/>
                    <a:pt x="3762" y="1224"/>
                  </a:cubicBezTo>
                  <a:cubicBezTo>
                    <a:pt x="3844" y="1072"/>
                    <a:pt x="3867" y="885"/>
                    <a:pt x="3821" y="710"/>
                  </a:cubicBezTo>
                  <a:cubicBezTo>
                    <a:pt x="3774" y="547"/>
                    <a:pt x="3645" y="348"/>
                    <a:pt x="3481" y="277"/>
                  </a:cubicBezTo>
                  <a:cubicBezTo>
                    <a:pt x="3307" y="207"/>
                    <a:pt x="3143" y="149"/>
                    <a:pt x="2956" y="103"/>
                  </a:cubicBezTo>
                  <a:cubicBezTo>
                    <a:pt x="2781" y="44"/>
                    <a:pt x="2606" y="33"/>
                    <a:pt x="2419" y="9"/>
                  </a:cubicBezTo>
                  <a:cubicBezTo>
                    <a:pt x="2360" y="3"/>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4587;p66">
              <a:extLst>
                <a:ext uri="{FF2B5EF4-FFF2-40B4-BE49-F238E27FC236}">
                  <a16:creationId xmlns:a16="http://schemas.microsoft.com/office/drawing/2014/main" id="{88BAB89A-84C0-4933-BD21-7482AA5086C1}"/>
                </a:ext>
              </a:extLst>
            </p:cNvPr>
            <p:cNvSpPr/>
            <p:nvPr/>
          </p:nvSpPr>
          <p:spPr>
            <a:xfrm>
              <a:off x="6056775" y="2212650"/>
              <a:ext cx="109250" cy="109600"/>
            </a:xfrm>
            <a:custGeom>
              <a:avLst/>
              <a:gdLst/>
              <a:ahLst/>
              <a:cxnLst/>
              <a:rect l="l" t="t" r="r" b="b"/>
              <a:pathLst>
                <a:path w="4370" h="4384" extrusionOk="0">
                  <a:moveTo>
                    <a:pt x="2275" y="1"/>
                  </a:moveTo>
                  <a:cubicBezTo>
                    <a:pt x="2245" y="1"/>
                    <a:pt x="2215" y="2"/>
                    <a:pt x="2184" y="3"/>
                  </a:cubicBezTo>
                  <a:cubicBezTo>
                    <a:pt x="2056" y="3"/>
                    <a:pt x="1927" y="38"/>
                    <a:pt x="1810" y="50"/>
                  </a:cubicBezTo>
                  <a:cubicBezTo>
                    <a:pt x="1612" y="85"/>
                    <a:pt x="1413" y="178"/>
                    <a:pt x="1238" y="272"/>
                  </a:cubicBezTo>
                  <a:lnTo>
                    <a:pt x="1180" y="307"/>
                  </a:lnTo>
                  <a:cubicBezTo>
                    <a:pt x="1052" y="388"/>
                    <a:pt x="923" y="494"/>
                    <a:pt x="806" y="599"/>
                  </a:cubicBezTo>
                  <a:cubicBezTo>
                    <a:pt x="678" y="704"/>
                    <a:pt x="572" y="821"/>
                    <a:pt x="467" y="949"/>
                  </a:cubicBezTo>
                  <a:cubicBezTo>
                    <a:pt x="268" y="1195"/>
                    <a:pt x="140" y="1463"/>
                    <a:pt x="58" y="1767"/>
                  </a:cubicBezTo>
                  <a:cubicBezTo>
                    <a:pt x="11" y="1954"/>
                    <a:pt x="11" y="2164"/>
                    <a:pt x="0" y="2363"/>
                  </a:cubicBezTo>
                  <a:cubicBezTo>
                    <a:pt x="0" y="2550"/>
                    <a:pt x="11" y="2737"/>
                    <a:pt x="23" y="2924"/>
                  </a:cubicBezTo>
                  <a:cubicBezTo>
                    <a:pt x="35" y="3181"/>
                    <a:pt x="58" y="3438"/>
                    <a:pt x="70" y="3683"/>
                  </a:cubicBezTo>
                  <a:cubicBezTo>
                    <a:pt x="81" y="3882"/>
                    <a:pt x="152" y="4057"/>
                    <a:pt x="292" y="4186"/>
                  </a:cubicBezTo>
                  <a:cubicBezTo>
                    <a:pt x="421" y="4314"/>
                    <a:pt x="595" y="4384"/>
                    <a:pt x="782" y="4384"/>
                  </a:cubicBezTo>
                  <a:cubicBezTo>
                    <a:pt x="1145" y="4372"/>
                    <a:pt x="1495" y="4057"/>
                    <a:pt x="1472" y="3672"/>
                  </a:cubicBezTo>
                  <a:cubicBezTo>
                    <a:pt x="1460" y="3379"/>
                    <a:pt x="1437" y="3099"/>
                    <a:pt x="1425" y="2807"/>
                  </a:cubicBezTo>
                  <a:cubicBezTo>
                    <a:pt x="1413" y="2597"/>
                    <a:pt x="1402" y="2386"/>
                    <a:pt x="1413" y="2176"/>
                  </a:cubicBezTo>
                  <a:cubicBezTo>
                    <a:pt x="1425" y="2106"/>
                    <a:pt x="1449" y="2047"/>
                    <a:pt x="1460" y="1977"/>
                  </a:cubicBezTo>
                  <a:cubicBezTo>
                    <a:pt x="1495" y="1930"/>
                    <a:pt x="1519" y="1884"/>
                    <a:pt x="1553" y="1826"/>
                  </a:cubicBezTo>
                  <a:cubicBezTo>
                    <a:pt x="1636" y="1720"/>
                    <a:pt x="1729" y="1627"/>
                    <a:pt x="1823" y="1545"/>
                  </a:cubicBezTo>
                  <a:lnTo>
                    <a:pt x="1997" y="1440"/>
                  </a:lnTo>
                  <a:lnTo>
                    <a:pt x="2114" y="1405"/>
                  </a:lnTo>
                  <a:lnTo>
                    <a:pt x="2301" y="1405"/>
                  </a:lnTo>
                  <a:cubicBezTo>
                    <a:pt x="2348" y="1416"/>
                    <a:pt x="2407" y="1429"/>
                    <a:pt x="2453" y="1452"/>
                  </a:cubicBezTo>
                  <a:cubicBezTo>
                    <a:pt x="2570" y="1499"/>
                    <a:pt x="2675" y="1557"/>
                    <a:pt x="2781" y="1627"/>
                  </a:cubicBezTo>
                  <a:cubicBezTo>
                    <a:pt x="2921" y="1732"/>
                    <a:pt x="3061" y="1849"/>
                    <a:pt x="3224" y="1919"/>
                  </a:cubicBezTo>
                  <a:cubicBezTo>
                    <a:pt x="3341" y="1977"/>
                    <a:pt x="3458" y="2013"/>
                    <a:pt x="3575" y="2013"/>
                  </a:cubicBezTo>
                  <a:cubicBezTo>
                    <a:pt x="3773" y="2013"/>
                    <a:pt x="3960" y="1930"/>
                    <a:pt x="4089" y="1790"/>
                  </a:cubicBezTo>
                  <a:cubicBezTo>
                    <a:pt x="4357" y="1510"/>
                    <a:pt x="4369" y="1019"/>
                    <a:pt x="4077" y="762"/>
                  </a:cubicBezTo>
                  <a:cubicBezTo>
                    <a:pt x="3890" y="611"/>
                    <a:pt x="3680" y="494"/>
                    <a:pt x="3481" y="365"/>
                  </a:cubicBezTo>
                  <a:cubicBezTo>
                    <a:pt x="3306" y="237"/>
                    <a:pt x="3084" y="155"/>
                    <a:pt x="2874" y="97"/>
                  </a:cubicBezTo>
                  <a:cubicBezTo>
                    <a:pt x="2680" y="36"/>
                    <a:pt x="2478" y="1"/>
                    <a:pt x="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4225;p65">
            <a:extLst>
              <a:ext uri="{FF2B5EF4-FFF2-40B4-BE49-F238E27FC236}">
                <a16:creationId xmlns:a16="http://schemas.microsoft.com/office/drawing/2014/main" id="{862D5E06-0794-44CC-8F5C-859D6CBF6396}"/>
              </a:ext>
            </a:extLst>
          </p:cNvPr>
          <p:cNvGrpSpPr/>
          <p:nvPr/>
        </p:nvGrpSpPr>
        <p:grpSpPr>
          <a:xfrm rot="19638900" flipH="1">
            <a:off x="18772745" y="13290680"/>
            <a:ext cx="6058552" cy="2696846"/>
            <a:chOff x="5802375" y="3298175"/>
            <a:chExt cx="1041800" cy="548625"/>
          </a:xfrm>
          <a:solidFill>
            <a:srgbClr val="FF7030"/>
          </a:solidFill>
        </p:grpSpPr>
        <p:sp>
          <p:nvSpPr>
            <p:cNvPr id="257" name="Google Shape;4226;p65">
              <a:extLst>
                <a:ext uri="{FF2B5EF4-FFF2-40B4-BE49-F238E27FC236}">
                  <a16:creationId xmlns:a16="http://schemas.microsoft.com/office/drawing/2014/main" id="{91BC675D-345C-4478-90E7-6004D1639C74}"/>
                </a:ext>
              </a:extLst>
            </p:cNvPr>
            <p:cNvSpPr/>
            <p:nvPr/>
          </p:nvSpPr>
          <p:spPr>
            <a:xfrm>
              <a:off x="5830125" y="3400975"/>
              <a:ext cx="1014050" cy="445825"/>
            </a:xfrm>
            <a:custGeom>
              <a:avLst/>
              <a:gdLst/>
              <a:ahLst/>
              <a:cxnLst/>
              <a:rect l="l" t="t" r="r" b="b"/>
              <a:pathLst>
                <a:path w="40562" h="17833" extrusionOk="0">
                  <a:moveTo>
                    <a:pt x="33438" y="0"/>
                  </a:moveTo>
                  <a:cubicBezTo>
                    <a:pt x="33391" y="0"/>
                    <a:pt x="33348" y="6"/>
                    <a:pt x="33306" y="17"/>
                  </a:cubicBezTo>
                  <a:cubicBezTo>
                    <a:pt x="32722" y="181"/>
                    <a:pt x="31730" y="2038"/>
                    <a:pt x="30164" y="5052"/>
                  </a:cubicBezTo>
                  <a:cubicBezTo>
                    <a:pt x="29124" y="7061"/>
                    <a:pt x="27559" y="10075"/>
                    <a:pt x="27080" y="10157"/>
                  </a:cubicBezTo>
                  <a:cubicBezTo>
                    <a:pt x="27071" y="10159"/>
                    <a:pt x="27060" y="10160"/>
                    <a:pt x="27050" y="10160"/>
                  </a:cubicBezTo>
                  <a:cubicBezTo>
                    <a:pt x="26466" y="10160"/>
                    <a:pt x="24084" y="8028"/>
                    <a:pt x="22501" y="6617"/>
                  </a:cubicBezTo>
                  <a:cubicBezTo>
                    <a:pt x="20244" y="4601"/>
                    <a:pt x="19473" y="3967"/>
                    <a:pt x="19095" y="3967"/>
                  </a:cubicBezTo>
                  <a:cubicBezTo>
                    <a:pt x="19068" y="3967"/>
                    <a:pt x="19043" y="3971"/>
                    <a:pt x="19019" y="3977"/>
                  </a:cubicBezTo>
                  <a:lnTo>
                    <a:pt x="18996" y="3977"/>
                  </a:lnTo>
                  <a:cubicBezTo>
                    <a:pt x="18646" y="4106"/>
                    <a:pt x="17886" y="5391"/>
                    <a:pt x="16099" y="8522"/>
                  </a:cubicBezTo>
                  <a:cubicBezTo>
                    <a:pt x="14790" y="10835"/>
                    <a:pt x="12804" y="14327"/>
                    <a:pt x="12325" y="14468"/>
                  </a:cubicBezTo>
                  <a:cubicBezTo>
                    <a:pt x="12315" y="14470"/>
                    <a:pt x="12304" y="14471"/>
                    <a:pt x="12292" y="14471"/>
                  </a:cubicBezTo>
                  <a:cubicBezTo>
                    <a:pt x="11871" y="14471"/>
                    <a:pt x="10270" y="13107"/>
                    <a:pt x="9077" y="12097"/>
                  </a:cubicBezTo>
                  <a:cubicBezTo>
                    <a:pt x="6899" y="10251"/>
                    <a:pt x="5352" y="9006"/>
                    <a:pt x="4534" y="9006"/>
                  </a:cubicBezTo>
                  <a:cubicBezTo>
                    <a:pt x="4462" y="9006"/>
                    <a:pt x="4395" y="9016"/>
                    <a:pt x="4334" y="9036"/>
                  </a:cubicBezTo>
                  <a:cubicBezTo>
                    <a:pt x="3412" y="9351"/>
                    <a:pt x="2115" y="12412"/>
                    <a:pt x="772" y="15788"/>
                  </a:cubicBezTo>
                  <a:cubicBezTo>
                    <a:pt x="409" y="16664"/>
                    <a:pt x="105" y="17435"/>
                    <a:pt x="1" y="17598"/>
                  </a:cubicBezTo>
                  <a:lnTo>
                    <a:pt x="351" y="17832"/>
                  </a:lnTo>
                  <a:cubicBezTo>
                    <a:pt x="479" y="17634"/>
                    <a:pt x="713" y="17050"/>
                    <a:pt x="1157" y="15940"/>
                  </a:cubicBezTo>
                  <a:cubicBezTo>
                    <a:pt x="1963" y="13919"/>
                    <a:pt x="3646" y="9713"/>
                    <a:pt x="4475" y="9444"/>
                  </a:cubicBezTo>
                  <a:cubicBezTo>
                    <a:pt x="4504" y="9433"/>
                    <a:pt x="4538" y="9428"/>
                    <a:pt x="4575" y="9428"/>
                  </a:cubicBezTo>
                  <a:cubicBezTo>
                    <a:pt x="5277" y="9428"/>
                    <a:pt x="7390" y="11215"/>
                    <a:pt x="8809" y="12424"/>
                  </a:cubicBezTo>
                  <a:cubicBezTo>
                    <a:pt x="10649" y="13977"/>
                    <a:pt x="11751" y="14887"/>
                    <a:pt x="12321" y="14887"/>
                  </a:cubicBezTo>
                  <a:cubicBezTo>
                    <a:pt x="12356" y="14887"/>
                    <a:pt x="12388" y="14884"/>
                    <a:pt x="12418" y="14877"/>
                  </a:cubicBezTo>
                  <a:cubicBezTo>
                    <a:pt x="13015" y="14748"/>
                    <a:pt x="14347" y="12470"/>
                    <a:pt x="16473" y="8732"/>
                  </a:cubicBezTo>
                  <a:cubicBezTo>
                    <a:pt x="17512" y="6910"/>
                    <a:pt x="18797" y="4643"/>
                    <a:pt x="19124" y="4386"/>
                  </a:cubicBezTo>
                  <a:cubicBezTo>
                    <a:pt x="19487" y="4480"/>
                    <a:pt x="20993" y="5835"/>
                    <a:pt x="22220" y="6933"/>
                  </a:cubicBezTo>
                  <a:cubicBezTo>
                    <a:pt x="24662" y="9116"/>
                    <a:pt x="26345" y="10572"/>
                    <a:pt x="27071" y="10572"/>
                  </a:cubicBezTo>
                  <a:cubicBezTo>
                    <a:pt x="27099" y="10572"/>
                    <a:pt x="27125" y="10570"/>
                    <a:pt x="27150" y="10566"/>
                  </a:cubicBezTo>
                  <a:cubicBezTo>
                    <a:pt x="27769" y="10472"/>
                    <a:pt x="28704" y="8790"/>
                    <a:pt x="30538" y="5251"/>
                  </a:cubicBezTo>
                  <a:cubicBezTo>
                    <a:pt x="31566" y="3265"/>
                    <a:pt x="32979" y="542"/>
                    <a:pt x="33423" y="426"/>
                  </a:cubicBezTo>
                  <a:cubicBezTo>
                    <a:pt x="33432" y="424"/>
                    <a:pt x="33443" y="422"/>
                    <a:pt x="33458" y="422"/>
                  </a:cubicBezTo>
                  <a:cubicBezTo>
                    <a:pt x="33614" y="422"/>
                    <a:pt x="34129" y="596"/>
                    <a:pt x="35713" y="2201"/>
                  </a:cubicBezTo>
                  <a:cubicBezTo>
                    <a:pt x="36811" y="3323"/>
                    <a:pt x="38061" y="4783"/>
                    <a:pt x="38973" y="5835"/>
                  </a:cubicBezTo>
                  <a:cubicBezTo>
                    <a:pt x="39533" y="6489"/>
                    <a:pt x="39989" y="7014"/>
                    <a:pt x="40258" y="7295"/>
                  </a:cubicBezTo>
                  <a:lnTo>
                    <a:pt x="40562" y="7003"/>
                  </a:lnTo>
                  <a:cubicBezTo>
                    <a:pt x="40292" y="6734"/>
                    <a:pt x="39848" y="6220"/>
                    <a:pt x="39288" y="5566"/>
                  </a:cubicBezTo>
                  <a:cubicBezTo>
                    <a:pt x="36203" y="1983"/>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4227;p65">
              <a:extLst>
                <a:ext uri="{FF2B5EF4-FFF2-40B4-BE49-F238E27FC236}">
                  <a16:creationId xmlns:a16="http://schemas.microsoft.com/office/drawing/2014/main" id="{8B800D8B-BB88-4F15-AF9C-5C73EED5327B}"/>
                </a:ext>
              </a:extLst>
            </p:cNvPr>
            <p:cNvSpPr/>
            <p:nvPr/>
          </p:nvSpPr>
          <p:spPr>
            <a:xfrm>
              <a:off x="5816400" y="3349575"/>
              <a:ext cx="1014025" cy="445825"/>
            </a:xfrm>
            <a:custGeom>
              <a:avLst/>
              <a:gdLst/>
              <a:ahLst/>
              <a:cxnLst/>
              <a:rect l="l" t="t" r="r" b="b"/>
              <a:pathLst>
                <a:path w="40561" h="17833" extrusionOk="0">
                  <a:moveTo>
                    <a:pt x="33438" y="0"/>
                  </a:moveTo>
                  <a:cubicBezTo>
                    <a:pt x="33391" y="0"/>
                    <a:pt x="33348" y="6"/>
                    <a:pt x="33307" y="17"/>
                  </a:cubicBezTo>
                  <a:cubicBezTo>
                    <a:pt x="32710" y="181"/>
                    <a:pt x="31729" y="2038"/>
                    <a:pt x="30153" y="5064"/>
                  </a:cubicBezTo>
                  <a:cubicBezTo>
                    <a:pt x="29124" y="7061"/>
                    <a:pt x="27559" y="10075"/>
                    <a:pt x="27080" y="10157"/>
                  </a:cubicBezTo>
                  <a:cubicBezTo>
                    <a:pt x="27070" y="10159"/>
                    <a:pt x="27060" y="10159"/>
                    <a:pt x="27049" y="10159"/>
                  </a:cubicBezTo>
                  <a:cubicBezTo>
                    <a:pt x="26466" y="10159"/>
                    <a:pt x="24083" y="8028"/>
                    <a:pt x="22500" y="6617"/>
                  </a:cubicBezTo>
                  <a:cubicBezTo>
                    <a:pt x="20244" y="4601"/>
                    <a:pt x="19473" y="3967"/>
                    <a:pt x="19086" y="3967"/>
                  </a:cubicBezTo>
                  <a:cubicBezTo>
                    <a:pt x="19058" y="3967"/>
                    <a:pt x="19032" y="3971"/>
                    <a:pt x="19008" y="3977"/>
                  </a:cubicBezTo>
                  <a:lnTo>
                    <a:pt x="18996" y="3977"/>
                  </a:lnTo>
                  <a:cubicBezTo>
                    <a:pt x="18634" y="4106"/>
                    <a:pt x="17874" y="5391"/>
                    <a:pt x="16098" y="8533"/>
                  </a:cubicBezTo>
                  <a:cubicBezTo>
                    <a:pt x="14790" y="10835"/>
                    <a:pt x="12804" y="14327"/>
                    <a:pt x="12325" y="14468"/>
                  </a:cubicBezTo>
                  <a:cubicBezTo>
                    <a:pt x="12315" y="14470"/>
                    <a:pt x="12304" y="14471"/>
                    <a:pt x="12292" y="14471"/>
                  </a:cubicBezTo>
                  <a:cubicBezTo>
                    <a:pt x="11870" y="14471"/>
                    <a:pt x="10259" y="13107"/>
                    <a:pt x="9078" y="12097"/>
                  </a:cubicBezTo>
                  <a:cubicBezTo>
                    <a:pt x="6889" y="10251"/>
                    <a:pt x="5350" y="9006"/>
                    <a:pt x="4535" y="9006"/>
                  </a:cubicBezTo>
                  <a:cubicBezTo>
                    <a:pt x="4462" y="9006"/>
                    <a:pt x="4396" y="9016"/>
                    <a:pt x="4335" y="9036"/>
                  </a:cubicBezTo>
                  <a:cubicBezTo>
                    <a:pt x="3400" y="9351"/>
                    <a:pt x="2115" y="12411"/>
                    <a:pt x="760" y="15788"/>
                  </a:cubicBezTo>
                  <a:cubicBezTo>
                    <a:pt x="410" y="16664"/>
                    <a:pt x="106" y="17435"/>
                    <a:pt x="0" y="17598"/>
                  </a:cubicBezTo>
                  <a:lnTo>
                    <a:pt x="351" y="17832"/>
                  </a:lnTo>
                  <a:cubicBezTo>
                    <a:pt x="467" y="17634"/>
                    <a:pt x="713" y="17050"/>
                    <a:pt x="1157" y="15940"/>
                  </a:cubicBezTo>
                  <a:cubicBezTo>
                    <a:pt x="1963" y="13919"/>
                    <a:pt x="3645" y="9713"/>
                    <a:pt x="4475" y="9444"/>
                  </a:cubicBezTo>
                  <a:cubicBezTo>
                    <a:pt x="4504" y="9433"/>
                    <a:pt x="4538" y="9428"/>
                    <a:pt x="4576" y="9428"/>
                  </a:cubicBezTo>
                  <a:cubicBezTo>
                    <a:pt x="5277" y="9428"/>
                    <a:pt x="7390" y="11215"/>
                    <a:pt x="8809" y="12424"/>
                  </a:cubicBezTo>
                  <a:cubicBezTo>
                    <a:pt x="10638" y="13977"/>
                    <a:pt x="11750" y="14887"/>
                    <a:pt x="12312" y="14887"/>
                  </a:cubicBezTo>
                  <a:cubicBezTo>
                    <a:pt x="12345" y="14887"/>
                    <a:pt x="12377" y="14884"/>
                    <a:pt x="12407" y="14877"/>
                  </a:cubicBezTo>
                  <a:cubicBezTo>
                    <a:pt x="13014" y="14748"/>
                    <a:pt x="14346" y="12470"/>
                    <a:pt x="16461" y="8732"/>
                  </a:cubicBezTo>
                  <a:cubicBezTo>
                    <a:pt x="17500" y="6910"/>
                    <a:pt x="18785" y="4643"/>
                    <a:pt x="19112" y="4386"/>
                  </a:cubicBezTo>
                  <a:cubicBezTo>
                    <a:pt x="19486" y="4480"/>
                    <a:pt x="20994" y="5835"/>
                    <a:pt x="22220" y="6933"/>
                  </a:cubicBezTo>
                  <a:cubicBezTo>
                    <a:pt x="24662" y="9116"/>
                    <a:pt x="26345" y="10572"/>
                    <a:pt x="27071" y="10572"/>
                  </a:cubicBezTo>
                  <a:cubicBezTo>
                    <a:pt x="27098" y="10572"/>
                    <a:pt x="27125" y="10570"/>
                    <a:pt x="27150" y="10566"/>
                  </a:cubicBezTo>
                  <a:cubicBezTo>
                    <a:pt x="27757" y="10472"/>
                    <a:pt x="28692" y="8790"/>
                    <a:pt x="30526" y="5251"/>
                  </a:cubicBezTo>
                  <a:cubicBezTo>
                    <a:pt x="31566" y="3265"/>
                    <a:pt x="32967" y="542"/>
                    <a:pt x="33424" y="425"/>
                  </a:cubicBezTo>
                  <a:cubicBezTo>
                    <a:pt x="33431" y="423"/>
                    <a:pt x="33442" y="422"/>
                    <a:pt x="33456" y="422"/>
                  </a:cubicBezTo>
                  <a:cubicBezTo>
                    <a:pt x="33605" y="422"/>
                    <a:pt x="34130" y="596"/>
                    <a:pt x="35713" y="2201"/>
                  </a:cubicBezTo>
                  <a:cubicBezTo>
                    <a:pt x="36799" y="3323"/>
                    <a:pt x="38061" y="4783"/>
                    <a:pt x="38972" y="5835"/>
                  </a:cubicBezTo>
                  <a:cubicBezTo>
                    <a:pt x="39533" y="6500"/>
                    <a:pt x="39977" y="7014"/>
                    <a:pt x="40246" y="7295"/>
                  </a:cubicBezTo>
                  <a:lnTo>
                    <a:pt x="40561" y="7003"/>
                  </a:lnTo>
                  <a:cubicBezTo>
                    <a:pt x="40293" y="6734"/>
                    <a:pt x="39849" y="6220"/>
                    <a:pt x="39288" y="5566"/>
                  </a:cubicBezTo>
                  <a:cubicBezTo>
                    <a:pt x="36203" y="1992"/>
                    <a:pt x="34320" y="0"/>
                    <a:pt x="334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4228;p65">
              <a:extLst>
                <a:ext uri="{FF2B5EF4-FFF2-40B4-BE49-F238E27FC236}">
                  <a16:creationId xmlns:a16="http://schemas.microsoft.com/office/drawing/2014/main" id="{197663AA-6D9B-46F4-932F-0F9CC50B7F30}"/>
                </a:ext>
              </a:extLst>
            </p:cNvPr>
            <p:cNvSpPr/>
            <p:nvPr/>
          </p:nvSpPr>
          <p:spPr>
            <a:xfrm>
              <a:off x="5802375" y="3298175"/>
              <a:ext cx="1014050" cy="445800"/>
            </a:xfrm>
            <a:custGeom>
              <a:avLst/>
              <a:gdLst/>
              <a:ahLst/>
              <a:cxnLst/>
              <a:rect l="l" t="t" r="r" b="b"/>
              <a:pathLst>
                <a:path w="40562" h="17832" extrusionOk="0">
                  <a:moveTo>
                    <a:pt x="33449" y="0"/>
                  </a:moveTo>
                  <a:cubicBezTo>
                    <a:pt x="33403" y="0"/>
                    <a:pt x="33359" y="6"/>
                    <a:pt x="33318" y="17"/>
                  </a:cubicBezTo>
                  <a:cubicBezTo>
                    <a:pt x="32723" y="181"/>
                    <a:pt x="31729" y="2038"/>
                    <a:pt x="30164" y="5064"/>
                  </a:cubicBezTo>
                  <a:cubicBezTo>
                    <a:pt x="29125" y="7061"/>
                    <a:pt x="27559" y="10075"/>
                    <a:pt x="27092" y="10157"/>
                  </a:cubicBezTo>
                  <a:lnTo>
                    <a:pt x="27057" y="10157"/>
                  </a:lnTo>
                  <a:cubicBezTo>
                    <a:pt x="26461" y="10157"/>
                    <a:pt x="24089" y="8031"/>
                    <a:pt x="22500" y="6617"/>
                  </a:cubicBezTo>
                  <a:cubicBezTo>
                    <a:pt x="20245" y="4601"/>
                    <a:pt x="19483" y="3967"/>
                    <a:pt x="19097" y="3967"/>
                  </a:cubicBezTo>
                  <a:cubicBezTo>
                    <a:pt x="19069" y="3967"/>
                    <a:pt x="19043" y="3971"/>
                    <a:pt x="19019" y="3977"/>
                  </a:cubicBezTo>
                  <a:lnTo>
                    <a:pt x="19008" y="3977"/>
                  </a:lnTo>
                  <a:cubicBezTo>
                    <a:pt x="18645" y="4106"/>
                    <a:pt x="17886" y="5391"/>
                    <a:pt x="16111" y="8533"/>
                  </a:cubicBezTo>
                  <a:cubicBezTo>
                    <a:pt x="14790" y="10835"/>
                    <a:pt x="12816" y="14327"/>
                    <a:pt x="12337" y="14467"/>
                  </a:cubicBezTo>
                  <a:cubicBezTo>
                    <a:pt x="12327" y="14470"/>
                    <a:pt x="12316" y="14471"/>
                    <a:pt x="12304" y="14471"/>
                  </a:cubicBezTo>
                  <a:cubicBezTo>
                    <a:pt x="11893" y="14471"/>
                    <a:pt x="10270" y="13107"/>
                    <a:pt x="9089" y="12096"/>
                  </a:cubicBezTo>
                  <a:cubicBezTo>
                    <a:pt x="6908" y="10257"/>
                    <a:pt x="5372" y="9015"/>
                    <a:pt x="4555" y="9015"/>
                  </a:cubicBezTo>
                  <a:cubicBezTo>
                    <a:pt x="4479" y="9015"/>
                    <a:pt x="4409" y="9025"/>
                    <a:pt x="4346" y="9047"/>
                  </a:cubicBezTo>
                  <a:cubicBezTo>
                    <a:pt x="3412" y="9363"/>
                    <a:pt x="2127" y="12411"/>
                    <a:pt x="771" y="15788"/>
                  </a:cubicBezTo>
                  <a:cubicBezTo>
                    <a:pt x="421" y="16676"/>
                    <a:pt x="117" y="17435"/>
                    <a:pt x="0" y="17598"/>
                  </a:cubicBezTo>
                  <a:lnTo>
                    <a:pt x="351" y="17832"/>
                  </a:lnTo>
                  <a:cubicBezTo>
                    <a:pt x="480" y="17634"/>
                    <a:pt x="725" y="17050"/>
                    <a:pt x="1169" y="15939"/>
                  </a:cubicBezTo>
                  <a:cubicBezTo>
                    <a:pt x="1975" y="13930"/>
                    <a:pt x="3657" y="9724"/>
                    <a:pt x="4475" y="9444"/>
                  </a:cubicBezTo>
                  <a:cubicBezTo>
                    <a:pt x="4504" y="9434"/>
                    <a:pt x="4536" y="9430"/>
                    <a:pt x="4572" y="9430"/>
                  </a:cubicBezTo>
                  <a:cubicBezTo>
                    <a:pt x="5277" y="9430"/>
                    <a:pt x="7386" y="11212"/>
                    <a:pt x="8809" y="12424"/>
                  </a:cubicBezTo>
                  <a:cubicBezTo>
                    <a:pt x="10659" y="13985"/>
                    <a:pt x="11774" y="14896"/>
                    <a:pt x="12333" y="14896"/>
                  </a:cubicBezTo>
                  <a:cubicBezTo>
                    <a:pt x="12363" y="14896"/>
                    <a:pt x="12392" y="14893"/>
                    <a:pt x="12419" y="14888"/>
                  </a:cubicBezTo>
                  <a:cubicBezTo>
                    <a:pt x="13014" y="14748"/>
                    <a:pt x="14346" y="12470"/>
                    <a:pt x="16472" y="8732"/>
                  </a:cubicBezTo>
                  <a:cubicBezTo>
                    <a:pt x="17513" y="6910"/>
                    <a:pt x="18798" y="4643"/>
                    <a:pt x="19125" y="4386"/>
                  </a:cubicBezTo>
                  <a:cubicBezTo>
                    <a:pt x="19486" y="4480"/>
                    <a:pt x="21005" y="5835"/>
                    <a:pt x="22220" y="6933"/>
                  </a:cubicBezTo>
                  <a:cubicBezTo>
                    <a:pt x="24673" y="9116"/>
                    <a:pt x="26357" y="10572"/>
                    <a:pt x="27072" y="10572"/>
                  </a:cubicBezTo>
                  <a:cubicBezTo>
                    <a:pt x="27100" y="10572"/>
                    <a:pt x="27125" y="10570"/>
                    <a:pt x="27150" y="10566"/>
                  </a:cubicBezTo>
                  <a:cubicBezTo>
                    <a:pt x="27770" y="10472"/>
                    <a:pt x="28704" y="8790"/>
                    <a:pt x="30538" y="5251"/>
                  </a:cubicBezTo>
                  <a:cubicBezTo>
                    <a:pt x="31566" y="3265"/>
                    <a:pt x="32980" y="542"/>
                    <a:pt x="33424" y="425"/>
                  </a:cubicBezTo>
                  <a:cubicBezTo>
                    <a:pt x="33433" y="423"/>
                    <a:pt x="33444" y="422"/>
                    <a:pt x="33458" y="422"/>
                  </a:cubicBezTo>
                  <a:cubicBezTo>
                    <a:pt x="33616" y="422"/>
                    <a:pt x="34140" y="597"/>
                    <a:pt x="35714" y="2213"/>
                  </a:cubicBezTo>
                  <a:cubicBezTo>
                    <a:pt x="36812" y="3323"/>
                    <a:pt x="38061" y="4783"/>
                    <a:pt x="38985" y="5835"/>
                  </a:cubicBezTo>
                  <a:cubicBezTo>
                    <a:pt x="39545" y="6500"/>
                    <a:pt x="39989" y="7014"/>
                    <a:pt x="40257" y="7295"/>
                  </a:cubicBezTo>
                  <a:lnTo>
                    <a:pt x="40561" y="7003"/>
                  </a:lnTo>
                  <a:cubicBezTo>
                    <a:pt x="40304" y="6734"/>
                    <a:pt x="39860" y="6220"/>
                    <a:pt x="39300" y="5566"/>
                  </a:cubicBezTo>
                  <a:cubicBezTo>
                    <a:pt x="36215" y="1992"/>
                    <a:pt x="34331" y="0"/>
                    <a:pt x="3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105938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7AB2C7D-4CFC-426D-BD08-E13012F11005}"/>
              </a:ext>
            </a:extLst>
          </p:cNvPr>
          <p:cNvSpPr txBox="1"/>
          <p:nvPr/>
        </p:nvSpPr>
        <p:spPr>
          <a:xfrm>
            <a:off x="4632960" y="10577946"/>
            <a:ext cx="15118080" cy="7598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s-CO" sz="4000" dirty="0"/>
              <a:t>Seguimiento y Evaluación Etapa Productiva</a:t>
            </a:r>
          </a:p>
        </p:txBody>
      </p:sp>
    </p:spTree>
    <p:extLst>
      <p:ext uri="{BB962C8B-B14F-4D97-AF65-F5344CB8AC3E}">
        <p14:creationId xmlns:p14="http://schemas.microsoft.com/office/powerpoint/2010/main" val="2432136026"/>
      </p:ext>
    </p:extLst>
  </p:cSld>
  <p:clrMapOvr>
    <a:masterClrMapping/>
  </p:clrMapOvr>
  <p:transition spd="med"/>
</p:sld>
</file>

<file path=ppt/theme/theme1.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943239" rtl="0" fontAlgn="auto" latinLnBrk="0" hangingPunct="0">
          <a:lnSpc>
            <a:spcPct val="100000"/>
          </a:lnSpc>
          <a:spcBef>
            <a:spcPts val="0"/>
          </a:spcBef>
          <a:spcAft>
            <a:spcPts val="0"/>
          </a:spcAft>
          <a:buClrTx/>
          <a:buSzTx/>
          <a:buFontTx/>
          <a:buNone/>
          <a:tabLst/>
          <a:defRPr kumimoji="0" sz="3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Positive vs. Negative Leadership by Slidesgo">
  <a:themeElements>
    <a:clrScheme name="Simple Light">
      <a:dk1>
        <a:srgbClr val="321914"/>
      </a:dk1>
      <a:lt1>
        <a:srgbClr val="FFFFFF"/>
      </a:lt1>
      <a:dk2>
        <a:srgbClr val="6E96EB"/>
      </a:dk2>
      <a:lt2>
        <a:srgbClr val="B3CAFB"/>
      </a:lt2>
      <a:accent1>
        <a:srgbClr val="823CC8"/>
      </a:accent1>
      <a:accent2>
        <a:srgbClr val="965AD2"/>
      </a:accent2>
      <a:accent3>
        <a:srgbClr val="AA78DC"/>
      </a:accent3>
      <a:accent4>
        <a:srgbClr val="EBA032"/>
      </a:accent4>
      <a:accent5>
        <a:srgbClr val="F0AF4B"/>
      </a:accent5>
      <a:accent6>
        <a:srgbClr val="F3F3F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943239" rtl="0" fontAlgn="auto" latinLnBrk="0" hangingPunct="0">
          <a:lnSpc>
            <a:spcPct val="100000"/>
          </a:lnSpc>
          <a:spcBef>
            <a:spcPts val="0"/>
          </a:spcBef>
          <a:spcAft>
            <a:spcPts val="0"/>
          </a:spcAft>
          <a:buClrTx/>
          <a:buSzTx/>
          <a:buFontTx/>
          <a:buNone/>
          <a:tabLst/>
          <a:defRPr kumimoji="0" sz="3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edbb1c21-1b45-407e-8894-c97732534993" xsi:nil="true"/>
    <FechayHora xmlns="edbb1c21-1b45-407e-8894-c97732534993" xsi:nil="true"/>
    <TaxCatchAll xmlns="41dd0a9e-964d-48c8-9389-7445c2a187f7" xsi:nil="true"/>
    <lcf76f155ced4ddcb4097134ff3c332f xmlns="edbb1c21-1b45-407e-8894-c97732534993">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80239B14884FBB46AB47CE62E6B5D997" ma:contentTypeVersion="23" ma:contentTypeDescription="Crear nuevo documento." ma:contentTypeScope="" ma:versionID="7588953d79b37feb9934caf9b24b5887">
  <xsd:schema xmlns:xsd="http://www.w3.org/2001/XMLSchema" xmlns:xs="http://www.w3.org/2001/XMLSchema" xmlns:p="http://schemas.microsoft.com/office/2006/metadata/properties" xmlns:ns1="http://schemas.microsoft.com/sharepoint/v3" xmlns:ns2="edbb1c21-1b45-407e-8894-c97732534993" xmlns:ns3="41dd0a9e-964d-48c8-9389-7445c2a187f7" targetNamespace="http://schemas.microsoft.com/office/2006/metadata/properties" ma:root="true" ma:fieldsID="e8a576e1ff98af8803e81906898dd43d" ns1:_="" ns2:_="" ns3:_="">
    <xsd:import namespace="http://schemas.microsoft.com/sharepoint/v3"/>
    <xsd:import namespace="edbb1c21-1b45-407e-8894-c97732534993"/>
    <xsd:import namespace="41dd0a9e-964d-48c8-9389-7445c2a187f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_Flow_SignoffStatus" minOccurs="0"/>
                <xsd:element ref="ns2:FechayHora" minOccurs="0"/>
                <xsd:element ref="ns2:lcf76f155ced4ddcb4097134ff3c332f" minOccurs="0"/>
                <xsd:element ref="ns3:TaxCatchAll"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Propiedades de la Directiva de cumplimiento unificado" ma:hidden="true" ma:internalName="_ip_UnifiedCompliancePolicyProperties">
      <xsd:simpleType>
        <xsd:restriction base="dms:Note"/>
      </xsd:simpleType>
    </xsd:element>
    <xsd:element name="_ip_UnifiedCompliancePolicyUIAction" ma:index="28" nillable="true" ma:displayName="Acción de IU de la Directiva de cumplimiento unificado"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bb1c21-1b45-407e-8894-c97732534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_Flow_SignoffStatus" ma:index="20" nillable="true" ma:displayName="Estado de aprobación" ma:internalName="Estado_x0020_de_x0020_aprobaci_x00f3_n">
      <xsd:simpleType>
        <xsd:restriction base="dms:Text"/>
      </xsd:simpleType>
    </xsd:element>
    <xsd:element name="FechayHora" ma:index="21" nillable="true" ma:displayName="Fecha y Hora" ma:description="Fecha y Hora" ma:format="DateTime" ma:internalName="FechayHora">
      <xsd:simpleType>
        <xsd:restriction base="dms:DateTime"/>
      </xsd:simpleType>
    </xsd:element>
    <xsd:element name="lcf76f155ced4ddcb4097134ff3c332f" ma:index="23" nillable="true" ma:taxonomy="true" ma:internalName="lcf76f155ced4ddcb4097134ff3c332f" ma:taxonomyFieldName="MediaServiceImageTags" ma:displayName="Etiquetas de imagen" ma:readOnly="false" ma:fieldId="{5cf76f15-5ced-4ddc-b409-7134ff3c332f}" ma:taxonomyMulti="true" ma:sspId="d33c8c81-5745-4931-bcc4-c2aeafe86780"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dd0a9e-964d-48c8-9389-7445c2a187f7"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4" nillable="true" ma:displayName="Taxonomy Catch All Column" ma:hidden="true" ma:list="{df955bbf-853c-4bfd-87ed-1b9a3029639f}" ma:internalName="TaxCatchAll" ma:showField="CatchAllData" ma:web="41dd0a9e-964d-48c8-9389-7445c2a187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B3906B-E03A-443C-87FE-6F3A1D4EAD87}">
  <ds:schemaRefs>
    <ds:schemaRef ds:uri="http://schemas.microsoft.com/office/2006/metadata/properties"/>
    <ds:schemaRef ds:uri="http://www.w3.org/2000/xmlns/"/>
    <ds:schemaRef ds:uri="http://schemas.microsoft.com/office/infopath/2007/PartnerControls"/>
    <ds:schemaRef ds:uri="edbb1c21-1b45-407e-8894-c97732534993"/>
  </ds:schemaRefs>
</ds:datastoreItem>
</file>

<file path=customXml/itemProps2.xml><?xml version="1.0" encoding="utf-8"?>
<ds:datastoreItem xmlns:ds="http://schemas.openxmlformats.org/officeDocument/2006/customXml" ds:itemID="{36FCA107-F131-4800-92A6-E7BFE5C1EA59}"/>
</file>

<file path=customXml/itemProps3.xml><?xml version="1.0" encoding="utf-8"?>
<ds:datastoreItem xmlns:ds="http://schemas.openxmlformats.org/officeDocument/2006/customXml" ds:itemID="{823A512E-53C2-4A90-B510-4E76606719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3452</TotalTime>
  <Words>1179</Words>
  <Application>Microsoft Office PowerPoint</Application>
  <PresentationFormat>Personalizado</PresentationFormat>
  <Paragraphs>96</Paragraphs>
  <Slides>16</Slides>
  <Notes>1</Notes>
  <HiddenSlides>0</HiddenSlides>
  <MMClips>0</MMClips>
  <ScaleCrop>false</ScaleCrop>
  <HeadingPairs>
    <vt:vector size="4" baseType="variant">
      <vt:variant>
        <vt:lpstr>Tema</vt:lpstr>
      </vt:variant>
      <vt:variant>
        <vt:i4>2</vt:i4>
      </vt:variant>
      <vt:variant>
        <vt:lpstr>Títulos de diapositiva</vt:lpstr>
      </vt:variant>
      <vt:variant>
        <vt:i4>16</vt:i4>
      </vt:variant>
    </vt:vector>
  </HeadingPairs>
  <TitlesOfParts>
    <vt:vector size="18" baseType="lpstr">
      <vt:lpstr>Black</vt:lpstr>
      <vt:lpstr>Positive vs. Negative Leadership by Slidesgo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Alicia Mercedes Rico Atencio</dc:creator>
  <cp:lastModifiedBy>Juan Camilo Pulgarin Vanegas</cp:lastModifiedBy>
  <cp:revision>227</cp:revision>
  <dcterms:modified xsi:type="dcterms:W3CDTF">2022-07-18T21:40:30Z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0x01010080239B14884FBB46AB47CE62E6B5D997</vt:lpwstr>
  </property>
  <property fmtid="{D5CDD505-2E9C-101B-9397-08002B2CF9AE}" pid="3" name="MSIP_Label_1299739c-ad3d-4908-806e-4d91151a6e13_Enabled">
    <vt:lpwstr>true</vt:lpwstr>
  </property>
  <property fmtid="{D5CDD505-2E9C-101B-9397-08002B2CF9AE}" pid="4" name="MSIP_Label_1299739c-ad3d-4908-806e-4d91151a6e13_SetDate">
    <vt:lpwstr>2022-07-18T21:40:29Z</vt:lpwstr>
  </property>
  <property fmtid="{D5CDD505-2E9C-101B-9397-08002B2CF9AE}" pid="5" name="MSIP_Label_1299739c-ad3d-4908-806e-4d91151a6e13_Method">
    <vt:lpwstr>Standard</vt:lpwstr>
  </property>
  <property fmtid="{D5CDD505-2E9C-101B-9397-08002B2CF9AE}" pid="6" name="MSIP_Label_1299739c-ad3d-4908-806e-4d91151a6e13_Name">
    <vt:lpwstr>All Employees (Unrestricted)</vt:lpwstr>
  </property>
  <property fmtid="{D5CDD505-2E9C-101B-9397-08002B2CF9AE}" pid="7" name="MSIP_Label_1299739c-ad3d-4908-806e-4d91151a6e13_SiteId">
    <vt:lpwstr>cbc2c381-2f2e-4d93-91d1-506c9316ace7</vt:lpwstr>
  </property>
  <property fmtid="{D5CDD505-2E9C-101B-9397-08002B2CF9AE}" pid="8" name="MSIP_Label_1299739c-ad3d-4908-806e-4d91151a6e13_ActionId">
    <vt:lpwstr>d4bb16d1-244f-4a9e-adcd-8b9f1c5b982a</vt:lpwstr>
  </property>
  <property fmtid="{D5CDD505-2E9C-101B-9397-08002B2CF9AE}" pid="9" name="MSIP_Label_1299739c-ad3d-4908-806e-4d91151a6e13_ContentBits">
    <vt:lpwstr>0</vt:lpwstr>
  </property>
  <property fmtid="{D5CDD505-2E9C-101B-9397-08002B2CF9AE}" pid="10" name="MediaServiceImageTags">
    <vt:lpwstr/>
  </property>
</Properties>
</file>