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9"/>
  </p:notesMasterIdLst>
  <p:handoutMasterIdLst>
    <p:handoutMasterId r:id="rId30"/>
  </p:handoutMasterIdLst>
  <p:sldIdLst>
    <p:sldId id="538" r:id="rId5"/>
    <p:sldId id="539" r:id="rId6"/>
    <p:sldId id="540" r:id="rId7"/>
    <p:sldId id="542" r:id="rId8"/>
    <p:sldId id="543" r:id="rId9"/>
    <p:sldId id="544" r:id="rId10"/>
    <p:sldId id="545" r:id="rId11"/>
    <p:sldId id="546" r:id="rId12"/>
    <p:sldId id="547" r:id="rId13"/>
    <p:sldId id="548" r:id="rId14"/>
    <p:sldId id="549" r:id="rId15"/>
    <p:sldId id="550" r:id="rId16"/>
    <p:sldId id="551" r:id="rId17"/>
    <p:sldId id="552" r:id="rId18"/>
    <p:sldId id="553" r:id="rId19"/>
    <p:sldId id="555" r:id="rId20"/>
    <p:sldId id="563" r:id="rId21"/>
    <p:sldId id="564" r:id="rId22"/>
    <p:sldId id="557" r:id="rId23"/>
    <p:sldId id="558" r:id="rId24"/>
    <p:sldId id="559" r:id="rId25"/>
    <p:sldId id="561" r:id="rId26"/>
    <p:sldId id="562" r:id="rId27"/>
    <p:sldId id="531" r:id="rId2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5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8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nny Villa" initials="DV" lastIdx="3" clrIdx="0">
    <p:extLst>
      <p:ext uri="{19B8F6BF-5375-455C-9EA6-DF929625EA0E}">
        <p15:presenceInfo xmlns:p15="http://schemas.microsoft.com/office/powerpoint/2012/main" userId="4c64239d72b895a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3433"/>
    <a:srgbClr val="FF6C00"/>
    <a:srgbClr val="38AA00"/>
    <a:srgbClr val="4D4D4C"/>
    <a:srgbClr val="766363"/>
    <a:srgbClr val="FFF5EA"/>
    <a:srgbClr val="0032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1D5E7D-7632-2FF9-E882-41D01B2548FB}" v="44" dt="2025-08-05T18:17:03.1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960"/>
    <p:restoredTop sz="97242"/>
  </p:normalViewPr>
  <p:slideViewPr>
    <p:cSldViewPr snapToGrid="0">
      <p:cViewPr varScale="1">
        <p:scale>
          <a:sx n="72" d="100"/>
          <a:sy n="72" d="100"/>
        </p:scale>
        <p:origin x="1002" y="66"/>
      </p:cViewPr>
      <p:guideLst>
        <p:guide orient="horz" pos="595"/>
        <p:guide pos="3840"/>
        <p:guide orient="horz" pos="1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533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ny Marlody Villa Olaya" userId="S::dvillao@sena.edu.co::a8f98057-9467-440f-9c6b-120a59b11f3e" providerId="AD" clId="Web-{6D998A69-2749-D87F-F3F4-F934762DF3C8}"/>
    <pc:docChg chg="modSld">
      <pc:chgData name="Danny Marlody Villa Olaya" userId="S::dvillao@sena.edu.co::a8f98057-9467-440f-9c6b-120a59b11f3e" providerId="AD" clId="Web-{6D998A69-2749-D87F-F3F4-F934762DF3C8}" dt="2025-03-05T15:12:09.967" v="4" actId="20577"/>
      <pc:docMkLst>
        <pc:docMk/>
      </pc:docMkLst>
      <pc:sldChg chg="modSp">
        <pc:chgData name="Danny Marlody Villa Olaya" userId="S::dvillao@sena.edu.co::a8f98057-9467-440f-9c6b-120a59b11f3e" providerId="AD" clId="Web-{6D998A69-2749-D87F-F3F4-F934762DF3C8}" dt="2025-03-05T15:12:09.967" v="4" actId="20577"/>
        <pc:sldMkLst>
          <pc:docMk/>
          <pc:sldMk cId="281080768" sldId="540"/>
        </pc:sldMkLst>
      </pc:sldChg>
    </pc:docChg>
  </pc:docChgLst>
  <pc:docChgLst>
    <pc:chgData name="Karin Rusbby Lievano Acuña" userId="S::krlievano@sena.edu.co::6f18f010-332b-4821-9c4f-4cded6eae99e" providerId="AD" clId="Web-{111D5E7D-7632-2FF9-E882-41D01B2548FB}"/>
    <pc:docChg chg="modSld">
      <pc:chgData name="Karin Rusbby Lievano Acuña" userId="S::krlievano@sena.edu.co::6f18f010-332b-4821-9c4f-4cded6eae99e" providerId="AD" clId="Web-{111D5E7D-7632-2FF9-E882-41D01B2548FB}" dt="2025-08-05T18:17:02.744" v="42" actId="20577"/>
      <pc:docMkLst>
        <pc:docMk/>
      </pc:docMkLst>
      <pc:sldChg chg="modSp">
        <pc:chgData name="Karin Rusbby Lievano Acuña" userId="S::krlievano@sena.edu.co::6f18f010-332b-4821-9c4f-4cded6eae99e" providerId="AD" clId="Web-{111D5E7D-7632-2FF9-E882-41D01B2548FB}" dt="2025-08-05T18:17:02.744" v="42" actId="20577"/>
        <pc:sldMkLst>
          <pc:docMk/>
          <pc:sldMk cId="3409726023" sldId="538"/>
        </pc:sldMkLst>
        <pc:spChg chg="mod">
          <ac:chgData name="Karin Rusbby Lievano Acuña" userId="S::krlievano@sena.edu.co::6f18f010-332b-4821-9c4f-4cded6eae99e" providerId="AD" clId="Web-{111D5E7D-7632-2FF9-E882-41D01B2548FB}" dt="2025-08-05T18:17:02.744" v="42" actId="20577"/>
          <ac:spMkLst>
            <pc:docMk/>
            <pc:sldMk cId="3409726023" sldId="538"/>
            <ac:spMk id="3" creationId="{B9583575-0B4C-43A0-B2A8-5029B181E578}"/>
          </ac:spMkLst>
        </pc:spChg>
      </pc:sldChg>
    </pc:docChg>
  </pc:docChgLst>
  <pc:docChgLst>
    <pc:chgData name="Danny Villa" userId="4c64239d72b895ac" providerId="LiveId" clId="{7864034F-2740-47F4-A478-A50B60CBD80B}"/>
    <pc:docChg chg="undo redo custSel addSld delSld modSld sldOrd">
      <pc:chgData name="Danny Villa" userId="4c64239d72b895ac" providerId="LiveId" clId="{7864034F-2740-47F4-A478-A50B60CBD80B}" dt="2024-12-17T06:16:58.471" v="14304" actId="113"/>
      <pc:docMkLst>
        <pc:docMk/>
      </pc:docMkLst>
      <pc:sldChg chg="del">
        <pc:chgData name="Danny Villa" userId="4c64239d72b895ac" providerId="LiveId" clId="{7864034F-2740-47F4-A478-A50B60CBD80B}" dt="2024-12-17T00:51:02.147" v="2820" actId="2696"/>
        <pc:sldMkLst>
          <pc:docMk/>
          <pc:sldMk cId="2269292441" sldId="532"/>
        </pc:sldMkLst>
      </pc:sldChg>
      <pc:sldChg chg="addSp delSp modSp del mod ord">
        <pc:chgData name="Danny Villa" userId="4c64239d72b895ac" providerId="LiveId" clId="{7864034F-2740-47F4-A478-A50B60CBD80B}" dt="2024-12-17T02:40:40.236" v="7754" actId="2696"/>
        <pc:sldMkLst>
          <pc:docMk/>
          <pc:sldMk cId="1971142826" sldId="535"/>
        </pc:sldMkLst>
      </pc:sldChg>
      <pc:sldChg chg="del">
        <pc:chgData name="Danny Villa" userId="4c64239d72b895ac" providerId="LiveId" clId="{7864034F-2740-47F4-A478-A50B60CBD80B}" dt="2024-12-17T00:51:20.257" v="2822" actId="2696"/>
        <pc:sldMkLst>
          <pc:docMk/>
          <pc:sldMk cId="458058105" sldId="536"/>
        </pc:sldMkLst>
      </pc:sldChg>
      <pc:sldChg chg="del">
        <pc:chgData name="Danny Villa" userId="4c64239d72b895ac" providerId="LiveId" clId="{7864034F-2740-47F4-A478-A50B60CBD80B}" dt="2024-12-17T00:51:12.141" v="2821" actId="2696"/>
        <pc:sldMkLst>
          <pc:docMk/>
          <pc:sldMk cId="3038000178" sldId="537"/>
        </pc:sldMkLst>
      </pc:sldChg>
      <pc:sldChg chg="addSp delSp modSp mod modClrScheme chgLayout">
        <pc:chgData name="Danny Villa" userId="4c64239d72b895ac" providerId="LiveId" clId="{7864034F-2740-47F4-A478-A50B60CBD80B}" dt="2024-12-17T05:51:47.265" v="14162" actId="1076"/>
        <pc:sldMkLst>
          <pc:docMk/>
          <pc:sldMk cId="3409726023" sldId="538"/>
        </pc:sldMkLst>
      </pc:sldChg>
      <pc:sldChg chg="addSp delSp modSp mod">
        <pc:chgData name="Danny Villa" userId="4c64239d72b895ac" providerId="LiveId" clId="{7864034F-2740-47F4-A478-A50B60CBD80B}" dt="2024-12-17T04:58:01.525" v="11885" actId="14100"/>
        <pc:sldMkLst>
          <pc:docMk/>
          <pc:sldMk cId="1124616190" sldId="539"/>
        </pc:sldMkLst>
      </pc:sldChg>
      <pc:sldChg chg="addSp delSp modSp mod">
        <pc:chgData name="Danny Villa" userId="4c64239d72b895ac" providerId="LiveId" clId="{7864034F-2740-47F4-A478-A50B60CBD80B}" dt="2024-12-17T05:49:21.543" v="14087" actId="20577"/>
        <pc:sldMkLst>
          <pc:docMk/>
          <pc:sldMk cId="281080768" sldId="540"/>
        </pc:sldMkLst>
      </pc:sldChg>
      <pc:sldChg chg="del">
        <pc:chgData name="Danny Villa" userId="4c64239d72b895ac" providerId="LiveId" clId="{7864034F-2740-47F4-A478-A50B60CBD80B}" dt="2024-12-17T00:51:24.085" v="2823" actId="2696"/>
        <pc:sldMkLst>
          <pc:docMk/>
          <pc:sldMk cId="1129184617" sldId="541"/>
        </pc:sldMkLst>
      </pc:sldChg>
      <pc:sldChg chg="new del">
        <pc:chgData name="Danny Villa" userId="4c64239d72b895ac" providerId="LiveId" clId="{7864034F-2740-47F4-A478-A50B60CBD80B}" dt="2024-12-16T21:58:12.898" v="28" actId="47"/>
        <pc:sldMkLst>
          <pc:docMk/>
          <pc:sldMk cId="2578302138" sldId="542"/>
        </pc:sldMkLst>
      </pc:sldChg>
      <pc:sldChg chg="addSp delSp modSp add mod">
        <pc:chgData name="Danny Villa" userId="4c64239d72b895ac" providerId="LiveId" clId="{7864034F-2740-47F4-A478-A50B60CBD80B}" dt="2024-12-17T02:23:21.904" v="6750" actId="478"/>
        <pc:sldMkLst>
          <pc:docMk/>
          <pc:sldMk cId="3964161274" sldId="542"/>
        </pc:sldMkLst>
      </pc:sldChg>
      <pc:sldChg chg="addSp delSp modSp add mod">
        <pc:chgData name="Danny Villa" userId="4c64239d72b895ac" providerId="LiveId" clId="{7864034F-2740-47F4-A478-A50B60CBD80B}" dt="2024-12-17T02:24:44.824" v="6765" actId="478"/>
        <pc:sldMkLst>
          <pc:docMk/>
          <pc:sldMk cId="4057238710" sldId="543"/>
        </pc:sldMkLst>
      </pc:sldChg>
      <pc:sldChg chg="addSp delSp modSp add mod">
        <pc:chgData name="Danny Villa" userId="4c64239d72b895ac" providerId="LiveId" clId="{7864034F-2740-47F4-A478-A50B60CBD80B}" dt="2024-12-17T05:55:23.292" v="14180" actId="1076"/>
        <pc:sldMkLst>
          <pc:docMk/>
          <pc:sldMk cId="1661346236" sldId="544"/>
        </pc:sldMkLst>
      </pc:sldChg>
      <pc:sldChg chg="addSp delSp modSp add mod addCm delCm">
        <pc:chgData name="Danny Villa" userId="4c64239d72b895ac" providerId="LiveId" clId="{7864034F-2740-47F4-A478-A50B60CBD80B}" dt="2024-12-17T04:17:18.215" v="10070" actId="20577"/>
        <pc:sldMkLst>
          <pc:docMk/>
          <pc:sldMk cId="2327089721" sldId="545"/>
        </pc:sldMkLst>
      </pc:sldChg>
      <pc:sldChg chg="addSp delSp modSp add mod">
        <pc:chgData name="Danny Villa" userId="4c64239d72b895ac" providerId="LiveId" clId="{7864034F-2740-47F4-A478-A50B60CBD80B}" dt="2024-12-17T05:58:43.054" v="14213" actId="207"/>
        <pc:sldMkLst>
          <pc:docMk/>
          <pc:sldMk cId="854316620" sldId="546"/>
        </pc:sldMkLst>
      </pc:sldChg>
      <pc:sldChg chg="addSp delSp modSp add mod">
        <pc:chgData name="Danny Villa" userId="4c64239d72b895ac" providerId="LiveId" clId="{7864034F-2740-47F4-A478-A50B60CBD80B}" dt="2024-12-17T06:11:25.201" v="14254" actId="1076"/>
        <pc:sldMkLst>
          <pc:docMk/>
          <pc:sldMk cId="656277142" sldId="547"/>
        </pc:sldMkLst>
      </pc:sldChg>
      <pc:sldChg chg="addSp delSp modSp add mod">
        <pc:chgData name="Danny Villa" userId="4c64239d72b895ac" providerId="LiveId" clId="{7864034F-2740-47F4-A478-A50B60CBD80B}" dt="2024-12-17T04:20:06.966" v="10079" actId="14100"/>
        <pc:sldMkLst>
          <pc:docMk/>
          <pc:sldMk cId="3007749755" sldId="548"/>
        </pc:sldMkLst>
      </pc:sldChg>
      <pc:sldChg chg="addSp delSp modSp add mod">
        <pc:chgData name="Danny Villa" userId="4c64239d72b895ac" providerId="LiveId" clId="{7864034F-2740-47F4-A478-A50B60CBD80B}" dt="2024-12-17T03:50:50.047" v="9056" actId="1076"/>
        <pc:sldMkLst>
          <pc:docMk/>
          <pc:sldMk cId="2795134883" sldId="549"/>
        </pc:sldMkLst>
      </pc:sldChg>
      <pc:sldChg chg="new del">
        <pc:chgData name="Danny Villa" userId="4c64239d72b895ac" providerId="LiveId" clId="{7864034F-2740-47F4-A478-A50B60CBD80B}" dt="2024-12-16T23:29:39.076" v="732" actId="680"/>
        <pc:sldMkLst>
          <pc:docMk/>
          <pc:sldMk cId="3976867118" sldId="549"/>
        </pc:sldMkLst>
      </pc:sldChg>
      <pc:sldChg chg="addSp delSp modSp add mod">
        <pc:chgData name="Danny Villa" userId="4c64239d72b895ac" providerId="LiveId" clId="{7864034F-2740-47F4-A478-A50B60CBD80B}" dt="2024-12-17T04:34:07.241" v="10735" actId="14100"/>
        <pc:sldMkLst>
          <pc:docMk/>
          <pc:sldMk cId="106559986" sldId="550"/>
        </pc:sldMkLst>
      </pc:sldChg>
      <pc:sldChg chg="addSp delSp modSp add mod">
        <pc:chgData name="Danny Villa" userId="4c64239d72b895ac" providerId="LiveId" clId="{7864034F-2740-47F4-A478-A50B60CBD80B}" dt="2024-12-17T04:30:48.667" v="10713" actId="14100"/>
        <pc:sldMkLst>
          <pc:docMk/>
          <pc:sldMk cId="3310068663" sldId="551"/>
        </pc:sldMkLst>
      </pc:sldChg>
      <pc:sldChg chg="addSp delSp modSp add mod">
        <pc:chgData name="Danny Villa" userId="4c64239d72b895ac" providerId="LiveId" clId="{7864034F-2740-47F4-A478-A50B60CBD80B}" dt="2024-12-17T06:14:28.523" v="14272" actId="1076"/>
        <pc:sldMkLst>
          <pc:docMk/>
          <pc:sldMk cId="2367355856" sldId="552"/>
        </pc:sldMkLst>
      </pc:sldChg>
      <pc:sldChg chg="addSp delSp modSp add mod">
        <pc:chgData name="Danny Villa" userId="4c64239d72b895ac" providerId="LiveId" clId="{7864034F-2740-47F4-A478-A50B60CBD80B}" dt="2024-12-17T06:12:33.202" v="14259" actId="207"/>
        <pc:sldMkLst>
          <pc:docMk/>
          <pc:sldMk cId="2171979329" sldId="553"/>
        </pc:sldMkLst>
      </pc:sldChg>
      <pc:sldChg chg="addSp delSp modSp add del mod">
        <pc:chgData name="Danny Villa" userId="4c64239d72b895ac" providerId="LiveId" clId="{7864034F-2740-47F4-A478-A50B60CBD80B}" dt="2024-12-17T05:00:38.085" v="11890" actId="2696"/>
        <pc:sldMkLst>
          <pc:docMk/>
          <pc:sldMk cId="979919996" sldId="554"/>
        </pc:sldMkLst>
      </pc:sldChg>
      <pc:sldChg chg="addSp delSp modSp add mod">
        <pc:chgData name="Danny Villa" userId="4c64239d72b895ac" providerId="LiveId" clId="{7864034F-2740-47F4-A478-A50B60CBD80B}" dt="2024-12-17T06:11:54.732" v="14255" actId="20577"/>
        <pc:sldMkLst>
          <pc:docMk/>
          <pc:sldMk cId="3013237474" sldId="555"/>
        </pc:sldMkLst>
      </pc:sldChg>
      <pc:sldChg chg="addSp delSp modSp add del mod">
        <pc:chgData name="Danny Villa" userId="4c64239d72b895ac" providerId="LiveId" clId="{7864034F-2740-47F4-A478-A50B60CBD80B}" dt="2024-12-17T05:43:35.862" v="14058" actId="47"/>
        <pc:sldMkLst>
          <pc:docMk/>
          <pc:sldMk cId="1577596767" sldId="556"/>
        </pc:sldMkLst>
      </pc:sldChg>
      <pc:sldChg chg="addSp delSp modSp add mod">
        <pc:chgData name="Danny Villa" userId="4c64239d72b895ac" providerId="LiveId" clId="{7864034F-2740-47F4-A478-A50B60CBD80B}" dt="2024-12-17T01:12:58.425" v="3825" actId="207"/>
        <pc:sldMkLst>
          <pc:docMk/>
          <pc:sldMk cId="839246320" sldId="557"/>
        </pc:sldMkLst>
      </pc:sldChg>
      <pc:sldChg chg="addSp delSp modSp add mod">
        <pc:chgData name="Danny Villa" userId="4c64239d72b895ac" providerId="LiveId" clId="{7864034F-2740-47F4-A478-A50B60CBD80B}" dt="2024-12-17T06:16:20.574" v="14299" actId="1076"/>
        <pc:sldMkLst>
          <pc:docMk/>
          <pc:sldMk cId="3587760202" sldId="558"/>
        </pc:sldMkLst>
      </pc:sldChg>
      <pc:sldChg chg="addSp delSp modSp add mod">
        <pc:chgData name="Danny Villa" userId="4c64239d72b895ac" providerId="LiveId" clId="{7864034F-2740-47F4-A478-A50B60CBD80B}" dt="2024-12-17T06:16:48.417" v="14303" actId="113"/>
        <pc:sldMkLst>
          <pc:docMk/>
          <pc:sldMk cId="4142990344" sldId="559"/>
        </pc:sldMkLst>
      </pc:sldChg>
      <pc:sldChg chg="addSp delSp modSp add del mod">
        <pc:chgData name="Danny Villa" userId="4c64239d72b895ac" providerId="LiveId" clId="{7864034F-2740-47F4-A478-A50B60CBD80B}" dt="2024-12-17T00:27:25.915" v="1995" actId="2696"/>
        <pc:sldMkLst>
          <pc:docMk/>
          <pc:sldMk cId="1371221449" sldId="560"/>
        </pc:sldMkLst>
      </pc:sldChg>
      <pc:sldChg chg="addSp delSp modSp add mod">
        <pc:chgData name="Danny Villa" userId="4c64239d72b895ac" providerId="LiveId" clId="{7864034F-2740-47F4-A478-A50B60CBD80B}" dt="2024-12-17T06:16:58.471" v="14304" actId="113"/>
        <pc:sldMkLst>
          <pc:docMk/>
          <pc:sldMk cId="646536827" sldId="561"/>
        </pc:sldMkLst>
      </pc:sldChg>
      <pc:sldChg chg="addSp delSp modSp add mod">
        <pc:chgData name="Danny Villa" userId="4c64239d72b895ac" providerId="LiveId" clId="{7864034F-2740-47F4-A478-A50B60CBD80B}" dt="2024-12-17T05:02:45.822" v="11897" actId="207"/>
        <pc:sldMkLst>
          <pc:docMk/>
          <pc:sldMk cId="3162806144" sldId="562"/>
        </pc:sldMkLst>
      </pc:sldChg>
      <pc:sldChg chg="modSp new del mod">
        <pc:chgData name="Danny Villa" userId="4c64239d72b895ac" providerId="LiveId" clId="{7864034F-2740-47F4-A478-A50B60CBD80B}" dt="2024-12-17T00:47:52.333" v="2575" actId="2696"/>
        <pc:sldMkLst>
          <pc:docMk/>
          <pc:sldMk cId="1382210728" sldId="563"/>
        </pc:sldMkLst>
      </pc:sldChg>
      <pc:sldChg chg="addSp delSp modSp add mod">
        <pc:chgData name="Danny Villa" userId="4c64239d72b895ac" providerId="LiveId" clId="{7864034F-2740-47F4-A478-A50B60CBD80B}" dt="2024-12-17T06:12:49.752" v="14260" actId="113"/>
        <pc:sldMkLst>
          <pc:docMk/>
          <pc:sldMk cId="2067652283" sldId="563"/>
        </pc:sldMkLst>
      </pc:sldChg>
      <pc:sldChg chg="new del">
        <pc:chgData name="Danny Villa" userId="4c64239d72b895ac" providerId="LiveId" clId="{7864034F-2740-47F4-A478-A50B60CBD80B}" dt="2024-12-17T00:47:47.858" v="2574" actId="2696"/>
        <pc:sldMkLst>
          <pc:docMk/>
          <pc:sldMk cId="2116785727" sldId="564"/>
        </pc:sldMkLst>
      </pc:sldChg>
      <pc:sldChg chg="addSp delSp modSp add mod">
        <pc:chgData name="Danny Villa" userId="4c64239d72b895ac" providerId="LiveId" clId="{7864034F-2740-47F4-A478-A50B60CBD80B}" dt="2024-12-17T06:12:59.601" v="14261" actId="113"/>
        <pc:sldMkLst>
          <pc:docMk/>
          <pc:sldMk cId="4070781734" sldId="564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AE9D9BE-0227-46B0-9264-4FB11270A966}" type="doc">
      <dgm:prSet loTypeId="urn:microsoft.com/office/officeart/2005/8/layout/StepDownProcess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s-CO"/>
        </a:p>
      </dgm:t>
    </dgm:pt>
    <dgm:pt modelId="{6F15143F-C891-44ED-9EE6-882199405776}">
      <dgm:prSet phldrT="[Texto]"/>
      <dgm:spPr/>
      <dgm:t>
        <a:bodyPr/>
        <a:lstStyle/>
        <a:p>
          <a:r>
            <a:rPr lang="es-MX" b="1" dirty="0"/>
            <a:t>Capítulo I Definición</a:t>
          </a:r>
          <a:endParaRPr lang="es-CO" b="1" dirty="0"/>
        </a:p>
      </dgm:t>
    </dgm:pt>
    <dgm:pt modelId="{50B9FBE9-01F3-4CB1-BE43-772F9B3F9ED9}" type="parTrans" cxnId="{BC2C6FAF-16B5-4F68-94EC-0BC5438F4D7E}">
      <dgm:prSet/>
      <dgm:spPr/>
      <dgm:t>
        <a:bodyPr/>
        <a:lstStyle/>
        <a:p>
          <a:endParaRPr lang="es-CO"/>
        </a:p>
      </dgm:t>
    </dgm:pt>
    <dgm:pt modelId="{2B9E2087-3D39-414B-AAB5-1165BB57B7CB}" type="sibTrans" cxnId="{BC2C6FAF-16B5-4F68-94EC-0BC5438F4D7E}">
      <dgm:prSet/>
      <dgm:spPr/>
      <dgm:t>
        <a:bodyPr/>
        <a:lstStyle/>
        <a:p>
          <a:endParaRPr lang="es-CO"/>
        </a:p>
      </dgm:t>
    </dgm:pt>
    <dgm:pt modelId="{6C1C5765-0D28-4E55-A453-8D6B74FF5213}">
      <dgm:prSet phldrT="[Texto]"/>
      <dgm:spPr/>
      <dgm:t>
        <a:bodyPr/>
        <a:lstStyle/>
        <a:p>
          <a:r>
            <a:rPr lang="es-MX" dirty="0"/>
            <a:t>Art 2. Ámbito de aplicación y Transición </a:t>
          </a:r>
          <a:endParaRPr lang="es-CO" dirty="0"/>
        </a:p>
      </dgm:t>
    </dgm:pt>
    <dgm:pt modelId="{265AA4E1-9217-4D15-92B7-73CC5687E06D}" type="parTrans" cxnId="{D01589EC-72A3-4C6B-A2C8-77D25192E2D8}">
      <dgm:prSet/>
      <dgm:spPr/>
      <dgm:t>
        <a:bodyPr/>
        <a:lstStyle/>
        <a:p>
          <a:endParaRPr lang="es-CO"/>
        </a:p>
      </dgm:t>
    </dgm:pt>
    <dgm:pt modelId="{EB57D177-126D-41EF-BCA6-CE63138E1BE9}" type="sibTrans" cxnId="{D01589EC-72A3-4C6B-A2C8-77D25192E2D8}">
      <dgm:prSet/>
      <dgm:spPr/>
      <dgm:t>
        <a:bodyPr/>
        <a:lstStyle/>
        <a:p>
          <a:endParaRPr lang="es-CO"/>
        </a:p>
      </dgm:t>
    </dgm:pt>
    <dgm:pt modelId="{2E6A907E-0076-4753-A8FA-6ADAA62295D0}">
      <dgm:prSet phldrT="[Texto]"/>
      <dgm:spPr/>
      <dgm:t>
        <a:bodyPr/>
        <a:lstStyle/>
        <a:p>
          <a:pPr algn="just"/>
          <a:r>
            <a:rPr lang="es-MX" dirty="0"/>
            <a:t>El Reglamento será aplicable a todos los aprendices que se matriculen en programas de formación SENA, a partir de la fecha de publicación. </a:t>
          </a:r>
          <a:endParaRPr lang="es-CO" dirty="0"/>
        </a:p>
      </dgm:t>
    </dgm:pt>
    <dgm:pt modelId="{1D7EFA2E-157D-4960-981C-6CAAFBB85A6F}" type="parTrans" cxnId="{B2A829EF-2CFF-4D51-8F09-94DFAFFE4E83}">
      <dgm:prSet/>
      <dgm:spPr/>
      <dgm:t>
        <a:bodyPr/>
        <a:lstStyle/>
        <a:p>
          <a:endParaRPr lang="es-CO"/>
        </a:p>
      </dgm:t>
    </dgm:pt>
    <dgm:pt modelId="{113E0B7F-081E-439A-828C-C6D6F3F51C9C}" type="sibTrans" cxnId="{B2A829EF-2CFF-4D51-8F09-94DFAFFE4E83}">
      <dgm:prSet/>
      <dgm:spPr/>
      <dgm:t>
        <a:bodyPr/>
        <a:lstStyle/>
        <a:p>
          <a:endParaRPr lang="es-CO"/>
        </a:p>
      </dgm:t>
    </dgm:pt>
    <dgm:pt modelId="{00E758CE-4438-4860-A904-56E12017A4CD}">
      <dgm:prSet phldrT="[Texto]"/>
      <dgm:spPr/>
      <dgm:t>
        <a:bodyPr/>
        <a:lstStyle/>
        <a:p>
          <a:r>
            <a:rPr lang="es-MX" dirty="0"/>
            <a:t>Art 3. Vigencia y Derogatorias</a:t>
          </a:r>
          <a:endParaRPr lang="es-CO" dirty="0"/>
        </a:p>
      </dgm:t>
    </dgm:pt>
    <dgm:pt modelId="{ED14BAB5-DFEA-47AD-B4A7-C4B089511CD1}" type="parTrans" cxnId="{AA39CC56-A3CA-41AD-950C-121409455166}">
      <dgm:prSet/>
      <dgm:spPr/>
      <dgm:t>
        <a:bodyPr/>
        <a:lstStyle/>
        <a:p>
          <a:endParaRPr lang="es-CO"/>
        </a:p>
      </dgm:t>
    </dgm:pt>
    <dgm:pt modelId="{20B9422F-FE53-4E09-9DA6-A09C7ED77870}" type="sibTrans" cxnId="{AA39CC56-A3CA-41AD-950C-121409455166}">
      <dgm:prSet/>
      <dgm:spPr/>
      <dgm:t>
        <a:bodyPr/>
        <a:lstStyle/>
        <a:p>
          <a:endParaRPr lang="es-CO"/>
        </a:p>
      </dgm:t>
    </dgm:pt>
    <dgm:pt modelId="{148F330F-89D3-46F0-B8B2-6F4E94BFA473}">
      <dgm:prSet phldrT="[Texto]" custT="1"/>
      <dgm:spPr/>
      <dgm:t>
        <a:bodyPr/>
        <a:lstStyle/>
        <a:p>
          <a:pPr algn="just"/>
          <a:r>
            <a:rPr lang="es-MX" sz="1700" dirty="0"/>
            <a:t>El presente acuerdo rige a partir de la fecha de publicación y deroga en su totalidad los acuerdo 7 del 2012, 2 de 2014, 6 del 2023 y 2 de 2023</a:t>
          </a:r>
          <a:endParaRPr lang="es-CO" sz="1700" dirty="0"/>
        </a:p>
      </dgm:t>
    </dgm:pt>
    <dgm:pt modelId="{AB5BBE8F-8CA3-4B1A-BECF-3666F982AF27}" type="parTrans" cxnId="{D95AAA10-8A1C-4BA5-880C-DC122F2D5452}">
      <dgm:prSet/>
      <dgm:spPr/>
      <dgm:t>
        <a:bodyPr/>
        <a:lstStyle/>
        <a:p>
          <a:endParaRPr lang="es-CO"/>
        </a:p>
      </dgm:t>
    </dgm:pt>
    <dgm:pt modelId="{0A727D1D-4870-4F82-8498-27AE8ADC39B7}" type="sibTrans" cxnId="{D95AAA10-8A1C-4BA5-880C-DC122F2D5452}">
      <dgm:prSet/>
      <dgm:spPr/>
      <dgm:t>
        <a:bodyPr/>
        <a:lstStyle/>
        <a:p>
          <a:endParaRPr lang="es-CO"/>
        </a:p>
      </dgm:t>
    </dgm:pt>
    <dgm:pt modelId="{93D3EC2A-BFDE-479D-838C-5E3037985B07}" type="pres">
      <dgm:prSet presAssocID="{3AE9D9BE-0227-46B0-9264-4FB11270A966}" presName="rootnode" presStyleCnt="0">
        <dgm:presLayoutVars>
          <dgm:chMax/>
          <dgm:chPref/>
          <dgm:dir/>
          <dgm:animLvl val="lvl"/>
        </dgm:presLayoutVars>
      </dgm:prSet>
      <dgm:spPr/>
    </dgm:pt>
    <dgm:pt modelId="{D23ECEE6-9AC5-46AC-B99B-E98312428A62}" type="pres">
      <dgm:prSet presAssocID="{6F15143F-C891-44ED-9EE6-882199405776}" presName="composite" presStyleCnt="0"/>
      <dgm:spPr/>
    </dgm:pt>
    <dgm:pt modelId="{D96600BC-A7F3-41CF-AD2B-509DA67AE6B8}" type="pres">
      <dgm:prSet presAssocID="{6F15143F-C891-44ED-9EE6-882199405776}" presName="bentUpArrow1" presStyleLbl="alignImgPlace1" presStyleIdx="0" presStyleCnt="2"/>
      <dgm:spPr/>
    </dgm:pt>
    <dgm:pt modelId="{5052A2C5-CF88-4A32-BDAD-AA1D557CBC6F}" type="pres">
      <dgm:prSet presAssocID="{6F15143F-C891-44ED-9EE6-882199405776}" presName="ParentText" presStyleLbl="node1" presStyleIdx="0" presStyleCnt="3">
        <dgm:presLayoutVars>
          <dgm:chMax val="1"/>
          <dgm:chPref val="1"/>
          <dgm:bulletEnabled val="1"/>
        </dgm:presLayoutVars>
      </dgm:prSet>
      <dgm:spPr/>
    </dgm:pt>
    <dgm:pt modelId="{4BD4657C-A013-445A-AFB5-A1050C2BB993}" type="pres">
      <dgm:prSet presAssocID="{6F15143F-C891-44ED-9EE6-882199405776}" presName="ChildText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EDA123A1-FD82-4204-B2A8-FBE4930C60E5}" type="pres">
      <dgm:prSet presAssocID="{2B9E2087-3D39-414B-AAB5-1165BB57B7CB}" presName="sibTrans" presStyleCnt="0"/>
      <dgm:spPr/>
    </dgm:pt>
    <dgm:pt modelId="{F25CBE38-E18D-4A4C-9E45-1BF9F7BCBD11}" type="pres">
      <dgm:prSet presAssocID="{6C1C5765-0D28-4E55-A453-8D6B74FF5213}" presName="composite" presStyleCnt="0"/>
      <dgm:spPr/>
    </dgm:pt>
    <dgm:pt modelId="{CDE97E37-3C9A-48EB-B50D-EAC8C44922F7}" type="pres">
      <dgm:prSet presAssocID="{6C1C5765-0D28-4E55-A453-8D6B74FF5213}" presName="bentUpArrow1" presStyleLbl="alignImgPlace1" presStyleIdx="1" presStyleCnt="2"/>
      <dgm:spPr/>
    </dgm:pt>
    <dgm:pt modelId="{687B4A3A-5A64-4611-B0E1-21D49CFD26CA}" type="pres">
      <dgm:prSet presAssocID="{6C1C5765-0D28-4E55-A453-8D6B74FF5213}" presName="ParentText" presStyleLbl="node1" presStyleIdx="1" presStyleCnt="3" custLinFactNeighborX="-6395" custLinFactNeighborY="-7106">
        <dgm:presLayoutVars>
          <dgm:chMax val="1"/>
          <dgm:chPref val="1"/>
          <dgm:bulletEnabled val="1"/>
        </dgm:presLayoutVars>
      </dgm:prSet>
      <dgm:spPr/>
    </dgm:pt>
    <dgm:pt modelId="{FF784F9F-11E7-406B-B3C9-B978E9CB7A72}" type="pres">
      <dgm:prSet presAssocID="{6C1C5765-0D28-4E55-A453-8D6B74FF5213}" presName="ChildText" presStyleLbl="revTx" presStyleIdx="1" presStyleCnt="3" custScaleX="215145" custScaleY="131343" custLinFactNeighborX="52298" custLinFactNeighborY="-10916">
        <dgm:presLayoutVars>
          <dgm:chMax val="0"/>
          <dgm:chPref val="0"/>
          <dgm:bulletEnabled val="1"/>
        </dgm:presLayoutVars>
      </dgm:prSet>
      <dgm:spPr/>
    </dgm:pt>
    <dgm:pt modelId="{0CCE601F-A42F-4328-8C2B-B6B6AEFC2AC1}" type="pres">
      <dgm:prSet presAssocID="{EB57D177-126D-41EF-BCA6-CE63138E1BE9}" presName="sibTrans" presStyleCnt="0"/>
      <dgm:spPr/>
    </dgm:pt>
    <dgm:pt modelId="{DF801E57-ADB4-4F08-B96A-9D83A0827244}" type="pres">
      <dgm:prSet presAssocID="{00E758CE-4438-4860-A904-56E12017A4CD}" presName="composite" presStyleCnt="0"/>
      <dgm:spPr/>
    </dgm:pt>
    <dgm:pt modelId="{90C4FF8C-FCAE-488C-831F-4A8179126B5D}" type="pres">
      <dgm:prSet presAssocID="{00E758CE-4438-4860-A904-56E12017A4CD}" presName="ParentText" presStyleLbl="node1" presStyleIdx="2" presStyleCnt="3">
        <dgm:presLayoutVars>
          <dgm:chMax val="1"/>
          <dgm:chPref val="1"/>
          <dgm:bulletEnabled val="1"/>
        </dgm:presLayoutVars>
      </dgm:prSet>
      <dgm:spPr/>
    </dgm:pt>
    <dgm:pt modelId="{E6875BC0-881E-4CC5-93B7-247F66A4D459}" type="pres">
      <dgm:prSet presAssocID="{00E758CE-4438-4860-A904-56E12017A4CD}" presName="FinalChildText" presStyleLbl="revTx" presStyleIdx="2" presStyleCnt="3" custScaleX="219981" custLinFactNeighborX="58621" custLinFactNeighborY="-5024">
        <dgm:presLayoutVars>
          <dgm:chMax val="0"/>
          <dgm:chPref val="0"/>
          <dgm:bulletEnabled val="1"/>
        </dgm:presLayoutVars>
      </dgm:prSet>
      <dgm:spPr/>
    </dgm:pt>
  </dgm:ptLst>
  <dgm:cxnLst>
    <dgm:cxn modelId="{D95AAA10-8A1C-4BA5-880C-DC122F2D5452}" srcId="{00E758CE-4438-4860-A904-56E12017A4CD}" destId="{148F330F-89D3-46F0-B8B2-6F4E94BFA473}" srcOrd="0" destOrd="0" parTransId="{AB5BBE8F-8CA3-4B1A-BECF-3666F982AF27}" sibTransId="{0A727D1D-4870-4F82-8498-27AE8ADC39B7}"/>
    <dgm:cxn modelId="{1C265D1C-6C4B-4C9D-AF8A-FB7C0C289F51}" type="presOf" srcId="{00E758CE-4438-4860-A904-56E12017A4CD}" destId="{90C4FF8C-FCAE-488C-831F-4A8179126B5D}" srcOrd="0" destOrd="0" presId="urn:microsoft.com/office/officeart/2005/8/layout/StepDownProcess"/>
    <dgm:cxn modelId="{335BBF21-1D83-44B0-A4E8-8BD0A16C0268}" type="presOf" srcId="{3AE9D9BE-0227-46B0-9264-4FB11270A966}" destId="{93D3EC2A-BFDE-479D-838C-5E3037985B07}" srcOrd="0" destOrd="0" presId="urn:microsoft.com/office/officeart/2005/8/layout/StepDownProcess"/>
    <dgm:cxn modelId="{14E7EC29-CDC5-49B4-B64D-70FE5B94A075}" type="presOf" srcId="{6F15143F-C891-44ED-9EE6-882199405776}" destId="{5052A2C5-CF88-4A32-BDAD-AA1D557CBC6F}" srcOrd="0" destOrd="0" presId="urn:microsoft.com/office/officeart/2005/8/layout/StepDownProcess"/>
    <dgm:cxn modelId="{10AB8C62-AD03-4DD9-B11D-0819A2E2CAEF}" type="presOf" srcId="{148F330F-89D3-46F0-B8B2-6F4E94BFA473}" destId="{E6875BC0-881E-4CC5-93B7-247F66A4D459}" srcOrd="0" destOrd="0" presId="urn:microsoft.com/office/officeart/2005/8/layout/StepDownProcess"/>
    <dgm:cxn modelId="{AA39CC56-A3CA-41AD-950C-121409455166}" srcId="{3AE9D9BE-0227-46B0-9264-4FB11270A966}" destId="{00E758CE-4438-4860-A904-56E12017A4CD}" srcOrd="2" destOrd="0" parTransId="{ED14BAB5-DFEA-47AD-B4A7-C4B089511CD1}" sibTransId="{20B9422F-FE53-4E09-9DA6-A09C7ED77870}"/>
    <dgm:cxn modelId="{BC2C6FAF-16B5-4F68-94EC-0BC5438F4D7E}" srcId="{3AE9D9BE-0227-46B0-9264-4FB11270A966}" destId="{6F15143F-C891-44ED-9EE6-882199405776}" srcOrd="0" destOrd="0" parTransId="{50B9FBE9-01F3-4CB1-BE43-772F9B3F9ED9}" sibTransId="{2B9E2087-3D39-414B-AAB5-1165BB57B7CB}"/>
    <dgm:cxn modelId="{14044FB3-E0C2-4CB2-9FD8-FD9611EBF7C9}" type="presOf" srcId="{2E6A907E-0076-4753-A8FA-6ADAA62295D0}" destId="{FF784F9F-11E7-406B-B3C9-B978E9CB7A72}" srcOrd="0" destOrd="0" presId="urn:microsoft.com/office/officeart/2005/8/layout/StepDownProcess"/>
    <dgm:cxn modelId="{04B16CDE-F750-42DB-A3B2-2BBC788DCCDC}" type="presOf" srcId="{6C1C5765-0D28-4E55-A453-8D6B74FF5213}" destId="{687B4A3A-5A64-4611-B0E1-21D49CFD26CA}" srcOrd="0" destOrd="0" presId="urn:microsoft.com/office/officeart/2005/8/layout/StepDownProcess"/>
    <dgm:cxn modelId="{D01589EC-72A3-4C6B-A2C8-77D25192E2D8}" srcId="{3AE9D9BE-0227-46B0-9264-4FB11270A966}" destId="{6C1C5765-0D28-4E55-A453-8D6B74FF5213}" srcOrd="1" destOrd="0" parTransId="{265AA4E1-9217-4D15-92B7-73CC5687E06D}" sibTransId="{EB57D177-126D-41EF-BCA6-CE63138E1BE9}"/>
    <dgm:cxn modelId="{B2A829EF-2CFF-4D51-8F09-94DFAFFE4E83}" srcId="{6C1C5765-0D28-4E55-A453-8D6B74FF5213}" destId="{2E6A907E-0076-4753-A8FA-6ADAA62295D0}" srcOrd="0" destOrd="0" parTransId="{1D7EFA2E-157D-4960-981C-6CAAFBB85A6F}" sibTransId="{113E0B7F-081E-439A-828C-C6D6F3F51C9C}"/>
    <dgm:cxn modelId="{B7E75688-8988-4D2E-BB2C-B3E5DB4770D5}" type="presParOf" srcId="{93D3EC2A-BFDE-479D-838C-5E3037985B07}" destId="{D23ECEE6-9AC5-46AC-B99B-E98312428A62}" srcOrd="0" destOrd="0" presId="urn:microsoft.com/office/officeart/2005/8/layout/StepDownProcess"/>
    <dgm:cxn modelId="{AE8A4864-309D-4E3A-9873-A69A6BA19B27}" type="presParOf" srcId="{D23ECEE6-9AC5-46AC-B99B-E98312428A62}" destId="{D96600BC-A7F3-41CF-AD2B-509DA67AE6B8}" srcOrd="0" destOrd="0" presId="urn:microsoft.com/office/officeart/2005/8/layout/StepDownProcess"/>
    <dgm:cxn modelId="{8F25B3DF-1C09-41FE-84CF-E21946E2C532}" type="presParOf" srcId="{D23ECEE6-9AC5-46AC-B99B-E98312428A62}" destId="{5052A2C5-CF88-4A32-BDAD-AA1D557CBC6F}" srcOrd="1" destOrd="0" presId="urn:microsoft.com/office/officeart/2005/8/layout/StepDownProcess"/>
    <dgm:cxn modelId="{698765BC-7B1B-4A03-BDAC-EC8DDFF6655C}" type="presParOf" srcId="{D23ECEE6-9AC5-46AC-B99B-E98312428A62}" destId="{4BD4657C-A013-445A-AFB5-A1050C2BB993}" srcOrd="2" destOrd="0" presId="urn:microsoft.com/office/officeart/2005/8/layout/StepDownProcess"/>
    <dgm:cxn modelId="{5E21C7C1-DBAB-4AD3-946C-69246088F6BF}" type="presParOf" srcId="{93D3EC2A-BFDE-479D-838C-5E3037985B07}" destId="{EDA123A1-FD82-4204-B2A8-FBE4930C60E5}" srcOrd="1" destOrd="0" presId="urn:microsoft.com/office/officeart/2005/8/layout/StepDownProcess"/>
    <dgm:cxn modelId="{B3E48662-CB6F-441F-97A5-5AB481BDFC97}" type="presParOf" srcId="{93D3EC2A-BFDE-479D-838C-5E3037985B07}" destId="{F25CBE38-E18D-4A4C-9E45-1BF9F7BCBD11}" srcOrd="2" destOrd="0" presId="urn:microsoft.com/office/officeart/2005/8/layout/StepDownProcess"/>
    <dgm:cxn modelId="{BE961C9A-2407-4D12-B083-BD61AE2F0590}" type="presParOf" srcId="{F25CBE38-E18D-4A4C-9E45-1BF9F7BCBD11}" destId="{CDE97E37-3C9A-48EB-B50D-EAC8C44922F7}" srcOrd="0" destOrd="0" presId="urn:microsoft.com/office/officeart/2005/8/layout/StepDownProcess"/>
    <dgm:cxn modelId="{8D252256-EF6B-4B12-9579-B7C2D22637D0}" type="presParOf" srcId="{F25CBE38-E18D-4A4C-9E45-1BF9F7BCBD11}" destId="{687B4A3A-5A64-4611-B0E1-21D49CFD26CA}" srcOrd="1" destOrd="0" presId="urn:microsoft.com/office/officeart/2005/8/layout/StepDownProcess"/>
    <dgm:cxn modelId="{290072F6-540E-4428-8C29-66369ED9E81B}" type="presParOf" srcId="{F25CBE38-E18D-4A4C-9E45-1BF9F7BCBD11}" destId="{FF784F9F-11E7-406B-B3C9-B978E9CB7A72}" srcOrd="2" destOrd="0" presId="urn:microsoft.com/office/officeart/2005/8/layout/StepDownProcess"/>
    <dgm:cxn modelId="{2EB3E442-94AE-4637-975E-EE298C7B7FF3}" type="presParOf" srcId="{93D3EC2A-BFDE-479D-838C-5E3037985B07}" destId="{0CCE601F-A42F-4328-8C2B-B6B6AEFC2AC1}" srcOrd="3" destOrd="0" presId="urn:microsoft.com/office/officeart/2005/8/layout/StepDownProcess"/>
    <dgm:cxn modelId="{40F1B9E8-5EC7-4D72-B4E4-B7755391F571}" type="presParOf" srcId="{93D3EC2A-BFDE-479D-838C-5E3037985B07}" destId="{DF801E57-ADB4-4F08-B96A-9D83A0827244}" srcOrd="4" destOrd="0" presId="urn:microsoft.com/office/officeart/2005/8/layout/StepDownProcess"/>
    <dgm:cxn modelId="{8297317D-E840-43C2-9745-C4E92463E710}" type="presParOf" srcId="{DF801E57-ADB4-4F08-B96A-9D83A0827244}" destId="{90C4FF8C-FCAE-488C-831F-4A8179126B5D}" srcOrd="0" destOrd="0" presId="urn:microsoft.com/office/officeart/2005/8/layout/StepDownProcess"/>
    <dgm:cxn modelId="{8030175F-7165-4FA5-A00C-ED88A02907BA}" type="presParOf" srcId="{DF801E57-ADB4-4F08-B96A-9D83A0827244}" destId="{E6875BC0-881E-4CC5-93B7-247F66A4D459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6263E42-A04C-4976-9AF4-027549151C19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s-CO"/>
        </a:p>
      </dgm:t>
    </dgm:pt>
    <dgm:pt modelId="{89625D78-78FF-49DE-BC60-FA9CA39FF85E}">
      <dgm:prSet phldrT="[Texto]"/>
      <dgm:spPr/>
      <dgm:t>
        <a:bodyPr/>
        <a:lstStyle/>
        <a:p>
          <a:r>
            <a:rPr lang="es-MX" b="1" dirty="0"/>
            <a:t>10.Debido proceso</a:t>
          </a:r>
          <a:endParaRPr lang="es-CO" b="1" dirty="0"/>
        </a:p>
      </dgm:t>
    </dgm:pt>
    <dgm:pt modelId="{35F172D7-DD25-4D00-91D2-F86035D942EB}" type="parTrans" cxnId="{DE30E390-4696-4D4C-ADFA-AB39C4D73029}">
      <dgm:prSet/>
      <dgm:spPr/>
      <dgm:t>
        <a:bodyPr/>
        <a:lstStyle/>
        <a:p>
          <a:endParaRPr lang="es-CO"/>
        </a:p>
      </dgm:t>
    </dgm:pt>
    <dgm:pt modelId="{AD9F7B8A-732E-4E31-9312-71FC4265C91C}" type="sibTrans" cxnId="{DE30E390-4696-4D4C-ADFA-AB39C4D73029}">
      <dgm:prSet/>
      <dgm:spPr/>
      <dgm:t>
        <a:bodyPr/>
        <a:lstStyle/>
        <a:p>
          <a:endParaRPr lang="es-CO"/>
        </a:p>
      </dgm:t>
    </dgm:pt>
    <dgm:pt modelId="{0F664F3A-3A2E-43BA-96A0-44937C385944}">
      <dgm:prSet phldrT="[Texto]"/>
      <dgm:spPr/>
      <dgm:t>
        <a:bodyPr/>
        <a:lstStyle/>
        <a:p>
          <a:r>
            <a:rPr lang="es-MX" dirty="0"/>
            <a:t>Etapas de la formación</a:t>
          </a:r>
          <a:endParaRPr lang="es-CO" dirty="0"/>
        </a:p>
      </dgm:t>
    </dgm:pt>
    <dgm:pt modelId="{F56A5261-4065-4E66-A222-D8FE4ADD3758}" type="parTrans" cxnId="{BB681460-6DC1-49E0-BCF9-07EA0E5A8C63}">
      <dgm:prSet/>
      <dgm:spPr/>
      <dgm:t>
        <a:bodyPr/>
        <a:lstStyle/>
        <a:p>
          <a:endParaRPr lang="es-CO"/>
        </a:p>
      </dgm:t>
    </dgm:pt>
    <dgm:pt modelId="{9CF28ECF-ABB2-4748-AEC2-852F7799935D}" type="sibTrans" cxnId="{BB681460-6DC1-49E0-BCF9-07EA0E5A8C63}">
      <dgm:prSet/>
      <dgm:spPr/>
      <dgm:t>
        <a:bodyPr/>
        <a:lstStyle/>
        <a:p>
          <a:endParaRPr lang="es-CO"/>
        </a:p>
      </dgm:t>
    </dgm:pt>
    <dgm:pt modelId="{915C0EA0-6993-4744-BB02-11F97D429225}">
      <dgm:prSet phldrT="[Texto]"/>
      <dgm:spPr/>
      <dgm:t>
        <a:bodyPr/>
        <a:lstStyle/>
        <a:p>
          <a:r>
            <a:rPr lang="es-MX" dirty="0"/>
            <a:t>Procesos administrativos y disciplinarios</a:t>
          </a:r>
          <a:endParaRPr lang="es-CO" dirty="0"/>
        </a:p>
      </dgm:t>
    </dgm:pt>
    <dgm:pt modelId="{5CBF4A35-AC50-493D-BE41-124850231726}" type="parTrans" cxnId="{6CE7DC1E-0B4F-49E9-98B9-425623786B25}">
      <dgm:prSet/>
      <dgm:spPr/>
      <dgm:t>
        <a:bodyPr/>
        <a:lstStyle/>
        <a:p>
          <a:endParaRPr lang="es-CO"/>
        </a:p>
      </dgm:t>
    </dgm:pt>
    <dgm:pt modelId="{5ECCFD67-D4F2-4A83-A3A3-A6481623695E}" type="sibTrans" cxnId="{6CE7DC1E-0B4F-49E9-98B9-425623786B25}">
      <dgm:prSet/>
      <dgm:spPr/>
      <dgm:t>
        <a:bodyPr/>
        <a:lstStyle/>
        <a:p>
          <a:endParaRPr lang="es-CO"/>
        </a:p>
      </dgm:t>
    </dgm:pt>
    <dgm:pt modelId="{EC746082-8FFE-4585-B829-D586898E703F}">
      <dgm:prSet phldrT="[Texto]"/>
      <dgm:spPr/>
      <dgm:t>
        <a:bodyPr/>
        <a:lstStyle/>
        <a:p>
          <a:r>
            <a:rPr lang="es-MX" b="1" dirty="0"/>
            <a:t>11. Ser notificado cuando ocurran</a:t>
          </a:r>
          <a:endParaRPr lang="es-CO" b="1" dirty="0"/>
        </a:p>
      </dgm:t>
    </dgm:pt>
    <dgm:pt modelId="{8CCF4CD4-12D7-4661-B251-50BB7F07BE82}" type="parTrans" cxnId="{496E47F6-CCDD-48DD-9BF9-79F319E00541}">
      <dgm:prSet/>
      <dgm:spPr/>
      <dgm:t>
        <a:bodyPr/>
        <a:lstStyle/>
        <a:p>
          <a:endParaRPr lang="es-CO"/>
        </a:p>
      </dgm:t>
    </dgm:pt>
    <dgm:pt modelId="{973039A0-5048-485B-889D-5D54BE2081B3}" type="sibTrans" cxnId="{496E47F6-CCDD-48DD-9BF9-79F319E00541}">
      <dgm:prSet/>
      <dgm:spPr/>
      <dgm:t>
        <a:bodyPr/>
        <a:lstStyle/>
        <a:p>
          <a:endParaRPr lang="es-CO"/>
        </a:p>
      </dgm:t>
    </dgm:pt>
    <dgm:pt modelId="{005AAD70-3BF2-4FFC-80C2-8AE8C81379A7}">
      <dgm:prSet phldrT="[Texto]"/>
      <dgm:spPr/>
      <dgm:t>
        <a:bodyPr/>
        <a:lstStyle/>
        <a:p>
          <a:r>
            <a:rPr lang="es-MX" dirty="0"/>
            <a:t>Novedades académicas</a:t>
          </a:r>
          <a:endParaRPr lang="es-CO" dirty="0"/>
        </a:p>
      </dgm:t>
    </dgm:pt>
    <dgm:pt modelId="{9CB75330-EA5B-4FCD-990F-0475AC7D5FCA}" type="parTrans" cxnId="{F2C19871-2D64-4114-955F-3C71441042CE}">
      <dgm:prSet/>
      <dgm:spPr/>
      <dgm:t>
        <a:bodyPr/>
        <a:lstStyle/>
        <a:p>
          <a:endParaRPr lang="es-CO"/>
        </a:p>
      </dgm:t>
    </dgm:pt>
    <dgm:pt modelId="{5C96C5A9-0A7C-4942-BF80-E824192C7D0F}" type="sibTrans" cxnId="{F2C19871-2D64-4114-955F-3C71441042CE}">
      <dgm:prSet/>
      <dgm:spPr/>
      <dgm:t>
        <a:bodyPr/>
        <a:lstStyle/>
        <a:p>
          <a:endParaRPr lang="es-CO"/>
        </a:p>
      </dgm:t>
    </dgm:pt>
    <dgm:pt modelId="{B0B1A3E6-B69F-47E4-A071-6A4573C4E91E}">
      <dgm:prSet phldrT="[Texto]"/>
      <dgm:spPr/>
      <dgm:t>
        <a:bodyPr/>
        <a:lstStyle/>
        <a:p>
          <a:r>
            <a:rPr lang="es-MX" dirty="0"/>
            <a:t>Novedades administrativas</a:t>
          </a:r>
          <a:endParaRPr lang="es-CO" dirty="0"/>
        </a:p>
      </dgm:t>
    </dgm:pt>
    <dgm:pt modelId="{EC862D3D-76C6-4E73-8B33-4B5D10A1525A}" type="parTrans" cxnId="{A60149AE-BA86-476D-AA00-D12C491BFC4A}">
      <dgm:prSet/>
      <dgm:spPr/>
      <dgm:t>
        <a:bodyPr/>
        <a:lstStyle/>
        <a:p>
          <a:endParaRPr lang="es-CO"/>
        </a:p>
      </dgm:t>
    </dgm:pt>
    <dgm:pt modelId="{76D9289E-4BF4-4137-914A-D7798D5EE623}" type="sibTrans" cxnId="{A60149AE-BA86-476D-AA00-D12C491BFC4A}">
      <dgm:prSet/>
      <dgm:spPr/>
      <dgm:t>
        <a:bodyPr/>
        <a:lstStyle/>
        <a:p>
          <a:endParaRPr lang="es-CO"/>
        </a:p>
      </dgm:t>
    </dgm:pt>
    <dgm:pt modelId="{D80B2AF9-F1C7-4D10-B1AB-5955701962BF}">
      <dgm:prSet phldrT="[Texto]"/>
      <dgm:spPr/>
      <dgm:t>
        <a:bodyPr/>
        <a:lstStyle/>
        <a:p>
          <a:r>
            <a:rPr lang="es-MX" b="1" dirty="0"/>
            <a:t>12. Ser escuchado y atendido</a:t>
          </a:r>
          <a:endParaRPr lang="es-CO" b="1" dirty="0"/>
        </a:p>
      </dgm:t>
    </dgm:pt>
    <dgm:pt modelId="{CB7582FE-7DBF-44F7-B046-4BF92FCD9442}" type="parTrans" cxnId="{97E2F1BE-9BF4-4FB5-8BC5-314CC1B1246E}">
      <dgm:prSet/>
      <dgm:spPr/>
      <dgm:t>
        <a:bodyPr/>
        <a:lstStyle/>
        <a:p>
          <a:endParaRPr lang="es-CO"/>
        </a:p>
      </dgm:t>
    </dgm:pt>
    <dgm:pt modelId="{6BB383F7-0355-4635-9DC8-69D2C1AEAC08}" type="sibTrans" cxnId="{97E2F1BE-9BF4-4FB5-8BC5-314CC1B1246E}">
      <dgm:prSet/>
      <dgm:spPr/>
      <dgm:t>
        <a:bodyPr/>
        <a:lstStyle/>
        <a:p>
          <a:endParaRPr lang="es-CO"/>
        </a:p>
      </dgm:t>
    </dgm:pt>
    <dgm:pt modelId="{3E394971-EC20-4388-A3AF-F825F6599230}">
      <dgm:prSet phldrT="[Texto]"/>
      <dgm:spPr/>
      <dgm:t>
        <a:bodyPr/>
        <a:lstStyle/>
        <a:p>
          <a:r>
            <a:rPr lang="es-MX" dirty="0"/>
            <a:t>Peticiones </a:t>
          </a:r>
          <a:r>
            <a:rPr lang="es-MX" b="1" dirty="0"/>
            <a:t>respetuosas</a:t>
          </a:r>
          <a:r>
            <a:rPr lang="es-MX" b="1" dirty="0">
              <a:sym typeface="Wingdings" panose="05000000000000000000" pitchFamily="2" charset="2"/>
            </a:rPr>
            <a:t> </a:t>
          </a:r>
          <a:r>
            <a:rPr lang="es-MX" b="0" dirty="0">
              <a:sym typeface="Wingdings" panose="05000000000000000000" pitchFamily="2" charset="2"/>
            </a:rPr>
            <a:t>Directivos, Instructores y personal administrativo.</a:t>
          </a:r>
          <a:endParaRPr lang="es-CO" b="1" dirty="0"/>
        </a:p>
      </dgm:t>
    </dgm:pt>
    <dgm:pt modelId="{9D1C4B2E-398B-47BB-BFA6-271549E6DB93}" type="parTrans" cxnId="{BFB03FE1-2C7C-4F36-80E9-9B73DCA7EE97}">
      <dgm:prSet/>
      <dgm:spPr/>
      <dgm:t>
        <a:bodyPr/>
        <a:lstStyle/>
        <a:p>
          <a:endParaRPr lang="es-CO"/>
        </a:p>
      </dgm:t>
    </dgm:pt>
    <dgm:pt modelId="{B8633DD4-3EEB-4489-92D1-20219B903344}" type="sibTrans" cxnId="{BFB03FE1-2C7C-4F36-80E9-9B73DCA7EE97}">
      <dgm:prSet/>
      <dgm:spPr/>
      <dgm:t>
        <a:bodyPr/>
        <a:lstStyle/>
        <a:p>
          <a:endParaRPr lang="es-CO"/>
        </a:p>
      </dgm:t>
    </dgm:pt>
    <dgm:pt modelId="{0A0B5133-27DB-42BD-8B6F-4EB7FD577ACB}">
      <dgm:prSet phldrT="[Texto]"/>
      <dgm:spPr/>
      <dgm:t>
        <a:bodyPr/>
        <a:lstStyle/>
        <a:p>
          <a:r>
            <a:rPr lang="es-MX" dirty="0"/>
            <a:t>Cuando lo requiera</a:t>
          </a:r>
          <a:r>
            <a:rPr lang="es-MX" dirty="0">
              <a:sym typeface="Wingdings" panose="05000000000000000000" pitchFamily="2" charset="2"/>
            </a:rPr>
            <a:t> Recibir atención y respuesta a sus solicitudes.</a:t>
          </a:r>
          <a:endParaRPr lang="es-CO" dirty="0"/>
        </a:p>
      </dgm:t>
    </dgm:pt>
    <dgm:pt modelId="{2F6B4391-8613-4A9E-8CC2-639115D9E8F2}" type="parTrans" cxnId="{46BF1347-A4F3-46F5-B61C-38EB01B378A1}">
      <dgm:prSet/>
      <dgm:spPr/>
      <dgm:t>
        <a:bodyPr/>
        <a:lstStyle/>
        <a:p>
          <a:endParaRPr lang="es-CO"/>
        </a:p>
      </dgm:t>
    </dgm:pt>
    <dgm:pt modelId="{C200552B-A5A9-40FA-B3A0-1CBFF0528A0D}" type="sibTrans" cxnId="{46BF1347-A4F3-46F5-B61C-38EB01B378A1}">
      <dgm:prSet/>
      <dgm:spPr/>
      <dgm:t>
        <a:bodyPr/>
        <a:lstStyle/>
        <a:p>
          <a:endParaRPr lang="es-CO"/>
        </a:p>
      </dgm:t>
    </dgm:pt>
    <dgm:pt modelId="{E2BE1393-D7B2-4DE7-B53B-10FB3997FF7E}">
      <dgm:prSet phldrT="[Texto]"/>
      <dgm:spPr/>
      <dgm:t>
        <a:bodyPr/>
        <a:lstStyle/>
        <a:p>
          <a:r>
            <a:rPr lang="es-MX" dirty="0"/>
            <a:t>Uso del derecho a la defensa y contraindicación.</a:t>
          </a:r>
          <a:endParaRPr lang="es-CO" dirty="0"/>
        </a:p>
      </dgm:t>
    </dgm:pt>
    <dgm:pt modelId="{4D1383E7-E85F-4331-B00C-E72EB0D307ED}" type="parTrans" cxnId="{53FC3056-0A5C-438F-A29F-736F2ECDB093}">
      <dgm:prSet/>
      <dgm:spPr/>
      <dgm:t>
        <a:bodyPr/>
        <a:lstStyle/>
        <a:p>
          <a:endParaRPr lang="es-CO"/>
        </a:p>
      </dgm:t>
    </dgm:pt>
    <dgm:pt modelId="{27873053-0607-47A5-833A-BADA677DEAB1}" type="sibTrans" cxnId="{53FC3056-0A5C-438F-A29F-736F2ECDB093}">
      <dgm:prSet/>
      <dgm:spPr/>
      <dgm:t>
        <a:bodyPr/>
        <a:lstStyle/>
        <a:p>
          <a:endParaRPr lang="es-CO"/>
        </a:p>
      </dgm:t>
    </dgm:pt>
    <dgm:pt modelId="{9E07264A-20C5-4FC2-BF6F-281B9C48E3B2}">
      <dgm:prSet phldrT="[Texto]"/>
      <dgm:spPr/>
      <dgm:t>
        <a:bodyPr/>
        <a:lstStyle/>
        <a:p>
          <a:r>
            <a:rPr lang="es-MX" b="1" dirty="0"/>
            <a:t>Observancia</a:t>
          </a:r>
          <a:r>
            <a:rPr lang="es-MX" dirty="0">
              <a:sym typeface="Wingdings" panose="05000000000000000000" pitchFamily="2" charset="2"/>
            </a:rPr>
            <a:t> Principios de convivencia y normas establecidas</a:t>
          </a:r>
          <a:endParaRPr lang="es-CO" dirty="0"/>
        </a:p>
      </dgm:t>
    </dgm:pt>
    <dgm:pt modelId="{CEE554EC-5A2D-4BEE-9BA4-6EBB91D0AB68}" type="parTrans" cxnId="{25C67D2F-EC47-458F-AF07-D713814C7A2F}">
      <dgm:prSet/>
      <dgm:spPr/>
      <dgm:t>
        <a:bodyPr/>
        <a:lstStyle/>
        <a:p>
          <a:endParaRPr lang="es-CO"/>
        </a:p>
      </dgm:t>
    </dgm:pt>
    <dgm:pt modelId="{4FCD12CF-338A-4FEB-90E4-4C2F62749682}" type="sibTrans" cxnId="{25C67D2F-EC47-458F-AF07-D713814C7A2F}">
      <dgm:prSet/>
      <dgm:spPr/>
      <dgm:t>
        <a:bodyPr/>
        <a:lstStyle/>
        <a:p>
          <a:endParaRPr lang="es-CO"/>
        </a:p>
      </dgm:t>
    </dgm:pt>
    <dgm:pt modelId="{3F9A68AE-9EC1-482F-83DF-C4E7920FA118}">
      <dgm:prSet phldrT="[Texto]"/>
      <dgm:spPr/>
      <dgm:t>
        <a:bodyPr/>
        <a:lstStyle/>
        <a:p>
          <a:r>
            <a:rPr lang="es-MX" dirty="0"/>
            <a:t>Novedades disciplinarias y de las sanciones</a:t>
          </a:r>
          <a:endParaRPr lang="es-CO" dirty="0"/>
        </a:p>
      </dgm:t>
    </dgm:pt>
    <dgm:pt modelId="{E5798BE3-29CB-4A8B-9A74-96ADB2E7E701}" type="parTrans" cxnId="{031A64AA-2E31-4ECE-8A13-495CAB076F1C}">
      <dgm:prSet/>
      <dgm:spPr/>
      <dgm:t>
        <a:bodyPr/>
        <a:lstStyle/>
        <a:p>
          <a:endParaRPr lang="es-CO"/>
        </a:p>
      </dgm:t>
    </dgm:pt>
    <dgm:pt modelId="{1C4B0338-1C83-4F9F-92A5-2A152437EC3F}" type="sibTrans" cxnId="{031A64AA-2E31-4ECE-8A13-495CAB076F1C}">
      <dgm:prSet/>
      <dgm:spPr/>
      <dgm:t>
        <a:bodyPr/>
        <a:lstStyle/>
        <a:p>
          <a:endParaRPr lang="es-CO"/>
        </a:p>
      </dgm:t>
    </dgm:pt>
    <dgm:pt modelId="{E1A6E5C8-3455-4422-A32C-B2B6F39286C7}" type="pres">
      <dgm:prSet presAssocID="{66263E42-A04C-4976-9AF4-027549151C19}" presName="Name0" presStyleCnt="0">
        <dgm:presLayoutVars>
          <dgm:dir/>
          <dgm:animLvl val="lvl"/>
          <dgm:resizeHandles val="exact"/>
        </dgm:presLayoutVars>
      </dgm:prSet>
      <dgm:spPr/>
    </dgm:pt>
    <dgm:pt modelId="{6CA60090-F9CB-45ED-AC62-E0640D36990A}" type="pres">
      <dgm:prSet presAssocID="{89625D78-78FF-49DE-BC60-FA9CA39FF85E}" presName="composite" presStyleCnt="0"/>
      <dgm:spPr/>
    </dgm:pt>
    <dgm:pt modelId="{B2A908BA-CA5C-4CEA-A6F2-40A849E29675}" type="pres">
      <dgm:prSet presAssocID="{89625D78-78FF-49DE-BC60-FA9CA39FF85E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3A15D55E-56F7-4881-9678-DD97A9F01543}" type="pres">
      <dgm:prSet presAssocID="{89625D78-78FF-49DE-BC60-FA9CA39FF85E}" presName="desTx" presStyleLbl="alignAccFollowNode1" presStyleIdx="0" presStyleCnt="3">
        <dgm:presLayoutVars>
          <dgm:bulletEnabled val="1"/>
        </dgm:presLayoutVars>
      </dgm:prSet>
      <dgm:spPr/>
    </dgm:pt>
    <dgm:pt modelId="{2D411AB8-DEE6-4C35-BF6F-B036E7719D87}" type="pres">
      <dgm:prSet presAssocID="{AD9F7B8A-732E-4E31-9312-71FC4265C91C}" presName="space" presStyleCnt="0"/>
      <dgm:spPr/>
    </dgm:pt>
    <dgm:pt modelId="{935F0884-D021-40BB-A1BA-F4079F0A08C8}" type="pres">
      <dgm:prSet presAssocID="{EC746082-8FFE-4585-B829-D586898E703F}" presName="composite" presStyleCnt="0"/>
      <dgm:spPr/>
    </dgm:pt>
    <dgm:pt modelId="{D8CC4E03-958E-4981-980F-176A3BDE2242}" type="pres">
      <dgm:prSet presAssocID="{EC746082-8FFE-4585-B829-D586898E703F}" presName="parTx" presStyleLbl="alignNode1" presStyleIdx="1" presStyleCnt="3" custLinFactNeighborY="14234">
        <dgm:presLayoutVars>
          <dgm:chMax val="0"/>
          <dgm:chPref val="0"/>
          <dgm:bulletEnabled val="1"/>
        </dgm:presLayoutVars>
      </dgm:prSet>
      <dgm:spPr/>
    </dgm:pt>
    <dgm:pt modelId="{4D12B4E5-CF89-4909-97A2-BBF0CF6B4864}" type="pres">
      <dgm:prSet presAssocID="{EC746082-8FFE-4585-B829-D586898E703F}" presName="desTx" presStyleLbl="alignAccFollowNode1" presStyleIdx="1" presStyleCnt="3">
        <dgm:presLayoutVars>
          <dgm:bulletEnabled val="1"/>
        </dgm:presLayoutVars>
      </dgm:prSet>
      <dgm:spPr/>
    </dgm:pt>
    <dgm:pt modelId="{32D0659E-FFBF-4A32-836A-3367EBC8D1C1}" type="pres">
      <dgm:prSet presAssocID="{973039A0-5048-485B-889D-5D54BE2081B3}" presName="space" presStyleCnt="0"/>
      <dgm:spPr/>
    </dgm:pt>
    <dgm:pt modelId="{753B5D20-00FA-40F8-B41D-2BCEC2E75FB4}" type="pres">
      <dgm:prSet presAssocID="{D80B2AF9-F1C7-4D10-B1AB-5955701962BF}" presName="composite" presStyleCnt="0"/>
      <dgm:spPr/>
    </dgm:pt>
    <dgm:pt modelId="{3A58FD89-735A-480E-8FA5-3CE3A6B3B4FA}" type="pres">
      <dgm:prSet presAssocID="{D80B2AF9-F1C7-4D10-B1AB-5955701962BF}" presName="parTx" presStyleLbl="alignNode1" presStyleIdx="2" presStyleCnt="3" custLinFactNeighborY="8730">
        <dgm:presLayoutVars>
          <dgm:chMax val="0"/>
          <dgm:chPref val="0"/>
          <dgm:bulletEnabled val="1"/>
        </dgm:presLayoutVars>
      </dgm:prSet>
      <dgm:spPr/>
    </dgm:pt>
    <dgm:pt modelId="{F8DA5A7E-6EE9-487F-90BA-1FBA98B6D252}" type="pres">
      <dgm:prSet presAssocID="{D80B2AF9-F1C7-4D10-B1AB-5955701962BF}" presName="desTx" presStyleLbl="alignAccFollowNode1" presStyleIdx="2" presStyleCnt="3" custLinFactNeighborY="2399">
        <dgm:presLayoutVars>
          <dgm:bulletEnabled val="1"/>
        </dgm:presLayoutVars>
      </dgm:prSet>
      <dgm:spPr/>
    </dgm:pt>
  </dgm:ptLst>
  <dgm:cxnLst>
    <dgm:cxn modelId="{2D2DCF10-288A-4FBC-8C77-5568F0AF80DF}" type="presOf" srcId="{66263E42-A04C-4976-9AF4-027549151C19}" destId="{E1A6E5C8-3455-4422-A32C-B2B6F39286C7}" srcOrd="0" destOrd="0" presId="urn:microsoft.com/office/officeart/2005/8/layout/hList1"/>
    <dgm:cxn modelId="{6C9F081B-B449-4602-9409-BF1CAA954FCF}" type="presOf" srcId="{005AAD70-3BF2-4FFC-80C2-8AE8C81379A7}" destId="{4D12B4E5-CF89-4909-97A2-BBF0CF6B4864}" srcOrd="0" destOrd="0" presId="urn:microsoft.com/office/officeart/2005/8/layout/hList1"/>
    <dgm:cxn modelId="{6CE7DC1E-0B4F-49E9-98B9-425623786B25}" srcId="{89625D78-78FF-49DE-BC60-FA9CA39FF85E}" destId="{915C0EA0-6993-4744-BB02-11F97D429225}" srcOrd="1" destOrd="0" parTransId="{5CBF4A35-AC50-493D-BE41-124850231726}" sibTransId="{5ECCFD67-D4F2-4A83-A3A3-A6481623695E}"/>
    <dgm:cxn modelId="{92017520-593F-4326-9560-52AE0CFDBFD7}" type="presOf" srcId="{9E07264A-20C5-4FC2-BF6F-281B9C48E3B2}" destId="{3A15D55E-56F7-4881-9678-DD97A9F01543}" srcOrd="0" destOrd="3" presId="urn:microsoft.com/office/officeart/2005/8/layout/hList1"/>
    <dgm:cxn modelId="{B567D321-20AB-47DE-A11A-B4BF8476F374}" type="presOf" srcId="{D80B2AF9-F1C7-4D10-B1AB-5955701962BF}" destId="{3A58FD89-735A-480E-8FA5-3CE3A6B3B4FA}" srcOrd="0" destOrd="0" presId="urn:microsoft.com/office/officeart/2005/8/layout/hList1"/>
    <dgm:cxn modelId="{25C67D2F-EC47-458F-AF07-D713814C7A2F}" srcId="{89625D78-78FF-49DE-BC60-FA9CA39FF85E}" destId="{9E07264A-20C5-4FC2-BF6F-281B9C48E3B2}" srcOrd="3" destOrd="0" parTransId="{CEE554EC-5A2D-4BEE-9BA4-6EBB91D0AB68}" sibTransId="{4FCD12CF-338A-4FEB-90E4-4C2F62749682}"/>
    <dgm:cxn modelId="{2CC94738-DB0C-49E1-BED7-340E3732C43F}" type="presOf" srcId="{EC746082-8FFE-4585-B829-D586898E703F}" destId="{D8CC4E03-958E-4981-980F-176A3BDE2242}" srcOrd="0" destOrd="0" presId="urn:microsoft.com/office/officeart/2005/8/layout/hList1"/>
    <dgm:cxn modelId="{1300CE3F-C1FC-44DF-A1FA-55C62E38ACBC}" type="presOf" srcId="{0A0B5133-27DB-42BD-8B6F-4EB7FD577ACB}" destId="{F8DA5A7E-6EE9-487F-90BA-1FBA98B6D252}" srcOrd="0" destOrd="1" presId="urn:microsoft.com/office/officeart/2005/8/layout/hList1"/>
    <dgm:cxn modelId="{BB681460-6DC1-49E0-BCF9-07EA0E5A8C63}" srcId="{89625D78-78FF-49DE-BC60-FA9CA39FF85E}" destId="{0F664F3A-3A2E-43BA-96A0-44937C385944}" srcOrd="0" destOrd="0" parTransId="{F56A5261-4065-4E66-A222-D8FE4ADD3758}" sibTransId="{9CF28ECF-ABB2-4748-AEC2-852F7799935D}"/>
    <dgm:cxn modelId="{98576C42-ABAE-4782-983C-B8EA1337DACE}" type="presOf" srcId="{0F664F3A-3A2E-43BA-96A0-44937C385944}" destId="{3A15D55E-56F7-4881-9678-DD97A9F01543}" srcOrd="0" destOrd="0" presId="urn:microsoft.com/office/officeart/2005/8/layout/hList1"/>
    <dgm:cxn modelId="{9766A766-037C-490C-9906-D767B25F3485}" type="presOf" srcId="{915C0EA0-6993-4744-BB02-11F97D429225}" destId="{3A15D55E-56F7-4881-9678-DD97A9F01543}" srcOrd="0" destOrd="1" presId="urn:microsoft.com/office/officeart/2005/8/layout/hList1"/>
    <dgm:cxn modelId="{46BF1347-A4F3-46F5-B61C-38EB01B378A1}" srcId="{D80B2AF9-F1C7-4D10-B1AB-5955701962BF}" destId="{0A0B5133-27DB-42BD-8B6F-4EB7FD577ACB}" srcOrd="1" destOrd="0" parTransId="{2F6B4391-8613-4A9E-8CC2-639115D9E8F2}" sibTransId="{C200552B-A5A9-40FA-B3A0-1CBFF0528A0D}"/>
    <dgm:cxn modelId="{A8FD826C-0710-495E-BC61-731EC29CFD16}" type="presOf" srcId="{3F9A68AE-9EC1-482F-83DF-C4E7920FA118}" destId="{4D12B4E5-CF89-4909-97A2-BBF0CF6B4864}" srcOrd="0" destOrd="2" presId="urn:microsoft.com/office/officeart/2005/8/layout/hList1"/>
    <dgm:cxn modelId="{F2C19871-2D64-4114-955F-3C71441042CE}" srcId="{EC746082-8FFE-4585-B829-D586898E703F}" destId="{005AAD70-3BF2-4FFC-80C2-8AE8C81379A7}" srcOrd="0" destOrd="0" parTransId="{9CB75330-EA5B-4FCD-990F-0475AC7D5FCA}" sibTransId="{5C96C5A9-0A7C-4942-BF80-E824192C7D0F}"/>
    <dgm:cxn modelId="{53FC3056-0A5C-438F-A29F-736F2ECDB093}" srcId="{89625D78-78FF-49DE-BC60-FA9CA39FF85E}" destId="{E2BE1393-D7B2-4DE7-B53B-10FB3997FF7E}" srcOrd="2" destOrd="0" parTransId="{4D1383E7-E85F-4331-B00C-E72EB0D307ED}" sibTransId="{27873053-0607-47A5-833A-BADA677DEAB1}"/>
    <dgm:cxn modelId="{A468F956-B60F-4EB7-ACE5-09220EAA0583}" type="presOf" srcId="{B0B1A3E6-B69F-47E4-A071-6A4573C4E91E}" destId="{4D12B4E5-CF89-4909-97A2-BBF0CF6B4864}" srcOrd="0" destOrd="1" presId="urn:microsoft.com/office/officeart/2005/8/layout/hList1"/>
    <dgm:cxn modelId="{55BB998C-BB58-46C4-AF0A-B0EAC9149A09}" type="presOf" srcId="{E2BE1393-D7B2-4DE7-B53B-10FB3997FF7E}" destId="{3A15D55E-56F7-4881-9678-DD97A9F01543}" srcOrd="0" destOrd="2" presId="urn:microsoft.com/office/officeart/2005/8/layout/hList1"/>
    <dgm:cxn modelId="{DE30E390-4696-4D4C-ADFA-AB39C4D73029}" srcId="{66263E42-A04C-4976-9AF4-027549151C19}" destId="{89625D78-78FF-49DE-BC60-FA9CA39FF85E}" srcOrd="0" destOrd="0" parTransId="{35F172D7-DD25-4D00-91D2-F86035D942EB}" sibTransId="{AD9F7B8A-732E-4E31-9312-71FC4265C91C}"/>
    <dgm:cxn modelId="{8B0CA6A2-212E-49CA-84CA-3254AB5EC655}" type="presOf" srcId="{89625D78-78FF-49DE-BC60-FA9CA39FF85E}" destId="{B2A908BA-CA5C-4CEA-A6F2-40A849E29675}" srcOrd="0" destOrd="0" presId="urn:microsoft.com/office/officeart/2005/8/layout/hList1"/>
    <dgm:cxn modelId="{031A64AA-2E31-4ECE-8A13-495CAB076F1C}" srcId="{EC746082-8FFE-4585-B829-D586898E703F}" destId="{3F9A68AE-9EC1-482F-83DF-C4E7920FA118}" srcOrd="2" destOrd="0" parTransId="{E5798BE3-29CB-4A8B-9A74-96ADB2E7E701}" sibTransId="{1C4B0338-1C83-4F9F-92A5-2A152437EC3F}"/>
    <dgm:cxn modelId="{A60149AE-BA86-476D-AA00-D12C491BFC4A}" srcId="{EC746082-8FFE-4585-B829-D586898E703F}" destId="{B0B1A3E6-B69F-47E4-A071-6A4573C4E91E}" srcOrd="1" destOrd="0" parTransId="{EC862D3D-76C6-4E73-8B33-4B5D10A1525A}" sibTransId="{76D9289E-4BF4-4137-914A-D7798D5EE623}"/>
    <dgm:cxn modelId="{97E2F1BE-9BF4-4FB5-8BC5-314CC1B1246E}" srcId="{66263E42-A04C-4976-9AF4-027549151C19}" destId="{D80B2AF9-F1C7-4D10-B1AB-5955701962BF}" srcOrd="2" destOrd="0" parTransId="{CB7582FE-7DBF-44F7-B046-4BF92FCD9442}" sibTransId="{6BB383F7-0355-4635-9DC8-69D2C1AEAC08}"/>
    <dgm:cxn modelId="{052CF4DE-AC9C-4EF5-9634-66F730A24BB7}" type="presOf" srcId="{3E394971-EC20-4388-A3AF-F825F6599230}" destId="{F8DA5A7E-6EE9-487F-90BA-1FBA98B6D252}" srcOrd="0" destOrd="0" presId="urn:microsoft.com/office/officeart/2005/8/layout/hList1"/>
    <dgm:cxn modelId="{BFB03FE1-2C7C-4F36-80E9-9B73DCA7EE97}" srcId="{D80B2AF9-F1C7-4D10-B1AB-5955701962BF}" destId="{3E394971-EC20-4388-A3AF-F825F6599230}" srcOrd="0" destOrd="0" parTransId="{9D1C4B2E-398B-47BB-BFA6-271549E6DB93}" sibTransId="{B8633DD4-3EEB-4489-92D1-20219B903344}"/>
    <dgm:cxn modelId="{496E47F6-CCDD-48DD-9BF9-79F319E00541}" srcId="{66263E42-A04C-4976-9AF4-027549151C19}" destId="{EC746082-8FFE-4585-B829-D586898E703F}" srcOrd="1" destOrd="0" parTransId="{8CCF4CD4-12D7-4661-B251-50BB7F07BE82}" sibTransId="{973039A0-5048-485B-889D-5D54BE2081B3}"/>
    <dgm:cxn modelId="{2D2FD526-15CC-4E4D-BC37-072790C05356}" type="presParOf" srcId="{E1A6E5C8-3455-4422-A32C-B2B6F39286C7}" destId="{6CA60090-F9CB-45ED-AC62-E0640D36990A}" srcOrd="0" destOrd="0" presId="urn:microsoft.com/office/officeart/2005/8/layout/hList1"/>
    <dgm:cxn modelId="{C823DC16-3EE8-4D56-AD54-B974D9FBB027}" type="presParOf" srcId="{6CA60090-F9CB-45ED-AC62-E0640D36990A}" destId="{B2A908BA-CA5C-4CEA-A6F2-40A849E29675}" srcOrd="0" destOrd="0" presId="urn:microsoft.com/office/officeart/2005/8/layout/hList1"/>
    <dgm:cxn modelId="{19E1543C-3971-403C-A86F-2943B848710D}" type="presParOf" srcId="{6CA60090-F9CB-45ED-AC62-E0640D36990A}" destId="{3A15D55E-56F7-4881-9678-DD97A9F01543}" srcOrd="1" destOrd="0" presId="urn:microsoft.com/office/officeart/2005/8/layout/hList1"/>
    <dgm:cxn modelId="{8305CAA5-738D-4CF6-A599-21E99F8D8B74}" type="presParOf" srcId="{E1A6E5C8-3455-4422-A32C-B2B6F39286C7}" destId="{2D411AB8-DEE6-4C35-BF6F-B036E7719D87}" srcOrd="1" destOrd="0" presId="urn:microsoft.com/office/officeart/2005/8/layout/hList1"/>
    <dgm:cxn modelId="{C9EB9CFC-FBA9-4A5E-87B2-DD3CFA007BC3}" type="presParOf" srcId="{E1A6E5C8-3455-4422-A32C-B2B6F39286C7}" destId="{935F0884-D021-40BB-A1BA-F4079F0A08C8}" srcOrd="2" destOrd="0" presId="urn:microsoft.com/office/officeart/2005/8/layout/hList1"/>
    <dgm:cxn modelId="{3C53B0FF-6708-4149-B753-96C5A43E6E94}" type="presParOf" srcId="{935F0884-D021-40BB-A1BA-F4079F0A08C8}" destId="{D8CC4E03-958E-4981-980F-176A3BDE2242}" srcOrd="0" destOrd="0" presId="urn:microsoft.com/office/officeart/2005/8/layout/hList1"/>
    <dgm:cxn modelId="{E98D69C5-FC34-4855-94C9-BE7B46AFE8B5}" type="presParOf" srcId="{935F0884-D021-40BB-A1BA-F4079F0A08C8}" destId="{4D12B4E5-CF89-4909-97A2-BBF0CF6B4864}" srcOrd="1" destOrd="0" presId="urn:microsoft.com/office/officeart/2005/8/layout/hList1"/>
    <dgm:cxn modelId="{4EF75516-5D9D-4A6E-84DE-7BF8370F8793}" type="presParOf" srcId="{E1A6E5C8-3455-4422-A32C-B2B6F39286C7}" destId="{32D0659E-FFBF-4A32-836A-3367EBC8D1C1}" srcOrd="3" destOrd="0" presId="urn:microsoft.com/office/officeart/2005/8/layout/hList1"/>
    <dgm:cxn modelId="{5FCC8075-A16F-448F-906B-A05B7BA12CF5}" type="presParOf" srcId="{E1A6E5C8-3455-4422-A32C-B2B6F39286C7}" destId="{753B5D20-00FA-40F8-B41D-2BCEC2E75FB4}" srcOrd="4" destOrd="0" presId="urn:microsoft.com/office/officeart/2005/8/layout/hList1"/>
    <dgm:cxn modelId="{BBB0F0E0-F0B6-4AB7-983D-EC3A550EE374}" type="presParOf" srcId="{753B5D20-00FA-40F8-B41D-2BCEC2E75FB4}" destId="{3A58FD89-735A-480E-8FA5-3CE3A6B3B4FA}" srcOrd="0" destOrd="0" presId="urn:microsoft.com/office/officeart/2005/8/layout/hList1"/>
    <dgm:cxn modelId="{56FD2BC7-8986-409E-A09A-7E0E7CDB3E6F}" type="presParOf" srcId="{753B5D20-00FA-40F8-B41D-2BCEC2E75FB4}" destId="{F8DA5A7E-6EE9-487F-90BA-1FBA98B6D25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8A9053C-95A4-40A5-BFA8-A17AADDAD01E}" type="doc">
      <dgm:prSet loTypeId="urn:microsoft.com/office/officeart/2005/8/layout/hList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s-CO"/>
        </a:p>
      </dgm:t>
    </dgm:pt>
    <dgm:pt modelId="{E5BFA815-56F2-43DC-A151-9D43F0C597BA}">
      <dgm:prSet phldrT="[Texto]" custT="1"/>
      <dgm:spPr/>
      <dgm:t>
        <a:bodyPr/>
        <a:lstStyle/>
        <a:p>
          <a:r>
            <a:rPr lang="es-MX" sz="2000" b="1" dirty="0">
              <a:solidFill>
                <a:schemeClr val="tx1"/>
              </a:solidFill>
            </a:rPr>
            <a:t>17.Recibir información y orientación</a:t>
          </a:r>
          <a:endParaRPr lang="es-CO" sz="2000" b="1" dirty="0">
            <a:solidFill>
              <a:schemeClr val="tx1"/>
            </a:solidFill>
          </a:endParaRPr>
        </a:p>
      </dgm:t>
    </dgm:pt>
    <dgm:pt modelId="{3C53C1D1-15EA-4FFD-82E8-4F388A65A23C}" type="parTrans" cxnId="{0E5FC76B-FB67-411E-80CC-40B38C22527D}">
      <dgm:prSet/>
      <dgm:spPr/>
      <dgm:t>
        <a:bodyPr/>
        <a:lstStyle/>
        <a:p>
          <a:endParaRPr lang="es-CO"/>
        </a:p>
      </dgm:t>
    </dgm:pt>
    <dgm:pt modelId="{0B5FA03D-6C48-4254-B6FE-95FF463E557B}" type="sibTrans" cxnId="{0E5FC76B-FB67-411E-80CC-40B38C22527D}">
      <dgm:prSet/>
      <dgm:spPr/>
      <dgm:t>
        <a:bodyPr/>
        <a:lstStyle/>
        <a:p>
          <a:endParaRPr lang="es-CO"/>
        </a:p>
      </dgm:t>
    </dgm:pt>
    <dgm:pt modelId="{B14CE2C5-41B8-48F3-83EF-67564D03BEBE}">
      <dgm:prSet phldrT="[Texto]"/>
      <dgm:spPr/>
      <dgm:t>
        <a:bodyPr/>
        <a:lstStyle/>
        <a:p>
          <a:r>
            <a:rPr lang="es-MX" dirty="0"/>
            <a:t>Diferentes opciones para desarrollar la etapa productiva.</a:t>
          </a:r>
          <a:endParaRPr lang="es-CO" dirty="0"/>
        </a:p>
      </dgm:t>
    </dgm:pt>
    <dgm:pt modelId="{A0E30B9D-6095-4D2C-8BE4-1B00E1479423}" type="parTrans" cxnId="{307AC4A6-9173-4006-A886-62EC7537ABB8}">
      <dgm:prSet/>
      <dgm:spPr/>
      <dgm:t>
        <a:bodyPr/>
        <a:lstStyle/>
        <a:p>
          <a:endParaRPr lang="es-CO"/>
        </a:p>
      </dgm:t>
    </dgm:pt>
    <dgm:pt modelId="{1C06A038-0BB3-44D4-B302-D3B23E4771CC}" type="sibTrans" cxnId="{307AC4A6-9173-4006-A886-62EC7537ABB8}">
      <dgm:prSet/>
      <dgm:spPr/>
      <dgm:t>
        <a:bodyPr/>
        <a:lstStyle/>
        <a:p>
          <a:endParaRPr lang="es-CO"/>
        </a:p>
      </dgm:t>
    </dgm:pt>
    <dgm:pt modelId="{FFC368AD-7735-476F-994A-FDF725D298D8}">
      <dgm:prSet phldrT="[Texto]"/>
      <dgm:spPr/>
      <dgm:t>
        <a:bodyPr/>
        <a:lstStyle/>
        <a:p>
          <a:r>
            <a:rPr lang="es-MX" dirty="0"/>
            <a:t>Derechos, obligaciones y plazos para el desarrollo/realización.</a:t>
          </a:r>
          <a:endParaRPr lang="es-CO" dirty="0"/>
        </a:p>
      </dgm:t>
    </dgm:pt>
    <dgm:pt modelId="{F3738F70-5648-47E0-8E31-E4B3CD31F073}" type="parTrans" cxnId="{E3F3B916-3DA6-4747-92A7-AA268FE3D66C}">
      <dgm:prSet/>
      <dgm:spPr/>
      <dgm:t>
        <a:bodyPr/>
        <a:lstStyle/>
        <a:p>
          <a:endParaRPr lang="es-CO"/>
        </a:p>
      </dgm:t>
    </dgm:pt>
    <dgm:pt modelId="{C397E59D-0767-4D2F-BF0B-4DC0FCC1D2B9}" type="sibTrans" cxnId="{E3F3B916-3DA6-4747-92A7-AA268FE3D66C}">
      <dgm:prSet/>
      <dgm:spPr/>
      <dgm:t>
        <a:bodyPr/>
        <a:lstStyle/>
        <a:p>
          <a:endParaRPr lang="es-CO"/>
        </a:p>
      </dgm:t>
    </dgm:pt>
    <dgm:pt modelId="{5226A42D-0BC5-446E-A660-25886F4E54E3}">
      <dgm:prSet phldrT="[Texto]" custT="1"/>
      <dgm:spPr/>
      <dgm:t>
        <a:bodyPr/>
        <a:lstStyle/>
        <a:p>
          <a:r>
            <a:rPr lang="es-MX" sz="2000" b="1" dirty="0"/>
            <a:t>23. Recibir acompañamiento</a:t>
          </a:r>
          <a:endParaRPr lang="es-CO" sz="2000" b="1" dirty="0"/>
        </a:p>
      </dgm:t>
    </dgm:pt>
    <dgm:pt modelId="{712700EA-D0A8-4EE6-BCA8-0D6C68C83751}" type="parTrans" cxnId="{3937FC38-AE00-4288-8393-693F8688D338}">
      <dgm:prSet/>
      <dgm:spPr/>
      <dgm:t>
        <a:bodyPr/>
        <a:lstStyle/>
        <a:p>
          <a:endParaRPr lang="es-CO"/>
        </a:p>
      </dgm:t>
    </dgm:pt>
    <dgm:pt modelId="{A9DE3B53-3F14-4E35-990E-CCC940A51FE1}" type="sibTrans" cxnId="{3937FC38-AE00-4288-8393-693F8688D338}">
      <dgm:prSet/>
      <dgm:spPr/>
      <dgm:t>
        <a:bodyPr/>
        <a:lstStyle/>
        <a:p>
          <a:endParaRPr lang="es-CO"/>
        </a:p>
      </dgm:t>
    </dgm:pt>
    <dgm:pt modelId="{6AB519A4-EBAB-42CD-8F35-BA9E14533D57}">
      <dgm:prSet phldrT="[Texto]"/>
      <dgm:spPr/>
      <dgm:t>
        <a:bodyPr/>
        <a:lstStyle/>
        <a:p>
          <a:r>
            <a:rPr lang="es-MX" dirty="0"/>
            <a:t>Selección de modalidad para la etapa productiva.</a:t>
          </a:r>
          <a:endParaRPr lang="es-CO" dirty="0"/>
        </a:p>
      </dgm:t>
    </dgm:pt>
    <dgm:pt modelId="{7B1FF179-5CC5-49DC-AF84-5E63B45B45E4}" type="parTrans" cxnId="{D5048D6B-CD82-450D-BA31-AA06C9D5FBA9}">
      <dgm:prSet/>
      <dgm:spPr/>
      <dgm:t>
        <a:bodyPr/>
        <a:lstStyle/>
        <a:p>
          <a:endParaRPr lang="es-CO"/>
        </a:p>
      </dgm:t>
    </dgm:pt>
    <dgm:pt modelId="{54B4B6F1-A4D9-40A0-BE83-173CCC8AEA15}" type="sibTrans" cxnId="{D5048D6B-CD82-450D-BA31-AA06C9D5FBA9}">
      <dgm:prSet/>
      <dgm:spPr/>
      <dgm:t>
        <a:bodyPr/>
        <a:lstStyle/>
        <a:p>
          <a:endParaRPr lang="es-CO"/>
        </a:p>
      </dgm:t>
    </dgm:pt>
    <dgm:pt modelId="{760B8978-C375-438A-AD85-2D62DCBEBE08}">
      <dgm:prSet phldrT="[Texto]" custT="1"/>
      <dgm:spPr/>
      <dgm:t>
        <a:bodyPr/>
        <a:lstStyle/>
        <a:p>
          <a:r>
            <a:rPr lang="es-MX" sz="1800" b="1" dirty="0"/>
            <a:t>24. Obtener certificación/titulo del programa de formación</a:t>
          </a:r>
          <a:endParaRPr lang="es-CO" sz="1800" b="1" dirty="0"/>
        </a:p>
      </dgm:t>
    </dgm:pt>
    <dgm:pt modelId="{5326AF03-4A55-4500-8049-70819C12DF4C}" type="parTrans" cxnId="{C87FFF47-F077-4617-91A1-6ABA7D06FF18}">
      <dgm:prSet/>
      <dgm:spPr/>
      <dgm:t>
        <a:bodyPr/>
        <a:lstStyle/>
        <a:p>
          <a:endParaRPr lang="es-CO"/>
        </a:p>
      </dgm:t>
    </dgm:pt>
    <dgm:pt modelId="{6EC49ADA-9AEA-435E-9465-EC80F569A325}" type="sibTrans" cxnId="{C87FFF47-F077-4617-91A1-6ABA7D06FF18}">
      <dgm:prSet/>
      <dgm:spPr/>
      <dgm:t>
        <a:bodyPr/>
        <a:lstStyle/>
        <a:p>
          <a:endParaRPr lang="es-CO"/>
        </a:p>
      </dgm:t>
    </dgm:pt>
    <dgm:pt modelId="{CF7E07C7-2863-475E-A238-76536F4386B3}">
      <dgm:prSet phldrT="[Texto]"/>
      <dgm:spPr/>
      <dgm:t>
        <a:bodyPr/>
        <a:lstStyle/>
        <a:p>
          <a:r>
            <a:rPr lang="es-MX" dirty="0"/>
            <a:t>Apruebe todos los resultados de aprendizaje.</a:t>
          </a:r>
          <a:endParaRPr lang="es-CO" dirty="0"/>
        </a:p>
      </dgm:t>
    </dgm:pt>
    <dgm:pt modelId="{8FAE5E04-CF31-4E52-8FEA-A1A8459F4A33}" type="parTrans" cxnId="{93EDF989-CF0B-4EAC-AAD3-993761874436}">
      <dgm:prSet/>
      <dgm:spPr/>
      <dgm:t>
        <a:bodyPr/>
        <a:lstStyle/>
        <a:p>
          <a:endParaRPr lang="es-CO"/>
        </a:p>
      </dgm:t>
    </dgm:pt>
    <dgm:pt modelId="{9EC21CE4-4886-4B40-A757-2876B3E25161}" type="sibTrans" cxnId="{93EDF989-CF0B-4EAC-AAD3-993761874436}">
      <dgm:prSet/>
      <dgm:spPr/>
      <dgm:t>
        <a:bodyPr/>
        <a:lstStyle/>
        <a:p>
          <a:endParaRPr lang="es-CO"/>
        </a:p>
      </dgm:t>
    </dgm:pt>
    <dgm:pt modelId="{B7F5DDAF-38D4-4A24-9D4C-5691A30B5F06}">
      <dgm:prSet phldrT="[Texto]"/>
      <dgm:spPr/>
      <dgm:t>
        <a:bodyPr/>
        <a:lstStyle/>
        <a:p>
          <a:r>
            <a:rPr lang="es-MX" dirty="0"/>
            <a:t>Cumpla los requisitos institucionales y establecidos por normas vigentes</a:t>
          </a:r>
          <a:r>
            <a:rPr lang="es-MX" dirty="0">
              <a:sym typeface="Wingdings" panose="05000000000000000000" pitchFamily="2" charset="2"/>
            </a:rPr>
            <a:t> Certificación/titulación.</a:t>
          </a:r>
          <a:endParaRPr lang="es-CO" dirty="0"/>
        </a:p>
      </dgm:t>
    </dgm:pt>
    <dgm:pt modelId="{D9628A55-8443-4EAE-A421-A8794656FC9C}" type="parTrans" cxnId="{9D367DD0-1E52-40AF-8825-472B4F718882}">
      <dgm:prSet/>
      <dgm:spPr/>
      <dgm:t>
        <a:bodyPr/>
        <a:lstStyle/>
        <a:p>
          <a:endParaRPr lang="es-CO"/>
        </a:p>
      </dgm:t>
    </dgm:pt>
    <dgm:pt modelId="{00193D2F-B12B-431E-A32E-128A04657015}" type="sibTrans" cxnId="{9D367DD0-1E52-40AF-8825-472B4F718882}">
      <dgm:prSet/>
      <dgm:spPr/>
      <dgm:t>
        <a:bodyPr/>
        <a:lstStyle/>
        <a:p>
          <a:endParaRPr lang="es-CO"/>
        </a:p>
      </dgm:t>
    </dgm:pt>
    <dgm:pt modelId="{8FFE9CF6-B7D5-4A58-8576-EF6E9EC885AC}">
      <dgm:prSet phldrT="[Texto]"/>
      <dgm:spPr/>
      <dgm:t>
        <a:bodyPr/>
        <a:lstStyle/>
        <a:p>
          <a:r>
            <a:rPr lang="es-MX" dirty="0"/>
            <a:t>Condiciones para la culminación del proceso, certificación o titulación.</a:t>
          </a:r>
          <a:endParaRPr lang="es-CO" dirty="0"/>
        </a:p>
      </dgm:t>
    </dgm:pt>
    <dgm:pt modelId="{BE35AEA0-0B07-42EB-A522-DB6DA97059AD}" type="parTrans" cxnId="{8FEF96F2-54D5-48B0-B482-8FB4C0CCB695}">
      <dgm:prSet/>
      <dgm:spPr/>
      <dgm:t>
        <a:bodyPr/>
        <a:lstStyle/>
        <a:p>
          <a:endParaRPr lang="es-CO"/>
        </a:p>
      </dgm:t>
    </dgm:pt>
    <dgm:pt modelId="{9F37D935-7FF5-40DA-BE28-860964F55B46}" type="sibTrans" cxnId="{8FEF96F2-54D5-48B0-B482-8FB4C0CCB695}">
      <dgm:prSet/>
      <dgm:spPr/>
      <dgm:t>
        <a:bodyPr/>
        <a:lstStyle/>
        <a:p>
          <a:endParaRPr lang="es-CO"/>
        </a:p>
      </dgm:t>
    </dgm:pt>
    <dgm:pt modelId="{954E2995-786B-44BD-9505-D99DE5DFE1F5}" type="pres">
      <dgm:prSet presAssocID="{48A9053C-95A4-40A5-BFA8-A17AADDAD01E}" presName="Name0" presStyleCnt="0">
        <dgm:presLayoutVars>
          <dgm:dir/>
          <dgm:animLvl val="lvl"/>
          <dgm:resizeHandles val="exact"/>
        </dgm:presLayoutVars>
      </dgm:prSet>
      <dgm:spPr/>
    </dgm:pt>
    <dgm:pt modelId="{8C6ED3E1-4980-46E6-A712-EE303BE52ECB}" type="pres">
      <dgm:prSet presAssocID="{E5BFA815-56F2-43DC-A151-9D43F0C597BA}" presName="composite" presStyleCnt="0"/>
      <dgm:spPr/>
    </dgm:pt>
    <dgm:pt modelId="{7CD2DD71-DCB0-4BA8-9459-7AA0B48D4B07}" type="pres">
      <dgm:prSet presAssocID="{E5BFA815-56F2-43DC-A151-9D43F0C597BA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060D73BA-7B83-4C26-8F95-88C64997F630}" type="pres">
      <dgm:prSet presAssocID="{E5BFA815-56F2-43DC-A151-9D43F0C597BA}" presName="desTx" presStyleLbl="alignAccFollowNode1" presStyleIdx="0" presStyleCnt="3">
        <dgm:presLayoutVars>
          <dgm:bulletEnabled val="1"/>
        </dgm:presLayoutVars>
      </dgm:prSet>
      <dgm:spPr/>
    </dgm:pt>
    <dgm:pt modelId="{5F736F67-9AA1-48D1-923E-0ECAE1A8177B}" type="pres">
      <dgm:prSet presAssocID="{0B5FA03D-6C48-4254-B6FE-95FF463E557B}" presName="space" presStyleCnt="0"/>
      <dgm:spPr/>
    </dgm:pt>
    <dgm:pt modelId="{AE72CD9D-F634-4B48-9BEC-05DC36E1D69D}" type="pres">
      <dgm:prSet presAssocID="{5226A42D-0BC5-446E-A660-25886F4E54E3}" presName="composite" presStyleCnt="0"/>
      <dgm:spPr/>
    </dgm:pt>
    <dgm:pt modelId="{8BF84F85-000F-4148-9AF6-398083EC3C93}" type="pres">
      <dgm:prSet presAssocID="{5226A42D-0BC5-446E-A660-25886F4E54E3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7A96B9D0-D7CF-4F66-B0FA-C1EF5735040E}" type="pres">
      <dgm:prSet presAssocID="{5226A42D-0BC5-446E-A660-25886F4E54E3}" presName="desTx" presStyleLbl="alignAccFollowNode1" presStyleIdx="1" presStyleCnt="3">
        <dgm:presLayoutVars>
          <dgm:bulletEnabled val="1"/>
        </dgm:presLayoutVars>
      </dgm:prSet>
      <dgm:spPr/>
    </dgm:pt>
    <dgm:pt modelId="{F84B0CF4-FC20-4D48-9FCC-F17BBDF28FE2}" type="pres">
      <dgm:prSet presAssocID="{A9DE3B53-3F14-4E35-990E-CCC940A51FE1}" presName="space" presStyleCnt="0"/>
      <dgm:spPr/>
    </dgm:pt>
    <dgm:pt modelId="{B0AB5B0B-728F-4224-8B90-AEBFEDA16BD9}" type="pres">
      <dgm:prSet presAssocID="{760B8978-C375-438A-AD85-2D62DCBEBE08}" presName="composite" presStyleCnt="0"/>
      <dgm:spPr/>
    </dgm:pt>
    <dgm:pt modelId="{D0E1B633-24A0-4016-ADD2-C6664697F65E}" type="pres">
      <dgm:prSet presAssocID="{760B8978-C375-438A-AD85-2D62DCBEBE08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3B7B2F62-5C2E-481D-8967-DB4787CEE069}" type="pres">
      <dgm:prSet presAssocID="{760B8978-C375-438A-AD85-2D62DCBEBE08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090B390A-2491-4BF9-BEDD-9FFC0C1D258D}" type="presOf" srcId="{5226A42D-0BC5-446E-A660-25886F4E54E3}" destId="{8BF84F85-000F-4148-9AF6-398083EC3C93}" srcOrd="0" destOrd="0" presId="urn:microsoft.com/office/officeart/2005/8/layout/hList1"/>
    <dgm:cxn modelId="{FF83990A-235C-4B8C-9826-FDEEF3579FAB}" type="presOf" srcId="{B7F5DDAF-38D4-4A24-9D4C-5691A30B5F06}" destId="{3B7B2F62-5C2E-481D-8967-DB4787CEE069}" srcOrd="0" destOrd="1" presId="urn:microsoft.com/office/officeart/2005/8/layout/hList1"/>
    <dgm:cxn modelId="{E3F3B916-3DA6-4747-92A7-AA268FE3D66C}" srcId="{E5BFA815-56F2-43DC-A151-9D43F0C597BA}" destId="{FFC368AD-7735-476F-994A-FDF725D298D8}" srcOrd="1" destOrd="0" parTransId="{F3738F70-5648-47E0-8E31-E4B3CD31F073}" sibTransId="{C397E59D-0767-4D2F-BF0B-4DC0FCC1D2B9}"/>
    <dgm:cxn modelId="{3937FC38-AE00-4288-8393-693F8688D338}" srcId="{48A9053C-95A4-40A5-BFA8-A17AADDAD01E}" destId="{5226A42D-0BC5-446E-A660-25886F4E54E3}" srcOrd="1" destOrd="0" parTransId="{712700EA-D0A8-4EE6-BCA8-0D6C68C83751}" sibTransId="{A9DE3B53-3F14-4E35-990E-CCC940A51FE1}"/>
    <dgm:cxn modelId="{C87FFF47-F077-4617-91A1-6ABA7D06FF18}" srcId="{48A9053C-95A4-40A5-BFA8-A17AADDAD01E}" destId="{760B8978-C375-438A-AD85-2D62DCBEBE08}" srcOrd="2" destOrd="0" parTransId="{5326AF03-4A55-4500-8049-70819C12DF4C}" sibTransId="{6EC49ADA-9AEA-435E-9465-EC80F569A325}"/>
    <dgm:cxn modelId="{D5048D6B-CD82-450D-BA31-AA06C9D5FBA9}" srcId="{5226A42D-0BC5-446E-A660-25886F4E54E3}" destId="{6AB519A4-EBAB-42CD-8F35-BA9E14533D57}" srcOrd="0" destOrd="0" parTransId="{7B1FF179-5CC5-49DC-AF84-5E63B45B45E4}" sibTransId="{54B4B6F1-A4D9-40A0-BE83-173CCC8AEA15}"/>
    <dgm:cxn modelId="{0E5FC76B-FB67-411E-80CC-40B38C22527D}" srcId="{48A9053C-95A4-40A5-BFA8-A17AADDAD01E}" destId="{E5BFA815-56F2-43DC-A151-9D43F0C597BA}" srcOrd="0" destOrd="0" parTransId="{3C53C1D1-15EA-4FFD-82E8-4F388A65A23C}" sibTransId="{0B5FA03D-6C48-4254-B6FE-95FF463E557B}"/>
    <dgm:cxn modelId="{1EF7136C-8418-4FBB-B12C-3FC21D5D94FA}" type="presOf" srcId="{E5BFA815-56F2-43DC-A151-9D43F0C597BA}" destId="{7CD2DD71-DCB0-4BA8-9459-7AA0B48D4B07}" srcOrd="0" destOrd="0" presId="urn:microsoft.com/office/officeart/2005/8/layout/hList1"/>
    <dgm:cxn modelId="{D1618558-103A-4FF4-B195-D636931E5DEA}" type="presOf" srcId="{760B8978-C375-438A-AD85-2D62DCBEBE08}" destId="{D0E1B633-24A0-4016-ADD2-C6664697F65E}" srcOrd="0" destOrd="0" presId="urn:microsoft.com/office/officeart/2005/8/layout/hList1"/>
    <dgm:cxn modelId="{3802C381-88BB-4FD2-92B4-5A215BB7C12D}" type="presOf" srcId="{48A9053C-95A4-40A5-BFA8-A17AADDAD01E}" destId="{954E2995-786B-44BD-9505-D99DE5DFE1F5}" srcOrd="0" destOrd="0" presId="urn:microsoft.com/office/officeart/2005/8/layout/hList1"/>
    <dgm:cxn modelId="{93EDF989-CF0B-4EAC-AAD3-993761874436}" srcId="{760B8978-C375-438A-AD85-2D62DCBEBE08}" destId="{CF7E07C7-2863-475E-A238-76536F4386B3}" srcOrd="0" destOrd="0" parTransId="{8FAE5E04-CF31-4E52-8FEA-A1A8459F4A33}" sibTransId="{9EC21CE4-4886-4B40-A757-2876B3E25161}"/>
    <dgm:cxn modelId="{307AC4A6-9173-4006-A886-62EC7537ABB8}" srcId="{E5BFA815-56F2-43DC-A151-9D43F0C597BA}" destId="{B14CE2C5-41B8-48F3-83EF-67564D03BEBE}" srcOrd="0" destOrd="0" parTransId="{A0E30B9D-6095-4D2C-8BE4-1B00E1479423}" sibTransId="{1C06A038-0BB3-44D4-B302-D3B23E4771CC}"/>
    <dgm:cxn modelId="{94D5AFAB-7063-4DA4-94EA-A5E8A7F03A9D}" type="presOf" srcId="{6AB519A4-EBAB-42CD-8F35-BA9E14533D57}" destId="{7A96B9D0-D7CF-4F66-B0FA-C1EF5735040E}" srcOrd="0" destOrd="0" presId="urn:microsoft.com/office/officeart/2005/8/layout/hList1"/>
    <dgm:cxn modelId="{992195B5-2A09-4269-91FA-98C12E4E007F}" type="presOf" srcId="{B14CE2C5-41B8-48F3-83EF-67564D03BEBE}" destId="{060D73BA-7B83-4C26-8F95-88C64997F630}" srcOrd="0" destOrd="0" presId="urn:microsoft.com/office/officeart/2005/8/layout/hList1"/>
    <dgm:cxn modelId="{9D367DD0-1E52-40AF-8825-472B4F718882}" srcId="{760B8978-C375-438A-AD85-2D62DCBEBE08}" destId="{B7F5DDAF-38D4-4A24-9D4C-5691A30B5F06}" srcOrd="1" destOrd="0" parTransId="{D9628A55-8443-4EAE-A421-A8794656FC9C}" sibTransId="{00193D2F-B12B-431E-A32E-128A04657015}"/>
    <dgm:cxn modelId="{2DEE91D1-F174-479D-B429-8377C11E6DBD}" type="presOf" srcId="{CF7E07C7-2863-475E-A238-76536F4386B3}" destId="{3B7B2F62-5C2E-481D-8967-DB4787CEE069}" srcOrd="0" destOrd="0" presId="urn:microsoft.com/office/officeart/2005/8/layout/hList1"/>
    <dgm:cxn modelId="{24C0F9D1-D2C5-4872-AEF3-E78D88AC21DB}" type="presOf" srcId="{8FFE9CF6-B7D5-4A58-8576-EF6E9EC885AC}" destId="{060D73BA-7B83-4C26-8F95-88C64997F630}" srcOrd="0" destOrd="2" presId="urn:microsoft.com/office/officeart/2005/8/layout/hList1"/>
    <dgm:cxn modelId="{8FEF96F2-54D5-48B0-B482-8FB4C0CCB695}" srcId="{E5BFA815-56F2-43DC-A151-9D43F0C597BA}" destId="{8FFE9CF6-B7D5-4A58-8576-EF6E9EC885AC}" srcOrd="2" destOrd="0" parTransId="{BE35AEA0-0B07-42EB-A522-DB6DA97059AD}" sibTransId="{9F37D935-7FF5-40DA-BE28-860964F55B46}"/>
    <dgm:cxn modelId="{65322BFB-2A58-4EA7-9185-55E1789372E5}" type="presOf" srcId="{FFC368AD-7735-476F-994A-FDF725D298D8}" destId="{060D73BA-7B83-4C26-8F95-88C64997F630}" srcOrd="0" destOrd="1" presId="urn:microsoft.com/office/officeart/2005/8/layout/hList1"/>
    <dgm:cxn modelId="{57A7A1CB-87F9-4360-A290-26873F6F060C}" type="presParOf" srcId="{954E2995-786B-44BD-9505-D99DE5DFE1F5}" destId="{8C6ED3E1-4980-46E6-A712-EE303BE52ECB}" srcOrd="0" destOrd="0" presId="urn:microsoft.com/office/officeart/2005/8/layout/hList1"/>
    <dgm:cxn modelId="{E666D926-8C57-44A4-87DC-794DC663A223}" type="presParOf" srcId="{8C6ED3E1-4980-46E6-A712-EE303BE52ECB}" destId="{7CD2DD71-DCB0-4BA8-9459-7AA0B48D4B07}" srcOrd="0" destOrd="0" presId="urn:microsoft.com/office/officeart/2005/8/layout/hList1"/>
    <dgm:cxn modelId="{F9DB18B0-EDC4-4B5B-A5C5-A3C333D3FD74}" type="presParOf" srcId="{8C6ED3E1-4980-46E6-A712-EE303BE52ECB}" destId="{060D73BA-7B83-4C26-8F95-88C64997F630}" srcOrd="1" destOrd="0" presId="urn:microsoft.com/office/officeart/2005/8/layout/hList1"/>
    <dgm:cxn modelId="{21E04096-B400-4ECF-8F8F-1806B8FFABA9}" type="presParOf" srcId="{954E2995-786B-44BD-9505-D99DE5DFE1F5}" destId="{5F736F67-9AA1-48D1-923E-0ECAE1A8177B}" srcOrd="1" destOrd="0" presId="urn:microsoft.com/office/officeart/2005/8/layout/hList1"/>
    <dgm:cxn modelId="{F5967875-AA95-43A7-B6E1-D86C41077C61}" type="presParOf" srcId="{954E2995-786B-44BD-9505-D99DE5DFE1F5}" destId="{AE72CD9D-F634-4B48-9BEC-05DC36E1D69D}" srcOrd="2" destOrd="0" presId="urn:microsoft.com/office/officeart/2005/8/layout/hList1"/>
    <dgm:cxn modelId="{5ACE776E-B327-4D4A-A988-7A8B6382AAB9}" type="presParOf" srcId="{AE72CD9D-F634-4B48-9BEC-05DC36E1D69D}" destId="{8BF84F85-000F-4148-9AF6-398083EC3C93}" srcOrd="0" destOrd="0" presId="urn:microsoft.com/office/officeart/2005/8/layout/hList1"/>
    <dgm:cxn modelId="{D0828A48-47F1-4F31-BEB8-7B9B320A51A1}" type="presParOf" srcId="{AE72CD9D-F634-4B48-9BEC-05DC36E1D69D}" destId="{7A96B9D0-D7CF-4F66-B0FA-C1EF5735040E}" srcOrd="1" destOrd="0" presId="urn:microsoft.com/office/officeart/2005/8/layout/hList1"/>
    <dgm:cxn modelId="{D4D1F1A8-2CCE-49D9-8498-47A712B1A5B1}" type="presParOf" srcId="{954E2995-786B-44BD-9505-D99DE5DFE1F5}" destId="{F84B0CF4-FC20-4D48-9FCC-F17BBDF28FE2}" srcOrd="3" destOrd="0" presId="urn:microsoft.com/office/officeart/2005/8/layout/hList1"/>
    <dgm:cxn modelId="{6A10FC33-F595-464D-B3A8-E5DD8C68D655}" type="presParOf" srcId="{954E2995-786B-44BD-9505-D99DE5DFE1F5}" destId="{B0AB5B0B-728F-4224-8B90-AEBFEDA16BD9}" srcOrd="4" destOrd="0" presId="urn:microsoft.com/office/officeart/2005/8/layout/hList1"/>
    <dgm:cxn modelId="{8FD6EC95-39A6-4A2C-ABBC-7B6A5B046E71}" type="presParOf" srcId="{B0AB5B0B-728F-4224-8B90-AEBFEDA16BD9}" destId="{D0E1B633-24A0-4016-ADD2-C6664697F65E}" srcOrd="0" destOrd="0" presId="urn:microsoft.com/office/officeart/2005/8/layout/hList1"/>
    <dgm:cxn modelId="{8F3173B1-5762-4DA2-B3AF-B4A1863D4D50}" type="presParOf" srcId="{B0AB5B0B-728F-4224-8B90-AEBFEDA16BD9}" destId="{3B7B2F62-5C2E-481D-8967-DB4787CEE06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F62C155-6CB6-457B-80C4-CA6BEFC2D66D}" type="doc">
      <dgm:prSet loTypeId="urn:microsoft.com/office/officeart/2005/8/layout/chevron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CO"/>
        </a:p>
      </dgm:t>
    </dgm:pt>
    <dgm:pt modelId="{AB071409-28CE-4A26-8B5B-A09322F89E87}">
      <dgm:prSet phldrT="[Texto]" custT="1"/>
      <dgm:spPr/>
      <dgm:t>
        <a:bodyPr/>
        <a:lstStyle/>
        <a:p>
          <a:pPr>
            <a:buClrTx/>
            <a:buSzTx/>
            <a:buFontTx/>
            <a:buNone/>
          </a:pPr>
          <a:r>
            <a:rPr lang="es-ES" sz="1800" b="1">
              <a:latin typeface="+mn-lt"/>
            </a:rPr>
            <a:t>Art 19-</a:t>
          </a:r>
          <a:endParaRPr lang="es-CO" sz="1800" b="1" dirty="0">
            <a:latin typeface="+mn-lt"/>
          </a:endParaRPr>
        </a:p>
      </dgm:t>
    </dgm:pt>
    <dgm:pt modelId="{CCCB34B4-B9B7-42CC-B777-6089C85DF0B6}" type="parTrans" cxnId="{4306A4D8-ACA1-4645-AD64-45152AB765F2}">
      <dgm:prSet/>
      <dgm:spPr/>
      <dgm:t>
        <a:bodyPr/>
        <a:lstStyle/>
        <a:p>
          <a:endParaRPr lang="es-CO"/>
        </a:p>
      </dgm:t>
    </dgm:pt>
    <dgm:pt modelId="{31797387-7241-4661-A261-C48028F9180F}" type="sibTrans" cxnId="{4306A4D8-ACA1-4645-AD64-45152AB765F2}">
      <dgm:prSet/>
      <dgm:spPr/>
      <dgm:t>
        <a:bodyPr/>
        <a:lstStyle/>
        <a:p>
          <a:endParaRPr lang="es-CO"/>
        </a:p>
      </dgm:t>
    </dgm:pt>
    <dgm:pt modelId="{42A791C0-48BD-435D-9190-E878968DDDFA}">
      <dgm:prSet phldrT="[Texto]"/>
      <dgm:spPr/>
      <dgm:t>
        <a:bodyPr/>
        <a:lstStyle/>
        <a:p>
          <a:r>
            <a:rPr lang="es-ES" b="1" dirty="0">
              <a:latin typeface="+mn-lt"/>
            </a:rPr>
            <a:t>Certificación: </a:t>
          </a:r>
          <a:r>
            <a:rPr lang="es-MX" dirty="0"/>
            <a:t>Procedimiento por el cual la entidad hace el reconocimiento formal de los resultados aprobados por el aprendiz durante su proceso formativo, se deben seguir las siguientes reglas:</a:t>
          </a:r>
          <a:endParaRPr lang="es-CO" dirty="0"/>
        </a:p>
      </dgm:t>
    </dgm:pt>
    <dgm:pt modelId="{2EBB2A68-BB03-4459-998C-93E646F6515B}" type="parTrans" cxnId="{66F0D5C3-BD31-45EA-ABEA-C03F87ACA51F}">
      <dgm:prSet/>
      <dgm:spPr/>
      <dgm:t>
        <a:bodyPr/>
        <a:lstStyle/>
        <a:p>
          <a:endParaRPr lang="es-CO"/>
        </a:p>
      </dgm:t>
    </dgm:pt>
    <dgm:pt modelId="{76B6A6F2-E3D2-4692-849C-4090725FEA40}" type="sibTrans" cxnId="{66F0D5C3-BD31-45EA-ABEA-C03F87ACA51F}">
      <dgm:prSet/>
      <dgm:spPr/>
      <dgm:t>
        <a:bodyPr/>
        <a:lstStyle/>
        <a:p>
          <a:endParaRPr lang="es-CO"/>
        </a:p>
      </dgm:t>
    </dgm:pt>
    <dgm:pt modelId="{10FBA89C-9FB6-40C5-B7EF-1646CA8F0994}">
      <dgm:prSet phldrT="[Texto]" custT="1"/>
      <dgm:spPr/>
      <dgm:t>
        <a:bodyPr/>
        <a:lstStyle/>
        <a:p>
          <a:r>
            <a:rPr lang="es-MX" sz="2000" b="1"/>
            <a:t>No 1</a:t>
          </a:r>
          <a:r>
            <a:rPr lang="es-MX" sz="3800"/>
            <a:t> </a:t>
          </a:r>
          <a:endParaRPr lang="es-CO" sz="3800" dirty="0"/>
        </a:p>
      </dgm:t>
    </dgm:pt>
    <dgm:pt modelId="{9586488A-1E8C-4A81-9AB3-AB57C932C109}" type="parTrans" cxnId="{93866EDD-0F00-4803-8C2F-C209F5B9EDDD}">
      <dgm:prSet/>
      <dgm:spPr/>
      <dgm:t>
        <a:bodyPr/>
        <a:lstStyle/>
        <a:p>
          <a:endParaRPr lang="es-CO"/>
        </a:p>
      </dgm:t>
    </dgm:pt>
    <dgm:pt modelId="{7E4E4BD9-9BE6-4B4A-8D9C-AE999AACD52D}" type="sibTrans" cxnId="{93866EDD-0F00-4803-8C2F-C209F5B9EDDD}">
      <dgm:prSet/>
      <dgm:spPr/>
      <dgm:t>
        <a:bodyPr/>
        <a:lstStyle/>
        <a:p>
          <a:endParaRPr lang="es-CO"/>
        </a:p>
      </dgm:t>
    </dgm:pt>
    <dgm:pt modelId="{F83B910E-2E45-4F8B-A298-77D478091F05}">
      <dgm:prSet phldrT="[Texto]"/>
      <dgm:spPr/>
      <dgm:t>
        <a:bodyPr/>
        <a:lstStyle/>
        <a:p>
          <a:r>
            <a:rPr lang="es-MX" dirty="0"/>
            <a:t>El aprendiz es responsable de verificar el sistema de gestión académica y administrativa </a:t>
          </a:r>
          <a:endParaRPr lang="es-CO" dirty="0"/>
        </a:p>
      </dgm:t>
    </dgm:pt>
    <dgm:pt modelId="{30942332-29AA-4B80-BCE0-FA16FFE8748C}" type="parTrans" cxnId="{2357DD0A-0A2B-4D20-BB84-9FB0F269A1BA}">
      <dgm:prSet/>
      <dgm:spPr/>
      <dgm:t>
        <a:bodyPr/>
        <a:lstStyle/>
        <a:p>
          <a:endParaRPr lang="es-CO"/>
        </a:p>
      </dgm:t>
    </dgm:pt>
    <dgm:pt modelId="{20E8E89D-4277-4663-B705-323020659AD7}" type="sibTrans" cxnId="{2357DD0A-0A2B-4D20-BB84-9FB0F269A1BA}">
      <dgm:prSet/>
      <dgm:spPr/>
      <dgm:t>
        <a:bodyPr/>
        <a:lstStyle/>
        <a:p>
          <a:endParaRPr lang="es-CO"/>
        </a:p>
      </dgm:t>
    </dgm:pt>
    <dgm:pt modelId="{E25A4020-72AF-4671-8BB5-F7D06E3FBF60}">
      <dgm:prSet phldrT="[Texto]" custT="1"/>
      <dgm:spPr/>
      <dgm:t>
        <a:bodyPr/>
        <a:lstStyle/>
        <a:p>
          <a:r>
            <a:rPr lang="es-MX" sz="2000" b="1"/>
            <a:t>No 2</a:t>
          </a:r>
          <a:endParaRPr lang="es-CO" sz="2000" dirty="0"/>
        </a:p>
      </dgm:t>
    </dgm:pt>
    <dgm:pt modelId="{0C2A0B63-4054-4334-AB83-9A462C6EF2FB}" type="parTrans" cxnId="{E0EF8A10-513C-4A04-8792-CB3926DD9B5D}">
      <dgm:prSet/>
      <dgm:spPr/>
      <dgm:t>
        <a:bodyPr/>
        <a:lstStyle/>
        <a:p>
          <a:endParaRPr lang="es-CO"/>
        </a:p>
      </dgm:t>
    </dgm:pt>
    <dgm:pt modelId="{5952D1B6-1FF5-4992-8005-7BA39F0EEC97}" type="sibTrans" cxnId="{E0EF8A10-513C-4A04-8792-CB3926DD9B5D}">
      <dgm:prSet/>
      <dgm:spPr/>
      <dgm:t>
        <a:bodyPr/>
        <a:lstStyle/>
        <a:p>
          <a:endParaRPr lang="es-CO"/>
        </a:p>
      </dgm:t>
    </dgm:pt>
    <dgm:pt modelId="{CFBFBF4C-9578-416F-BF22-AC89536CBD77}">
      <dgm:prSet phldrT="[Texto]"/>
      <dgm:spPr/>
      <dgm:t>
        <a:bodyPr/>
        <a:lstStyle/>
        <a:p>
          <a:r>
            <a:rPr lang="es-MX" dirty="0"/>
            <a:t>2. El aprendiz de formación laboral o tecnológica debe cumplir  con los requisitos:</a:t>
          </a:r>
          <a:endParaRPr lang="es-CO" dirty="0"/>
        </a:p>
      </dgm:t>
    </dgm:pt>
    <dgm:pt modelId="{48DEA454-AE7A-4C66-A865-660FC91A462D}" type="parTrans" cxnId="{8E84C8F3-93AD-4EC0-872D-CA852541CCE3}">
      <dgm:prSet/>
      <dgm:spPr/>
      <dgm:t>
        <a:bodyPr/>
        <a:lstStyle/>
        <a:p>
          <a:endParaRPr lang="es-CO"/>
        </a:p>
      </dgm:t>
    </dgm:pt>
    <dgm:pt modelId="{D6788246-D18B-4DAB-B5FE-0C8C660FFE7A}" type="sibTrans" cxnId="{8E84C8F3-93AD-4EC0-872D-CA852541CCE3}">
      <dgm:prSet/>
      <dgm:spPr/>
      <dgm:t>
        <a:bodyPr/>
        <a:lstStyle/>
        <a:p>
          <a:endParaRPr lang="es-CO"/>
        </a:p>
      </dgm:t>
    </dgm:pt>
    <dgm:pt modelId="{4F86FD83-9E1B-499E-AC05-070FCAB4906B}" type="pres">
      <dgm:prSet presAssocID="{EF62C155-6CB6-457B-80C4-CA6BEFC2D66D}" presName="linearFlow" presStyleCnt="0">
        <dgm:presLayoutVars>
          <dgm:dir/>
          <dgm:animLvl val="lvl"/>
          <dgm:resizeHandles val="exact"/>
        </dgm:presLayoutVars>
      </dgm:prSet>
      <dgm:spPr/>
    </dgm:pt>
    <dgm:pt modelId="{0A8354DF-5DB5-43B2-8540-C9C6BC9D4840}" type="pres">
      <dgm:prSet presAssocID="{AB071409-28CE-4A26-8B5B-A09322F89E87}" presName="composite" presStyleCnt="0"/>
      <dgm:spPr/>
    </dgm:pt>
    <dgm:pt modelId="{41CDA102-9FFB-4946-8B51-E833EFC7CEA4}" type="pres">
      <dgm:prSet presAssocID="{AB071409-28CE-4A26-8B5B-A09322F89E87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BD4A1E35-5383-479A-80F4-0BEA061A355F}" type="pres">
      <dgm:prSet presAssocID="{AB071409-28CE-4A26-8B5B-A09322F89E87}" presName="descendantText" presStyleLbl="alignAcc1" presStyleIdx="0" presStyleCnt="3">
        <dgm:presLayoutVars>
          <dgm:bulletEnabled val="1"/>
        </dgm:presLayoutVars>
      </dgm:prSet>
      <dgm:spPr/>
    </dgm:pt>
    <dgm:pt modelId="{602A2859-ED20-4C1F-9D58-C702389DB001}" type="pres">
      <dgm:prSet presAssocID="{31797387-7241-4661-A261-C48028F9180F}" presName="sp" presStyleCnt="0"/>
      <dgm:spPr/>
    </dgm:pt>
    <dgm:pt modelId="{2BC112F9-92C0-4934-AECB-8EEDA68C42E4}" type="pres">
      <dgm:prSet presAssocID="{10FBA89C-9FB6-40C5-B7EF-1646CA8F0994}" presName="composite" presStyleCnt="0"/>
      <dgm:spPr/>
    </dgm:pt>
    <dgm:pt modelId="{B7A46D8B-6FFA-4500-AD1E-D9E517372479}" type="pres">
      <dgm:prSet presAssocID="{10FBA89C-9FB6-40C5-B7EF-1646CA8F0994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FF553F6A-4930-4ABA-978B-D2BEC1F5209D}" type="pres">
      <dgm:prSet presAssocID="{10FBA89C-9FB6-40C5-B7EF-1646CA8F0994}" presName="descendantText" presStyleLbl="alignAcc1" presStyleIdx="1" presStyleCnt="3">
        <dgm:presLayoutVars>
          <dgm:bulletEnabled val="1"/>
        </dgm:presLayoutVars>
      </dgm:prSet>
      <dgm:spPr/>
    </dgm:pt>
    <dgm:pt modelId="{5FB038FB-0C36-467E-87D1-C449A276F2F7}" type="pres">
      <dgm:prSet presAssocID="{7E4E4BD9-9BE6-4B4A-8D9C-AE999AACD52D}" presName="sp" presStyleCnt="0"/>
      <dgm:spPr/>
    </dgm:pt>
    <dgm:pt modelId="{A69CEC9F-DCD9-46FB-B022-AAE6262154C4}" type="pres">
      <dgm:prSet presAssocID="{E25A4020-72AF-4671-8BB5-F7D06E3FBF60}" presName="composite" presStyleCnt="0"/>
      <dgm:spPr/>
    </dgm:pt>
    <dgm:pt modelId="{34CE71FE-D67A-4AC3-A43F-C35A93F4C0A6}" type="pres">
      <dgm:prSet presAssocID="{E25A4020-72AF-4671-8BB5-F7D06E3FBF60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33012CFB-9D61-48DD-9156-32CDAD06C884}" type="pres">
      <dgm:prSet presAssocID="{E25A4020-72AF-4671-8BB5-F7D06E3FBF60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4A622607-5F3D-4471-AD5B-CEEFEFA216B7}" type="presOf" srcId="{CFBFBF4C-9578-416F-BF22-AC89536CBD77}" destId="{33012CFB-9D61-48DD-9156-32CDAD06C884}" srcOrd="0" destOrd="0" presId="urn:microsoft.com/office/officeart/2005/8/layout/chevron2"/>
    <dgm:cxn modelId="{2357DD0A-0A2B-4D20-BB84-9FB0F269A1BA}" srcId="{10FBA89C-9FB6-40C5-B7EF-1646CA8F0994}" destId="{F83B910E-2E45-4F8B-A298-77D478091F05}" srcOrd="0" destOrd="0" parTransId="{30942332-29AA-4B80-BCE0-FA16FFE8748C}" sibTransId="{20E8E89D-4277-4663-B705-323020659AD7}"/>
    <dgm:cxn modelId="{319E010C-F2D1-4777-B636-77CC01440B1D}" type="presOf" srcId="{E25A4020-72AF-4671-8BB5-F7D06E3FBF60}" destId="{34CE71FE-D67A-4AC3-A43F-C35A93F4C0A6}" srcOrd="0" destOrd="0" presId="urn:microsoft.com/office/officeart/2005/8/layout/chevron2"/>
    <dgm:cxn modelId="{E0EF8A10-513C-4A04-8792-CB3926DD9B5D}" srcId="{EF62C155-6CB6-457B-80C4-CA6BEFC2D66D}" destId="{E25A4020-72AF-4671-8BB5-F7D06E3FBF60}" srcOrd="2" destOrd="0" parTransId="{0C2A0B63-4054-4334-AB83-9A462C6EF2FB}" sibTransId="{5952D1B6-1FF5-4992-8005-7BA39F0EEC97}"/>
    <dgm:cxn modelId="{03F8A925-D37A-4188-8581-C1697759ECF9}" type="presOf" srcId="{10FBA89C-9FB6-40C5-B7EF-1646CA8F0994}" destId="{B7A46D8B-6FFA-4500-AD1E-D9E517372479}" srcOrd="0" destOrd="0" presId="urn:microsoft.com/office/officeart/2005/8/layout/chevron2"/>
    <dgm:cxn modelId="{9BDFFD27-13BF-4AC8-95B3-00FD4633EC0B}" type="presOf" srcId="{42A791C0-48BD-435D-9190-E878968DDDFA}" destId="{BD4A1E35-5383-479A-80F4-0BEA061A355F}" srcOrd="0" destOrd="0" presId="urn:microsoft.com/office/officeart/2005/8/layout/chevron2"/>
    <dgm:cxn modelId="{66F0D5C3-BD31-45EA-ABEA-C03F87ACA51F}" srcId="{AB071409-28CE-4A26-8B5B-A09322F89E87}" destId="{42A791C0-48BD-435D-9190-E878968DDDFA}" srcOrd="0" destOrd="0" parTransId="{2EBB2A68-BB03-4459-998C-93E646F6515B}" sibTransId="{76B6A6F2-E3D2-4692-849C-4090725FEA40}"/>
    <dgm:cxn modelId="{4306A4D8-ACA1-4645-AD64-45152AB765F2}" srcId="{EF62C155-6CB6-457B-80C4-CA6BEFC2D66D}" destId="{AB071409-28CE-4A26-8B5B-A09322F89E87}" srcOrd="0" destOrd="0" parTransId="{CCCB34B4-B9B7-42CC-B777-6089C85DF0B6}" sibTransId="{31797387-7241-4661-A261-C48028F9180F}"/>
    <dgm:cxn modelId="{93866EDD-0F00-4803-8C2F-C209F5B9EDDD}" srcId="{EF62C155-6CB6-457B-80C4-CA6BEFC2D66D}" destId="{10FBA89C-9FB6-40C5-B7EF-1646CA8F0994}" srcOrd="1" destOrd="0" parTransId="{9586488A-1E8C-4A81-9AB3-AB57C932C109}" sibTransId="{7E4E4BD9-9BE6-4B4A-8D9C-AE999AACD52D}"/>
    <dgm:cxn modelId="{0AB8B3DE-81DC-4753-97DD-8F1570B0C2C9}" type="presOf" srcId="{F83B910E-2E45-4F8B-A298-77D478091F05}" destId="{FF553F6A-4930-4ABA-978B-D2BEC1F5209D}" srcOrd="0" destOrd="0" presId="urn:microsoft.com/office/officeart/2005/8/layout/chevron2"/>
    <dgm:cxn modelId="{A58DF9EE-5C4E-4E7F-A569-99156C86D70D}" type="presOf" srcId="{AB071409-28CE-4A26-8B5B-A09322F89E87}" destId="{41CDA102-9FFB-4946-8B51-E833EFC7CEA4}" srcOrd="0" destOrd="0" presId="urn:microsoft.com/office/officeart/2005/8/layout/chevron2"/>
    <dgm:cxn modelId="{8E84C8F3-93AD-4EC0-872D-CA852541CCE3}" srcId="{E25A4020-72AF-4671-8BB5-F7D06E3FBF60}" destId="{CFBFBF4C-9578-416F-BF22-AC89536CBD77}" srcOrd="0" destOrd="0" parTransId="{48DEA454-AE7A-4C66-A865-660FC91A462D}" sibTransId="{D6788246-D18B-4DAB-B5FE-0C8C660FFE7A}"/>
    <dgm:cxn modelId="{97B867FD-BD4B-4EC0-AF9C-982BCBB0F782}" type="presOf" srcId="{EF62C155-6CB6-457B-80C4-CA6BEFC2D66D}" destId="{4F86FD83-9E1B-499E-AC05-070FCAB4906B}" srcOrd="0" destOrd="0" presId="urn:microsoft.com/office/officeart/2005/8/layout/chevron2"/>
    <dgm:cxn modelId="{B2736249-8BD5-4759-BFD4-A84C983DEE86}" type="presParOf" srcId="{4F86FD83-9E1B-499E-AC05-070FCAB4906B}" destId="{0A8354DF-5DB5-43B2-8540-C9C6BC9D4840}" srcOrd="0" destOrd="0" presId="urn:microsoft.com/office/officeart/2005/8/layout/chevron2"/>
    <dgm:cxn modelId="{AB02629E-1805-494E-911D-798E2B5BCBBD}" type="presParOf" srcId="{0A8354DF-5DB5-43B2-8540-C9C6BC9D4840}" destId="{41CDA102-9FFB-4946-8B51-E833EFC7CEA4}" srcOrd="0" destOrd="0" presId="urn:microsoft.com/office/officeart/2005/8/layout/chevron2"/>
    <dgm:cxn modelId="{B5B0EBB7-EFAF-42CF-8D6E-106C08DB6071}" type="presParOf" srcId="{0A8354DF-5DB5-43B2-8540-C9C6BC9D4840}" destId="{BD4A1E35-5383-479A-80F4-0BEA061A355F}" srcOrd="1" destOrd="0" presId="urn:microsoft.com/office/officeart/2005/8/layout/chevron2"/>
    <dgm:cxn modelId="{C348CAB8-B249-457F-8B10-CA652DEA2F03}" type="presParOf" srcId="{4F86FD83-9E1B-499E-AC05-070FCAB4906B}" destId="{602A2859-ED20-4C1F-9D58-C702389DB001}" srcOrd="1" destOrd="0" presId="urn:microsoft.com/office/officeart/2005/8/layout/chevron2"/>
    <dgm:cxn modelId="{F1321322-8DB8-4233-B8CB-4443C3643E66}" type="presParOf" srcId="{4F86FD83-9E1B-499E-AC05-070FCAB4906B}" destId="{2BC112F9-92C0-4934-AECB-8EEDA68C42E4}" srcOrd="2" destOrd="0" presId="urn:microsoft.com/office/officeart/2005/8/layout/chevron2"/>
    <dgm:cxn modelId="{6308CF8C-8D41-41EA-90F9-EAA08B415947}" type="presParOf" srcId="{2BC112F9-92C0-4934-AECB-8EEDA68C42E4}" destId="{B7A46D8B-6FFA-4500-AD1E-D9E517372479}" srcOrd="0" destOrd="0" presId="urn:microsoft.com/office/officeart/2005/8/layout/chevron2"/>
    <dgm:cxn modelId="{16275916-4009-49D2-B530-DDE87C8963B4}" type="presParOf" srcId="{2BC112F9-92C0-4934-AECB-8EEDA68C42E4}" destId="{FF553F6A-4930-4ABA-978B-D2BEC1F5209D}" srcOrd="1" destOrd="0" presId="urn:microsoft.com/office/officeart/2005/8/layout/chevron2"/>
    <dgm:cxn modelId="{1166CA6A-F630-4B86-965B-5929A23E9C9D}" type="presParOf" srcId="{4F86FD83-9E1B-499E-AC05-070FCAB4906B}" destId="{5FB038FB-0C36-467E-87D1-C449A276F2F7}" srcOrd="3" destOrd="0" presId="urn:microsoft.com/office/officeart/2005/8/layout/chevron2"/>
    <dgm:cxn modelId="{FDEF716E-42A4-4381-9AD9-AA28C198B67C}" type="presParOf" srcId="{4F86FD83-9E1B-499E-AC05-070FCAB4906B}" destId="{A69CEC9F-DCD9-46FB-B022-AAE6262154C4}" srcOrd="4" destOrd="0" presId="urn:microsoft.com/office/officeart/2005/8/layout/chevron2"/>
    <dgm:cxn modelId="{CF575633-8CC8-4283-B849-2A65B8755A48}" type="presParOf" srcId="{A69CEC9F-DCD9-46FB-B022-AAE6262154C4}" destId="{34CE71FE-D67A-4AC3-A43F-C35A93F4C0A6}" srcOrd="0" destOrd="0" presId="urn:microsoft.com/office/officeart/2005/8/layout/chevron2"/>
    <dgm:cxn modelId="{A7B09651-9B67-4FDE-A7D6-A6F74868873B}" type="presParOf" srcId="{A69CEC9F-DCD9-46FB-B022-AAE6262154C4}" destId="{33012CFB-9D61-48DD-9156-32CDAD06C884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7156EC5-8041-43C9-9A56-A4EEF8E81B35}" type="doc">
      <dgm:prSet loTypeId="urn:microsoft.com/office/officeart/2005/8/layout/vList5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s-CO"/>
        </a:p>
      </dgm:t>
    </dgm:pt>
    <dgm:pt modelId="{B25806A4-B231-461B-9E42-EA17F192DF30}">
      <dgm:prSet phldrT="[Texto]"/>
      <dgm:spPr/>
      <dgm:t>
        <a:bodyPr/>
        <a:lstStyle/>
        <a:p>
          <a:r>
            <a:rPr lang="es-MX" dirty="0"/>
            <a:t>A.</a:t>
          </a:r>
          <a:endParaRPr lang="es-CO" dirty="0"/>
        </a:p>
      </dgm:t>
    </dgm:pt>
    <dgm:pt modelId="{DDE831E2-26C4-4E0C-BFA5-96FAE4FE09EA}" type="parTrans" cxnId="{3EDCA94B-9414-4BF4-8052-7C831C6FE76D}">
      <dgm:prSet/>
      <dgm:spPr/>
      <dgm:t>
        <a:bodyPr/>
        <a:lstStyle/>
        <a:p>
          <a:endParaRPr lang="es-CO"/>
        </a:p>
      </dgm:t>
    </dgm:pt>
    <dgm:pt modelId="{85AC07C9-A749-4CAF-9CB5-4225DA9CDE5C}" type="sibTrans" cxnId="{3EDCA94B-9414-4BF4-8052-7C831C6FE76D}">
      <dgm:prSet/>
      <dgm:spPr/>
      <dgm:t>
        <a:bodyPr/>
        <a:lstStyle/>
        <a:p>
          <a:endParaRPr lang="es-CO"/>
        </a:p>
      </dgm:t>
    </dgm:pt>
    <dgm:pt modelId="{783ADAAE-D465-48D2-92BD-0BBC77383770}">
      <dgm:prSet phldrT="[Texto]" custT="1"/>
      <dgm:spPr/>
      <dgm:t>
        <a:bodyPr/>
        <a:lstStyle/>
        <a:p>
          <a:r>
            <a:rPr lang="es-MX" sz="1800" dirty="0"/>
            <a:t>Encontrarse “por certificar” en el sistema de gestión académico administrativa.</a:t>
          </a:r>
          <a:endParaRPr lang="es-CO" sz="1800" dirty="0"/>
        </a:p>
      </dgm:t>
    </dgm:pt>
    <dgm:pt modelId="{25CEA615-870F-493F-AA92-96314B9A8FA7}" type="parTrans" cxnId="{E01F5530-1A4A-42FD-B404-9E00F473D038}">
      <dgm:prSet/>
      <dgm:spPr/>
      <dgm:t>
        <a:bodyPr/>
        <a:lstStyle/>
        <a:p>
          <a:endParaRPr lang="es-CO"/>
        </a:p>
      </dgm:t>
    </dgm:pt>
    <dgm:pt modelId="{98C362A4-41AF-4DFC-A6AE-00159F5A5904}" type="sibTrans" cxnId="{E01F5530-1A4A-42FD-B404-9E00F473D038}">
      <dgm:prSet/>
      <dgm:spPr/>
      <dgm:t>
        <a:bodyPr/>
        <a:lstStyle/>
        <a:p>
          <a:endParaRPr lang="es-CO"/>
        </a:p>
      </dgm:t>
    </dgm:pt>
    <dgm:pt modelId="{051DE90A-2813-494F-8BEE-227FDFE3877B}">
      <dgm:prSet phldrT="[Texto]"/>
      <dgm:spPr/>
      <dgm:t>
        <a:bodyPr/>
        <a:lstStyle/>
        <a:p>
          <a:r>
            <a:rPr lang="es-MX" dirty="0"/>
            <a:t>B.</a:t>
          </a:r>
          <a:endParaRPr lang="es-CO" dirty="0"/>
        </a:p>
      </dgm:t>
    </dgm:pt>
    <dgm:pt modelId="{0316B041-346D-4E56-B915-1F77E8BB5635}" type="parTrans" cxnId="{D216EEFC-3E62-491C-8AE9-37AEC655F672}">
      <dgm:prSet/>
      <dgm:spPr/>
      <dgm:t>
        <a:bodyPr/>
        <a:lstStyle/>
        <a:p>
          <a:endParaRPr lang="es-CO"/>
        </a:p>
      </dgm:t>
    </dgm:pt>
    <dgm:pt modelId="{2959F8F3-4FD2-4D59-AF86-50BBF7FD2AA0}" type="sibTrans" cxnId="{D216EEFC-3E62-491C-8AE9-37AEC655F672}">
      <dgm:prSet/>
      <dgm:spPr/>
      <dgm:t>
        <a:bodyPr/>
        <a:lstStyle/>
        <a:p>
          <a:endParaRPr lang="es-CO"/>
        </a:p>
      </dgm:t>
    </dgm:pt>
    <dgm:pt modelId="{07D5D985-8A43-4F91-A12F-25E2CB5A1259}">
      <dgm:prSet phldrT="[Texto]" custT="1"/>
      <dgm:spPr/>
      <dgm:t>
        <a:bodyPr/>
        <a:lstStyle/>
        <a:p>
          <a:r>
            <a:rPr lang="es-MX" sz="1600" dirty="0"/>
            <a:t>Aprendices de formación tecnológica</a:t>
          </a:r>
          <a:r>
            <a:rPr lang="es-MX" sz="1600" dirty="0">
              <a:sym typeface="Wingdings" panose="05000000000000000000" pitchFamily="2" charset="2"/>
            </a:rPr>
            <a:t> Evidencia de las pruebas establecidas por el Ministerio de Educación Nacional.</a:t>
          </a:r>
          <a:endParaRPr lang="es-CO" sz="1600" dirty="0"/>
        </a:p>
      </dgm:t>
    </dgm:pt>
    <dgm:pt modelId="{E388A033-0A6A-4BC5-8C2B-6C68F33C69CD}" type="parTrans" cxnId="{395D328B-D7F3-44E9-8D9C-7302102590A7}">
      <dgm:prSet/>
      <dgm:spPr/>
      <dgm:t>
        <a:bodyPr/>
        <a:lstStyle/>
        <a:p>
          <a:endParaRPr lang="es-CO"/>
        </a:p>
      </dgm:t>
    </dgm:pt>
    <dgm:pt modelId="{75C17223-489E-4640-876B-90EFD534FCB3}" type="sibTrans" cxnId="{395D328B-D7F3-44E9-8D9C-7302102590A7}">
      <dgm:prSet/>
      <dgm:spPr/>
      <dgm:t>
        <a:bodyPr/>
        <a:lstStyle/>
        <a:p>
          <a:endParaRPr lang="es-CO"/>
        </a:p>
      </dgm:t>
    </dgm:pt>
    <dgm:pt modelId="{42FEDFEA-6084-4C50-BBAB-744C975252C0}">
      <dgm:prSet phldrT="[Texto]"/>
      <dgm:spPr/>
      <dgm:t>
        <a:bodyPr/>
        <a:lstStyle/>
        <a:p>
          <a:r>
            <a:rPr lang="es-MX" dirty="0"/>
            <a:t>C.</a:t>
          </a:r>
          <a:endParaRPr lang="es-CO" dirty="0"/>
        </a:p>
      </dgm:t>
    </dgm:pt>
    <dgm:pt modelId="{BCFFC637-E831-4B7A-B69E-8F6840CECC59}" type="parTrans" cxnId="{A6A01781-EB5C-4A89-AD51-D39D4B8ECE2E}">
      <dgm:prSet/>
      <dgm:spPr/>
      <dgm:t>
        <a:bodyPr/>
        <a:lstStyle/>
        <a:p>
          <a:endParaRPr lang="es-CO"/>
        </a:p>
      </dgm:t>
    </dgm:pt>
    <dgm:pt modelId="{62103D8B-D879-4BC2-896D-13B710EAE966}" type="sibTrans" cxnId="{A6A01781-EB5C-4A89-AD51-D39D4B8ECE2E}">
      <dgm:prSet/>
      <dgm:spPr/>
      <dgm:t>
        <a:bodyPr/>
        <a:lstStyle/>
        <a:p>
          <a:endParaRPr lang="es-CO"/>
        </a:p>
      </dgm:t>
    </dgm:pt>
    <dgm:pt modelId="{51276971-6F19-4AD7-ADA9-4B63FD1DBF6D}">
      <dgm:prSet phldrT="[Texto]" custT="1"/>
      <dgm:spPr/>
      <dgm:t>
        <a:bodyPr/>
        <a:lstStyle/>
        <a:p>
          <a:r>
            <a:rPr lang="es-MX" sz="1600" dirty="0"/>
            <a:t>Estar registrado en la Agencia Pública de Empleo del SENA</a:t>
          </a:r>
          <a:r>
            <a:rPr lang="es-MX" sz="1600" dirty="0">
              <a:sym typeface="Wingdings" panose="05000000000000000000" pitchFamily="2" charset="2"/>
            </a:rPr>
            <a:t> Excepto para aprendices de formación complementaria.</a:t>
          </a:r>
          <a:endParaRPr lang="es-CO" sz="1600" dirty="0"/>
        </a:p>
      </dgm:t>
    </dgm:pt>
    <dgm:pt modelId="{FC2A6780-3DCE-4A42-914A-41CEAA467B29}" type="parTrans" cxnId="{80500F1D-CD2B-4A41-8F0E-8EABCD5B92F1}">
      <dgm:prSet/>
      <dgm:spPr/>
      <dgm:t>
        <a:bodyPr/>
        <a:lstStyle/>
        <a:p>
          <a:endParaRPr lang="es-CO"/>
        </a:p>
      </dgm:t>
    </dgm:pt>
    <dgm:pt modelId="{546187EC-E011-4D13-AA72-BEC08318570F}" type="sibTrans" cxnId="{80500F1D-CD2B-4A41-8F0E-8EABCD5B92F1}">
      <dgm:prSet/>
      <dgm:spPr/>
      <dgm:t>
        <a:bodyPr/>
        <a:lstStyle/>
        <a:p>
          <a:endParaRPr lang="es-CO"/>
        </a:p>
      </dgm:t>
    </dgm:pt>
    <dgm:pt modelId="{08B81D7A-2A85-4427-B5CC-3C9F4EB4096D}" type="pres">
      <dgm:prSet presAssocID="{B7156EC5-8041-43C9-9A56-A4EEF8E81B35}" presName="Name0" presStyleCnt="0">
        <dgm:presLayoutVars>
          <dgm:dir/>
          <dgm:animLvl val="lvl"/>
          <dgm:resizeHandles val="exact"/>
        </dgm:presLayoutVars>
      </dgm:prSet>
      <dgm:spPr/>
    </dgm:pt>
    <dgm:pt modelId="{F38A0E3C-5DE3-4E3F-B217-F4A774F65AFE}" type="pres">
      <dgm:prSet presAssocID="{B25806A4-B231-461B-9E42-EA17F192DF30}" presName="linNode" presStyleCnt="0"/>
      <dgm:spPr/>
    </dgm:pt>
    <dgm:pt modelId="{BE8A72AA-95C4-44DE-BB0C-32DC43868E37}" type="pres">
      <dgm:prSet presAssocID="{B25806A4-B231-461B-9E42-EA17F192DF30}" presName="parentText" presStyleLbl="node1" presStyleIdx="0" presStyleCnt="3" custScaleX="43375">
        <dgm:presLayoutVars>
          <dgm:chMax val="1"/>
          <dgm:bulletEnabled val="1"/>
        </dgm:presLayoutVars>
      </dgm:prSet>
      <dgm:spPr/>
    </dgm:pt>
    <dgm:pt modelId="{C6467EBD-931F-4226-A39D-B049FAA5EFA6}" type="pres">
      <dgm:prSet presAssocID="{B25806A4-B231-461B-9E42-EA17F192DF30}" presName="descendantText" presStyleLbl="alignAccFollowNode1" presStyleIdx="0" presStyleCnt="3" custLinFactNeighborY="-367">
        <dgm:presLayoutVars>
          <dgm:bulletEnabled val="1"/>
        </dgm:presLayoutVars>
      </dgm:prSet>
      <dgm:spPr/>
    </dgm:pt>
    <dgm:pt modelId="{F000551B-22DA-4138-935F-EF8485C4663E}" type="pres">
      <dgm:prSet presAssocID="{85AC07C9-A749-4CAF-9CB5-4225DA9CDE5C}" presName="sp" presStyleCnt="0"/>
      <dgm:spPr/>
    </dgm:pt>
    <dgm:pt modelId="{447E278A-D82A-477D-AC81-6417551A8F71}" type="pres">
      <dgm:prSet presAssocID="{051DE90A-2813-494F-8BEE-227FDFE3877B}" presName="linNode" presStyleCnt="0"/>
      <dgm:spPr/>
    </dgm:pt>
    <dgm:pt modelId="{BB69F262-4C37-44BB-8FD5-2FBCB4E8ED2E}" type="pres">
      <dgm:prSet presAssocID="{051DE90A-2813-494F-8BEE-227FDFE3877B}" presName="parentText" presStyleLbl="node1" presStyleIdx="1" presStyleCnt="3" custScaleX="44561">
        <dgm:presLayoutVars>
          <dgm:chMax val="1"/>
          <dgm:bulletEnabled val="1"/>
        </dgm:presLayoutVars>
      </dgm:prSet>
      <dgm:spPr/>
    </dgm:pt>
    <dgm:pt modelId="{F25692C7-D3C0-4925-BAFF-85DC24A1A1B8}" type="pres">
      <dgm:prSet presAssocID="{051DE90A-2813-494F-8BEE-227FDFE3877B}" presName="descendantText" presStyleLbl="alignAccFollowNode1" presStyleIdx="1" presStyleCnt="3">
        <dgm:presLayoutVars>
          <dgm:bulletEnabled val="1"/>
        </dgm:presLayoutVars>
      </dgm:prSet>
      <dgm:spPr/>
    </dgm:pt>
    <dgm:pt modelId="{3723D039-8A71-4C3B-B4C9-F13953DEAA16}" type="pres">
      <dgm:prSet presAssocID="{2959F8F3-4FD2-4D59-AF86-50BBF7FD2AA0}" presName="sp" presStyleCnt="0"/>
      <dgm:spPr/>
    </dgm:pt>
    <dgm:pt modelId="{0DEE1EEE-A1D2-4E71-B9BA-4CF0E3F4631C}" type="pres">
      <dgm:prSet presAssocID="{42FEDFEA-6084-4C50-BBAB-744C975252C0}" presName="linNode" presStyleCnt="0"/>
      <dgm:spPr/>
    </dgm:pt>
    <dgm:pt modelId="{D202C427-D1FE-42DA-8146-BEFAC1320133}" type="pres">
      <dgm:prSet presAssocID="{42FEDFEA-6084-4C50-BBAB-744C975252C0}" presName="parentText" presStyleLbl="node1" presStyleIdx="2" presStyleCnt="3" custScaleX="43375">
        <dgm:presLayoutVars>
          <dgm:chMax val="1"/>
          <dgm:bulletEnabled val="1"/>
        </dgm:presLayoutVars>
      </dgm:prSet>
      <dgm:spPr/>
    </dgm:pt>
    <dgm:pt modelId="{B340952E-5F09-45C8-96B0-F5916FC1C4DA}" type="pres">
      <dgm:prSet presAssocID="{42FEDFEA-6084-4C50-BBAB-744C975252C0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80500F1D-CD2B-4A41-8F0E-8EABCD5B92F1}" srcId="{42FEDFEA-6084-4C50-BBAB-744C975252C0}" destId="{51276971-6F19-4AD7-ADA9-4B63FD1DBF6D}" srcOrd="0" destOrd="0" parTransId="{FC2A6780-3DCE-4A42-914A-41CEAA467B29}" sibTransId="{546187EC-E011-4D13-AA72-BEC08318570F}"/>
    <dgm:cxn modelId="{669D922F-47A4-48E5-80B0-0F602B9C02BD}" type="presOf" srcId="{51276971-6F19-4AD7-ADA9-4B63FD1DBF6D}" destId="{B340952E-5F09-45C8-96B0-F5916FC1C4DA}" srcOrd="0" destOrd="0" presId="urn:microsoft.com/office/officeart/2005/8/layout/vList5"/>
    <dgm:cxn modelId="{E01F5530-1A4A-42FD-B404-9E00F473D038}" srcId="{B25806A4-B231-461B-9E42-EA17F192DF30}" destId="{783ADAAE-D465-48D2-92BD-0BBC77383770}" srcOrd="0" destOrd="0" parTransId="{25CEA615-870F-493F-AA92-96314B9A8FA7}" sibTransId="{98C362A4-41AF-4DFC-A6AE-00159F5A5904}"/>
    <dgm:cxn modelId="{21323D69-DFEA-473A-B328-D3D9FE3C307E}" type="presOf" srcId="{051DE90A-2813-494F-8BEE-227FDFE3877B}" destId="{BB69F262-4C37-44BB-8FD5-2FBCB4E8ED2E}" srcOrd="0" destOrd="0" presId="urn:microsoft.com/office/officeart/2005/8/layout/vList5"/>
    <dgm:cxn modelId="{3EDCA94B-9414-4BF4-8052-7C831C6FE76D}" srcId="{B7156EC5-8041-43C9-9A56-A4EEF8E81B35}" destId="{B25806A4-B231-461B-9E42-EA17F192DF30}" srcOrd="0" destOrd="0" parTransId="{DDE831E2-26C4-4E0C-BFA5-96FAE4FE09EA}" sibTransId="{85AC07C9-A749-4CAF-9CB5-4225DA9CDE5C}"/>
    <dgm:cxn modelId="{E730366C-E491-4A91-A6D9-BF060D3478FC}" type="presOf" srcId="{07D5D985-8A43-4F91-A12F-25E2CB5A1259}" destId="{F25692C7-D3C0-4925-BAFF-85DC24A1A1B8}" srcOrd="0" destOrd="0" presId="urn:microsoft.com/office/officeart/2005/8/layout/vList5"/>
    <dgm:cxn modelId="{6523937D-DDB2-472C-8163-8B6545ACDD24}" type="presOf" srcId="{B25806A4-B231-461B-9E42-EA17F192DF30}" destId="{BE8A72AA-95C4-44DE-BB0C-32DC43868E37}" srcOrd="0" destOrd="0" presId="urn:microsoft.com/office/officeart/2005/8/layout/vList5"/>
    <dgm:cxn modelId="{A6A01781-EB5C-4A89-AD51-D39D4B8ECE2E}" srcId="{B7156EC5-8041-43C9-9A56-A4EEF8E81B35}" destId="{42FEDFEA-6084-4C50-BBAB-744C975252C0}" srcOrd="2" destOrd="0" parTransId="{BCFFC637-E831-4B7A-B69E-8F6840CECC59}" sibTransId="{62103D8B-D879-4BC2-896D-13B710EAE966}"/>
    <dgm:cxn modelId="{87DA268B-B0DF-4972-8A29-0328E9C3F23F}" type="presOf" srcId="{42FEDFEA-6084-4C50-BBAB-744C975252C0}" destId="{D202C427-D1FE-42DA-8146-BEFAC1320133}" srcOrd="0" destOrd="0" presId="urn:microsoft.com/office/officeart/2005/8/layout/vList5"/>
    <dgm:cxn modelId="{395D328B-D7F3-44E9-8D9C-7302102590A7}" srcId="{051DE90A-2813-494F-8BEE-227FDFE3877B}" destId="{07D5D985-8A43-4F91-A12F-25E2CB5A1259}" srcOrd="0" destOrd="0" parTransId="{E388A033-0A6A-4BC5-8C2B-6C68F33C69CD}" sibTransId="{75C17223-489E-4640-876B-90EFD534FCB3}"/>
    <dgm:cxn modelId="{571753ED-5F0B-4ABD-A24E-2199FE2D586B}" type="presOf" srcId="{783ADAAE-D465-48D2-92BD-0BBC77383770}" destId="{C6467EBD-931F-4226-A39D-B049FAA5EFA6}" srcOrd="0" destOrd="0" presId="urn:microsoft.com/office/officeart/2005/8/layout/vList5"/>
    <dgm:cxn modelId="{EBF5F4F5-297C-4B91-8677-7123046FA0C9}" type="presOf" srcId="{B7156EC5-8041-43C9-9A56-A4EEF8E81B35}" destId="{08B81D7A-2A85-4427-B5CC-3C9F4EB4096D}" srcOrd="0" destOrd="0" presId="urn:microsoft.com/office/officeart/2005/8/layout/vList5"/>
    <dgm:cxn modelId="{D216EEFC-3E62-491C-8AE9-37AEC655F672}" srcId="{B7156EC5-8041-43C9-9A56-A4EEF8E81B35}" destId="{051DE90A-2813-494F-8BEE-227FDFE3877B}" srcOrd="1" destOrd="0" parTransId="{0316B041-346D-4E56-B915-1F77E8BB5635}" sibTransId="{2959F8F3-4FD2-4D59-AF86-50BBF7FD2AA0}"/>
    <dgm:cxn modelId="{57E3FB5B-AD67-49AB-BBC4-4AB146C47302}" type="presParOf" srcId="{08B81D7A-2A85-4427-B5CC-3C9F4EB4096D}" destId="{F38A0E3C-5DE3-4E3F-B217-F4A774F65AFE}" srcOrd="0" destOrd="0" presId="urn:microsoft.com/office/officeart/2005/8/layout/vList5"/>
    <dgm:cxn modelId="{7CBEA1BC-2BB6-4178-8CB5-DEAF0ED31AE7}" type="presParOf" srcId="{F38A0E3C-5DE3-4E3F-B217-F4A774F65AFE}" destId="{BE8A72AA-95C4-44DE-BB0C-32DC43868E37}" srcOrd="0" destOrd="0" presId="urn:microsoft.com/office/officeart/2005/8/layout/vList5"/>
    <dgm:cxn modelId="{F7B7165D-7742-45CE-BA59-D6646C428536}" type="presParOf" srcId="{F38A0E3C-5DE3-4E3F-B217-F4A774F65AFE}" destId="{C6467EBD-931F-4226-A39D-B049FAA5EFA6}" srcOrd="1" destOrd="0" presId="urn:microsoft.com/office/officeart/2005/8/layout/vList5"/>
    <dgm:cxn modelId="{E842D1AD-C423-44C4-A67B-DFEE0F81032B}" type="presParOf" srcId="{08B81D7A-2A85-4427-B5CC-3C9F4EB4096D}" destId="{F000551B-22DA-4138-935F-EF8485C4663E}" srcOrd="1" destOrd="0" presId="urn:microsoft.com/office/officeart/2005/8/layout/vList5"/>
    <dgm:cxn modelId="{CD92F080-A6E8-4B63-A335-CB696542931D}" type="presParOf" srcId="{08B81D7A-2A85-4427-B5CC-3C9F4EB4096D}" destId="{447E278A-D82A-477D-AC81-6417551A8F71}" srcOrd="2" destOrd="0" presId="urn:microsoft.com/office/officeart/2005/8/layout/vList5"/>
    <dgm:cxn modelId="{EA73ACDD-BDD5-402A-926E-920F35EF4A64}" type="presParOf" srcId="{447E278A-D82A-477D-AC81-6417551A8F71}" destId="{BB69F262-4C37-44BB-8FD5-2FBCB4E8ED2E}" srcOrd="0" destOrd="0" presId="urn:microsoft.com/office/officeart/2005/8/layout/vList5"/>
    <dgm:cxn modelId="{CC03A9A8-BE0A-44A3-B9A4-F34889DD97B3}" type="presParOf" srcId="{447E278A-D82A-477D-AC81-6417551A8F71}" destId="{F25692C7-D3C0-4925-BAFF-85DC24A1A1B8}" srcOrd="1" destOrd="0" presId="urn:microsoft.com/office/officeart/2005/8/layout/vList5"/>
    <dgm:cxn modelId="{18D03845-5F56-409B-BE58-F6A8005A9BF6}" type="presParOf" srcId="{08B81D7A-2A85-4427-B5CC-3C9F4EB4096D}" destId="{3723D039-8A71-4C3B-B4C9-F13953DEAA16}" srcOrd="3" destOrd="0" presId="urn:microsoft.com/office/officeart/2005/8/layout/vList5"/>
    <dgm:cxn modelId="{708EFB96-31E0-4994-8184-91333CB756DE}" type="presParOf" srcId="{08B81D7A-2A85-4427-B5CC-3C9F4EB4096D}" destId="{0DEE1EEE-A1D2-4E71-B9BA-4CF0E3F4631C}" srcOrd="4" destOrd="0" presId="urn:microsoft.com/office/officeart/2005/8/layout/vList5"/>
    <dgm:cxn modelId="{1357C810-FB5E-4EB1-AD23-EDC6D79B9489}" type="presParOf" srcId="{0DEE1EEE-A1D2-4E71-B9BA-4CF0E3F4631C}" destId="{D202C427-D1FE-42DA-8146-BEFAC1320133}" srcOrd="0" destOrd="0" presId="urn:microsoft.com/office/officeart/2005/8/layout/vList5"/>
    <dgm:cxn modelId="{CEBB971E-E386-4CE6-8D4D-A6B54E977536}" type="presParOf" srcId="{0DEE1EEE-A1D2-4E71-B9BA-4CF0E3F4631C}" destId="{B340952E-5F09-45C8-96B0-F5916FC1C4DA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6EF6545-06BD-4C4F-B873-567E7BA5DDE2}" type="doc">
      <dgm:prSet loTypeId="urn:microsoft.com/office/officeart/2005/8/layout/cycle7" loCatId="cycle" qsTypeId="urn:microsoft.com/office/officeart/2005/8/quickstyle/simple3" qsCatId="simple" csTypeId="urn:microsoft.com/office/officeart/2005/8/colors/colorful4" csCatId="colorful" phldr="1"/>
      <dgm:spPr/>
      <dgm:t>
        <a:bodyPr/>
        <a:lstStyle/>
        <a:p>
          <a:endParaRPr lang="es-CO"/>
        </a:p>
      </dgm:t>
    </dgm:pt>
    <dgm:pt modelId="{4A055BDE-6173-4F83-9361-9E162A671595}">
      <dgm:prSet phldrT="[Texto]" custT="1"/>
      <dgm:spPr/>
      <dgm:t>
        <a:bodyPr/>
        <a:lstStyle/>
        <a:p>
          <a:r>
            <a:rPr lang="es-MX" sz="2400" b="1"/>
            <a:t>Cap. II Art 22. </a:t>
          </a:r>
        </a:p>
        <a:p>
          <a:r>
            <a:rPr lang="es-MX" sz="2400" b="1"/>
            <a:t>Trámite Reingreso Especial</a:t>
          </a:r>
          <a:endParaRPr lang="es-CO" sz="2400" b="1" dirty="0"/>
        </a:p>
      </dgm:t>
    </dgm:pt>
    <dgm:pt modelId="{80AE1939-9A7E-464F-8ED8-C5A2891C9DB3}" type="parTrans" cxnId="{FA431BC5-045A-40CA-ADCD-3ACCFD9C8501}">
      <dgm:prSet/>
      <dgm:spPr/>
      <dgm:t>
        <a:bodyPr/>
        <a:lstStyle/>
        <a:p>
          <a:endParaRPr lang="es-CO"/>
        </a:p>
      </dgm:t>
    </dgm:pt>
    <dgm:pt modelId="{99754AE1-56E5-4330-806B-107EABA1088C}" type="sibTrans" cxnId="{FA431BC5-045A-40CA-ADCD-3ACCFD9C8501}">
      <dgm:prSet/>
      <dgm:spPr/>
      <dgm:t>
        <a:bodyPr/>
        <a:lstStyle/>
        <a:p>
          <a:endParaRPr lang="es-CO"/>
        </a:p>
      </dgm:t>
    </dgm:pt>
    <dgm:pt modelId="{677063D0-6485-4712-80E3-1F0043B04EAF}">
      <dgm:prSet phldrT="[Texto]"/>
      <dgm:spPr/>
      <dgm:t>
        <a:bodyPr/>
        <a:lstStyle/>
        <a:p>
          <a:r>
            <a:rPr lang="es-MX"/>
            <a:t>Reingreso a otro Centro de Formación, al mismo programa y cualquier modalidad</a:t>
          </a:r>
          <a:endParaRPr lang="es-CO" dirty="0"/>
        </a:p>
      </dgm:t>
    </dgm:pt>
    <dgm:pt modelId="{515CC11D-E8E5-47E9-AC76-06B269AEA176}" type="parTrans" cxnId="{518F1819-5779-42B2-BA02-0582FE3F4726}">
      <dgm:prSet/>
      <dgm:spPr/>
      <dgm:t>
        <a:bodyPr/>
        <a:lstStyle/>
        <a:p>
          <a:endParaRPr lang="es-CO"/>
        </a:p>
      </dgm:t>
    </dgm:pt>
    <dgm:pt modelId="{ADD5EA5B-0CD2-48E5-BCFD-CEC576C54CA4}" type="sibTrans" cxnId="{518F1819-5779-42B2-BA02-0582FE3F4726}">
      <dgm:prSet/>
      <dgm:spPr/>
      <dgm:t>
        <a:bodyPr/>
        <a:lstStyle/>
        <a:p>
          <a:endParaRPr lang="es-CO"/>
        </a:p>
      </dgm:t>
    </dgm:pt>
    <dgm:pt modelId="{AEED717F-6FC8-4318-BEE2-8A983FBEE8AA}">
      <dgm:prSet phldrT="[Texto]"/>
      <dgm:spPr/>
      <dgm:t>
        <a:bodyPr/>
        <a:lstStyle/>
        <a:p>
          <a:r>
            <a:rPr lang="es-MX"/>
            <a:t>Reingreso al mismo Centro de Formación, al mismo programa y cualquier modalidad</a:t>
          </a:r>
          <a:endParaRPr lang="es-CO" dirty="0"/>
        </a:p>
      </dgm:t>
    </dgm:pt>
    <dgm:pt modelId="{584E6828-1870-4036-AC3F-2313A0D3540E}" type="parTrans" cxnId="{4D61ED6F-23AF-4556-9E3A-74F4290CF81A}">
      <dgm:prSet/>
      <dgm:spPr/>
      <dgm:t>
        <a:bodyPr/>
        <a:lstStyle/>
        <a:p>
          <a:endParaRPr lang="es-CO"/>
        </a:p>
      </dgm:t>
    </dgm:pt>
    <dgm:pt modelId="{D656F570-F1EB-401F-9B33-A2B942912BA8}" type="sibTrans" cxnId="{4D61ED6F-23AF-4556-9E3A-74F4290CF81A}">
      <dgm:prSet/>
      <dgm:spPr/>
      <dgm:t>
        <a:bodyPr/>
        <a:lstStyle/>
        <a:p>
          <a:endParaRPr lang="es-CO"/>
        </a:p>
      </dgm:t>
    </dgm:pt>
    <dgm:pt modelId="{EACC3915-E717-442B-A44A-24860284B6F6}" type="pres">
      <dgm:prSet presAssocID="{46EF6545-06BD-4C4F-B873-567E7BA5DDE2}" presName="Name0" presStyleCnt="0">
        <dgm:presLayoutVars>
          <dgm:dir/>
          <dgm:resizeHandles val="exact"/>
        </dgm:presLayoutVars>
      </dgm:prSet>
      <dgm:spPr/>
    </dgm:pt>
    <dgm:pt modelId="{F4C8B5D6-E046-4DA6-BD81-FD6514654FEB}" type="pres">
      <dgm:prSet presAssocID="{4A055BDE-6173-4F83-9361-9E162A671595}" presName="node" presStyleLbl="node1" presStyleIdx="0" presStyleCnt="3" custScaleX="152079">
        <dgm:presLayoutVars>
          <dgm:bulletEnabled val="1"/>
        </dgm:presLayoutVars>
      </dgm:prSet>
      <dgm:spPr/>
    </dgm:pt>
    <dgm:pt modelId="{41FA4513-8C7A-4795-9024-956CBBB7FC21}" type="pres">
      <dgm:prSet presAssocID="{99754AE1-56E5-4330-806B-107EABA1088C}" presName="sibTrans" presStyleLbl="sibTrans2D1" presStyleIdx="0" presStyleCnt="3" custAng="21139496" custScaleX="89019" custLinFactNeighborX="8004" custLinFactNeighborY="19915"/>
      <dgm:spPr/>
    </dgm:pt>
    <dgm:pt modelId="{9B1601BF-E48B-4DF8-8FD2-2A261A65101E}" type="pres">
      <dgm:prSet presAssocID="{99754AE1-56E5-4330-806B-107EABA1088C}" presName="connectorText" presStyleLbl="sibTrans2D1" presStyleIdx="0" presStyleCnt="3"/>
      <dgm:spPr/>
    </dgm:pt>
    <dgm:pt modelId="{E7FE4521-5435-4548-82EB-8A6CC0CDF73B}" type="pres">
      <dgm:prSet presAssocID="{677063D0-6485-4712-80E3-1F0043B04EAF}" presName="node" presStyleLbl="node1" presStyleIdx="1" presStyleCnt="3" custRadScaleRad="83708" custRadScaleInc="-39773">
        <dgm:presLayoutVars>
          <dgm:bulletEnabled val="1"/>
        </dgm:presLayoutVars>
      </dgm:prSet>
      <dgm:spPr/>
    </dgm:pt>
    <dgm:pt modelId="{957F5FF3-CE6F-4A6A-8E7E-8A7736556F4B}" type="pres">
      <dgm:prSet presAssocID="{ADD5EA5B-0CD2-48E5-BCFD-CEC576C54CA4}" presName="sibTrans" presStyleLbl="sibTrans2D1" presStyleIdx="1" presStyleCnt="3"/>
      <dgm:spPr/>
    </dgm:pt>
    <dgm:pt modelId="{13AB35D2-9881-4381-9DBB-0417B0D9A95F}" type="pres">
      <dgm:prSet presAssocID="{ADD5EA5B-0CD2-48E5-BCFD-CEC576C54CA4}" presName="connectorText" presStyleLbl="sibTrans2D1" presStyleIdx="1" presStyleCnt="3"/>
      <dgm:spPr/>
    </dgm:pt>
    <dgm:pt modelId="{5FFCD90D-37A9-4FB3-8AA4-D8D655976D8A}" type="pres">
      <dgm:prSet presAssocID="{AEED717F-6FC8-4318-BEE2-8A983FBEE8AA}" presName="node" presStyleLbl="node1" presStyleIdx="2" presStyleCnt="3" custRadScaleRad="88075" custRadScaleInc="41507">
        <dgm:presLayoutVars>
          <dgm:bulletEnabled val="1"/>
        </dgm:presLayoutVars>
      </dgm:prSet>
      <dgm:spPr/>
    </dgm:pt>
    <dgm:pt modelId="{57D455F8-A5B5-4E51-9EA4-480CE2B5A6BC}" type="pres">
      <dgm:prSet presAssocID="{D656F570-F1EB-401F-9B33-A2B942912BA8}" presName="sibTrans" presStyleLbl="sibTrans2D1" presStyleIdx="2" presStyleCnt="3" custScaleX="92724" custLinFactNeighborX="-7800" custLinFactNeighborY="11790"/>
      <dgm:spPr/>
    </dgm:pt>
    <dgm:pt modelId="{282E5649-BF73-4794-9A26-0DF4B51B20DC}" type="pres">
      <dgm:prSet presAssocID="{D656F570-F1EB-401F-9B33-A2B942912BA8}" presName="connectorText" presStyleLbl="sibTrans2D1" presStyleIdx="2" presStyleCnt="3"/>
      <dgm:spPr/>
    </dgm:pt>
  </dgm:ptLst>
  <dgm:cxnLst>
    <dgm:cxn modelId="{9A50F009-F876-4872-A505-120C50E5F8D5}" type="presOf" srcId="{4A055BDE-6173-4F83-9361-9E162A671595}" destId="{F4C8B5D6-E046-4DA6-BD81-FD6514654FEB}" srcOrd="0" destOrd="0" presId="urn:microsoft.com/office/officeart/2005/8/layout/cycle7"/>
    <dgm:cxn modelId="{9DAB1A16-7316-42C9-887F-C9CEFE1C2560}" type="presOf" srcId="{AEED717F-6FC8-4318-BEE2-8A983FBEE8AA}" destId="{5FFCD90D-37A9-4FB3-8AA4-D8D655976D8A}" srcOrd="0" destOrd="0" presId="urn:microsoft.com/office/officeart/2005/8/layout/cycle7"/>
    <dgm:cxn modelId="{518F1819-5779-42B2-BA02-0582FE3F4726}" srcId="{46EF6545-06BD-4C4F-B873-567E7BA5DDE2}" destId="{677063D0-6485-4712-80E3-1F0043B04EAF}" srcOrd="1" destOrd="0" parTransId="{515CC11D-E8E5-47E9-AC76-06B269AEA176}" sibTransId="{ADD5EA5B-0CD2-48E5-BCFD-CEC576C54CA4}"/>
    <dgm:cxn modelId="{B250621F-FCB3-4DCD-BDF9-0AD48ECDDE74}" type="presOf" srcId="{D656F570-F1EB-401F-9B33-A2B942912BA8}" destId="{57D455F8-A5B5-4E51-9EA4-480CE2B5A6BC}" srcOrd="0" destOrd="0" presId="urn:microsoft.com/office/officeart/2005/8/layout/cycle7"/>
    <dgm:cxn modelId="{9DE0783A-564D-44C5-99BD-0FAFBCF1A533}" type="presOf" srcId="{ADD5EA5B-0CD2-48E5-BCFD-CEC576C54CA4}" destId="{13AB35D2-9881-4381-9DBB-0417B0D9A95F}" srcOrd="1" destOrd="0" presId="urn:microsoft.com/office/officeart/2005/8/layout/cycle7"/>
    <dgm:cxn modelId="{86277649-232C-4FBE-ADAF-7BE71989BB28}" type="presOf" srcId="{99754AE1-56E5-4330-806B-107EABA1088C}" destId="{41FA4513-8C7A-4795-9024-956CBBB7FC21}" srcOrd="0" destOrd="0" presId="urn:microsoft.com/office/officeart/2005/8/layout/cycle7"/>
    <dgm:cxn modelId="{4D61ED6F-23AF-4556-9E3A-74F4290CF81A}" srcId="{46EF6545-06BD-4C4F-B873-567E7BA5DDE2}" destId="{AEED717F-6FC8-4318-BEE2-8A983FBEE8AA}" srcOrd="2" destOrd="0" parTransId="{584E6828-1870-4036-AC3F-2313A0D3540E}" sibTransId="{D656F570-F1EB-401F-9B33-A2B942912BA8}"/>
    <dgm:cxn modelId="{C06126A2-D826-416A-B8E3-22A3BBB835AA}" type="presOf" srcId="{D656F570-F1EB-401F-9B33-A2B942912BA8}" destId="{282E5649-BF73-4794-9A26-0DF4B51B20DC}" srcOrd="1" destOrd="0" presId="urn:microsoft.com/office/officeart/2005/8/layout/cycle7"/>
    <dgm:cxn modelId="{BA042BA9-4934-4E2B-9059-2A92400B6C27}" type="presOf" srcId="{46EF6545-06BD-4C4F-B873-567E7BA5DDE2}" destId="{EACC3915-E717-442B-A44A-24860284B6F6}" srcOrd="0" destOrd="0" presId="urn:microsoft.com/office/officeart/2005/8/layout/cycle7"/>
    <dgm:cxn modelId="{54D3F6B8-7DD7-4B62-BD28-3D0D4E45157E}" type="presOf" srcId="{99754AE1-56E5-4330-806B-107EABA1088C}" destId="{9B1601BF-E48B-4DF8-8FD2-2A261A65101E}" srcOrd="1" destOrd="0" presId="urn:microsoft.com/office/officeart/2005/8/layout/cycle7"/>
    <dgm:cxn modelId="{FA431BC5-045A-40CA-ADCD-3ACCFD9C8501}" srcId="{46EF6545-06BD-4C4F-B873-567E7BA5DDE2}" destId="{4A055BDE-6173-4F83-9361-9E162A671595}" srcOrd="0" destOrd="0" parTransId="{80AE1939-9A7E-464F-8ED8-C5A2891C9DB3}" sibTransId="{99754AE1-56E5-4330-806B-107EABA1088C}"/>
    <dgm:cxn modelId="{B10F9AE2-16AB-477A-B72E-4F876A1ED652}" type="presOf" srcId="{677063D0-6485-4712-80E3-1F0043B04EAF}" destId="{E7FE4521-5435-4548-82EB-8A6CC0CDF73B}" srcOrd="0" destOrd="0" presId="urn:microsoft.com/office/officeart/2005/8/layout/cycle7"/>
    <dgm:cxn modelId="{711B25F5-1779-4BDD-916A-C80BA90A695A}" type="presOf" srcId="{ADD5EA5B-0CD2-48E5-BCFD-CEC576C54CA4}" destId="{957F5FF3-CE6F-4A6A-8E7E-8A7736556F4B}" srcOrd="0" destOrd="0" presId="urn:microsoft.com/office/officeart/2005/8/layout/cycle7"/>
    <dgm:cxn modelId="{FCCD5AAC-007D-4025-AD22-384A9124D7A9}" type="presParOf" srcId="{EACC3915-E717-442B-A44A-24860284B6F6}" destId="{F4C8B5D6-E046-4DA6-BD81-FD6514654FEB}" srcOrd="0" destOrd="0" presId="urn:microsoft.com/office/officeart/2005/8/layout/cycle7"/>
    <dgm:cxn modelId="{7AA4C707-59C2-42E9-BB7B-242A3E5E0EF1}" type="presParOf" srcId="{EACC3915-E717-442B-A44A-24860284B6F6}" destId="{41FA4513-8C7A-4795-9024-956CBBB7FC21}" srcOrd="1" destOrd="0" presId="urn:microsoft.com/office/officeart/2005/8/layout/cycle7"/>
    <dgm:cxn modelId="{A16AAB46-F046-42D3-AB33-AFF712576D4D}" type="presParOf" srcId="{41FA4513-8C7A-4795-9024-956CBBB7FC21}" destId="{9B1601BF-E48B-4DF8-8FD2-2A261A65101E}" srcOrd="0" destOrd="0" presId="urn:microsoft.com/office/officeart/2005/8/layout/cycle7"/>
    <dgm:cxn modelId="{121F9F16-8824-41B6-889B-6FCD1FDC869C}" type="presParOf" srcId="{EACC3915-E717-442B-A44A-24860284B6F6}" destId="{E7FE4521-5435-4548-82EB-8A6CC0CDF73B}" srcOrd="2" destOrd="0" presId="urn:microsoft.com/office/officeart/2005/8/layout/cycle7"/>
    <dgm:cxn modelId="{4AE81E87-EADD-4D70-A10B-2BBA29512774}" type="presParOf" srcId="{EACC3915-E717-442B-A44A-24860284B6F6}" destId="{957F5FF3-CE6F-4A6A-8E7E-8A7736556F4B}" srcOrd="3" destOrd="0" presId="urn:microsoft.com/office/officeart/2005/8/layout/cycle7"/>
    <dgm:cxn modelId="{03381FF3-EB77-49C8-BDCD-045067682FEA}" type="presParOf" srcId="{957F5FF3-CE6F-4A6A-8E7E-8A7736556F4B}" destId="{13AB35D2-9881-4381-9DBB-0417B0D9A95F}" srcOrd="0" destOrd="0" presId="urn:microsoft.com/office/officeart/2005/8/layout/cycle7"/>
    <dgm:cxn modelId="{183ADB80-7E7B-4DB2-8DC8-F47E2E585B01}" type="presParOf" srcId="{EACC3915-E717-442B-A44A-24860284B6F6}" destId="{5FFCD90D-37A9-4FB3-8AA4-D8D655976D8A}" srcOrd="4" destOrd="0" presId="urn:microsoft.com/office/officeart/2005/8/layout/cycle7"/>
    <dgm:cxn modelId="{699F6089-0C35-4AAC-B735-0851883FD71D}" type="presParOf" srcId="{EACC3915-E717-442B-A44A-24860284B6F6}" destId="{57D455F8-A5B5-4E51-9EA4-480CE2B5A6BC}" srcOrd="5" destOrd="0" presId="urn:microsoft.com/office/officeart/2005/8/layout/cycle7"/>
    <dgm:cxn modelId="{378A0610-F1C7-4F06-8291-643FD4554626}" type="presParOf" srcId="{57D455F8-A5B5-4E51-9EA4-480CE2B5A6BC}" destId="{282E5649-BF73-4794-9A26-0DF4B51B20DC}" srcOrd="0" destOrd="0" presId="urn:microsoft.com/office/officeart/2005/8/layout/cycle7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B581DD5-501B-433C-BA43-F977363A60F9}" type="doc">
      <dgm:prSet loTypeId="urn:microsoft.com/office/officeart/2005/8/layout/hProcess9" loCatId="process" qsTypeId="urn:microsoft.com/office/officeart/2005/8/quickstyle/simple1" qsCatId="simple" csTypeId="urn:microsoft.com/office/officeart/2005/8/colors/colorful1" csCatId="colorful" phldr="1"/>
      <dgm:spPr/>
    </dgm:pt>
    <dgm:pt modelId="{EBD8A84C-12D1-4B7D-BB5A-C1AC9EC50605}">
      <dgm:prSet phldrT="[Texto]"/>
      <dgm:spPr/>
      <dgm:t>
        <a:bodyPr/>
        <a:lstStyle/>
        <a:p>
          <a:r>
            <a:rPr lang="es-MX" dirty="0">
              <a:solidFill>
                <a:schemeClr val="tx1"/>
              </a:solidFill>
            </a:rPr>
            <a:t>Haber cursado un programa de formación laboral o tecnológico SENA sin certificarse</a:t>
          </a:r>
          <a:endParaRPr lang="es-CO" dirty="0">
            <a:solidFill>
              <a:schemeClr val="tx1"/>
            </a:solidFill>
          </a:endParaRPr>
        </a:p>
      </dgm:t>
    </dgm:pt>
    <dgm:pt modelId="{33EAFD12-1EEE-4796-AEF5-ACAB39B5E98E}" type="parTrans" cxnId="{1240A24F-287B-4AAD-9252-2B2725143754}">
      <dgm:prSet/>
      <dgm:spPr/>
      <dgm:t>
        <a:bodyPr/>
        <a:lstStyle/>
        <a:p>
          <a:endParaRPr lang="es-CO"/>
        </a:p>
      </dgm:t>
    </dgm:pt>
    <dgm:pt modelId="{91BE183B-C1D3-4FC0-9E1C-57F823AE25E8}" type="sibTrans" cxnId="{1240A24F-287B-4AAD-9252-2B2725143754}">
      <dgm:prSet/>
      <dgm:spPr/>
      <dgm:t>
        <a:bodyPr/>
        <a:lstStyle/>
        <a:p>
          <a:endParaRPr lang="es-CO"/>
        </a:p>
      </dgm:t>
    </dgm:pt>
    <dgm:pt modelId="{F90D0EEA-E83A-45F6-9575-FEB1CAADFBDD}">
      <dgm:prSet phldrT="[Texto]"/>
      <dgm:spPr/>
      <dgm:t>
        <a:bodyPr/>
        <a:lstStyle/>
        <a:p>
          <a:r>
            <a:rPr lang="es-MX" dirty="0">
              <a:solidFill>
                <a:schemeClr val="tx1"/>
              </a:solidFill>
            </a:rPr>
            <a:t>Estar reportada su desvinculación en el sistema de gestión académico – Administrativo SENA (cancelación, retiro voluntario)</a:t>
          </a:r>
          <a:endParaRPr lang="es-CO" dirty="0">
            <a:solidFill>
              <a:schemeClr val="tx1"/>
            </a:solidFill>
          </a:endParaRPr>
        </a:p>
      </dgm:t>
    </dgm:pt>
    <dgm:pt modelId="{ABEA4AE9-FE85-45D2-B76A-69198CE028D1}" type="parTrans" cxnId="{8293CDE1-3F69-469F-AF07-E1F0ABDBCAEF}">
      <dgm:prSet/>
      <dgm:spPr/>
      <dgm:t>
        <a:bodyPr/>
        <a:lstStyle/>
        <a:p>
          <a:endParaRPr lang="es-CO"/>
        </a:p>
      </dgm:t>
    </dgm:pt>
    <dgm:pt modelId="{CC6F51DF-FCFA-48C0-9C46-A625C9552FCA}" type="sibTrans" cxnId="{8293CDE1-3F69-469F-AF07-E1F0ABDBCAEF}">
      <dgm:prSet/>
      <dgm:spPr/>
      <dgm:t>
        <a:bodyPr/>
        <a:lstStyle/>
        <a:p>
          <a:endParaRPr lang="es-CO"/>
        </a:p>
      </dgm:t>
    </dgm:pt>
    <dgm:pt modelId="{13C2F855-B6BF-4187-AC36-6BED006E8463}">
      <dgm:prSet phldrT="[Texto]"/>
      <dgm:spPr/>
      <dgm:t>
        <a:bodyPr/>
        <a:lstStyle/>
        <a:p>
          <a:r>
            <a:rPr lang="es-MX" dirty="0">
              <a:solidFill>
                <a:schemeClr val="tx1"/>
              </a:solidFill>
            </a:rPr>
            <a:t>Solicitar por escrito el trámite de reingreso</a:t>
          </a:r>
          <a:endParaRPr lang="es-CO" dirty="0">
            <a:solidFill>
              <a:schemeClr val="tx1"/>
            </a:solidFill>
          </a:endParaRPr>
        </a:p>
      </dgm:t>
    </dgm:pt>
    <dgm:pt modelId="{CE6D1CF6-5584-4748-BBD1-BC482543AD78}" type="parTrans" cxnId="{039C4BFF-5A26-432B-8438-133526C2C428}">
      <dgm:prSet/>
      <dgm:spPr/>
      <dgm:t>
        <a:bodyPr/>
        <a:lstStyle/>
        <a:p>
          <a:endParaRPr lang="es-CO"/>
        </a:p>
      </dgm:t>
    </dgm:pt>
    <dgm:pt modelId="{87200A3B-9E8C-42B8-9977-431652E8742F}" type="sibTrans" cxnId="{039C4BFF-5A26-432B-8438-133526C2C428}">
      <dgm:prSet/>
      <dgm:spPr/>
      <dgm:t>
        <a:bodyPr/>
        <a:lstStyle/>
        <a:p>
          <a:endParaRPr lang="es-CO"/>
        </a:p>
      </dgm:t>
    </dgm:pt>
    <dgm:pt modelId="{58ADBFED-2981-4417-B635-EBF894747170}">
      <dgm:prSet phldrT="[Texto]"/>
      <dgm:spPr/>
      <dgm:t>
        <a:bodyPr/>
        <a:lstStyle/>
        <a:p>
          <a:r>
            <a:rPr lang="es-MX" dirty="0">
              <a:solidFill>
                <a:schemeClr val="tx1"/>
              </a:solidFill>
            </a:rPr>
            <a:t>Dar respuesta de la aceptación o no a las condiciones reglamentarias</a:t>
          </a:r>
          <a:endParaRPr lang="es-CO" dirty="0">
            <a:solidFill>
              <a:schemeClr val="tx1"/>
            </a:solidFill>
          </a:endParaRPr>
        </a:p>
      </dgm:t>
    </dgm:pt>
    <dgm:pt modelId="{DB0305E5-37BD-4A44-B3EB-AFC556DE9EBC}" type="parTrans" cxnId="{6E6F5548-7731-44F4-9A2B-6BFB9122F590}">
      <dgm:prSet/>
      <dgm:spPr/>
      <dgm:t>
        <a:bodyPr/>
        <a:lstStyle/>
        <a:p>
          <a:endParaRPr lang="es-CO"/>
        </a:p>
      </dgm:t>
    </dgm:pt>
    <dgm:pt modelId="{D540350A-C0DD-4655-8C0F-23660212C930}" type="sibTrans" cxnId="{6E6F5548-7731-44F4-9A2B-6BFB9122F590}">
      <dgm:prSet/>
      <dgm:spPr/>
      <dgm:t>
        <a:bodyPr/>
        <a:lstStyle/>
        <a:p>
          <a:endParaRPr lang="es-CO"/>
        </a:p>
      </dgm:t>
    </dgm:pt>
    <dgm:pt modelId="{55F3A470-F6C5-4CC5-B115-907767FEF24C}" type="pres">
      <dgm:prSet presAssocID="{7B581DD5-501B-433C-BA43-F977363A60F9}" presName="CompostProcess" presStyleCnt="0">
        <dgm:presLayoutVars>
          <dgm:dir/>
          <dgm:resizeHandles val="exact"/>
        </dgm:presLayoutVars>
      </dgm:prSet>
      <dgm:spPr/>
    </dgm:pt>
    <dgm:pt modelId="{0C983A4E-7F53-40FC-9A99-B351BC0CAB86}" type="pres">
      <dgm:prSet presAssocID="{7B581DD5-501B-433C-BA43-F977363A60F9}" presName="arrow" presStyleLbl="bgShp" presStyleIdx="0" presStyleCnt="1" custScaleX="117647" custLinFactNeighborX="0" custLinFactNeighborY="1712"/>
      <dgm:spPr/>
    </dgm:pt>
    <dgm:pt modelId="{1405A0B3-7350-49DF-AD52-C53BFC668A16}" type="pres">
      <dgm:prSet presAssocID="{7B581DD5-501B-433C-BA43-F977363A60F9}" presName="linearProcess" presStyleCnt="0"/>
      <dgm:spPr/>
    </dgm:pt>
    <dgm:pt modelId="{5D330E33-8761-43FA-8EE2-9FCC51660C47}" type="pres">
      <dgm:prSet presAssocID="{EBD8A84C-12D1-4B7D-BB5A-C1AC9EC50605}" presName="textNode" presStyleLbl="node1" presStyleIdx="0" presStyleCnt="4" custScaleX="74132" custLinFactX="-99272" custLinFactNeighborX="-100000" custLinFactNeighborY="8560">
        <dgm:presLayoutVars>
          <dgm:bulletEnabled val="1"/>
        </dgm:presLayoutVars>
      </dgm:prSet>
      <dgm:spPr/>
    </dgm:pt>
    <dgm:pt modelId="{D01B0331-0759-44A2-8D01-FA7154D51279}" type="pres">
      <dgm:prSet presAssocID="{91BE183B-C1D3-4FC0-9E1C-57F823AE25E8}" presName="sibTrans" presStyleCnt="0"/>
      <dgm:spPr/>
    </dgm:pt>
    <dgm:pt modelId="{A5B42397-3C4F-4CFF-8A9B-FF466C810AAF}" type="pres">
      <dgm:prSet presAssocID="{F90D0EEA-E83A-45F6-9575-FEB1CAADFBDD}" presName="textNode" presStyleLbl="node1" presStyleIdx="1" presStyleCnt="4" custScaleX="87113" custLinFactX="-9143" custLinFactNeighborX="-100000" custLinFactNeighborY="7948">
        <dgm:presLayoutVars>
          <dgm:bulletEnabled val="1"/>
        </dgm:presLayoutVars>
      </dgm:prSet>
      <dgm:spPr/>
    </dgm:pt>
    <dgm:pt modelId="{A18862FD-B8B5-471C-9B8A-B6FF4C2BE6E0}" type="pres">
      <dgm:prSet presAssocID="{CC6F51DF-FCFA-48C0-9C46-A625C9552FCA}" presName="sibTrans" presStyleCnt="0"/>
      <dgm:spPr/>
    </dgm:pt>
    <dgm:pt modelId="{61CB62FC-FC0E-4A2C-BBE2-AFE7222D54C3}" type="pres">
      <dgm:prSet presAssocID="{13C2F855-B6BF-4187-AC36-6BED006E8463}" presName="textNode" presStyleLbl="node1" presStyleIdx="2" presStyleCnt="4" custScaleX="72142" custLinFactX="-14927" custLinFactNeighborX="-100000" custLinFactNeighborY="7337">
        <dgm:presLayoutVars>
          <dgm:bulletEnabled val="1"/>
        </dgm:presLayoutVars>
      </dgm:prSet>
      <dgm:spPr/>
    </dgm:pt>
    <dgm:pt modelId="{6AE4F6CA-EE3C-4D12-9EDE-12FD79DCBE7D}" type="pres">
      <dgm:prSet presAssocID="{87200A3B-9E8C-42B8-9977-431652E8742F}" presName="sibTrans" presStyleCnt="0"/>
      <dgm:spPr/>
    </dgm:pt>
    <dgm:pt modelId="{52539650-C1FB-4359-B29C-113EA94A776E}" type="pres">
      <dgm:prSet presAssocID="{58ADBFED-2981-4417-B635-EBF894747170}" presName="textNode" presStyleLbl="node1" presStyleIdx="3" presStyleCnt="4" custScaleX="74607" custLinFactX="-23412" custLinFactNeighborX="-100000" custLinFactNeighborY="7337">
        <dgm:presLayoutVars>
          <dgm:bulletEnabled val="1"/>
        </dgm:presLayoutVars>
      </dgm:prSet>
      <dgm:spPr/>
    </dgm:pt>
  </dgm:ptLst>
  <dgm:cxnLst>
    <dgm:cxn modelId="{46952827-9701-4BFD-A728-064D36A499DB}" type="presOf" srcId="{7B581DD5-501B-433C-BA43-F977363A60F9}" destId="{55F3A470-F6C5-4CC5-B115-907767FEF24C}" srcOrd="0" destOrd="0" presId="urn:microsoft.com/office/officeart/2005/8/layout/hProcess9"/>
    <dgm:cxn modelId="{6E6F5548-7731-44F4-9A2B-6BFB9122F590}" srcId="{7B581DD5-501B-433C-BA43-F977363A60F9}" destId="{58ADBFED-2981-4417-B635-EBF894747170}" srcOrd="3" destOrd="0" parTransId="{DB0305E5-37BD-4A44-B3EB-AFC556DE9EBC}" sibTransId="{D540350A-C0DD-4655-8C0F-23660212C930}"/>
    <dgm:cxn modelId="{4B70424F-9918-4884-9183-F0E2FFE1DDD8}" type="presOf" srcId="{58ADBFED-2981-4417-B635-EBF894747170}" destId="{52539650-C1FB-4359-B29C-113EA94A776E}" srcOrd="0" destOrd="0" presId="urn:microsoft.com/office/officeart/2005/8/layout/hProcess9"/>
    <dgm:cxn modelId="{1240A24F-287B-4AAD-9252-2B2725143754}" srcId="{7B581DD5-501B-433C-BA43-F977363A60F9}" destId="{EBD8A84C-12D1-4B7D-BB5A-C1AC9EC50605}" srcOrd="0" destOrd="0" parTransId="{33EAFD12-1EEE-4796-AEF5-ACAB39B5E98E}" sibTransId="{91BE183B-C1D3-4FC0-9E1C-57F823AE25E8}"/>
    <dgm:cxn modelId="{9BA9A1A1-0721-4B2A-A44C-BF9300D04B7C}" type="presOf" srcId="{EBD8A84C-12D1-4B7D-BB5A-C1AC9EC50605}" destId="{5D330E33-8761-43FA-8EE2-9FCC51660C47}" srcOrd="0" destOrd="0" presId="urn:microsoft.com/office/officeart/2005/8/layout/hProcess9"/>
    <dgm:cxn modelId="{DA34A1D3-5961-4E5D-A54A-E4F5B51B6699}" type="presOf" srcId="{13C2F855-B6BF-4187-AC36-6BED006E8463}" destId="{61CB62FC-FC0E-4A2C-BBE2-AFE7222D54C3}" srcOrd="0" destOrd="0" presId="urn:microsoft.com/office/officeart/2005/8/layout/hProcess9"/>
    <dgm:cxn modelId="{8293CDE1-3F69-469F-AF07-E1F0ABDBCAEF}" srcId="{7B581DD5-501B-433C-BA43-F977363A60F9}" destId="{F90D0EEA-E83A-45F6-9575-FEB1CAADFBDD}" srcOrd="1" destOrd="0" parTransId="{ABEA4AE9-FE85-45D2-B76A-69198CE028D1}" sibTransId="{CC6F51DF-FCFA-48C0-9C46-A625C9552FCA}"/>
    <dgm:cxn modelId="{DFD588FA-7ED3-4381-A925-66343950A746}" type="presOf" srcId="{F90D0EEA-E83A-45F6-9575-FEB1CAADFBDD}" destId="{A5B42397-3C4F-4CFF-8A9B-FF466C810AAF}" srcOrd="0" destOrd="0" presId="urn:microsoft.com/office/officeart/2005/8/layout/hProcess9"/>
    <dgm:cxn modelId="{039C4BFF-5A26-432B-8438-133526C2C428}" srcId="{7B581DD5-501B-433C-BA43-F977363A60F9}" destId="{13C2F855-B6BF-4187-AC36-6BED006E8463}" srcOrd="2" destOrd="0" parTransId="{CE6D1CF6-5584-4748-BBD1-BC482543AD78}" sibTransId="{87200A3B-9E8C-42B8-9977-431652E8742F}"/>
    <dgm:cxn modelId="{5801AF35-E28F-45F8-BB5B-9AECAEA3A6F3}" type="presParOf" srcId="{55F3A470-F6C5-4CC5-B115-907767FEF24C}" destId="{0C983A4E-7F53-40FC-9A99-B351BC0CAB86}" srcOrd="0" destOrd="0" presId="urn:microsoft.com/office/officeart/2005/8/layout/hProcess9"/>
    <dgm:cxn modelId="{E197E314-95EB-4CED-809D-9AD8E3C9A50F}" type="presParOf" srcId="{55F3A470-F6C5-4CC5-B115-907767FEF24C}" destId="{1405A0B3-7350-49DF-AD52-C53BFC668A16}" srcOrd="1" destOrd="0" presId="urn:microsoft.com/office/officeart/2005/8/layout/hProcess9"/>
    <dgm:cxn modelId="{1DCBE57C-7B92-48A6-BB28-53CC256A038B}" type="presParOf" srcId="{1405A0B3-7350-49DF-AD52-C53BFC668A16}" destId="{5D330E33-8761-43FA-8EE2-9FCC51660C47}" srcOrd="0" destOrd="0" presId="urn:microsoft.com/office/officeart/2005/8/layout/hProcess9"/>
    <dgm:cxn modelId="{54EEDB24-F7AE-4CCA-A2B1-27074E090046}" type="presParOf" srcId="{1405A0B3-7350-49DF-AD52-C53BFC668A16}" destId="{D01B0331-0759-44A2-8D01-FA7154D51279}" srcOrd="1" destOrd="0" presId="urn:microsoft.com/office/officeart/2005/8/layout/hProcess9"/>
    <dgm:cxn modelId="{B30E5D15-6359-4FB0-A979-4D0F8B33006D}" type="presParOf" srcId="{1405A0B3-7350-49DF-AD52-C53BFC668A16}" destId="{A5B42397-3C4F-4CFF-8A9B-FF466C810AAF}" srcOrd="2" destOrd="0" presId="urn:microsoft.com/office/officeart/2005/8/layout/hProcess9"/>
    <dgm:cxn modelId="{5CAC458C-2657-4F3B-9B4D-43DCC87ACAA5}" type="presParOf" srcId="{1405A0B3-7350-49DF-AD52-C53BFC668A16}" destId="{A18862FD-B8B5-471C-9B8A-B6FF4C2BE6E0}" srcOrd="3" destOrd="0" presId="urn:microsoft.com/office/officeart/2005/8/layout/hProcess9"/>
    <dgm:cxn modelId="{115E7289-315C-4E97-A2B2-893CC32BF94C}" type="presParOf" srcId="{1405A0B3-7350-49DF-AD52-C53BFC668A16}" destId="{61CB62FC-FC0E-4A2C-BBE2-AFE7222D54C3}" srcOrd="4" destOrd="0" presId="urn:microsoft.com/office/officeart/2005/8/layout/hProcess9"/>
    <dgm:cxn modelId="{74AF88AD-926D-4D77-975D-886C126A5791}" type="presParOf" srcId="{1405A0B3-7350-49DF-AD52-C53BFC668A16}" destId="{6AE4F6CA-EE3C-4D12-9EDE-12FD79DCBE7D}" srcOrd="5" destOrd="0" presId="urn:microsoft.com/office/officeart/2005/8/layout/hProcess9"/>
    <dgm:cxn modelId="{B551A530-A4C4-4077-94F4-8F8B8B23BF05}" type="presParOf" srcId="{1405A0B3-7350-49DF-AD52-C53BFC668A16}" destId="{52539650-C1FB-4359-B29C-113EA94A776E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25879D3-882A-42AB-97D3-F530FD8CA3DB}" type="doc">
      <dgm:prSet loTypeId="urn:microsoft.com/office/officeart/2005/8/layout/cycle3" loCatId="cycle" qsTypeId="urn:microsoft.com/office/officeart/2005/8/quickstyle/3d5" qsCatId="3D" csTypeId="urn:microsoft.com/office/officeart/2005/8/colors/colorful1" csCatId="colorful" phldr="1"/>
      <dgm:spPr/>
      <dgm:t>
        <a:bodyPr/>
        <a:lstStyle/>
        <a:p>
          <a:endParaRPr lang="es-CO"/>
        </a:p>
      </dgm:t>
    </dgm:pt>
    <dgm:pt modelId="{87422377-BD78-4247-A051-AB5C2F3E62B8}">
      <dgm:prSet phldrT="[Texto]" custT="1"/>
      <dgm:spPr/>
      <dgm:t>
        <a:bodyPr/>
        <a:lstStyle/>
        <a:p>
          <a:r>
            <a:rPr lang="es-ES" sz="2000" b="1" dirty="0" err="1">
              <a:solidFill>
                <a:schemeClr val="tx1"/>
              </a:solidFill>
              <a:latin typeface="+mn-lt"/>
            </a:rPr>
            <a:t>Cap</a:t>
          </a:r>
          <a:r>
            <a:rPr lang="es-ES" sz="2000" b="1" dirty="0">
              <a:solidFill>
                <a:schemeClr val="tx1"/>
              </a:solidFill>
              <a:latin typeface="+mn-lt"/>
            </a:rPr>
            <a:t> II Art. 24 Procedimiento para el reingreso</a:t>
          </a:r>
          <a:endParaRPr lang="es-CO" sz="2000" b="1" dirty="0">
            <a:solidFill>
              <a:schemeClr val="tx1"/>
            </a:solidFill>
            <a:latin typeface="+mn-lt"/>
          </a:endParaRPr>
        </a:p>
      </dgm:t>
    </dgm:pt>
    <dgm:pt modelId="{BCBB8BE8-30BF-4989-B8AD-7098D0BE2C77}" type="parTrans" cxnId="{D74D899F-6C6C-4E9B-823B-A8D1C49D08DD}">
      <dgm:prSet/>
      <dgm:spPr/>
      <dgm:t>
        <a:bodyPr/>
        <a:lstStyle/>
        <a:p>
          <a:endParaRPr lang="es-CO"/>
        </a:p>
      </dgm:t>
    </dgm:pt>
    <dgm:pt modelId="{381AAF3F-3CEA-4A53-A9F2-6C113FA06742}" type="sibTrans" cxnId="{D74D899F-6C6C-4E9B-823B-A8D1C49D08DD}">
      <dgm:prSet/>
      <dgm:spPr/>
      <dgm:t>
        <a:bodyPr/>
        <a:lstStyle/>
        <a:p>
          <a:endParaRPr lang="es-CO"/>
        </a:p>
      </dgm:t>
    </dgm:pt>
    <dgm:pt modelId="{C2BFF879-7753-4B72-A590-6AB14E66FF2E}">
      <dgm:prSet phldrT="[Texto]" custT="1"/>
      <dgm:spPr/>
      <dgm:t>
        <a:bodyPr/>
        <a:lstStyle/>
        <a:p>
          <a:r>
            <a:rPr lang="es-MX" sz="1400" b="1" dirty="0">
              <a:solidFill>
                <a:schemeClr val="tx1"/>
              </a:solidFill>
            </a:rPr>
            <a:t>1. La persona interesado realizará solicitud de reingreso por escrito al Centro de Formación a través del canal institucional</a:t>
          </a:r>
          <a:endParaRPr lang="es-CO" sz="1400" b="1" dirty="0">
            <a:solidFill>
              <a:schemeClr val="tx1"/>
            </a:solidFill>
          </a:endParaRPr>
        </a:p>
      </dgm:t>
    </dgm:pt>
    <dgm:pt modelId="{DE37D003-6CF4-4ABC-9B0C-84FC15D507B3}" type="parTrans" cxnId="{B2D3725F-89AF-47A5-B345-17244920E6B7}">
      <dgm:prSet/>
      <dgm:spPr/>
      <dgm:t>
        <a:bodyPr/>
        <a:lstStyle/>
        <a:p>
          <a:endParaRPr lang="es-CO"/>
        </a:p>
      </dgm:t>
    </dgm:pt>
    <dgm:pt modelId="{7716207B-196B-477E-84B4-8E58EB03740A}" type="sibTrans" cxnId="{B2D3725F-89AF-47A5-B345-17244920E6B7}">
      <dgm:prSet/>
      <dgm:spPr/>
      <dgm:t>
        <a:bodyPr/>
        <a:lstStyle/>
        <a:p>
          <a:endParaRPr lang="es-CO"/>
        </a:p>
      </dgm:t>
    </dgm:pt>
    <dgm:pt modelId="{D61FC49C-3739-455C-9259-9CE5153AA6D6}">
      <dgm:prSet phldrT="[Texto]" custT="1"/>
      <dgm:spPr/>
      <dgm:t>
        <a:bodyPr/>
        <a:lstStyle/>
        <a:p>
          <a:r>
            <a:rPr lang="es-MX" sz="1400" b="1" dirty="0">
              <a:solidFill>
                <a:schemeClr val="tx1"/>
              </a:solidFill>
            </a:rPr>
            <a:t>2. El centro de formación recibirá la solicitud y el equipo técnico del programa analizará y evaluara la solicitud, para elaborar el acta con el resultado del estudio de caso.</a:t>
          </a:r>
          <a:endParaRPr lang="es-CO" sz="1200" b="1" dirty="0">
            <a:solidFill>
              <a:schemeClr val="tx1"/>
            </a:solidFill>
          </a:endParaRPr>
        </a:p>
      </dgm:t>
    </dgm:pt>
    <dgm:pt modelId="{0D823AE1-CE50-4A7E-8464-5EC59996922D}" type="parTrans" cxnId="{FA3DE583-6929-41F5-98E6-23C2F59F59BB}">
      <dgm:prSet/>
      <dgm:spPr/>
      <dgm:t>
        <a:bodyPr/>
        <a:lstStyle/>
        <a:p>
          <a:endParaRPr lang="es-CO"/>
        </a:p>
      </dgm:t>
    </dgm:pt>
    <dgm:pt modelId="{F833108C-31E7-43B7-859C-E7B173A5C986}" type="sibTrans" cxnId="{FA3DE583-6929-41F5-98E6-23C2F59F59BB}">
      <dgm:prSet/>
      <dgm:spPr/>
      <dgm:t>
        <a:bodyPr/>
        <a:lstStyle/>
        <a:p>
          <a:endParaRPr lang="es-CO"/>
        </a:p>
      </dgm:t>
    </dgm:pt>
    <dgm:pt modelId="{EEC4E75A-0AE8-4D15-BD0B-EEF0E763F7AD}">
      <dgm:prSet phldrT="[Texto]" custT="1"/>
      <dgm:spPr/>
      <dgm:t>
        <a:bodyPr/>
        <a:lstStyle/>
        <a:p>
          <a:r>
            <a:rPr lang="es-MX" sz="1400" b="1" dirty="0">
              <a:solidFill>
                <a:schemeClr val="tx1"/>
              </a:solidFill>
            </a:rPr>
            <a:t>3. El subdirector del Centro de Formación dará respuesta a la solicitud en un plazo no mayor de quince (15 ) días hábiles.</a:t>
          </a:r>
          <a:endParaRPr lang="es-CO" sz="1400" b="1" dirty="0">
            <a:solidFill>
              <a:schemeClr val="tx1"/>
            </a:solidFill>
          </a:endParaRPr>
        </a:p>
      </dgm:t>
    </dgm:pt>
    <dgm:pt modelId="{28A21768-C98C-46CF-BE1E-93ADAA9F7754}" type="parTrans" cxnId="{CD9964E2-BEF4-4D58-B77A-DE47AADB32F7}">
      <dgm:prSet/>
      <dgm:spPr/>
      <dgm:t>
        <a:bodyPr/>
        <a:lstStyle/>
        <a:p>
          <a:endParaRPr lang="es-CO"/>
        </a:p>
      </dgm:t>
    </dgm:pt>
    <dgm:pt modelId="{5FB3A301-1583-4D9B-8ADF-453959AC2396}" type="sibTrans" cxnId="{CD9964E2-BEF4-4D58-B77A-DE47AADB32F7}">
      <dgm:prSet/>
      <dgm:spPr/>
      <dgm:t>
        <a:bodyPr/>
        <a:lstStyle/>
        <a:p>
          <a:endParaRPr lang="es-CO"/>
        </a:p>
      </dgm:t>
    </dgm:pt>
    <dgm:pt modelId="{890D72E8-B103-413A-9377-F35ADC4F963D}">
      <dgm:prSet phldrT="[Texto]" custT="1"/>
      <dgm:spPr/>
      <dgm:t>
        <a:bodyPr/>
        <a:lstStyle/>
        <a:p>
          <a:r>
            <a:rPr lang="es-MX" sz="1400" b="1" dirty="0">
              <a:solidFill>
                <a:schemeClr val="tx1"/>
              </a:solidFill>
            </a:rPr>
            <a:t>4. El solicitante mediante respuesta escrita radicará su aceptación</a:t>
          </a:r>
          <a:endParaRPr lang="es-CO" sz="1200" b="1" dirty="0">
            <a:solidFill>
              <a:schemeClr val="tx1"/>
            </a:solidFill>
          </a:endParaRPr>
        </a:p>
      </dgm:t>
    </dgm:pt>
    <dgm:pt modelId="{79CAE144-8BE3-43F0-8974-9172FEDF5392}" type="parTrans" cxnId="{5759C836-FBE0-487A-88F1-574109553A89}">
      <dgm:prSet/>
      <dgm:spPr/>
      <dgm:t>
        <a:bodyPr/>
        <a:lstStyle/>
        <a:p>
          <a:endParaRPr lang="es-CO"/>
        </a:p>
      </dgm:t>
    </dgm:pt>
    <dgm:pt modelId="{DB24745F-1EAB-4B81-A397-B6EFF6876BF3}" type="sibTrans" cxnId="{5759C836-FBE0-487A-88F1-574109553A89}">
      <dgm:prSet/>
      <dgm:spPr/>
      <dgm:t>
        <a:bodyPr/>
        <a:lstStyle/>
        <a:p>
          <a:endParaRPr lang="es-CO"/>
        </a:p>
      </dgm:t>
    </dgm:pt>
    <dgm:pt modelId="{F32FDCA4-8DE4-4155-B223-36CB89A3B5FC}" type="pres">
      <dgm:prSet presAssocID="{425879D3-882A-42AB-97D3-F530FD8CA3DB}" presName="Name0" presStyleCnt="0">
        <dgm:presLayoutVars>
          <dgm:dir/>
          <dgm:resizeHandles val="exact"/>
        </dgm:presLayoutVars>
      </dgm:prSet>
      <dgm:spPr/>
    </dgm:pt>
    <dgm:pt modelId="{13298BB2-50D1-45EA-9F53-C45884CD1B2A}" type="pres">
      <dgm:prSet presAssocID="{425879D3-882A-42AB-97D3-F530FD8CA3DB}" presName="cycle" presStyleCnt="0"/>
      <dgm:spPr/>
    </dgm:pt>
    <dgm:pt modelId="{3F8E7104-61A7-4C8D-873A-E22D5B7B9D88}" type="pres">
      <dgm:prSet presAssocID="{87422377-BD78-4247-A051-AB5C2F3E62B8}" presName="nodeFirstNode" presStyleLbl="node1" presStyleIdx="0" presStyleCnt="5">
        <dgm:presLayoutVars>
          <dgm:bulletEnabled val="1"/>
        </dgm:presLayoutVars>
      </dgm:prSet>
      <dgm:spPr/>
    </dgm:pt>
    <dgm:pt modelId="{25EC1F25-7F5C-4B52-BF3F-81723ADB87D1}" type="pres">
      <dgm:prSet presAssocID="{381AAF3F-3CEA-4A53-A9F2-6C113FA06742}" presName="sibTransFirstNode" presStyleLbl="bgShp" presStyleIdx="0" presStyleCnt="1"/>
      <dgm:spPr/>
    </dgm:pt>
    <dgm:pt modelId="{90E7F246-7958-44B2-9F80-D815A9A61739}" type="pres">
      <dgm:prSet presAssocID="{C2BFF879-7753-4B72-A590-6AB14E66FF2E}" presName="nodeFollowingNodes" presStyleLbl="node1" presStyleIdx="1" presStyleCnt="5" custRadScaleRad="104549" custRadScaleInc="22937">
        <dgm:presLayoutVars>
          <dgm:bulletEnabled val="1"/>
        </dgm:presLayoutVars>
      </dgm:prSet>
      <dgm:spPr/>
    </dgm:pt>
    <dgm:pt modelId="{F5F9F6A2-84EC-4866-BC8C-929334720EFD}" type="pres">
      <dgm:prSet presAssocID="{D61FC49C-3739-455C-9259-9CE5153AA6D6}" presName="nodeFollowingNodes" presStyleLbl="node1" presStyleIdx="2" presStyleCnt="5" custRadScaleRad="104623" custRadScaleInc="-13566">
        <dgm:presLayoutVars>
          <dgm:bulletEnabled val="1"/>
        </dgm:presLayoutVars>
      </dgm:prSet>
      <dgm:spPr/>
    </dgm:pt>
    <dgm:pt modelId="{AA6BD503-8A38-4730-918A-21807F043E58}" type="pres">
      <dgm:prSet presAssocID="{EEC4E75A-0AE8-4D15-BD0B-EEF0E763F7AD}" presName="nodeFollowingNodes" presStyleLbl="node1" presStyleIdx="3" presStyleCnt="5">
        <dgm:presLayoutVars>
          <dgm:bulletEnabled val="1"/>
        </dgm:presLayoutVars>
      </dgm:prSet>
      <dgm:spPr/>
    </dgm:pt>
    <dgm:pt modelId="{CF16215C-51E4-4B63-AD5E-A34904E3BB48}" type="pres">
      <dgm:prSet presAssocID="{890D72E8-B103-413A-9377-F35ADC4F963D}" presName="nodeFollowingNodes" presStyleLbl="node1" presStyleIdx="4" presStyleCnt="5">
        <dgm:presLayoutVars>
          <dgm:bulletEnabled val="1"/>
        </dgm:presLayoutVars>
      </dgm:prSet>
      <dgm:spPr/>
    </dgm:pt>
  </dgm:ptLst>
  <dgm:cxnLst>
    <dgm:cxn modelId="{F38A7905-7ED3-4F05-8E97-A845F01CAABB}" type="presOf" srcId="{381AAF3F-3CEA-4A53-A9F2-6C113FA06742}" destId="{25EC1F25-7F5C-4B52-BF3F-81723ADB87D1}" srcOrd="0" destOrd="0" presId="urn:microsoft.com/office/officeart/2005/8/layout/cycle3"/>
    <dgm:cxn modelId="{96428028-379F-4421-9085-6792C2D17FD5}" type="presOf" srcId="{87422377-BD78-4247-A051-AB5C2F3E62B8}" destId="{3F8E7104-61A7-4C8D-873A-E22D5B7B9D88}" srcOrd="0" destOrd="0" presId="urn:microsoft.com/office/officeart/2005/8/layout/cycle3"/>
    <dgm:cxn modelId="{4169212B-59B3-4730-9B0F-F0EBA27686B3}" type="presOf" srcId="{EEC4E75A-0AE8-4D15-BD0B-EEF0E763F7AD}" destId="{AA6BD503-8A38-4730-918A-21807F043E58}" srcOrd="0" destOrd="0" presId="urn:microsoft.com/office/officeart/2005/8/layout/cycle3"/>
    <dgm:cxn modelId="{27A2842B-EE16-4941-BE01-6AC01622FAAC}" type="presOf" srcId="{D61FC49C-3739-455C-9259-9CE5153AA6D6}" destId="{F5F9F6A2-84EC-4866-BC8C-929334720EFD}" srcOrd="0" destOrd="0" presId="urn:microsoft.com/office/officeart/2005/8/layout/cycle3"/>
    <dgm:cxn modelId="{5759C836-FBE0-487A-88F1-574109553A89}" srcId="{425879D3-882A-42AB-97D3-F530FD8CA3DB}" destId="{890D72E8-B103-413A-9377-F35ADC4F963D}" srcOrd="4" destOrd="0" parTransId="{79CAE144-8BE3-43F0-8974-9172FEDF5392}" sibTransId="{DB24745F-1EAB-4B81-A397-B6EFF6876BF3}"/>
    <dgm:cxn modelId="{188ADA5E-4F6A-41AA-8C9D-4924275532DC}" type="presOf" srcId="{425879D3-882A-42AB-97D3-F530FD8CA3DB}" destId="{F32FDCA4-8DE4-4155-B223-36CB89A3B5FC}" srcOrd="0" destOrd="0" presId="urn:microsoft.com/office/officeart/2005/8/layout/cycle3"/>
    <dgm:cxn modelId="{B2D3725F-89AF-47A5-B345-17244920E6B7}" srcId="{425879D3-882A-42AB-97D3-F530FD8CA3DB}" destId="{C2BFF879-7753-4B72-A590-6AB14E66FF2E}" srcOrd="1" destOrd="0" parTransId="{DE37D003-6CF4-4ABC-9B0C-84FC15D507B3}" sibTransId="{7716207B-196B-477E-84B4-8E58EB03740A}"/>
    <dgm:cxn modelId="{05E55248-C497-4D20-980B-4CA7EF1D4CDF}" type="presOf" srcId="{890D72E8-B103-413A-9377-F35ADC4F963D}" destId="{CF16215C-51E4-4B63-AD5E-A34904E3BB48}" srcOrd="0" destOrd="0" presId="urn:microsoft.com/office/officeart/2005/8/layout/cycle3"/>
    <dgm:cxn modelId="{FA3DE583-6929-41F5-98E6-23C2F59F59BB}" srcId="{425879D3-882A-42AB-97D3-F530FD8CA3DB}" destId="{D61FC49C-3739-455C-9259-9CE5153AA6D6}" srcOrd="2" destOrd="0" parTransId="{0D823AE1-CE50-4A7E-8464-5EC59996922D}" sibTransId="{F833108C-31E7-43B7-859C-E7B173A5C986}"/>
    <dgm:cxn modelId="{D74D899F-6C6C-4E9B-823B-A8D1C49D08DD}" srcId="{425879D3-882A-42AB-97D3-F530FD8CA3DB}" destId="{87422377-BD78-4247-A051-AB5C2F3E62B8}" srcOrd="0" destOrd="0" parTransId="{BCBB8BE8-30BF-4989-B8AD-7098D0BE2C77}" sibTransId="{381AAF3F-3CEA-4A53-A9F2-6C113FA06742}"/>
    <dgm:cxn modelId="{6B667BA0-5446-4019-8769-8BE1BF489729}" type="presOf" srcId="{C2BFF879-7753-4B72-A590-6AB14E66FF2E}" destId="{90E7F246-7958-44B2-9F80-D815A9A61739}" srcOrd="0" destOrd="0" presId="urn:microsoft.com/office/officeart/2005/8/layout/cycle3"/>
    <dgm:cxn modelId="{CD9964E2-BEF4-4D58-B77A-DE47AADB32F7}" srcId="{425879D3-882A-42AB-97D3-F530FD8CA3DB}" destId="{EEC4E75A-0AE8-4D15-BD0B-EEF0E763F7AD}" srcOrd="3" destOrd="0" parTransId="{28A21768-C98C-46CF-BE1E-93ADAA9F7754}" sibTransId="{5FB3A301-1583-4D9B-8ADF-453959AC2396}"/>
    <dgm:cxn modelId="{44BC4783-2E25-4F13-9941-900B88613884}" type="presParOf" srcId="{F32FDCA4-8DE4-4155-B223-36CB89A3B5FC}" destId="{13298BB2-50D1-45EA-9F53-C45884CD1B2A}" srcOrd="0" destOrd="0" presId="urn:microsoft.com/office/officeart/2005/8/layout/cycle3"/>
    <dgm:cxn modelId="{EA5AB010-305F-43A7-B3DB-F6E5EC57650A}" type="presParOf" srcId="{13298BB2-50D1-45EA-9F53-C45884CD1B2A}" destId="{3F8E7104-61A7-4C8D-873A-E22D5B7B9D88}" srcOrd="0" destOrd="0" presId="urn:microsoft.com/office/officeart/2005/8/layout/cycle3"/>
    <dgm:cxn modelId="{90F9E4F4-BE8C-4A6C-9C37-CB5E5B9CCEAC}" type="presParOf" srcId="{13298BB2-50D1-45EA-9F53-C45884CD1B2A}" destId="{25EC1F25-7F5C-4B52-BF3F-81723ADB87D1}" srcOrd="1" destOrd="0" presId="urn:microsoft.com/office/officeart/2005/8/layout/cycle3"/>
    <dgm:cxn modelId="{69F315F4-E86E-44FD-B7E1-D406E0BC3988}" type="presParOf" srcId="{13298BB2-50D1-45EA-9F53-C45884CD1B2A}" destId="{90E7F246-7958-44B2-9F80-D815A9A61739}" srcOrd="2" destOrd="0" presId="urn:microsoft.com/office/officeart/2005/8/layout/cycle3"/>
    <dgm:cxn modelId="{86A7EFF1-355F-400A-B5C1-18FF73F783E4}" type="presParOf" srcId="{13298BB2-50D1-45EA-9F53-C45884CD1B2A}" destId="{F5F9F6A2-84EC-4866-BC8C-929334720EFD}" srcOrd="3" destOrd="0" presId="urn:microsoft.com/office/officeart/2005/8/layout/cycle3"/>
    <dgm:cxn modelId="{431E8F4B-5801-4E00-B8BD-E6D9C21DEE52}" type="presParOf" srcId="{13298BB2-50D1-45EA-9F53-C45884CD1B2A}" destId="{AA6BD503-8A38-4730-918A-21807F043E58}" srcOrd="4" destOrd="0" presId="urn:microsoft.com/office/officeart/2005/8/layout/cycle3"/>
    <dgm:cxn modelId="{E2B5514D-7C1A-40E9-88A1-FD9122FA702B}" type="presParOf" srcId="{13298BB2-50D1-45EA-9F53-C45884CD1B2A}" destId="{CF16215C-51E4-4B63-AD5E-A34904E3BB48}" srcOrd="5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B7FEFB2-B0D8-4383-82FD-48D6131B3977}" type="doc">
      <dgm:prSet loTypeId="urn:microsoft.com/office/officeart/2005/8/layout/cycle3" loCatId="cycle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s-CO"/>
        </a:p>
      </dgm:t>
    </dgm:pt>
    <dgm:pt modelId="{1A8C62B7-CA72-4383-9E43-FACB8DCA5C4F}">
      <dgm:prSet phldrT="[Texto]"/>
      <dgm:spPr/>
      <dgm:t>
        <a:bodyPr/>
        <a:lstStyle/>
        <a:p>
          <a:r>
            <a:rPr lang="es-MX"/>
            <a:t>5. Si la respuesta fuere positiva, el subdirector del Centro o el Director Regional emitirá y notificará el acto administrativo  que autoriza el reingreso</a:t>
          </a:r>
          <a:endParaRPr lang="es-CO" dirty="0"/>
        </a:p>
      </dgm:t>
    </dgm:pt>
    <dgm:pt modelId="{BEA31F08-3EE2-4F87-B0A4-E1BA40929D8C}" type="parTrans" cxnId="{C1396BB6-71BE-4893-9DF8-A680BA2636C2}">
      <dgm:prSet/>
      <dgm:spPr/>
      <dgm:t>
        <a:bodyPr/>
        <a:lstStyle/>
        <a:p>
          <a:endParaRPr lang="es-CO"/>
        </a:p>
      </dgm:t>
    </dgm:pt>
    <dgm:pt modelId="{65BCDDCB-DF4A-4508-A654-1E7ABA4EA4F8}" type="sibTrans" cxnId="{C1396BB6-71BE-4893-9DF8-A680BA2636C2}">
      <dgm:prSet/>
      <dgm:spPr/>
      <dgm:t>
        <a:bodyPr/>
        <a:lstStyle/>
        <a:p>
          <a:endParaRPr lang="es-CO"/>
        </a:p>
      </dgm:t>
    </dgm:pt>
    <dgm:pt modelId="{5B4770C3-66C6-46C6-A35B-390D03643377}">
      <dgm:prSet phldrT="[Texto]"/>
      <dgm:spPr/>
      <dgm:t>
        <a:bodyPr/>
        <a:lstStyle/>
        <a:p>
          <a:r>
            <a:rPr lang="es-MX" dirty="0"/>
            <a:t>6. Con el acto administrativo, administración Educativa del Centro, procederá a habilitar el reingreso del solicitante en el sistema académico.</a:t>
          </a:r>
          <a:endParaRPr lang="es-CO" dirty="0"/>
        </a:p>
      </dgm:t>
    </dgm:pt>
    <dgm:pt modelId="{EA75821B-1BB7-4971-ABF9-747DAB126BAD}" type="parTrans" cxnId="{340C2817-0C88-47C7-A2DB-AF3C3AE5EBF6}">
      <dgm:prSet/>
      <dgm:spPr/>
      <dgm:t>
        <a:bodyPr/>
        <a:lstStyle/>
        <a:p>
          <a:endParaRPr lang="es-CO"/>
        </a:p>
      </dgm:t>
    </dgm:pt>
    <dgm:pt modelId="{F0E71959-92D5-4AF3-8144-248BC9365408}" type="sibTrans" cxnId="{340C2817-0C88-47C7-A2DB-AF3C3AE5EBF6}">
      <dgm:prSet/>
      <dgm:spPr/>
      <dgm:t>
        <a:bodyPr/>
        <a:lstStyle/>
        <a:p>
          <a:endParaRPr lang="es-CO"/>
        </a:p>
      </dgm:t>
    </dgm:pt>
    <dgm:pt modelId="{4AE31505-B1C8-4D3D-A3A4-0BA54899B2A5}">
      <dgm:prSet phldrT="[Texto]"/>
      <dgm:spPr/>
      <dgm:t>
        <a:bodyPr/>
        <a:lstStyle/>
        <a:p>
          <a:r>
            <a:rPr lang="es-MX"/>
            <a:t>7. El solicitante legalizará el reingreso, a través del sistema académico en un termino no mayo a treinta (días), contados desde la fecha de notificación</a:t>
          </a:r>
          <a:endParaRPr lang="es-CO" dirty="0"/>
        </a:p>
      </dgm:t>
    </dgm:pt>
    <dgm:pt modelId="{5A01A46D-0D79-45FA-860E-D7FA6304C302}" type="parTrans" cxnId="{86DE54E9-4DC7-4086-AFAF-8B6D9C08CE05}">
      <dgm:prSet/>
      <dgm:spPr/>
      <dgm:t>
        <a:bodyPr/>
        <a:lstStyle/>
        <a:p>
          <a:endParaRPr lang="es-CO"/>
        </a:p>
      </dgm:t>
    </dgm:pt>
    <dgm:pt modelId="{7A1266A1-1D46-4174-B723-CC6F9C7C76AC}" type="sibTrans" cxnId="{86DE54E9-4DC7-4086-AFAF-8B6D9C08CE05}">
      <dgm:prSet/>
      <dgm:spPr/>
      <dgm:t>
        <a:bodyPr/>
        <a:lstStyle/>
        <a:p>
          <a:endParaRPr lang="es-CO"/>
        </a:p>
      </dgm:t>
    </dgm:pt>
    <dgm:pt modelId="{EB6D984C-EE2D-4710-A0CA-395E929BCF14}">
      <dgm:prSet phldrT="[Texto]"/>
      <dgm:spPr/>
      <dgm:t>
        <a:bodyPr/>
        <a:lstStyle/>
        <a:p>
          <a:r>
            <a:rPr lang="es-MX"/>
            <a:t>8. El Centro de Formación  Profesional asignará ruta de formación al aprendiz reingresado, con el registro de juicios de evaluación cursado en la ruta de formación anterior.</a:t>
          </a:r>
          <a:endParaRPr lang="es-CO" dirty="0"/>
        </a:p>
      </dgm:t>
    </dgm:pt>
    <dgm:pt modelId="{EFA38D1F-E0A8-4428-A18D-9ADF6F218517}" type="parTrans" cxnId="{CA1BC30D-E565-4EBB-899B-BF32E6184A58}">
      <dgm:prSet/>
      <dgm:spPr/>
      <dgm:t>
        <a:bodyPr/>
        <a:lstStyle/>
        <a:p>
          <a:endParaRPr lang="es-CO"/>
        </a:p>
      </dgm:t>
    </dgm:pt>
    <dgm:pt modelId="{0BD9C6BB-C494-4F0F-91E0-E0D1C2AD6C58}" type="sibTrans" cxnId="{CA1BC30D-E565-4EBB-899B-BF32E6184A58}">
      <dgm:prSet/>
      <dgm:spPr/>
      <dgm:t>
        <a:bodyPr/>
        <a:lstStyle/>
        <a:p>
          <a:endParaRPr lang="es-CO"/>
        </a:p>
      </dgm:t>
    </dgm:pt>
    <dgm:pt modelId="{D23D9D7D-3D92-4EB9-8F43-55C4C767C238}" type="pres">
      <dgm:prSet presAssocID="{FB7FEFB2-B0D8-4383-82FD-48D6131B3977}" presName="Name0" presStyleCnt="0">
        <dgm:presLayoutVars>
          <dgm:dir/>
          <dgm:resizeHandles val="exact"/>
        </dgm:presLayoutVars>
      </dgm:prSet>
      <dgm:spPr/>
    </dgm:pt>
    <dgm:pt modelId="{45A22945-EEC2-48C7-BBE3-81E7E75F0237}" type="pres">
      <dgm:prSet presAssocID="{FB7FEFB2-B0D8-4383-82FD-48D6131B3977}" presName="cycle" presStyleCnt="0"/>
      <dgm:spPr/>
    </dgm:pt>
    <dgm:pt modelId="{D911C88E-4651-49C7-956D-01DDFD98CA76}" type="pres">
      <dgm:prSet presAssocID="{1A8C62B7-CA72-4383-9E43-FACB8DCA5C4F}" presName="nodeFirstNode" presStyleLbl="node1" presStyleIdx="0" presStyleCnt="4">
        <dgm:presLayoutVars>
          <dgm:bulletEnabled val="1"/>
        </dgm:presLayoutVars>
      </dgm:prSet>
      <dgm:spPr/>
    </dgm:pt>
    <dgm:pt modelId="{A42F7ECB-F904-4119-871A-300DD6599E5A}" type="pres">
      <dgm:prSet presAssocID="{65BCDDCB-DF4A-4508-A654-1E7ABA4EA4F8}" presName="sibTransFirstNode" presStyleLbl="bgShp" presStyleIdx="0" presStyleCnt="1"/>
      <dgm:spPr/>
    </dgm:pt>
    <dgm:pt modelId="{E60CB65E-1A9A-4899-9883-154FB5266AFD}" type="pres">
      <dgm:prSet presAssocID="{5B4770C3-66C6-46C6-A35B-390D03643377}" presName="nodeFollowingNodes" presStyleLbl="node1" presStyleIdx="1" presStyleCnt="4">
        <dgm:presLayoutVars>
          <dgm:bulletEnabled val="1"/>
        </dgm:presLayoutVars>
      </dgm:prSet>
      <dgm:spPr/>
    </dgm:pt>
    <dgm:pt modelId="{401B8B5B-58D1-4949-814A-A4C4E8B06760}" type="pres">
      <dgm:prSet presAssocID="{4AE31505-B1C8-4D3D-A3A4-0BA54899B2A5}" presName="nodeFollowingNodes" presStyleLbl="node1" presStyleIdx="2" presStyleCnt="4">
        <dgm:presLayoutVars>
          <dgm:bulletEnabled val="1"/>
        </dgm:presLayoutVars>
      </dgm:prSet>
      <dgm:spPr/>
    </dgm:pt>
    <dgm:pt modelId="{8786C77B-A9E1-4267-A8AD-AAD193F6D51E}" type="pres">
      <dgm:prSet presAssocID="{EB6D984C-EE2D-4710-A0CA-395E929BCF14}" presName="nodeFollowingNodes" presStyleLbl="node1" presStyleIdx="3" presStyleCnt="4">
        <dgm:presLayoutVars>
          <dgm:bulletEnabled val="1"/>
        </dgm:presLayoutVars>
      </dgm:prSet>
      <dgm:spPr/>
    </dgm:pt>
  </dgm:ptLst>
  <dgm:cxnLst>
    <dgm:cxn modelId="{CA1BC30D-E565-4EBB-899B-BF32E6184A58}" srcId="{FB7FEFB2-B0D8-4383-82FD-48D6131B3977}" destId="{EB6D984C-EE2D-4710-A0CA-395E929BCF14}" srcOrd="3" destOrd="0" parTransId="{EFA38D1F-E0A8-4428-A18D-9ADF6F218517}" sibTransId="{0BD9C6BB-C494-4F0F-91E0-E0D1C2AD6C58}"/>
    <dgm:cxn modelId="{340C2817-0C88-47C7-A2DB-AF3C3AE5EBF6}" srcId="{FB7FEFB2-B0D8-4383-82FD-48D6131B3977}" destId="{5B4770C3-66C6-46C6-A35B-390D03643377}" srcOrd="1" destOrd="0" parTransId="{EA75821B-1BB7-4971-ABF9-747DAB126BAD}" sibTransId="{F0E71959-92D5-4AF3-8144-248BC9365408}"/>
    <dgm:cxn modelId="{16662522-96D6-4884-8754-81BE52EEC97E}" type="presOf" srcId="{5B4770C3-66C6-46C6-A35B-390D03643377}" destId="{E60CB65E-1A9A-4899-9883-154FB5266AFD}" srcOrd="0" destOrd="0" presId="urn:microsoft.com/office/officeart/2005/8/layout/cycle3"/>
    <dgm:cxn modelId="{FBCBE644-BB6E-43BB-9D20-8D9C4733E9DB}" type="presOf" srcId="{EB6D984C-EE2D-4710-A0CA-395E929BCF14}" destId="{8786C77B-A9E1-4267-A8AD-AAD193F6D51E}" srcOrd="0" destOrd="0" presId="urn:microsoft.com/office/officeart/2005/8/layout/cycle3"/>
    <dgm:cxn modelId="{893FF957-0B6C-4746-9B2B-AC7B06234EC6}" type="presOf" srcId="{65BCDDCB-DF4A-4508-A654-1E7ABA4EA4F8}" destId="{A42F7ECB-F904-4119-871A-300DD6599E5A}" srcOrd="0" destOrd="0" presId="urn:microsoft.com/office/officeart/2005/8/layout/cycle3"/>
    <dgm:cxn modelId="{3186DC58-60B1-4530-9CB1-3F0FC10B06D5}" type="presOf" srcId="{1A8C62B7-CA72-4383-9E43-FACB8DCA5C4F}" destId="{D911C88E-4651-49C7-956D-01DDFD98CA76}" srcOrd="0" destOrd="0" presId="urn:microsoft.com/office/officeart/2005/8/layout/cycle3"/>
    <dgm:cxn modelId="{0412759A-E408-4222-B38D-F494C4FFAEE5}" type="presOf" srcId="{FB7FEFB2-B0D8-4383-82FD-48D6131B3977}" destId="{D23D9D7D-3D92-4EB9-8F43-55C4C767C238}" srcOrd="0" destOrd="0" presId="urn:microsoft.com/office/officeart/2005/8/layout/cycle3"/>
    <dgm:cxn modelId="{8D996BB3-76B1-49A5-9D3D-B5E773AA54A2}" type="presOf" srcId="{4AE31505-B1C8-4D3D-A3A4-0BA54899B2A5}" destId="{401B8B5B-58D1-4949-814A-A4C4E8B06760}" srcOrd="0" destOrd="0" presId="urn:microsoft.com/office/officeart/2005/8/layout/cycle3"/>
    <dgm:cxn modelId="{C1396BB6-71BE-4893-9DF8-A680BA2636C2}" srcId="{FB7FEFB2-B0D8-4383-82FD-48D6131B3977}" destId="{1A8C62B7-CA72-4383-9E43-FACB8DCA5C4F}" srcOrd="0" destOrd="0" parTransId="{BEA31F08-3EE2-4F87-B0A4-E1BA40929D8C}" sibTransId="{65BCDDCB-DF4A-4508-A654-1E7ABA4EA4F8}"/>
    <dgm:cxn modelId="{86DE54E9-4DC7-4086-AFAF-8B6D9C08CE05}" srcId="{FB7FEFB2-B0D8-4383-82FD-48D6131B3977}" destId="{4AE31505-B1C8-4D3D-A3A4-0BA54899B2A5}" srcOrd="2" destOrd="0" parTransId="{5A01A46D-0D79-45FA-860E-D7FA6304C302}" sibTransId="{7A1266A1-1D46-4174-B723-CC6F9C7C76AC}"/>
    <dgm:cxn modelId="{1C4C5CCD-0028-41EF-88DD-09ABD068509A}" type="presParOf" srcId="{D23D9D7D-3D92-4EB9-8F43-55C4C767C238}" destId="{45A22945-EEC2-48C7-BBE3-81E7E75F0237}" srcOrd="0" destOrd="0" presId="urn:microsoft.com/office/officeart/2005/8/layout/cycle3"/>
    <dgm:cxn modelId="{20956F79-44B4-431A-9746-4219C4B1C4A7}" type="presParOf" srcId="{45A22945-EEC2-48C7-BBE3-81E7E75F0237}" destId="{D911C88E-4651-49C7-956D-01DDFD98CA76}" srcOrd="0" destOrd="0" presId="urn:microsoft.com/office/officeart/2005/8/layout/cycle3"/>
    <dgm:cxn modelId="{01FD36C2-9E6A-4DE5-B225-5861AE3E8322}" type="presParOf" srcId="{45A22945-EEC2-48C7-BBE3-81E7E75F0237}" destId="{A42F7ECB-F904-4119-871A-300DD6599E5A}" srcOrd="1" destOrd="0" presId="urn:microsoft.com/office/officeart/2005/8/layout/cycle3"/>
    <dgm:cxn modelId="{A13FD630-CEB0-40EF-9F3A-956E50627D86}" type="presParOf" srcId="{45A22945-EEC2-48C7-BBE3-81E7E75F0237}" destId="{E60CB65E-1A9A-4899-9883-154FB5266AFD}" srcOrd="2" destOrd="0" presId="urn:microsoft.com/office/officeart/2005/8/layout/cycle3"/>
    <dgm:cxn modelId="{3A10D983-1B97-4C11-BC44-966706558D99}" type="presParOf" srcId="{45A22945-EEC2-48C7-BBE3-81E7E75F0237}" destId="{401B8B5B-58D1-4949-814A-A4C4E8B06760}" srcOrd="3" destOrd="0" presId="urn:microsoft.com/office/officeart/2005/8/layout/cycle3"/>
    <dgm:cxn modelId="{6E016BD5-D892-465A-BBB9-8A3532791D5D}" type="presParOf" srcId="{45A22945-EEC2-48C7-BBE3-81E7E75F0237}" destId="{8786C77B-A9E1-4267-A8AD-AAD193F6D51E}" srcOrd="4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4767397E-8252-4F11-9A4D-AC5C9D58702C}" type="doc">
      <dgm:prSet loTypeId="urn:microsoft.com/office/officeart/2005/8/layout/radial5" loCatId="cycle" qsTypeId="urn:microsoft.com/office/officeart/2005/8/quickstyle/3d3" qsCatId="3D" csTypeId="urn:microsoft.com/office/officeart/2005/8/colors/colorful5" csCatId="colorful" phldr="1"/>
      <dgm:spPr/>
      <dgm:t>
        <a:bodyPr/>
        <a:lstStyle/>
        <a:p>
          <a:endParaRPr lang="es-CO"/>
        </a:p>
      </dgm:t>
    </dgm:pt>
    <dgm:pt modelId="{133DA532-8EAC-409C-8EEE-402876B81790}">
      <dgm:prSet phldrT="[Texto]" custT="1"/>
      <dgm:spPr/>
      <dgm:t>
        <a:bodyPr/>
        <a:lstStyle/>
        <a:p>
          <a:r>
            <a:rPr lang="es-MX" sz="1800" b="1"/>
            <a:t>Cap. II Art 28.</a:t>
          </a:r>
        </a:p>
        <a:p>
          <a:r>
            <a:rPr lang="es-MX" sz="1800" b="1"/>
            <a:t>Inasistencias programadas</a:t>
          </a:r>
          <a:endParaRPr lang="es-CO" sz="1800" b="1" dirty="0"/>
        </a:p>
      </dgm:t>
    </dgm:pt>
    <dgm:pt modelId="{3EA11F9A-4DF5-4175-8D09-3AF8AAB2A09E}" type="parTrans" cxnId="{BE848E62-B095-425B-998C-2F1E23FCD54A}">
      <dgm:prSet/>
      <dgm:spPr/>
      <dgm:t>
        <a:bodyPr/>
        <a:lstStyle/>
        <a:p>
          <a:endParaRPr lang="es-CO"/>
        </a:p>
      </dgm:t>
    </dgm:pt>
    <dgm:pt modelId="{0B23F748-FABB-430A-A1A4-82FDEBE22830}" type="sibTrans" cxnId="{BE848E62-B095-425B-998C-2F1E23FCD54A}">
      <dgm:prSet/>
      <dgm:spPr/>
      <dgm:t>
        <a:bodyPr/>
        <a:lstStyle/>
        <a:p>
          <a:endParaRPr lang="es-CO"/>
        </a:p>
      </dgm:t>
    </dgm:pt>
    <dgm:pt modelId="{A3D26DD7-14A1-4A37-A6A8-4BD7C11BAC96}">
      <dgm:prSet phldrT="[Texto]" custT="1"/>
      <dgm:spPr/>
      <dgm:t>
        <a:bodyPr/>
        <a:lstStyle/>
        <a:p>
          <a:r>
            <a:rPr lang="es-MX" sz="1400"/>
            <a:t>Citas o incapacidades médicas</a:t>
          </a:r>
          <a:endParaRPr lang="es-CO" sz="1400" dirty="0"/>
        </a:p>
      </dgm:t>
    </dgm:pt>
    <dgm:pt modelId="{2F99561A-3DA6-40EE-995E-55AE868EE823}" type="parTrans" cxnId="{867227EC-7EEB-4534-983C-45D686B94F04}">
      <dgm:prSet/>
      <dgm:spPr/>
      <dgm:t>
        <a:bodyPr/>
        <a:lstStyle/>
        <a:p>
          <a:endParaRPr lang="es-CO"/>
        </a:p>
      </dgm:t>
    </dgm:pt>
    <dgm:pt modelId="{FF5B8798-2F7E-408F-8CD8-37E9530FA4F9}" type="sibTrans" cxnId="{867227EC-7EEB-4534-983C-45D686B94F04}">
      <dgm:prSet/>
      <dgm:spPr/>
      <dgm:t>
        <a:bodyPr/>
        <a:lstStyle/>
        <a:p>
          <a:endParaRPr lang="es-CO"/>
        </a:p>
      </dgm:t>
    </dgm:pt>
    <dgm:pt modelId="{26834652-1B2F-4819-B25F-543868822B1D}">
      <dgm:prSet phldrT="[Texto]" custT="1"/>
      <dgm:spPr/>
      <dgm:t>
        <a:bodyPr/>
        <a:lstStyle/>
        <a:p>
          <a:r>
            <a:rPr lang="es-MX" sz="1400"/>
            <a:t>Citaciones a diligencias electorales o gubernamentales</a:t>
          </a:r>
          <a:endParaRPr lang="es-CO" sz="1400" dirty="0"/>
        </a:p>
      </dgm:t>
    </dgm:pt>
    <dgm:pt modelId="{F23766C5-AB3B-4284-9A18-3004EBD65407}" type="parTrans" cxnId="{DD2A5ED4-764F-46AE-8A2E-5C7BD965D540}">
      <dgm:prSet/>
      <dgm:spPr/>
      <dgm:t>
        <a:bodyPr/>
        <a:lstStyle/>
        <a:p>
          <a:endParaRPr lang="es-CO"/>
        </a:p>
      </dgm:t>
    </dgm:pt>
    <dgm:pt modelId="{D2B34B50-108C-409C-B14F-E2353DC50A75}" type="sibTrans" cxnId="{DD2A5ED4-764F-46AE-8A2E-5C7BD965D540}">
      <dgm:prSet/>
      <dgm:spPr/>
      <dgm:t>
        <a:bodyPr/>
        <a:lstStyle/>
        <a:p>
          <a:endParaRPr lang="es-CO"/>
        </a:p>
      </dgm:t>
    </dgm:pt>
    <dgm:pt modelId="{52A9B590-02E2-4093-B587-5C50F10F14E0}">
      <dgm:prSet phldrT="[Texto]" custT="1"/>
      <dgm:spPr/>
      <dgm:t>
        <a:bodyPr/>
        <a:lstStyle/>
        <a:p>
          <a:r>
            <a:rPr lang="es-MX" sz="1300"/>
            <a:t>Requerimientos excepcionales de tipo laboral no mayor a tres días en el trimestre en forma continua o intervalo</a:t>
          </a:r>
          <a:endParaRPr lang="es-CO" sz="1300" dirty="0"/>
        </a:p>
      </dgm:t>
    </dgm:pt>
    <dgm:pt modelId="{3826C325-8ED6-4475-9E57-10D7F76BCBB7}" type="parTrans" cxnId="{90C7FF86-8626-4961-B5B6-3A0DAE19B260}">
      <dgm:prSet/>
      <dgm:spPr/>
      <dgm:t>
        <a:bodyPr/>
        <a:lstStyle/>
        <a:p>
          <a:endParaRPr lang="es-CO"/>
        </a:p>
      </dgm:t>
    </dgm:pt>
    <dgm:pt modelId="{D401BEA1-091E-4F50-A647-79A154F82AA5}" type="sibTrans" cxnId="{90C7FF86-8626-4961-B5B6-3A0DAE19B260}">
      <dgm:prSet/>
      <dgm:spPr/>
      <dgm:t>
        <a:bodyPr/>
        <a:lstStyle/>
        <a:p>
          <a:endParaRPr lang="es-CO"/>
        </a:p>
      </dgm:t>
    </dgm:pt>
    <dgm:pt modelId="{7D06CD2F-808C-4482-9365-715F9138CDE3}">
      <dgm:prSet phldrT="[Texto]" custT="1"/>
      <dgm:spPr/>
      <dgm:t>
        <a:bodyPr/>
        <a:lstStyle/>
        <a:p>
          <a:r>
            <a:rPr lang="es-MX" sz="1400"/>
            <a:t>Autorización para asistir en representación del SENA</a:t>
          </a:r>
          <a:endParaRPr lang="es-CO" sz="1400" dirty="0"/>
        </a:p>
      </dgm:t>
    </dgm:pt>
    <dgm:pt modelId="{1BF98CDC-BD54-487B-AC46-2F50E41CABDB}" type="parTrans" cxnId="{5C93AB03-4B77-46E6-99F7-7D11CEC6ECA9}">
      <dgm:prSet/>
      <dgm:spPr/>
      <dgm:t>
        <a:bodyPr/>
        <a:lstStyle/>
        <a:p>
          <a:endParaRPr lang="es-CO"/>
        </a:p>
      </dgm:t>
    </dgm:pt>
    <dgm:pt modelId="{A3497587-A579-414D-81EE-8F2AC389AD7A}" type="sibTrans" cxnId="{5C93AB03-4B77-46E6-99F7-7D11CEC6ECA9}">
      <dgm:prSet/>
      <dgm:spPr/>
      <dgm:t>
        <a:bodyPr/>
        <a:lstStyle/>
        <a:p>
          <a:endParaRPr lang="es-CO"/>
        </a:p>
      </dgm:t>
    </dgm:pt>
    <dgm:pt modelId="{74FE721D-5AA2-4139-9059-0016355BAA21}">
      <dgm:prSet phldrT="[Texto]" custT="1"/>
      <dgm:spPr/>
      <dgm:t>
        <a:bodyPr/>
        <a:lstStyle/>
        <a:p>
          <a:r>
            <a:rPr lang="es-MX" sz="1400"/>
            <a:t>Citación a diligencias judiciales</a:t>
          </a:r>
          <a:endParaRPr lang="es-CO" sz="1400" dirty="0"/>
        </a:p>
      </dgm:t>
    </dgm:pt>
    <dgm:pt modelId="{14D2BD04-7CEE-4EB4-8827-82BC48C466D3}" type="parTrans" cxnId="{C88E8750-45A1-4CD5-AE01-6911C171717A}">
      <dgm:prSet/>
      <dgm:spPr/>
      <dgm:t>
        <a:bodyPr/>
        <a:lstStyle/>
        <a:p>
          <a:endParaRPr lang="es-CO"/>
        </a:p>
      </dgm:t>
    </dgm:pt>
    <dgm:pt modelId="{0D9309AF-3AF7-44A7-A537-3D1808223630}" type="sibTrans" cxnId="{C88E8750-45A1-4CD5-AE01-6911C171717A}">
      <dgm:prSet/>
      <dgm:spPr/>
      <dgm:t>
        <a:bodyPr/>
        <a:lstStyle/>
        <a:p>
          <a:endParaRPr lang="es-CO"/>
        </a:p>
      </dgm:t>
    </dgm:pt>
    <dgm:pt modelId="{FD3F8433-A408-4D16-B4CE-3C139FC606EA}">
      <dgm:prSet phldrT="[Texto]" custT="1"/>
      <dgm:spPr/>
      <dgm:t>
        <a:bodyPr/>
        <a:lstStyle/>
        <a:p>
          <a:r>
            <a:rPr lang="es-MX" sz="1300"/>
            <a:t>Por actividades a su credo que sean informados y que cuenten con un plan de trabajo previamente acordado</a:t>
          </a:r>
          <a:endParaRPr lang="es-CO" sz="1300" dirty="0"/>
        </a:p>
      </dgm:t>
    </dgm:pt>
    <dgm:pt modelId="{8D8C0DAF-0B28-4419-A584-4F7C9D4CA44C}" type="parTrans" cxnId="{E0442AA2-1305-459D-8199-B30FAEADC6ED}">
      <dgm:prSet/>
      <dgm:spPr/>
      <dgm:t>
        <a:bodyPr/>
        <a:lstStyle/>
        <a:p>
          <a:endParaRPr lang="es-CO"/>
        </a:p>
      </dgm:t>
    </dgm:pt>
    <dgm:pt modelId="{C097869C-617D-449F-AC2E-039E85E2C295}" type="sibTrans" cxnId="{E0442AA2-1305-459D-8199-B30FAEADC6ED}">
      <dgm:prSet/>
      <dgm:spPr/>
      <dgm:t>
        <a:bodyPr/>
        <a:lstStyle/>
        <a:p>
          <a:endParaRPr lang="es-CO"/>
        </a:p>
      </dgm:t>
    </dgm:pt>
    <dgm:pt modelId="{5ADEC007-F44D-454B-9BED-D892FA0B052A}">
      <dgm:prSet phldrT="[Texto]" custT="1"/>
      <dgm:spPr/>
      <dgm:t>
        <a:bodyPr/>
        <a:lstStyle/>
        <a:p>
          <a:r>
            <a:rPr lang="es-MX" sz="1400"/>
            <a:t>Licencia de maternidad o paternidad </a:t>
          </a:r>
          <a:endParaRPr lang="es-CO" sz="1400" dirty="0"/>
        </a:p>
      </dgm:t>
    </dgm:pt>
    <dgm:pt modelId="{B337A4C0-4285-46AA-A9B1-BC76BC86D3D7}" type="parTrans" cxnId="{AF551957-856F-4575-A0D4-68D0F002C169}">
      <dgm:prSet/>
      <dgm:spPr/>
      <dgm:t>
        <a:bodyPr/>
        <a:lstStyle/>
        <a:p>
          <a:endParaRPr lang="es-CO"/>
        </a:p>
      </dgm:t>
    </dgm:pt>
    <dgm:pt modelId="{2C1D951B-51F0-48C1-8D64-352686C1D9CB}" type="sibTrans" cxnId="{AF551957-856F-4575-A0D4-68D0F002C169}">
      <dgm:prSet/>
      <dgm:spPr/>
      <dgm:t>
        <a:bodyPr/>
        <a:lstStyle/>
        <a:p>
          <a:endParaRPr lang="es-CO"/>
        </a:p>
      </dgm:t>
    </dgm:pt>
    <dgm:pt modelId="{91997900-3A4D-44FB-B5F8-DE645EAEC233}" type="pres">
      <dgm:prSet presAssocID="{4767397E-8252-4F11-9A4D-AC5C9D58702C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BCC427D0-FDBA-4D22-A77A-8B1D956C1EB7}" type="pres">
      <dgm:prSet presAssocID="{133DA532-8EAC-409C-8EEE-402876B81790}" presName="centerShape" presStyleLbl="node0" presStyleIdx="0" presStyleCnt="1" custScaleX="122786"/>
      <dgm:spPr/>
    </dgm:pt>
    <dgm:pt modelId="{56362D0B-9D2C-444C-86B7-F198B90103A7}" type="pres">
      <dgm:prSet presAssocID="{2F99561A-3DA6-40EE-995E-55AE868EE823}" presName="parTrans" presStyleLbl="sibTrans2D1" presStyleIdx="0" presStyleCnt="7"/>
      <dgm:spPr/>
    </dgm:pt>
    <dgm:pt modelId="{84129974-C02B-4C99-A932-D626C50E742A}" type="pres">
      <dgm:prSet presAssocID="{2F99561A-3DA6-40EE-995E-55AE868EE823}" presName="connectorText" presStyleLbl="sibTrans2D1" presStyleIdx="0" presStyleCnt="7"/>
      <dgm:spPr/>
    </dgm:pt>
    <dgm:pt modelId="{B209E226-8A1A-4E25-8383-E9F385AC573B}" type="pres">
      <dgm:prSet presAssocID="{A3D26DD7-14A1-4A37-A6A8-4BD7C11BAC96}" presName="node" presStyleLbl="node1" presStyleIdx="0" presStyleCnt="7" custScaleX="146138" custScaleY="92431" custRadScaleRad="112752" custRadScaleInc="215833">
        <dgm:presLayoutVars>
          <dgm:bulletEnabled val="1"/>
        </dgm:presLayoutVars>
      </dgm:prSet>
      <dgm:spPr/>
    </dgm:pt>
    <dgm:pt modelId="{ADE1E09B-7508-4F5D-9F48-E6D52CCBEE45}" type="pres">
      <dgm:prSet presAssocID="{F23766C5-AB3B-4284-9A18-3004EBD65407}" presName="parTrans" presStyleLbl="sibTrans2D1" presStyleIdx="1" presStyleCnt="7"/>
      <dgm:spPr/>
    </dgm:pt>
    <dgm:pt modelId="{46D2112D-CDFA-4290-B039-59CC6E317C87}" type="pres">
      <dgm:prSet presAssocID="{F23766C5-AB3B-4284-9A18-3004EBD65407}" presName="connectorText" presStyleLbl="sibTrans2D1" presStyleIdx="1" presStyleCnt="7"/>
      <dgm:spPr/>
    </dgm:pt>
    <dgm:pt modelId="{4CF3669F-CD28-4664-A248-05E610187246}" type="pres">
      <dgm:prSet presAssocID="{26834652-1B2F-4819-B25F-543868822B1D}" presName="node" presStyleLbl="node1" presStyleIdx="1" presStyleCnt="7" custScaleX="143706" custScaleY="85679" custRadScaleRad="99140" custRadScaleInc="-196868">
        <dgm:presLayoutVars>
          <dgm:bulletEnabled val="1"/>
        </dgm:presLayoutVars>
      </dgm:prSet>
      <dgm:spPr/>
    </dgm:pt>
    <dgm:pt modelId="{CAEF3CFD-23C6-4192-A733-0324EE78FC58}" type="pres">
      <dgm:prSet presAssocID="{3826C325-8ED6-4475-9E57-10D7F76BCBB7}" presName="parTrans" presStyleLbl="sibTrans2D1" presStyleIdx="2" presStyleCnt="7"/>
      <dgm:spPr/>
    </dgm:pt>
    <dgm:pt modelId="{ABCE7E27-588F-4977-A243-F777D03A5C1B}" type="pres">
      <dgm:prSet presAssocID="{3826C325-8ED6-4475-9E57-10D7F76BCBB7}" presName="connectorText" presStyleLbl="sibTrans2D1" presStyleIdx="2" presStyleCnt="7"/>
      <dgm:spPr/>
    </dgm:pt>
    <dgm:pt modelId="{A1257F89-9B99-4936-AD74-2769633433A2}" type="pres">
      <dgm:prSet presAssocID="{52A9B590-02E2-4093-B587-5C50F10F14E0}" presName="node" presStyleLbl="node1" presStyleIdx="2" presStyleCnt="7" custScaleX="175584" custScaleY="111955" custRadScaleRad="125478" custRadScaleInc="-11424">
        <dgm:presLayoutVars>
          <dgm:bulletEnabled val="1"/>
        </dgm:presLayoutVars>
      </dgm:prSet>
      <dgm:spPr/>
    </dgm:pt>
    <dgm:pt modelId="{9515A93B-BF04-4237-B0BC-2269825417DA}" type="pres">
      <dgm:prSet presAssocID="{1BF98CDC-BD54-487B-AC46-2F50E41CABDB}" presName="parTrans" presStyleLbl="sibTrans2D1" presStyleIdx="3" presStyleCnt="7"/>
      <dgm:spPr/>
    </dgm:pt>
    <dgm:pt modelId="{6BFBE83C-BF27-4692-B968-8C9CE3E851AD}" type="pres">
      <dgm:prSet presAssocID="{1BF98CDC-BD54-487B-AC46-2F50E41CABDB}" presName="connectorText" presStyleLbl="sibTrans2D1" presStyleIdx="3" presStyleCnt="7"/>
      <dgm:spPr/>
    </dgm:pt>
    <dgm:pt modelId="{F21D0BDA-53AF-4F18-9528-CE2DDE188EDB}" type="pres">
      <dgm:prSet presAssocID="{7D06CD2F-808C-4482-9365-715F9138CDE3}" presName="node" presStyleLbl="node1" presStyleIdx="3" presStyleCnt="7" custScaleX="153358" custScaleY="97934" custRadScaleRad="102640" custRadScaleInc="-19141">
        <dgm:presLayoutVars>
          <dgm:bulletEnabled val="1"/>
        </dgm:presLayoutVars>
      </dgm:prSet>
      <dgm:spPr/>
    </dgm:pt>
    <dgm:pt modelId="{0183AC38-E774-4434-96DE-4B39DFEB1A8E}" type="pres">
      <dgm:prSet presAssocID="{14D2BD04-7CEE-4EB4-8827-82BC48C466D3}" presName="parTrans" presStyleLbl="sibTrans2D1" presStyleIdx="4" presStyleCnt="7"/>
      <dgm:spPr/>
    </dgm:pt>
    <dgm:pt modelId="{4FF0BA3A-7240-478B-A524-677AB9C5CC43}" type="pres">
      <dgm:prSet presAssocID="{14D2BD04-7CEE-4EB4-8827-82BC48C466D3}" presName="connectorText" presStyleLbl="sibTrans2D1" presStyleIdx="4" presStyleCnt="7"/>
      <dgm:spPr/>
    </dgm:pt>
    <dgm:pt modelId="{723A410B-871B-4991-AAEF-CECA67AD5A0B}" type="pres">
      <dgm:prSet presAssocID="{74FE721D-5AA2-4139-9059-0016355BAA21}" presName="node" presStyleLbl="node1" presStyleIdx="4" presStyleCnt="7" custScaleX="146811" custScaleY="105041" custRadScaleRad="107276" custRadScaleInc="27846">
        <dgm:presLayoutVars>
          <dgm:bulletEnabled val="1"/>
        </dgm:presLayoutVars>
      </dgm:prSet>
      <dgm:spPr/>
    </dgm:pt>
    <dgm:pt modelId="{F5BAD21A-BA59-40AC-B2D1-0E65EE3EB12F}" type="pres">
      <dgm:prSet presAssocID="{8D8C0DAF-0B28-4419-A584-4F7C9D4CA44C}" presName="parTrans" presStyleLbl="sibTrans2D1" presStyleIdx="5" presStyleCnt="7"/>
      <dgm:spPr/>
    </dgm:pt>
    <dgm:pt modelId="{33906CA9-CBCA-4DCE-BD5A-161F74E2DFFA}" type="pres">
      <dgm:prSet presAssocID="{8D8C0DAF-0B28-4419-A584-4F7C9D4CA44C}" presName="connectorText" presStyleLbl="sibTrans2D1" presStyleIdx="5" presStyleCnt="7"/>
      <dgm:spPr/>
    </dgm:pt>
    <dgm:pt modelId="{1442AA74-A481-4F36-9AB8-B0F9F2240B1E}" type="pres">
      <dgm:prSet presAssocID="{FD3F8433-A408-4D16-B4CE-3C139FC606EA}" presName="node" presStyleLbl="node1" presStyleIdx="5" presStyleCnt="7" custScaleX="166100" custScaleY="113699" custRadScaleRad="120042" custRadScaleInc="26620">
        <dgm:presLayoutVars>
          <dgm:bulletEnabled val="1"/>
        </dgm:presLayoutVars>
      </dgm:prSet>
      <dgm:spPr/>
    </dgm:pt>
    <dgm:pt modelId="{27003A1A-50B0-4E3C-A5D3-78A85045F5F1}" type="pres">
      <dgm:prSet presAssocID="{B337A4C0-4285-46AA-A9B1-BC76BC86D3D7}" presName="parTrans" presStyleLbl="sibTrans2D1" presStyleIdx="6" presStyleCnt="7"/>
      <dgm:spPr/>
    </dgm:pt>
    <dgm:pt modelId="{319012BB-56C3-4DDE-A0A7-15CB7F68240D}" type="pres">
      <dgm:prSet presAssocID="{B337A4C0-4285-46AA-A9B1-BC76BC86D3D7}" presName="connectorText" presStyleLbl="sibTrans2D1" presStyleIdx="6" presStyleCnt="7"/>
      <dgm:spPr/>
    </dgm:pt>
    <dgm:pt modelId="{5B2DDED8-3603-4421-9A25-D04736A5F345}" type="pres">
      <dgm:prSet presAssocID="{5ADEC007-F44D-454B-9BED-D892FA0B052A}" presName="node" presStyleLbl="node1" presStyleIdx="6" presStyleCnt="7" custScaleX="142329" custScaleY="93026" custRadScaleRad="114343" custRadScaleInc="-13910">
        <dgm:presLayoutVars>
          <dgm:bulletEnabled val="1"/>
        </dgm:presLayoutVars>
      </dgm:prSet>
      <dgm:spPr/>
    </dgm:pt>
  </dgm:ptLst>
  <dgm:cxnLst>
    <dgm:cxn modelId="{AE7C6E02-882D-484B-8D52-48A3289BB0D2}" type="presOf" srcId="{3826C325-8ED6-4475-9E57-10D7F76BCBB7}" destId="{CAEF3CFD-23C6-4192-A733-0324EE78FC58}" srcOrd="0" destOrd="0" presId="urn:microsoft.com/office/officeart/2005/8/layout/radial5"/>
    <dgm:cxn modelId="{5C93AB03-4B77-46E6-99F7-7D11CEC6ECA9}" srcId="{133DA532-8EAC-409C-8EEE-402876B81790}" destId="{7D06CD2F-808C-4482-9365-715F9138CDE3}" srcOrd="3" destOrd="0" parTransId="{1BF98CDC-BD54-487B-AC46-2F50E41CABDB}" sibTransId="{A3497587-A579-414D-81EE-8F2AC389AD7A}"/>
    <dgm:cxn modelId="{AB4B220E-5C92-4105-A5CF-F0E3C4D2D4F1}" type="presOf" srcId="{B337A4C0-4285-46AA-A9B1-BC76BC86D3D7}" destId="{319012BB-56C3-4DDE-A0A7-15CB7F68240D}" srcOrd="1" destOrd="0" presId="urn:microsoft.com/office/officeart/2005/8/layout/radial5"/>
    <dgm:cxn modelId="{6705A213-BC0B-4DE2-B475-3CC12414BAB5}" type="presOf" srcId="{4767397E-8252-4F11-9A4D-AC5C9D58702C}" destId="{91997900-3A4D-44FB-B5F8-DE645EAEC233}" srcOrd="0" destOrd="0" presId="urn:microsoft.com/office/officeart/2005/8/layout/radial5"/>
    <dgm:cxn modelId="{E8FA4633-6511-49D6-A596-E4AA3D65EB04}" type="presOf" srcId="{A3D26DD7-14A1-4A37-A6A8-4BD7C11BAC96}" destId="{B209E226-8A1A-4E25-8383-E9F385AC573B}" srcOrd="0" destOrd="0" presId="urn:microsoft.com/office/officeart/2005/8/layout/radial5"/>
    <dgm:cxn modelId="{DAA1E13B-0350-4CE1-A89A-F121B9173638}" type="presOf" srcId="{F23766C5-AB3B-4284-9A18-3004EBD65407}" destId="{46D2112D-CDFA-4290-B039-59CC6E317C87}" srcOrd="1" destOrd="0" presId="urn:microsoft.com/office/officeart/2005/8/layout/radial5"/>
    <dgm:cxn modelId="{1028435B-CEFF-440F-9BED-4D234FFFAA92}" type="presOf" srcId="{14D2BD04-7CEE-4EB4-8827-82BC48C466D3}" destId="{0183AC38-E774-4434-96DE-4B39DFEB1A8E}" srcOrd="0" destOrd="0" presId="urn:microsoft.com/office/officeart/2005/8/layout/radial5"/>
    <dgm:cxn modelId="{BE848E62-B095-425B-998C-2F1E23FCD54A}" srcId="{4767397E-8252-4F11-9A4D-AC5C9D58702C}" destId="{133DA532-8EAC-409C-8EEE-402876B81790}" srcOrd="0" destOrd="0" parTransId="{3EA11F9A-4DF5-4175-8D09-3AF8AAB2A09E}" sibTransId="{0B23F748-FABB-430A-A1A4-82FDEBE22830}"/>
    <dgm:cxn modelId="{99FD2348-84D3-4D92-A7AC-59B4B480E500}" type="presOf" srcId="{8D8C0DAF-0B28-4419-A584-4F7C9D4CA44C}" destId="{F5BAD21A-BA59-40AC-B2D1-0E65EE3EB12F}" srcOrd="0" destOrd="0" presId="urn:microsoft.com/office/officeart/2005/8/layout/radial5"/>
    <dgm:cxn modelId="{CB3C046D-9EB2-46AF-B636-140419CBAF65}" type="presOf" srcId="{7D06CD2F-808C-4482-9365-715F9138CDE3}" destId="{F21D0BDA-53AF-4F18-9528-CE2DDE188EDB}" srcOrd="0" destOrd="0" presId="urn:microsoft.com/office/officeart/2005/8/layout/radial5"/>
    <dgm:cxn modelId="{B3D0DD4D-36C7-4C8A-846D-2BE34F229059}" type="presOf" srcId="{2F99561A-3DA6-40EE-995E-55AE868EE823}" destId="{56362D0B-9D2C-444C-86B7-F198B90103A7}" srcOrd="0" destOrd="0" presId="urn:microsoft.com/office/officeart/2005/8/layout/radial5"/>
    <dgm:cxn modelId="{D190654E-3478-4EE0-AC54-886848D36C58}" type="presOf" srcId="{74FE721D-5AA2-4139-9059-0016355BAA21}" destId="{723A410B-871B-4991-AAEF-CECA67AD5A0B}" srcOrd="0" destOrd="0" presId="urn:microsoft.com/office/officeart/2005/8/layout/radial5"/>
    <dgm:cxn modelId="{C88E8750-45A1-4CD5-AE01-6911C171717A}" srcId="{133DA532-8EAC-409C-8EEE-402876B81790}" destId="{74FE721D-5AA2-4139-9059-0016355BAA21}" srcOrd="4" destOrd="0" parTransId="{14D2BD04-7CEE-4EB4-8827-82BC48C466D3}" sibTransId="{0D9309AF-3AF7-44A7-A537-3D1808223630}"/>
    <dgm:cxn modelId="{502BDE51-2726-49E8-A5F3-9A8E69EC0F07}" type="presOf" srcId="{52A9B590-02E2-4093-B587-5C50F10F14E0}" destId="{A1257F89-9B99-4936-AD74-2769633433A2}" srcOrd="0" destOrd="0" presId="urn:microsoft.com/office/officeart/2005/8/layout/radial5"/>
    <dgm:cxn modelId="{AF551957-856F-4575-A0D4-68D0F002C169}" srcId="{133DA532-8EAC-409C-8EEE-402876B81790}" destId="{5ADEC007-F44D-454B-9BED-D892FA0B052A}" srcOrd="6" destOrd="0" parTransId="{B337A4C0-4285-46AA-A9B1-BC76BC86D3D7}" sibTransId="{2C1D951B-51F0-48C1-8D64-352686C1D9CB}"/>
    <dgm:cxn modelId="{E947565A-225C-41EA-B2CB-5A2B67C2F10A}" type="presOf" srcId="{3826C325-8ED6-4475-9E57-10D7F76BCBB7}" destId="{ABCE7E27-588F-4977-A243-F777D03A5C1B}" srcOrd="1" destOrd="0" presId="urn:microsoft.com/office/officeart/2005/8/layout/radial5"/>
    <dgm:cxn modelId="{5B89677E-D110-402B-9079-09A3021C311D}" type="presOf" srcId="{14D2BD04-7CEE-4EB4-8827-82BC48C466D3}" destId="{4FF0BA3A-7240-478B-A524-677AB9C5CC43}" srcOrd="1" destOrd="0" presId="urn:microsoft.com/office/officeart/2005/8/layout/radial5"/>
    <dgm:cxn modelId="{4876B286-0ED9-4481-A3D4-9BB2AB1F9749}" type="presOf" srcId="{FD3F8433-A408-4D16-B4CE-3C139FC606EA}" destId="{1442AA74-A481-4F36-9AB8-B0F9F2240B1E}" srcOrd="0" destOrd="0" presId="urn:microsoft.com/office/officeart/2005/8/layout/radial5"/>
    <dgm:cxn modelId="{90C7FF86-8626-4961-B5B6-3A0DAE19B260}" srcId="{133DA532-8EAC-409C-8EEE-402876B81790}" destId="{52A9B590-02E2-4093-B587-5C50F10F14E0}" srcOrd="2" destOrd="0" parTransId="{3826C325-8ED6-4475-9E57-10D7F76BCBB7}" sibTransId="{D401BEA1-091E-4F50-A647-79A154F82AA5}"/>
    <dgm:cxn modelId="{1C02B88C-57B1-4ADB-B497-A9F23284610A}" type="presOf" srcId="{1BF98CDC-BD54-487B-AC46-2F50E41CABDB}" destId="{9515A93B-BF04-4237-B0BC-2269825417DA}" srcOrd="0" destOrd="0" presId="urn:microsoft.com/office/officeart/2005/8/layout/radial5"/>
    <dgm:cxn modelId="{6087AD9C-224E-4B19-8BF7-864721FC1201}" type="presOf" srcId="{F23766C5-AB3B-4284-9A18-3004EBD65407}" destId="{ADE1E09B-7508-4F5D-9F48-E6D52CCBEE45}" srcOrd="0" destOrd="0" presId="urn:microsoft.com/office/officeart/2005/8/layout/radial5"/>
    <dgm:cxn modelId="{E0442AA2-1305-459D-8199-B30FAEADC6ED}" srcId="{133DA532-8EAC-409C-8EEE-402876B81790}" destId="{FD3F8433-A408-4D16-B4CE-3C139FC606EA}" srcOrd="5" destOrd="0" parTransId="{8D8C0DAF-0B28-4419-A584-4F7C9D4CA44C}" sibTransId="{C097869C-617D-449F-AC2E-039E85E2C295}"/>
    <dgm:cxn modelId="{09A9CDA8-EEC1-4FCD-A3BA-A978A8C73D89}" type="presOf" srcId="{B337A4C0-4285-46AA-A9B1-BC76BC86D3D7}" destId="{27003A1A-50B0-4E3C-A5D3-78A85045F5F1}" srcOrd="0" destOrd="0" presId="urn:microsoft.com/office/officeart/2005/8/layout/radial5"/>
    <dgm:cxn modelId="{894D29AA-64B6-474B-99DB-8A6E319B4546}" type="presOf" srcId="{2F99561A-3DA6-40EE-995E-55AE868EE823}" destId="{84129974-C02B-4C99-A932-D626C50E742A}" srcOrd="1" destOrd="0" presId="urn:microsoft.com/office/officeart/2005/8/layout/radial5"/>
    <dgm:cxn modelId="{EEC549B2-E0A8-4852-A3DE-5E4024FD9694}" type="presOf" srcId="{26834652-1B2F-4819-B25F-543868822B1D}" destId="{4CF3669F-CD28-4664-A248-05E610187246}" srcOrd="0" destOrd="0" presId="urn:microsoft.com/office/officeart/2005/8/layout/radial5"/>
    <dgm:cxn modelId="{61D712BF-B505-4E9F-BB73-963E9F3B1934}" type="presOf" srcId="{1BF98CDC-BD54-487B-AC46-2F50E41CABDB}" destId="{6BFBE83C-BF27-4692-B968-8C9CE3E851AD}" srcOrd="1" destOrd="0" presId="urn:microsoft.com/office/officeart/2005/8/layout/radial5"/>
    <dgm:cxn modelId="{AB94AEC6-C5C1-4B24-8520-CD68C1EA150C}" type="presOf" srcId="{5ADEC007-F44D-454B-9BED-D892FA0B052A}" destId="{5B2DDED8-3603-4421-9A25-D04736A5F345}" srcOrd="0" destOrd="0" presId="urn:microsoft.com/office/officeart/2005/8/layout/radial5"/>
    <dgm:cxn modelId="{B7F22BD3-ABFE-4BB6-8952-E62CDD3F78D2}" type="presOf" srcId="{8D8C0DAF-0B28-4419-A584-4F7C9D4CA44C}" destId="{33906CA9-CBCA-4DCE-BD5A-161F74E2DFFA}" srcOrd="1" destOrd="0" presId="urn:microsoft.com/office/officeart/2005/8/layout/radial5"/>
    <dgm:cxn modelId="{DD2A5ED4-764F-46AE-8A2E-5C7BD965D540}" srcId="{133DA532-8EAC-409C-8EEE-402876B81790}" destId="{26834652-1B2F-4819-B25F-543868822B1D}" srcOrd="1" destOrd="0" parTransId="{F23766C5-AB3B-4284-9A18-3004EBD65407}" sibTransId="{D2B34B50-108C-409C-B14F-E2353DC50A75}"/>
    <dgm:cxn modelId="{867227EC-7EEB-4534-983C-45D686B94F04}" srcId="{133DA532-8EAC-409C-8EEE-402876B81790}" destId="{A3D26DD7-14A1-4A37-A6A8-4BD7C11BAC96}" srcOrd="0" destOrd="0" parTransId="{2F99561A-3DA6-40EE-995E-55AE868EE823}" sibTransId="{FF5B8798-2F7E-408F-8CD8-37E9530FA4F9}"/>
    <dgm:cxn modelId="{801937ED-B7D9-453D-A6A8-0C5BF3963881}" type="presOf" srcId="{133DA532-8EAC-409C-8EEE-402876B81790}" destId="{BCC427D0-FDBA-4D22-A77A-8B1D956C1EB7}" srcOrd="0" destOrd="0" presId="urn:microsoft.com/office/officeart/2005/8/layout/radial5"/>
    <dgm:cxn modelId="{E65EA46D-1EBB-41D3-B33B-0D05DEB8E027}" type="presParOf" srcId="{91997900-3A4D-44FB-B5F8-DE645EAEC233}" destId="{BCC427D0-FDBA-4D22-A77A-8B1D956C1EB7}" srcOrd="0" destOrd="0" presId="urn:microsoft.com/office/officeart/2005/8/layout/radial5"/>
    <dgm:cxn modelId="{1F72952F-7E3B-4D3F-8078-B56E1B0604D5}" type="presParOf" srcId="{91997900-3A4D-44FB-B5F8-DE645EAEC233}" destId="{56362D0B-9D2C-444C-86B7-F198B90103A7}" srcOrd="1" destOrd="0" presId="urn:microsoft.com/office/officeart/2005/8/layout/radial5"/>
    <dgm:cxn modelId="{D9177962-7825-4A40-9904-FABCD53885A1}" type="presParOf" srcId="{56362D0B-9D2C-444C-86B7-F198B90103A7}" destId="{84129974-C02B-4C99-A932-D626C50E742A}" srcOrd="0" destOrd="0" presId="urn:microsoft.com/office/officeart/2005/8/layout/radial5"/>
    <dgm:cxn modelId="{73FA820E-F6B6-4ADF-BD34-A1AC729112A1}" type="presParOf" srcId="{91997900-3A4D-44FB-B5F8-DE645EAEC233}" destId="{B209E226-8A1A-4E25-8383-E9F385AC573B}" srcOrd="2" destOrd="0" presId="urn:microsoft.com/office/officeart/2005/8/layout/radial5"/>
    <dgm:cxn modelId="{F6691873-008E-4D6B-B155-5359BAB89D56}" type="presParOf" srcId="{91997900-3A4D-44FB-B5F8-DE645EAEC233}" destId="{ADE1E09B-7508-4F5D-9F48-E6D52CCBEE45}" srcOrd="3" destOrd="0" presId="urn:microsoft.com/office/officeart/2005/8/layout/radial5"/>
    <dgm:cxn modelId="{C5775788-ED6C-464F-9E7D-146EB6972924}" type="presParOf" srcId="{ADE1E09B-7508-4F5D-9F48-E6D52CCBEE45}" destId="{46D2112D-CDFA-4290-B039-59CC6E317C87}" srcOrd="0" destOrd="0" presId="urn:microsoft.com/office/officeart/2005/8/layout/radial5"/>
    <dgm:cxn modelId="{F5C180D6-0BE5-4820-AA32-DC273109E795}" type="presParOf" srcId="{91997900-3A4D-44FB-B5F8-DE645EAEC233}" destId="{4CF3669F-CD28-4664-A248-05E610187246}" srcOrd="4" destOrd="0" presId="urn:microsoft.com/office/officeart/2005/8/layout/radial5"/>
    <dgm:cxn modelId="{F79C556E-B613-4165-A4D0-B8A28F2B14B3}" type="presParOf" srcId="{91997900-3A4D-44FB-B5F8-DE645EAEC233}" destId="{CAEF3CFD-23C6-4192-A733-0324EE78FC58}" srcOrd="5" destOrd="0" presId="urn:microsoft.com/office/officeart/2005/8/layout/radial5"/>
    <dgm:cxn modelId="{0985EEC6-11CD-4486-A772-A5162A9460EE}" type="presParOf" srcId="{CAEF3CFD-23C6-4192-A733-0324EE78FC58}" destId="{ABCE7E27-588F-4977-A243-F777D03A5C1B}" srcOrd="0" destOrd="0" presId="urn:microsoft.com/office/officeart/2005/8/layout/radial5"/>
    <dgm:cxn modelId="{8DEF2C83-D8CD-42DE-8259-6122012B93C6}" type="presParOf" srcId="{91997900-3A4D-44FB-B5F8-DE645EAEC233}" destId="{A1257F89-9B99-4936-AD74-2769633433A2}" srcOrd="6" destOrd="0" presId="urn:microsoft.com/office/officeart/2005/8/layout/radial5"/>
    <dgm:cxn modelId="{00B7AD55-58BC-4D7D-BF46-60B77061579D}" type="presParOf" srcId="{91997900-3A4D-44FB-B5F8-DE645EAEC233}" destId="{9515A93B-BF04-4237-B0BC-2269825417DA}" srcOrd="7" destOrd="0" presId="urn:microsoft.com/office/officeart/2005/8/layout/radial5"/>
    <dgm:cxn modelId="{11D6041C-1F29-412C-A8CF-519302231F4C}" type="presParOf" srcId="{9515A93B-BF04-4237-B0BC-2269825417DA}" destId="{6BFBE83C-BF27-4692-B968-8C9CE3E851AD}" srcOrd="0" destOrd="0" presId="urn:microsoft.com/office/officeart/2005/8/layout/radial5"/>
    <dgm:cxn modelId="{3DAEAF74-765B-4CDB-8F61-381A6FD81CD6}" type="presParOf" srcId="{91997900-3A4D-44FB-B5F8-DE645EAEC233}" destId="{F21D0BDA-53AF-4F18-9528-CE2DDE188EDB}" srcOrd="8" destOrd="0" presId="urn:microsoft.com/office/officeart/2005/8/layout/radial5"/>
    <dgm:cxn modelId="{F4470C15-DDEE-47E6-AF1D-D565C107BB96}" type="presParOf" srcId="{91997900-3A4D-44FB-B5F8-DE645EAEC233}" destId="{0183AC38-E774-4434-96DE-4B39DFEB1A8E}" srcOrd="9" destOrd="0" presId="urn:microsoft.com/office/officeart/2005/8/layout/radial5"/>
    <dgm:cxn modelId="{1C0CB0E7-CDCD-40F0-A221-CAA349AE823A}" type="presParOf" srcId="{0183AC38-E774-4434-96DE-4B39DFEB1A8E}" destId="{4FF0BA3A-7240-478B-A524-677AB9C5CC43}" srcOrd="0" destOrd="0" presId="urn:microsoft.com/office/officeart/2005/8/layout/radial5"/>
    <dgm:cxn modelId="{0E0DFDAA-3D5D-4C1B-9102-42005F0336C7}" type="presParOf" srcId="{91997900-3A4D-44FB-B5F8-DE645EAEC233}" destId="{723A410B-871B-4991-AAEF-CECA67AD5A0B}" srcOrd="10" destOrd="0" presId="urn:microsoft.com/office/officeart/2005/8/layout/radial5"/>
    <dgm:cxn modelId="{186F0BE0-8967-45FD-8E99-E7322E00D0A8}" type="presParOf" srcId="{91997900-3A4D-44FB-B5F8-DE645EAEC233}" destId="{F5BAD21A-BA59-40AC-B2D1-0E65EE3EB12F}" srcOrd="11" destOrd="0" presId="urn:microsoft.com/office/officeart/2005/8/layout/radial5"/>
    <dgm:cxn modelId="{724D6C46-6CC2-4368-88E9-7DB5992E07DF}" type="presParOf" srcId="{F5BAD21A-BA59-40AC-B2D1-0E65EE3EB12F}" destId="{33906CA9-CBCA-4DCE-BD5A-161F74E2DFFA}" srcOrd="0" destOrd="0" presId="urn:microsoft.com/office/officeart/2005/8/layout/radial5"/>
    <dgm:cxn modelId="{43A9AA67-DFDC-4BE2-B178-B854BF488B5C}" type="presParOf" srcId="{91997900-3A4D-44FB-B5F8-DE645EAEC233}" destId="{1442AA74-A481-4F36-9AB8-B0F9F2240B1E}" srcOrd="12" destOrd="0" presId="urn:microsoft.com/office/officeart/2005/8/layout/radial5"/>
    <dgm:cxn modelId="{D68D9F2D-7524-42F3-A364-6DF9962A93F0}" type="presParOf" srcId="{91997900-3A4D-44FB-B5F8-DE645EAEC233}" destId="{27003A1A-50B0-4E3C-A5D3-78A85045F5F1}" srcOrd="13" destOrd="0" presId="urn:microsoft.com/office/officeart/2005/8/layout/radial5"/>
    <dgm:cxn modelId="{41C5FC49-960B-44EE-B269-B8DDFABDB706}" type="presParOf" srcId="{27003A1A-50B0-4E3C-A5D3-78A85045F5F1}" destId="{319012BB-56C3-4DDE-A0A7-15CB7F68240D}" srcOrd="0" destOrd="0" presId="urn:microsoft.com/office/officeart/2005/8/layout/radial5"/>
    <dgm:cxn modelId="{DE37CF7D-997A-4AC3-8082-E6525A1EAD54}" type="presParOf" srcId="{91997900-3A4D-44FB-B5F8-DE645EAEC233}" destId="{5B2DDED8-3603-4421-9A25-D04736A5F345}" srcOrd="14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4767397E-8252-4F11-9A4D-AC5C9D58702C}" type="doc">
      <dgm:prSet loTypeId="urn:microsoft.com/office/officeart/2005/8/layout/radial5" loCatId="cycle" qsTypeId="urn:microsoft.com/office/officeart/2005/8/quickstyle/3d3" qsCatId="3D" csTypeId="urn:microsoft.com/office/officeart/2005/8/colors/colorful1" csCatId="colorful" phldr="1"/>
      <dgm:spPr/>
      <dgm:t>
        <a:bodyPr/>
        <a:lstStyle/>
        <a:p>
          <a:endParaRPr lang="es-CO"/>
        </a:p>
      </dgm:t>
    </dgm:pt>
    <dgm:pt modelId="{133DA532-8EAC-409C-8EEE-402876B81790}">
      <dgm:prSet phldrT="[Texto]" custT="1"/>
      <dgm:spPr/>
      <dgm:t>
        <a:bodyPr/>
        <a:lstStyle/>
        <a:p>
          <a:r>
            <a:rPr lang="es-MX" sz="1800" b="1" dirty="0"/>
            <a:t>Cap. II Art 28.</a:t>
          </a:r>
        </a:p>
        <a:p>
          <a:r>
            <a:rPr lang="es-MX" sz="1800" b="1" dirty="0"/>
            <a:t>Inasistencias no programadas</a:t>
          </a:r>
          <a:endParaRPr lang="es-CO" sz="1800" b="1" dirty="0"/>
        </a:p>
      </dgm:t>
    </dgm:pt>
    <dgm:pt modelId="{3EA11F9A-4DF5-4175-8D09-3AF8AAB2A09E}" type="parTrans" cxnId="{BE848E62-B095-425B-998C-2F1E23FCD54A}">
      <dgm:prSet/>
      <dgm:spPr/>
      <dgm:t>
        <a:bodyPr/>
        <a:lstStyle/>
        <a:p>
          <a:endParaRPr lang="es-CO"/>
        </a:p>
      </dgm:t>
    </dgm:pt>
    <dgm:pt modelId="{0B23F748-FABB-430A-A1A4-82FDEBE22830}" type="sibTrans" cxnId="{BE848E62-B095-425B-998C-2F1E23FCD54A}">
      <dgm:prSet/>
      <dgm:spPr/>
      <dgm:t>
        <a:bodyPr/>
        <a:lstStyle/>
        <a:p>
          <a:endParaRPr lang="es-CO"/>
        </a:p>
      </dgm:t>
    </dgm:pt>
    <dgm:pt modelId="{A3D26DD7-14A1-4A37-A6A8-4BD7C11BAC96}">
      <dgm:prSet phldrT="[Texto]" custT="1"/>
      <dgm:spPr/>
      <dgm:t>
        <a:bodyPr/>
        <a:lstStyle/>
        <a:p>
          <a:r>
            <a:rPr lang="es-MX" sz="1400" dirty="0"/>
            <a:t>Calamidad doméstica, fuerza mayor o caso fortuito</a:t>
          </a:r>
          <a:endParaRPr lang="es-CO" sz="1400" dirty="0"/>
        </a:p>
      </dgm:t>
    </dgm:pt>
    <dgm:pt modelId="{2F99561A-3DA6-40EE-995E-55AE868EE823}" type="parTrans" cxnId="{867227EC-7EEB-4534-983C-45D686B94F04}">
      <dgm:prSet/>
      <dgm:spPr/>
      <dgm:t>
        <a:bodyPr/>
        <a:lstStyle/>
        <a:p>
          <a:endParaRPr lang="es-CO"/>
        </a:p>
      </dgm:t>
    </dgm:pt>
    <dgm:pt modelId="{FF5B8798-2F7E-408F-8CD8-37E9530FA4F9}" type="sibTrans" cxnId="{867227EC-7EEB-4534-983C-45D686B94F04}">
      <dgm:prSet/>
      <dgm:spPr/>
      <dgm:t>
        <a:bodyPr/>
        <a:lstStyle/>
        <a:p>
          <a:endParaRPr lang="es-CO"/>
        </a:p>
      </dgm:t>
    </dgm:pt>
    <dgm:pt modelId="{26834652-1B2F-4819-B25F-543868822B1D}">
      <dgm:prSet phldrT="[Texto]" custT="1"/>
      <dgm:spPr/>
      <dgm:t>
        <a:bodyPr/>
        <a:lstStyle/>
        <a:p>
          <a:r>
            <a:rPr lang="es-MX" sz="1400" dirty="0"/>
            <a:t>Muerte de algún familiar, hasta segundo grado de consanguinidad</a:t>
          </a:r>
          <a:endParaRPr lang="es-CO" sz="1400" dirty="0"/>
        </a:p>
      </dgm:t>
    </dgm:pt>
    <dgm:pt modelId="{F23766C5-AB3B-4284-9A18-3004EBD65407}" type="parTrans" cxnId="{DD2A5ED4-764F-46AE-8A2E-5C7BD965D540}">
      <dgm:prSet/>
      <dgm:spPr/>
      <dgm:t>
        <a:bodyPr/>
        <a:lstStyle/>
        <a:p>
          <a:endParaRPr lang="es-CO"/>
        </a:p>
      </dgm:t>
    </dgm:pt>
    <dgm:pt modelId="{D2B34B50-108C-409C-B14F-E2353DC50A75}" type="sibTrans" cxnId="{DD2A5ED4-764F-46AE-8A2E-5C7BD965D540}">
      <dgm:prSet/>
      <dgm:spPr/>
      <dgm:t>
        <a:bodyPr/>
        <a:lstStyle/>
        <a:p>
          <a:endParaRPr lang="es-CO"/>
        </a:p>
      </dgm:t>
    </dgm:pt>
    <dgm:pt modelId="{52A9B590-02E2-4093-B587-5C50F10F14E0}">
      <dgm:prSet phldrT="[Texto]" custT="1"/>
      <dgm:spPr/>
      <dgm:t>
        <a:bodyPr/>
        <a:lstStyle/>
        <a:p>
          <a:r>
            <a:rPr lang="es-MX" sz="1400" b="1" dirty="0"/>
            <a:t>Problemas de inseguridad que impiden el traslado al centro de formación o empresa</a:t>
          </a:r>
          <a:endParaRPr lang="es-CO" sz="1400" b="1" dirty="0"/>
        </a:p>
      </dgm:t>
    </dgm:pt>
    <dgm:pt modelId="{3826C325-8ED6-4475-9E57-10D7F76BCBB7}" type="parTrans" cxnId="{90C7FF86-8626-4961-B5B6-3A0DAE19B260}">
      <dgm:prSet/>
      <dgm:spPr/>
      <dgm:t>
        <a:bodyPr/>
        <a:lstStyle/>
        <a:p>
          <a:endParaRPr lang="es-CO"/>
        </a:p>
      </dgm:t>
    </dgm:pt>
    <dgm:pt modelId="{D401BEA1-091E-4F50-A647-79A154F82AA5}" type="sibTrans" cxnId="{90C7FF86-8626-4961-B5B6-3A0DAE19B260}">
      <dgm:prSet/>
      <dgm:spPr/>
      <dgm:t>
        <a:bodyPr/>
        <a:lstStyle/>
        <a:p>
          <a:endParaRPr lang="es-CO"/>
        </a:p>
      </dgm:t>
    </dgm:pt>
    <dgm:pt modelId="{7D06CD2F-808C-4482-9365-715F9138CDE3}">
      <dgm:prSet phldrT="[Texto]" custT="1"/>
      <dgm:spPr/>
      <dgm:t>
        <a:bodyPr/>
        <a:lstStyle/>
        <a:p>
          <a:r>
            <a:rPr lang="es-MX" sz="1400" dirty="0"/>
            <a:t>Problemas de salud propia o de familiar dependiente</a:t>
          </a:r>
          <a:endParaRPr lang="es-CO" sz="1400" dirty="0"/>
        </a:p>
      </dgm:t>
    </dgm:pt>
    <dgm:pt modelId="{1BF98CDC-BD54-487B-AC46-2F50E41CABDB}" type="parTrans" cxnId="{5C93AB03-4B77-46E6-99F7-7D11CEC6ECA9}">
      <dgm:prSet/>
      <dgm:spPr/>
      <dgm:t>
        <a:bodyPr/>
        <a:lstStyle/>
        <a:p>
          <a:endParaRPr lang="es-CO"/>
        </a:p>
      </dgm:t>
    </dgm:pt>
    <dgm:pt modelId="{A3497587-A579-414D-81EE-8F2AC389AD7A}" type="sibTrans" cxnId="{5C93AB03-4B77-46E6-99F7-7D11CEC6ECA9}">
      <dgm:prSet/>
      <dgm:spPr/>
      <dgm:t>
        <a:bodyPr/>
        <a:lstStyle/>
        <a:p>
          <a:endParaRPr lang="es-CO"/>
        </a:p>
      </dgm:t>
    </dgm:pt>
    <dgm:pt modelId="{74FE721D-5AA2-4139-9059-0016355BAA21}">
      <dgm:prSet phldrT="[Texto]" custT="1"/>
      <dgm:spPr/>
      <dgm:t>
        <a:bodyPr/>
        <a:lstStyle/>
        <a:p>
          <a:r>
            <a:rPr lang="es-MX" sz="1400" dirty="0"/>
            <a:t>Urgencias relacionadas con estado de embarazo del aprendiz o de un familiar dependiente</a:t>
          </a:r>
          <a:endParaRPr lang="es-CO" sz="1400" dirty="0"/>
        </a:p>
      </dgm:t>
    </dgm:pt>
    <dgm:pt modelId="{14D2BD04-7CEE-4EB4-8827-82BC48C466D3}" type="parTrans" cxnId="{C88E8750-45A1-4CD5-AE01-6911C171717A}">
      <dgm:prSet/>
      <dgm:spPr/>
      <dgm:t>
        <a:bodyPr/>
        <a:lstStyle/>
        <a:p>
          <a:endParaRPr lang="es-CO"/>
        </a:p>
      </dgm:t>
    </dgm:pt>
    <dgm:pt modelId="{0D9309AF-3AF7-44A7-A537-3D1808223630}" type="sibTrans" cxnId="{C88E8750-45A1-4CD5-AE01-6911C171717A}">
      <dgm:prSet/>
      <dgm:spPr/>
      <dgm:t>
        <a:bodyPr/>
        <a:lstStyle/>
        <a:p>
          <a:endParaRPr lang="es-CO"/>
        </a:p>
      </dgm:t>
    </dgm:pt>
    <dgm:pt modelId="{FD3F8433-A408-4D16-B4CE-3C139FC606EA}">
      <dgm:prSet phldrT="[Texto]" custT="1"/>
      <dgm:spPr/>
      <dgm:t>
        <a:bodyPr/>
        <a:lstStyle/>
        <a:p>
          <a:r>
            <a:rPr lang="es-MX" sz="1400" b="1" dirty="0"/>
            <a:t>Por actividades a su credo que sean informados y que cuenten con un plan de trabajo previamente acordado</a:t>
          </a:r>
          <a:endParaRPr lang="es-CO" sz="1400" b="1" dirty="0"/>
        </a:p>
      </dgm:t>
    </dgm:pt>
    <dgm:pt modelId="{8D8C0DAF-0B28-4419-A584-4F7C9D4CA44C}" type="parTrans" cxnId="{E0442AA2-1305-459D-8199-B30FAEADC6ED}">
      <dgm:prSet/>
      <dgm:spPr/>
      <dgm:t>
        <a:bodyPr/>
        <a:lstStyle/>
        <a:p>
          <a:endParaRPr lang="es-CO"/>
        </a:p>
      </dgm:t>
    </dgm:pt>
    <dgm:pt modelId="{C097869C-617D-449F-AC2E-039E85E2C295}" type="sibTrans" cxnId="{E0442AA2-1305-459D-8199-B30FAEADC6ED}">
      <dgm:prSet/>
      <dgm:spPr/>
      <dgm:t>
        <a:bodyPr/>
        <a:lstStyle/>
        <a:p>
          <a:endParaRPr lang="es-CO"/>
        </a:p>
      </dgm:t>
    </dgm:pt>
    <dgm:pt modelId="{5ADEC007-F44D-454B-9BED-D892FA0B052A}">
      <dgm:prSet phldrT="[Texto]" custT="1"/>
      <dgm:spPr/>
      <dgm:t>
        <a:bodyPr/>
        <a:lstStyle/>
        <a:p>
          <a:r>
            <a:rPr lang="es-MX" sz="1400"/>
            <a:t>Licencia de maternidad o paternidad </a:t>
          </a:r>
          <a:endParaRPr lang="es-CO" sz="1400" dirty="0"/>
        </a:p>
      </dgm:t>
    </dgm:pt>
    <dgm:pt modelId="{B337A4C0-4285-46AA-A9B1-BC76BC86D3D7}" type="parTrans" cxnId="{AF551957-856F-4575-A0D4-68D0F002C169}">
      <dgm:prSet/>
      <dgm:spPr/>
      <dgm:t>
        <a:bodyPr/>
        <a:lstStyle/>
        <a:p>
          <a:endParaRPr lang="es-CO"/>
        </a:p>
      </dgm:t>
    </dgm:pt>
    <dgm:pt modelId="{2C1D951B-51F0-48C1-8D64-352686C1D9CB}" type="sibTrans" cxnId="{AF551957-856F-4575-A0D4-68D0F002C169}">
      <dgm:prSet/>
      <dgm:spPr/>
      <dgm:t>
        <a:bodyPr/>
        <a:lstStyle/>
        <a:p>
          <a:endParaRPr lang="es-CO"/>
        </a:p>
      </dgm:t>
    </dgm:pt>
    <dgm:pt modelId="{91997900-3A4D-44FB-B5F8-DE645EAEC233}" type="pres">
      <dgm:prSet presAssocID="{4767397E-8252-4F11-9A4D-AC5C9D58702C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BCC427D0-FDBA-4D22-A77A-8B1D956C1EB7}" type="pres">
      <dgm:prSet presAssocID="{133DA532-8EAC-409C-8EEE-402876B81790}" presName="centerShape" presStyleLbl="node0" presStyleIdx="0" presStyleCnt="1" custScaleX="122786"/>
      <dgm:spPr/>
    </dgm:pt>
    <dgm:pt modelId="{56362D0B-9D2C-444C-86B7-F198B90103A7}" type="pres">
      <dgm:prSet presAssocID="{2F99561A-3DA6-40EE-995E-55AE868EE823}" presName="parTrans" presStyleLbl="sibTrans2D1" presStyleIdx="0" presStyleCnt="7"/>
      <dgm:spPr/>
    </dgm:pt>
    <dgm:pt modelId="{84129974-C02B-4C99-A932-D626C50E742A}" type="pres">
      <dgm:prSet presAssocID="{2F99561A-3DA6-40EE-995E-55AE868EE823}" presName="connectorText" presStyleLbl="sibTrans2D1" presStyleIdx="0" presStyleCnt="7"/>
      <dgm:spPr/>
    </dgm:pt>
    <dgm:pt modelId="{B209E226-8A1A-4E25-8383-E9F385AC573B}" type="pres">
      <dgm:prSet presAssocID="{A3D26DD7-14A1-4A37-A6A8-4BD7C11BAC96}" presName="node" presStyleLbl="node1" presStyleIdx="0" presStyleCnt="7" custScaleX="146138" custScaleY="92431" custRadScaleRad="112752" custRadScaleInc="215833">
        <dgm:presLayoutVars>
          <dgm:bulletEnabled val="1"/>
        </dgm:presLayoutVars>
      </dgm:prSet>
      <dgm:spPr/>
    </dgm:pt>
    <dgm:pt modelId="{ADE1E09B-7508-4F5D-9F48-E6D52CCBEE45}" type="pres">
      <dgm:prSet presAssocID="{F23766C5-AB3B-4284-9A18-3004EBD65407}" presName="parTrans" presStyleLbl="sibTrans2D1" presStyleIdx="1" presStyleCnt="7"/>
      <dgm:spPr/>
    </dgm:pt>
    <dgm:pt modelId="{46D2112D-CDFA-4290-B039-59CC6E317C87}" type="pres">
      <dgm:prSet presAssocID="{F23766C5-AB3B-4284-9A18-3004EBD65407}" presName="connectorText" presStyleLbl="sibTrans2D1" presStyleIdx="1" presStyleCnt="7"/>
      <dgm:spPr/>
    </dgm:pt>
    <dgm:pt modelId="{4CF3669F-CD28-4664-A248-05E610187246}" type="pres">
      <dgm:prSet presAssocID="{26834652-1B2F-4819-B25F-543868822B1D}" presName="node" presStyleLbl="node1" presStyleIdx="1" presStyleCnt="7" custScaleX="143706" custScaleY="85679" custRadScaleRad="99140" custRadScaleInc="-196868">
        <dgm:presLayoutVars>
          <dgm:bulletEnabled val="1"/>
        </dgm:presLayoutVars>
      </dgm:prSet>
      <dgm:spPr/>
    </dgm:pt>
    <dgm:pt modelId="{CAEF3CFD-23C6-4192-A733-0324EE78FC58}" type="pres">
      <dgm:prSet presAssocID="{3826C325-8ED6-4475-9E57-10D7F76BCBB7}" presName="parTrans" presStyleLbl="sibTrans2D1" presStyleIdx="2" presStyleCnt="7"/>
      <dgm:spPr/>
    </dgm:pt>
    <dgm:pt modelId="{ABCE7E27-588F-4977-A243-F777D03A5C1B}" type="pres">
      <dgm:prSet presAssocID="{3826C325-8ED6-4475-9E57-10D7F76BCBB7}" presName="connectorText" presStyleLbl="sibTrans2D1" presStyleIdx="2" presStyleCnt="7"/>
      <dgm:spPr/>
    </dgm:pt>
    <dgm:pt modelId="{A1257F89-9B99-4936-AD74-2769633433A2}" type="pres">
      <dgm:prSet presAssocID="{52A9B590-02E2-4093-B587-5C50F10F14E0}" presName="node" presStyleLbl="node1" presStyleIdx="2" presStyleCnt="7" custScaleX="175584" custScaleY="111955" custRadScaleRad="125478" custRadScaleInc="-11424">
        <dgm:presLayoutVars>
          <dgm:bulletEnabled val="1"/>
        </dgm:presLayoutVars>
      </dgm:prSet>
      <dgm:spPr/>
    </dgm:pt>
    <dgm:pt modelId="{9515A93B-BF04-4237-B0BC-2269825417DA}" type="pres">
      <dgm:prSet presAssocID="{1BF98CDC-BD54-487B-AC46-2F50E41CABDB}" presName="parTrans" presStyleLbl="sibTrans2D1" presStyleIdx="3" presStyleCnt="7"/>
      <dgm:spPr/>
    </dgm:pt>
    <dgm:pt modelId="{6BFBE83C-BF27-4692-B968-8C9CE3E851AD}" type="pres">
      <dgm:prSet presAssocID="{1BF98CDC-BD54-487B-AC46-2F50E41CABDB}" presName="connectorText" presStyleLbl="sibTrans2D1" presStyleIdx="3" presStyleCnt="7"/>
      <dgm:spPr/>
    </dgm:pt>
    <dgm:pt modelId="{F21D0BDA-53AF-4F18-9528-CE2DDE188EDB}" type="pres">
      <dgm:prSet presAssocID="{7D06CD2F-808C-4482-9365-715F9138CDE3}" presName="node" presStyleLbl="node1" presStyleIdx="3" presStyleCnt="7" custScaleX="153358" custScaleY="97934" custRadScaleRad="102640" custRadScaleInc="-19141">
        <dgm:presLayoutVars>
          <dgm:bulletEnabled val="1"/>
        </dgm:presLayoutVars>
      </dgm:prSet>
      <dgm:spPr/>
    </dgm:pt>
    <dgm:pt modelId="{0183AC38-E774-4434-96DE-4B39DFEB1A8E}" type="pres">
      <dgm:prSet presAssocID="{14D2BD04-7CEE-4EB4-8827-82BC48C466D3}" presName="parTrans" presStyleLbl="sibTrans2D1" presStyleIdx="4" presStyleCnt="7"/>
      <dgm:spPr/>
    </dgm:pt>
    <dgm:pt modelId="{4FF0BA3A-7240-478B-A524-677AB9C5CC43}" type="pres">
      <dgm:prSet presAssocID="{14D2BD04-7CEE-4EB4-8827-82BC48C466D3}" presName="connectorText" presStyleLbl="sibTrans2D1" presStyleIdx="4" presStyleCnt="7"/>
      <dgm:spPr/>
    </dgm:pt>
    <dgm:pt modelId="{723A410B-871B-4991-AAEF-CECA67AD5A0B}" type="pres">
      <dgm:prSet presAssocID="{74FE721D-5AA2-4139-9059-0016355BAA21}" presName="node" presStyleLbl="node1" presStyleIdx="4" presStyleCnt="7" custScaleX="146811" custScaleY="105041" custRadScaleRad="107276" custRadScaleInc="27846">
        <dgm:presLayoutVars>
          <dgm:bulletEnabled val="1"/>
        </dgm:presLayoutVars>
      </dgm:prSet>
      <dgm:spPr/>
    </dgm:pt>
    <dgm:pt modelId="{F5BAD21A-BA59-40AC-B2D1-0E65EE3EB12F}" type="pres">
      <dgm:prSet presAssocID="{8D8C0DAF-0B28-4419-A584-4F7C9D4CA44C}" presName="parTrans" presStyleLbl="sibTrans2D1" presStyleIdx="5" presStyleCnt="7"/>
      <dgm:spPr/>
    </dgm:pt>
    <dgm:pt modelId="{33906CA9-CBCA-4DCE-BD5A-161F74E2DFFA}" type="pres">
      <dgm:prSet presAssocID="{8D8C0DAF-0B28-4419-A584-4F7C9D4CA44C}" presName="connectorText" presStyleLbl="sibTrans2D1" presStyleIdx="5" presStyleCnt="7"/>
      <dgm:spPr/>
    </dgm:pt>
    <dgm:pt modelId="{1442AA74-A481-4F36-9AB8-B0F9F2240B1E}" type="pres">
      <dgm:prSet presAssocID="{FD3F8433-A408-4D16-B4CE-3C139FC606EA}" presName="node" presStyleLbl="node1" presStyleIdx="5" presStyleCnt="7" custScaleX="166100" custScaleY="113699" custRadScaleRad="120042" custRadScaleInc="26620">
        <dgm:presLayoutVars>
          <dgm:bulletEnabled val="1"/>
        </dgm:presLayoutVars>
      </dgm:prSet>
      <dgm:spPr/>
    </dgm:pt>
    <dgm:pt modelId="{27003A1A-50B0-4E3C-A5D3-78A85045F5F1}" type="pres">
      <dgm:prSet presAssocID="{B337A4C0-4285-46AA-A9B1-BC76BC86D3D7}" presName="parTrans" presStyleLbl="sibTrans2D1" presStyleIdx="6" presStyleCnt="7"/>
      <dgm:spPr/>
    </dgm:pt>
    <dgm:pt modelId="{319012BB-56C3-4DDE-A0A7-15CB7F68240D}" type="pres">
      <dgm:prSet presAssocID="{B337A4C0-4285-46AA-A9B1-BC76BC86D3D7}" presName="connectorText" presStyleLbl="sibTrans2D1" presStyleIdx="6" presStyleCnt="7"/>
      <dgm:spPr/>
    </dgm:pt>
    <dgm:pt modelId="{5B2DDED8-3603-4421-9A25-D04736A5F345}" type="pres">
      <dgm:prSet presAssocID="{5ADEC007-F44D-454B-9BED-D892FA0B052A}" presName="node" presStyleLbl="node1" presStyleIdx="6" presStyleCnt="7" custScaleX="142329" custScaleY="93026" custRadScaleRad="114343" custRadScaleInc="-13910">
        <dgm:presLayoutVars>
          <dgm:bulletEnabled val="1"/>
        </dgm:presLayoutVars>
      </dgm:prSet>
      <dgm:spPr/>
    </dgm:pt>
  </dgm:ptLst>
  <dgm:cxnLst>
    <dgm:cxn modelId="{AE7C6E02-882D-484B-8D52-48A3289BB0D2}" type="presOf" srcId="{3826C325-8ED6-4475-9E57-10D7F76BCBB7}" destId="{CAEF3CFD-23C6-4192-A733-0324EE78FC58}" srcOrd="0" destOrd="0" presId="urn:microsoft.com/office/officeart/2005/8/layout/radial5"/>
    <dgm:cxn modelId="{5C93AB03-4B77-46E6-99F7-7D11CEC6ECA9}" srcId="{133DA532-8EAC-409C-8EEE-402876B81790}" destId="{7D06CD2F-808C-4482-9365-715F9138CDE3}" srcOrd="3" destOrd="0" parTransId="{1BF98CDC-BD54-487B-AC46-2F50E41CABDB}" sibTransId="{A3497587-A579-414D-81EE-8F2AC389AD7A}"/>
    <dgm:cxn modelId="{AB4B220E-5C92-4105-A5CF-F0E3C4D2D4F1}" type="presOf" srcId="{B337A4C0-4285-46AA-A9B1-BC76BC86D3D7}" destId="{319012BB-56C3-4DDE-A0A7-15CB7F68240D}" srcOrd="1" destOrd="0" presId="urn:microsoft.com/office/officeart/2005/8/layout/radial5"/>
    <dgm:cxn modelId="{6705A213-BC0B-4DE2-B475-3CC12414BAB5}" type="presOf" srcId="{4767397E-8252-4F11-9A4D-AC5C9D58702C}" destId="{91997900-3A4D-44FB-B5F8-DE645EAEC233}" srcOrd="0" destOrd="0" presId="urn:microsoft.com/office/officeart/2005/8/layout/radial5"/>
    <dgm:cxn modelId="{E8FA4633-6511-49D6-A596-E4AA3D65EB04}" type="presOf" srcId="{A3D26DD7-14A1-4A37-A6A8-4BD7C11BAC96}" destId="{B209E226-8A1A-4E25-8383-E9F385AC573B}" srcOrd="0" destOrd="0" presId="urn:microsoft.com/office/officeart/2005/8/layout/radial5"/>
    <dgm:cxn modelId="{DAA1E13B-0350-4CE1-A89A-F121B9173638}" type="presOf" srcId="{F23766C5-AB3B-4284-9A18-3004EBD65407}" destId="{46D2112D-CDFA-4290-B039-59CC6E317C87}" srcOrd="1" destOrd="0" presId="urn:microsoft.com/office/officeart/2005/8/layout/radial5"/>
    <dgm:cxn modelId="{1028435B-CEFF-440F-9BED-4D234FFFAA92}" type="presOf" srcId="{14D2BD04-7CEE-4EB4-8827-82BC48C466D3}" destId="{0183AC38-E774-4434-96DE-4B39DFEB1A8E}" srcOrd="0" destOrd="0" presId="urn:microsoft.com/office/officeart/2005/8/layout/radial5"/>
    <dgm:cxn modelId="{BE848E62-B095-425B-998C-2F1E23FCD54A}" srcId="{4767397E-8252-4F11-9A4D-AC5C9D58702C}" destId="{133DA532-8EAC-409C-8EEE-402876B81790}" srcOrd="0" destOrd="0" parTransId="{3EA11F9A-4DF5-4175-8D09-3AF8AAB2A09E}" sibTransId="{0B23F748-FABB-430A-A1A4-82FDEBE22830}"/>
    <dgm:cxn modelId="{99FD2348-84D3-4D92-A7AC-59B4B480E500}" type="presOf" srcId="{8D8C0DAF-0B28-4419-A584-4F7C9D4CA44C}" destId="{F5BAD21A-BA59-40AC-B2D1-0E65EE3EB12F}" srcOrd="0" destOrd="0" presId="urn:microsoft.com/office/officeart/2005/8/layout/radial5"/>
    <dgm:cxn modelId="{CB3C046D-9EB2-46AF-B636-140419CBAF65}" type="presOf" srcId="{7D06CD2F-808C-4482-9365-715F9138CDE3}" destId="{F21D0BDA-53AF-4F18-9528-CE2DDE188EDB}" srcOrd="0" destOrd="0" presId="urn:microsoft.com/office/officeart/2005/8/layout/radial5"/>
    <dgm:cxn modelId="{B3D0DD4D-36C7-4C8A-846D-2BE34F229059}" type="presOf" srcId="{2F99561A-3DA6-40EE-995E-55AE868EE823}" destId="{56362D0B-9D2C-444C-86B7-F198B90103A7}" srcOrd="0" destOrd="0" presId="urn:microsoft.com/office/officeart/2005/8/layout/radial5"/>
    <dgm:cxn modelId="{D190654E-3478-4EE0-AC54-886848D36C58}" type="presOf" srcId="{74FE721D-5AA2-4139-9059-0016355BAA21}" destId="{723A410B-871B-4991-AAEF-CECA67AD5A0B}" srcOrd="0" destOrd="0" presId="urn:microsoft.com/office/officeart/2005/8/layout/radial5"/>
    <dgm:cxn modelId="{C88E8750-45A1-4CD5-AE01-6911C171717A}" srcId="{133DA532-8EAC-409C-8EEE-402876B81790}" destId="{74FE721D-5AA2-4139-9059-0016355BAA21}" srcOrd="4" destOrd="0" parTransId="{14D2BD04-7CEE-4EB4-8827-82BC48C466D3}" sibTransId="{0D9309AF-3AF7-44A7-A537-3D1808223630}"/>
    <dgm:cxn modelId="{502BDE51-2726-49E8-A5F3-9A8E69EC0F07}" type="presOf" srcId="{52A9B590-02E2-4093-B587-5C50F10F14E0}" destId="{A1257F89-9B99-4936-AD74-2769633433A2}" srcOrd="0" destOrd="0" presId="urn:microsoft.com/office/officeart/2005/8/layout/radial5"/>
    <dgm:cxn modelId="{AF551957-856F-4575-A0D4-68D0F002C169}" srcId="{133DA532-8EAC-409C-8EEE-402876B81790}" destId="{5ADEC007-F44D-454B-9BED-D892FA0B052A}" srcOrd="6" destOrd="0" parTransId="{B337A4C0-4285-46AA-A9B1-BC76BC86D3D7}" sibTransId="{2C1D951B-51F0-48C1-8D64-352686C1D9CB}"/>
    <dgm:cxn modelId="{E947565A-225C-41EA-B2CB-5A2B67C2F10A}" type="presOf" srcId="{3826C325-8ED6-4475-9E57-10D7F76BCBB7}" destId="{ABCE7E27-588F-4977-A243-F777D03A5C1B}" srcOrd="1" destOrd="0" presId="urn:microsoft.com/office/officeart/2005/8/layout/radial5"/>
    <dgm:cxn modelId="{5B89677E-D110-402B-9079-09A3021C311D}" type="presOf" srcId="{14D2BD04-7CEE-4EB4-8827-82BC48C466D3}" destId="{4FF0BA3A-7240-478B-A524-677AB9C5CC43}" srcOrd="1" destOrd="0" presId="urn:microsoft.com/office/officeart/2005/8/layout/radial5"/>
    <dgm:cxn modelId="{4876B286-0ED9-4481-A3D4-9BB2AB1F9749}" type="presOf" srcId="{FD3F8433-A408-4D16-B4CE-3C139FC606EA}" destId="{1442AA74-A481-4F36-9AB8-B0F9F2240B1E}" srcOrd="0" destOrd="0" presId="urn:microsoft.com/office/officeart/2005/8/layout/radial5"/>
    <dgm:cxn modelId="{90C7FF86-8626-4961-B5B6-3A0DAE19B260}" srcId="{133DA532-8EAC-409C-8EEE-402876B81790}" destId="{52A9B590-02E2-4093-B587-5C50F10F14E0}" srcOrd="2" destOrd="0" parTransId="{3826C325-8ED6-4475-9E57-10D7F76BCBB7}" sibTransId="{D401BEA1-091E-4F50-A647-79A154F82AA5}"/>
    <dgm:cxn modelId="{1C02B88C-57B1-4ADB-B497-A9F23284610A}" type="presOf" srcId="{1BF98CDC-BD54-487B-AC46-2F50E41CABDB}" destId="{9515A93B-BF04-4237-B0BC-2269825417DA}" srcOrd="0" destOrd="0" presId="urn:microsoft.com/office/officeart/2005/8/layout/radial5"/>
    <dgm:cxn modelId="{6087AD9C-224E-4B19-8BF7-864721FC1201}" type="presOf" srcId="{F23766C5-AB3B-4284-9A18-3004EBD65407}" destId="{ADE1E09B-7508-4F5D-9F48-E6D52CCBEE45}" srcOrd="0" destOrd="0" presId="urn:microsoft.com/office/officeart/2005/8/layout/radial5"/>
    <dgm:cxn modelId="{E0442AA2-1305-459D-8199-B30FAEADC6ED}" srcId="{133DA532-8EAC-409C-8EEE-402876B81790}" destId="{FD3F8433-A408-4D16-B4CE-3C139FC606EA}" srcOrd="5" destOrd="0" parTransId="{8D8C0DAF-0B28-4419-A584-4F7C9D4CA44C}" sibTransId="{C097869C-617D-449F-AC2E-039E85E2C295}"/>
    <dgm:cxn modelId="{09A9CDA8-EEC1-4FCD-A3BA-A978A8C73D89}" type="presOf" srcId="{B337A4C0-4285-46AA-A9B1-BC76BC86D3D7}" destId="{27003A1A-50B0-4E3C-A5D3-78A85045F5F1}" srcOrd="0" destOrd="0" presId="urn:microsoft.com/office/officeart/2005/8/layout/radial5"/>
    <dgm:cxn modelId="{894D29AA-64B6-474B-99DB-8A6E319B4546}" type="presOf" srcId="{2F99561A-3DA6-40EE-995E-55AE868EE823}" destId="{84129974-C02B-4C99-A932-D626C50E742A}" srcOrd="1" destOrd="0" presId="urn:microsoft.com/office/officeart/2005/8/layout/radial5"/>
    <dgm:cxn modelId="{EEC549B2-E0A8-4852-A3DE-5E4024FD9694}" type="presOf" srcId="{26834652-1B2F-4819-B25F-543868822B1D}" destId="{4CF3669F-CD28-4664-A248-05E610187246}" srcOrd="0" destOrd="0" presId="urn:microsoft.com/office/officeart/2005/8/layout/radial5"/>
    <dgm:cxn modelId="{61D712BF-B505-4E9F-BB73-963E9F3B1934}" type="presOf" srcId="{1BF98CDC-BD54-487B-AC46-2F50E41CABDB}" destId="{6BFBE83C-BF27-4692-B968-8C9CE3E851AD}" srcOrd="1" destOrd="0" presId="urn:microsoft.com/office/officeart/2005/8/layout/radial5"/>
    <dgm:cxn modelId="{AB94AEC6-C5C1-4B24-8520-CD68C1EA150C}" type="presOf" srcId="{5ADEC007-F44D-454B-9BED-D892FA0B052A}" destId="{5B2DDED8-3603-4421-9A25-D04736A5F345}" srcOrd="0" destOrd="0" presId="urn:microsoft.com/office/officeart/2005/8/layout/radial5"/>
    <dgm:cxn modelId="{B7F22BD3-ABFE-4BB6-8952-E62CDD3F78D2}" type="presOf" srcId="{8D8C0DAF-0B28-4419-A584-4F7C9D4CA44C}" destId="{33906CA9-CBCA-4DCE-BD5A-161F74E2DFFA}" srcOrd="1" destOrd="0" presId="urn:microsoft.com/office/officeart/2005/8/layout/radial5"/>
    <dgm:cxn modelId="{DD2A5ED4-764F-46AE-8A2E-5C7BD965D540}" srcId="{133DA532-8EAC-409C-8EEE-402876B81790}" destId="{26834652-1B2F-4819-B25F-543868822B1D}" srcOrd="1" destOrd="0" parTransId="{F23766C5-AB3B-4284-9A18-3004EBD65407}" sibTransId="{D2B34B50-108C-409C-B14F-E2353DC50A75}"/>
    <dgm:cxn modelId="{867227EC-7EEB-4534-983C-45D686B94F04}" srcId="{133DA532-8EAC-409C-8EEE-402876B81790}" destId="{A3D26DD7-14A1-4A37-A6A8-4BD7C11BAC96}" srcOrd="0" destOrd="0" parTransId="{2F99561A-3DA6-40EE-995E-55AE868EE823}" sibTransId="{FF5B8798-2F7E-408F-8CD8-37E9530FA4F9}"/>
    <dgm:cxn modelId="{801937ED-B7D9-453D-A6A8-0C5BF3963881}" type="presOf" srcId="{133DA532-8EAC-409C-8EEE-402876B81790}" destId="{BCC427D0-FDBA-4D22-A77A-8B1D956C1EB7}" srcOrd="0" destOrd="0" presId="urn:microsoft.com/office/officeart/2005/8/layout/radial5"/>
    <dgm:cxn modelId="{E65EA46D-1EBB-41D3-B33B-0D05DEB8E027}" type="presParOf" srcId="{91997900-3A4D-44FB-B5F8-DE645EAEC233}" destId="{BCC427D0-FDBA-4D22-A77A-8B1D956C1EB7}" srcOrd="0" destOrd="0" presId="urn:microsoft.com/office/officeart/2005/8/layout/radial5"/>
    <dgm:cxn modelId="{1F72952F-7E3B-4D3F-8078-B56E1B0604D5}" type="presParOf" srcId="{91997900-3A4D-44FB-B5F8-DE645EAEC233}" destId="{56362D0B-9D2C-444C-86B7-F198B90103A7}" srcOrd="1" destOrd="0" presId="urn:microsoft.com/office/officeart/2005/8/layout/radial5"/>
    <dgm:cxn modelId="{D9177962-7825-4A40-9904-FABCD53885A1}" type="presParOf" srcId="{56362D0B-9D2C-444C-86B7-F198B90103A7}" destId="{84129974-C02B-4C99-A932-D626C50E742A}" srcOrd="0" destOrd="0" presId="urn:microsoft.com/office/officeart/2005/8/layout/radial5"/>
    <dgm:cxn modelId="{73FA820E-F6B6-4ADF-BD34-A1AC729112A1}" type="presParOf" srcId="{91997900-3A4D-44FB-B5F8-DE645EAEC233}" destId="{B209E226-8A1A-4E25-8383-E9F385AC573B}" srcOrd="2" destOrd="0" presId="urn:microsoft.com/office/officeart/2005/8/layout/radial5"/>
    <dgm:cxn modelId="{F6691873-008E-4D6B-B155-5359BAB89D56}" type="presParOf" srcId="{91997900-3A4D-44FB-B5F8-DE645EAEC233}" destId="{ADE1E09B-7508-4F5D-9F48-E6D52CCBEE45}" srcOrd="3" destOrd="0" presId="urn:microsoft.com/office/officeart/2005/8/layout/radial5"/>
    <dgm:cxn modelId="{C5775788-ED6C-464F-9E7D-146EB6972924}" type="presParOf" srcId="{ADE1E09B-7508-4F5D-9F48-E6D52CCBEE45}" destId="{46D2112D-CDFA-4290-B039-59CC6E317C87}" srcOrd="0" destOrd="0" presId="urn:microsoft.com/office/officeart/2005/8/layout/radial5"/>
    <dgm:cxn modelId="{F5C180D6-0BE5-4820-AA32-DC273109E795}" type="presParOf" srcId="{91997900-3A4D-44FB-B5F8-DE645EAEC233}" destId="{4CF3669F-CD28-4664-A248-05E610187246}" srcOrd="4" destOrd="0" presId="urn:microsoft.com/office/officeart/2005/8/layout/radial5"/>
    <dgm:cxn modelId="{F79C556E-B613-4165-A4D0-B8A28F2B14B3}" type="presParOf" srcId="{91997900-3A4D-44FB-B5F8-DE645EAEC233}" destId="{CAEF3CFD-23C6-4192-A733-0324EE78FC58}" srcOrd="5" destOrd="0" presId="urn:microsoft.com/office/officeart/2005/8/layout/radial5"/>
    <dgm:cxn modelId="{0985EEC6-11CD-4486-A772-A5162A9460EE}" type="presParOf" srcId="{CAEF3CFD-23C6-4192-A733-0324EE78FC58}" destId="{ABCE7E27-588F-4977-A243-F777D03A5C1B}" srcOrd="0" destOrd="0" presId="urn:microsoft.com/office/officeart/2005/8/layout/radial5"/>
    <dgm:cxn modelId="{8DEF2C83-D8CD-42DE-8259-6122012B93C6}" type="presParOf" srcId="{91997900-3A4D-44FB-B5F8-DE645EAEC233}" destId="{A1257F89-9B99-4936-AD74-2769633433A2}" srcOrd="6" destOrd="0" presId="urn:microsoft.com/office/officeart/2005/8/layout/radial5"/>
    <dgm:cxn modelId="{00B7AD55-58BC-4D7D-BF46-60B77061579D}" type="presParOf" srcId="{91997900-3A4D-44FB-B5F8-DE645EAEC233}" destId="{9515A93B-BF04-4237-B0BC-2269825417DA}" srcOrd="7" destOrd="0" presId="urn:microsoft.com/office/officeart/2005/8/layout/radial5"/>
    <dgm:cxn modelId="{11D6041C-1F29-412C-A8CF-519302231F4C}" type="presParOf" srcId="{9515A93B-BF04-4237-B0BC-2269825417DA}" destId="{6BFBE83C-BF27-4692-B968-8C9CE3E851AD}" srcOrd="0" destOrd="0" presId="urn:microsoft.com/office/officeart/2005/8/layout/radial5"/>
    <dgm:cxn modelId="{3DAEAF74-765B-4CDB-8F61-381A6FD81CD6}" type="presParOf" srcId="{91997900-3A4D-44FB-B5F8-DE645EAEC233}" destId="{F21D0BDA-53AF-4F18-9528-CE2DDE188EDB}" srcOrd="8" destOrd="0" presId="urn:microsoft.com/office/officeart/2005/8/layout/radial5"/>
    <dgm:cxn modelId="{F4470C15-DDEE-47E6-AF1D-D565C107BB96}" type="presParOf" srcId="{91997900-3A4D-44FB-B5F8-DE645EAEC233}" destId="{0183AC38-E774-4434-96DE-4B39DFEB1A8E}" srcOrd="9" destOrd="0" presId="urn:microsoft.com/office/officeart/2005/8/layout/radial5"/>
    <dgm:cxn modelId="{1C0CB0E7-CDCD-40F0-A221-CAA349AE823A}" type="presParOf" srcId="{0183AC38-E774-4434-96DE-4B39DFEB1A8E}" destId="{4FF0BA3A-7240-478B-A524-677AB9C5CC43}" srcOrd="0" destOrd="0" presId="urn:microsoft.com/office/officeart/2005/8/layout/radial5"/>
    <dgm:cxn modelId="{0E0DFDAA-3D5D-4C1B-9102-42005F0336C7}" type="presParOf" srcId="{91997900-3A4D-44FB-B5F8-DE645EAEC233}" destId="{723A410B-871B-4991-AAEF-CECA67AD5A0B}" srcOrd="10" destOrd="0" presId="urn:microsoft.com/office/officeart/2005/8/layout/radial5"/>
    <dgm:cxn modelId="{186F0BE0-8967-45FD-8E99-E7322E00D0A8}" type="presParOf" srcId="{91997900-3A4D-44FB-B5F8-DE645EAEC233}" destId="{F5BAD21A-BA59-40AC-B2D1-0E65EE3EB12F}" srcOrd="11" destOrd="0" presId="urn:microsoft.com/office/officeart/2005/8/layout/radial5"/>
    <dgm:cxn modelId="{724D6C46-6CC2-4368-88E9-7DB5992E07DF}" type="presParOf" srcId="{F5BAD21A-BA59-40AC-B2D1-0E65EE3EB12F}" destId="{33906CA9-CBCA-4DCE-BD5A-161F74E2DFFA}" srcOrd="0" destOrd="0" presId="urn:microsoft.com/office/officeart/2005/8/layout/radial5"/>
    <dgm:cxn modelId="{43A9AA67-DFDC-4BE2-B178-B854BF488B5C}" type="presParOf" srcId="{91997900-3A4D-44FB-B5F8-DE645EAEC233}" destId="{1442AA74-A481-4F36-9AB8-B0F9F2240B1E}" srcOrd="12" destOrd="0" presId="urn:microsoft.com/office/officeart/2005/8/layout/radial5"/>
    <dgm:cxn modelId="{D68D9F2D-7524-42F3-A364-6DF9962A93F0}" type="presParOf" srcId="{91997900-3A4D-44FB-B5F8-DE645EAEC233}" destId="{27003A1A-50B0-4E3C-A5D3-78A85045F5F1}" srcOrd="13" destOrd="0" presId="urn:microsoft.com/office/officeart/2005/8/layout/radial5"/>
    <dgm:cxn modelId="{41C5FC49-960B-44EE-B269-B8DDFABDB706}" type="presParOf" srcId="{27003A1A-50B0-4E3C-A5D3-78A85045F5F1}" destId="{319012BB-56C3-4DDE-A0A7-15CB7F68240D}" srcOrd="0" destOrd="0" presId="urn:microsoft.com/office/officeart/2005/8/layout/radial5"/>
    <dgm:cxn modelId="{DE37CF7D-997A-4AC3-8082-E6525A1EAD54}" type="presParOf" srcId="{91997900-3A4D-44FB-B5F8-DE645EAEC233}" destId="{5B2DDED8-3603-4421-9A25-D04736A5F345}" srcOrd="14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B9455BDB-0625-47F0-96C4-94D7AE6CC0F9}" type="doc">
      <dgm:prSet loTypeId="urn:microsoft.com/office/officeart/2008/layout/PictureAccentList" loCatId="list" qsTypeId="urn:microsoft.com/office/officeart/2005/8/quickstyle/simple1" qsCatId="simple" csTypeId="urn:microsoft.com/office/officeart/2005/8/colors/colorful5" csCatId="colorful" phldr="1"/>
      <dgm:spPr/>
    </dgm:pt>
    <dgm:pt modelId="{CFFA88FB-8938-4100-A863-20B29F9E2322}">
      <dgm:prSet phldrT="[Texto]"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s-MX" sz="2000" b="1" dirty="0">
              <a:solidFill>
                <a:schemeClr val="bg1"/>
              </a:solidFill>
            </a:rPr>
            <a:t>Cap. II Art 29 Incumplimiento injustificado </a:t>
          </a:r>
          <a:endParaRPr lang="es-CO" sz="2000" b="1" dirty="0">
            <a:solidFill>
              <a:schemeClr val="bg1"/>
            </a:solidFill>
          </a:endParaRPr>
        </a:p>
      </dgm:t>
    </dgm:pt>
    <dgm:pt modelId="{30E1B99E-A37A-4F48-9762-65448F5BCE2B}" type="parTrans" cxnId="{0EE7C6B1-64EE-406D-8150-9C3C0F700872}">
      <dgm:prSet/>
      <dgm:spPr/>
      <dgm:t>
        <a:bodyPr/>
        <a:lstStyle/>
        <a:p>
          <a:endParaRPr lang="es-CO"/>
        </a:p>
      </dgm:t>
    </dgm:pt>
    <dgm:pt modelId="{DA578AD6-88B4-4955-AB87-3AA2B292EB9D}" type="sibTrans" cxnId="{0EE7C6B1-64EE-406D-8150-9C3C0F700872}">
      <dgm:prSet/>
      <dgm:spPr/>
      <dgm:t>
        <a:bodyPr/>
        <a:lstStyle/>
        <a:p>
          <a:endParaRPr lang="es-CO"/>
        </a:p>
      </dgm:t>
    </dgm:pt>
    <dgm:pt modelId="{6F89BC36-FC4F-4887-BBD6-4271F9C117AC}">
      <dgm:prSet phldrT="[Texto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s-MX" dirty="0">
              <a:solidFill>
                <a:schemeClr val="tx1"/>
              </a:solidFill>
            </a:rPr>
            <a:t>1. Cuando el aprendiz no reporta, ni justifica estos incumplimientos ante el instructor, previamente o dentro de los cinco días hábiles con las evidencias </a:t>
          </a:r>
          <a:endParaRPr lang="es-CO" dirty="0">
            <a:solidFill>
              <a:schemeClr val="tx1"/>
            </a:solidFill>
          </a:endParaRPr>
        </a:p>
      </dgm:t>
    </dgm:pt>
    <dgm:pt modelId="{D47EB400-226B-46C9-B059-E9FF9421678F}" type="parTrans" cxnId="{84514A0A-6BD1-46F6-8CD7-F2DC8947DF19}">
      <dgm:prSet/>
      <dgm:spPr/>
      <dgm:t>
        <a:bodyPr/>
        <a:lstStyle/>
        <a:p>
          <a:endParaRPr lang="es-CO"/>
        </a:p>
      </dgm:t>
    </dgm:pt>
    <dgm:pt modelId="{4EAB3E18-A1E6-4B15-A0EF-765127938294}" type="sibTrans" cxnId="{84514A0A-6BD1-46F6-8CD7-F2DC8947DF19}">
      <dgm:prSet/>
      <dgm:spPr/>
      <dgm:t>
        <a:bodyPr/>
        <a:lstStyle/>
        <a:p>
          <a:endParaRPr lang="es-CO"/>
        </a:p>
      </dgm:t>
    </dgm:pt>
    <dgm:pt modelId="{9859B483-DBE7-4F8F-989D-E8D173E7B621}">
      <dgm:prSet phldrT="[Texto]"/>
      <dgm:spPr>
        <a:solidFill>
          <a:schemeClr val="accent2"/>
        </a:solidFill>
      </dgm:spPr>
      <dgm:t>
        <a:bodyPr/>
        <a:lstStyle/>
        <a:p>
          <a:r>
            <a:rPr lang="es-MX" dirty="0">
              <a:solidFill>
                <a:schemeClr val="tx1"/>
              </a:solidFill>
            </a:rPr>
            <a:t>2. Cuando el aprendiz reporta su inasistencia en la oportunidad y dentro del plazo establecido pero las causas y soportes no corresponden </a:t>
          </a:r>
          <a:endParaRPr lang="es-CO" dirty="0">
            <a:solidFill>
              <a:schemeClr val="tx1"/>
            </a:solidFill>
          </a:endParaRPr>
        </a:p>
      </dgm:t>
    </dgm:pt>
    <dgm:pt modelId="{12B39B35-1489-4D7A-887E-A7D9DA73E7F6}" type="parTrans" cxnId="{42EFE639-B3B2-4B40-804D-C7793E8E3472}">
      <dgm:prSet/>
      <dgm:spPr/>
      <dgm:t>
        <a:bodyPr/>
        <a:lstStyle/>
        <a:p>
          <a:endParaRPr lang="es-CO"/>
        </a:p>
      </dgm:t>
    </dgm:pt>
    <dgm:pt modelId="{7CAD85BE-B14D-4404-876F-21C74703A949}" type="sibTrans" cxnId="{42EFE639-B3B2-4B40-804D-C7793E8E3472}">
      <dgm:prSet/>
      <dgm:spPr/>
      <dgm:t>
        <a:bodyPr/>
        <a:lstStyle/>
        <a:p>
          <a:endParaRPr lang="es-CO"/>
        </a:p>
      </dgm:t>
    </dgm:pt>
    <dgm:pt modelId="{FD554135-1F66-4C82-B001-6D8D68F389C5}" type="pres">
      <dgm:prSet presAssocID="{B9455BDB-0625-47F0-96C4-94D7AE6CC0F9}" presName="layout" presStyleCnt="0">
        <dgm:presLayoutVars>
          <dgm:chMax/>
          <dgm:chPref/>
          <dgm:dir/>
          <dgm:animOne val="branch"/>
          <dgm:animLvl val="lvl"/>
          <dgm:resizeHandles/>
        </dgm:presLayoutVars>
      </dgm:prSet>
      <dgm:spPr/>
    </dgm:pt>
    <dgm:pt modelId="{4D9ADAD8-1969-4093-9D36-62A108F43B9B}" type="pres">
      <dgm:prSet presAssocID="{CFFA88FB-8938-4100-A863-20B29F9E2322}" presName="root" presStyleCnt="0">
        <dgm:presLayoutVars>
          <dgm:chMax/>
          <dgm:chPref val="4"/>
        </dgm:presLayoutVars>
      </dgm:prSet>
      <dgm:spPr/>
    </dgm:pt>
    <dgm:pt modelId="{226CDE91-C16D-46DB-8056-30C52D62671D}" type="pres">
      <dgm:prSet presAssocID="{CFFA88FB-8938-4100-A863-20B29F9E2322}" presName="rootComposite" presStyleCnt="0">
        <dgm:presLayoutVars/>
      </dgm:prSet>
      <dgm:spPr/>
    </dgm:pt>
    <dgm:pt modelId="{410BC89E-C98F-445A-8832-970EA5206037}" type="pres">
      <dgm:prSet presAssocID="{CFFA88FB-8938-4100-A863-20B29F9E2322}" presName="rootText" presStyleLbl="node0" presStyleIdx="0" presStyleCnt="3" custScaleX="131304" custScaleY="315361" custLinFactX="46979" custLinFactY="-200000" custLinFactNeighborX="100000" custLinFactNeighborY="-222015">
        <dgm:presLayoutVars>
          <dgm:chMax/>
          <dgm:chPref val="4"/>
        </dgm:presLayoutVars>
      </dgm:prSet>
      <dgm:spPr/>
    </dgm:pt>
    <dgm:pt modelId="{B4E335C0-8069-47D5-AC13-EC8D7914768E}" type="pres">
      <dgm:prSet presAssocID="{CFFA88FB-8938-4100-A863-20B29F9E2322}" presName="childShape" presStyleCnt="0">
        <dgm:presLayoutVars>
          <dgm:chMax val="0"/>
          <dgm:chPref val="0"/>
        </dgm:presLayoutVars>
      </dgm:prSet>
      <dgm:spPr/>
    </dgm:pt>
    <dgm:pt modelId="{41150852-1AA4-46AA-BD51-A77EB8D7DF3A}" type="pres">
      <dgm:prSet presAssocID="{6F89BC36-FC4F-4887-BBD6-4271F9C117AC}" presName="root" presStyleCnt="0">
        <dgm:presLayoutVars>
          <dgm:chMax/>
          <dgm:chPref val="4"/>
        </dgm:presLayoutVars>
      </dgm:prSet>
      <dgm:spPr/>
    </dgm:pt>
    <dgm:pt modelId="{186D438E-450A-44F0-A184-2E7D076D42CD}" type="pres">
      <dgm:prSet presAssocID="{6F89BC36-FC4F-4887-BBD6-4271F9C117AC}" presName="rootComposite" presStyleCnt="0">
        <dgm:presLayoutVars/>
      </dgm:prSet>
      <dgm:spPr/>
    </dgm:pt>
    <dgm:pt modelId="{F8A5E1CD-00A2-4F50-B06D-468A637A22A3}" type="pres">
      <dgm:prSet presAssocID="{6F89BC36-FC4F-4887-BBD6-4271F9C117AC}" presName="rootText" presStyleLbl="node0" presStyleIdx="1" presStyleCnt="3" custScaleX="129927" custScaleY="468166" custLinFactX="-3731" custLinFactY="98352" custLinFactNeighborX="-100000" custLinFactNeighborY="100000">
        <dgm:presLayoutVars>
          <dgm:chMax/>
          <dgm:chPref val="4"/>
        </dgm:presLayoutVars>
      </dgm:prSet>
      <dgm:spPr/>
    </dgm:pt>
    <dgm:pt modelId="{BA36353E-63AF-4C0E-8DBD-F51BBDCFE4AC}" type="pres">
      <dgm:prSet presAssocID="{6F89BC36-FC4F-4887-BBD6-4271F9C117AC}" presName="childShape" presStyleCnt="0">
        <dgm:presLayoutVars>
          <dgm:chMax val="0"/>
          <dgm:chPref val="0"/>
        </dgm:presLayoutVars>
      </dgm:prSet>
      <dgm:spPr/>
    </dgm:pt>
    <dgm:pt modelId="{99ECC242-CF56-4CDA-A834-A28873C1AF73}" type="pres">
      <dgm:prSet presAssocID="{9859B483-DBE7-4F8F-989D-E8D173E7B621}" presName="root" presStyleCnt="0">
        <dgm:presLayoutVars>
          <dgm:chMax/>
          <dgm:chPref val="4"/>
        </dgm:presLayoutVars>
      </dgm:prSet>
      <dgm:spPr/>
    </dgm:pt>
    <dgm:pt modelId="{D79E0190-20A3-4CDB-801E-493AB6A5EBEB}" type="pres">
      <dgm:prSet presAssocID="{9859B483-DBE7-4F8F-989D-E8D173E7B621}" presName="rootComposite" presStyleCnt="0">
        <dgm:presLayoutVars/>
      </dgm:prSet>
      <dgm:spPr/>
    </dgm:pt>
    <dgm:pt modelId="{4F6C4578-C29A-4F2A-A3B2-ECEEEBFC829C}" type="pres">
      <dgm:prSet presAssocID="{9859B483-DBE7-4F8F-989D-E8D173E7B621}" presName="rootText" presStyleLbl="node0" presStyleIdx="2" presStyleCnt="3" custScaleX="144030" custScaleY="500727" custLinFactY="80999" custLinFactNeighborX="-21744" custLinFactNeighborY="100000">
        <dgm:presLayoutVars>
          <dgm:chMax/>
          <dgm:chPref val="4"/>
        </dgm:presLayoutVars>
      </dgm:prSet>
      <dgm:spPr/>
    </dgm:pt>
    <dgm:pt modelId="{025CE8BF-0D0E-4CAF-AD0F-5D9D83A1EFFD}" type="pres">
      <dgm:prSet presAssocID="{9859B483-DBE7-4F8F-989D-E8D173E7B621}" presName="childShape" presStyleCnt="0">
        <dgm:presLayoutVars>
          <dgm:chMax val="0"/>
          <dgm:chPref val="0"/>
        </dgm:presLayoutVars>
      </dgm:prSet>
      <dgm:spPr/>
    </dgm:pt>
  </dgm:ptLst>
  <dgm:cxnLst>
    <dgm:cxn modelId="{84514A0A-6BD1-46F6-8CD7-F2DC8947DF19}" srcId="{B9455BDB-0625-47F0-96C4-94D7AE6CC0F9}" destId="{6F89BC36-FC4F-4887-BBD6-4271F9C117AC}" srcOrd="1" destOrd="0" parTransId="{D47EB400-226B-46C9-B059-E9FF9421678F}" sibTransId="{4EAB3E18-A1E6-4B15-A0EF-765127938294}"/>
    <dgm:cxn modelId="{42EFE639-B3B2-4B40-804D-C7793E8E3472}" srcId="{B9455BDB-0625-47F0-96C4-94D7AE6CC0F9}" destId="{9859B483-DBE7-4F8F-989D-E8D173E7B621}" srcOrd="2" destOrd="0" parTransId="{12B39B35-1489-4D7A-887E-A7D9DA73E7F6}" sibTransId="{7CAD85BE-B14D-4404-876F-21C74703A949}"/>
    <dgm:cxn modelId="{16D4005D-AFD6-4C88-9C21-6E089C9B479F}" type="presOf" srcId="{CFFA88FB-8938-4100-A863-20B29F9E2322}" destId="{410BC89E-C98F-445A-8832-970EA5206037}" srcOrd="0" destOrd="0" presId="urn:microsoft.com/office/officeart/2008/layout/PictureAccentList"/>
    <dgm:cxn modelId="{289D0D88-3878-41FD-AC78-77C600A46C2B}" type="presOf" srcId="{9859B483-DBE7-4F8F-989D-E8D173E7B621}" destId="{4F6C4578-C29A-4F2A-A3B2-ECEEEBFC829C}" srcOrd="0" destOrd="0" presId="urn:microsoft.com/office/officeart/2008/layout/PictureAccentList"/>
    <dgm:cxn modelId="{0EE7C6B1-64EE-406D-8150-9C3C0F700872}" srcId="{B9455BDB-0625-47F0-96C4-94D7AE6CC0F9}" destId="{CFFA88FB-8938-4100-A863-20B29F9E2322}" srcOrd="0" destOrd="0" parTransId="{30E1B99E-A37A-4F48-9762-65448F5BCE2B}" sibTransId="{DA578AD6-88B4-4955-AB87-3AA2B292EB9D}"/>
    <dgm:cxn modelId="{1A9FE1B2-10E5-4417-AAFD-B130A747B345}" type="presOf" srcId="{6F89BC36-FC4F-4887-BBD6-4271F9C117AC}" destId="{F8A5E1CD-00A2-4F50-B06D-468A637A22A3}" srcOrd="0" destOrd="0" presId="urn:microsoft.com/office/officeart/2008/layout/PictureAccentList"/>
    <dgm:cxn modelId="{331065CC-888B-4471-BB12-1F88FAF93984}" type="presOf" srcId="{B9455BDB-0625-47F0-96C4-94D7AE6CC0F9}" destId="{FD554135-1F66-4C82-B001-6D8D68F389C5}" srcOrd="0" destOrd="0" presId="urn:microsoft.com/office/officeart/2008/layout/PictureAccentList"/>
    <dgm:cxn modelId="{4DA1883E-A26A-49CA-BF85-50CB27D068F6}" type="presParOf" srcId="{FD554135-1F66-4C82-B001-6D8D68F389C5}" destId="{4D9ADAD8-1969-4093-9D36-62A108F43B9B}" srcOrd="0" destOrd="0" presId="urn:microsoft.com/office/officeart/2008/layout/PictureAccentList"/>
    <dgm:cxn modelId="{19C4BEB7-F98B-49BF-9306-0A591FE97332}" type="presParOf" srcId="{4D9ADAD8-1969-4093-9D36-62A108F43B9B}" destId="{226CDE91-C16D-46DB-8056-30C52D62671D}" srcOrd="0" destOrd="0" presId="urn:microsoft.com/office/officeart/2008/layout/PictureAccentList"/>
    <dgm:cxn modelId="{E42DA9D8-270D-43A6-B9EB-C6F5F185CBBE}" type="presParOf" srcId="{226CDE91-C16D-46DB-8056-30C52D62671D}" destId="{410BC89E-C98F-445A-8832-970EA5206037}" srcOrd="0" destOrd="0" presId="urn:microsoft.com/office/officeart/2008/layout/PictureAccentList"/>
    <dgm:cxn modelId="{DE4D4D07-1646-4E57-981A-2DAF643252BF}" type="presParOf" srcId="{4D9ADAD8-1969-4093-9D36-62A108F43B9B}" destId="{B4E335C0-8069-47D5-AC13-EC8D7914768E}" srcOrd="1" destOrd="0" presId="urn:microsoft.com/office/officeart/2008/layout/PictureAccentList"/>
    <dgm:cxn modelId="{E7D274B1-15B0-4525-AD5B-4E62934089F6}" type="presParOf" srcId="{FD554135-1F66-4C82-B001-6D8D68F389C5}" destId="{41150852-1AA4-46AA-BD51-A77EB8D7DF3A}" srcOrd="1" destOrd="0" presId="urn:microsoft.com/office/officeart/2008/layout/PictureAccentList"/>
    <dgm:cxn modelId="{8A435DD0-E3A4-4C69-AB78-9749713F2CCA}" type="presParOf" srcId="{41150852-1AA4-46AA-BD51-A77EB8D7DF3A}" destId="{186D438E-450A-44F0-A184-2E7D076D42CD}" srcOrd="0" destOrd="0" presId="urn:microsoft.com/office/officeart/2008/layout/PictureAccentList"/>
    <dgm:cxn modelId="{9E78A2C2-631D-4D51-9304-606A412695F9}" type="presParOf" srcId="{186D438E-450A-44F0-A184-2E7D076D42CD}" destId="{F8A5E1CD-00A2-4F50-B06D-468A637A22A3}" srcOrd="0" destOrd="0" presId="urn:microsoft.com/office/officeart/2008/layout/PictureAccentList"/>
    <dgm:cxn modelId="{DAC2919C-76CE-4931-B3CE-CF4049CCBB8C}" type="presParOf" srcId="{41150852-1AA4-46AA-BD51-A77EB8D7DF3A}" destId="{BA36353E-63AF-4C0E-8DBD-F51BBDCFE4AC}" srcOrd="1" destOrd="0" presId="urn:microsoft.com/office/officeart/2008/layout/PictureAccentList"/>
    <dgm:cxn modelId="{7334A8E8-DCE5-428C-8BBF-57CD01069339}" type="presParOf" srcId="{FD554135-1F66-4C82-B001-6D8D68F389C5}" destId="{99ECC242-CF56-4CDA-A834-A28873C1AF73}" srcOrd="2" destOrd="0" presId="urn:microsoft.com/office/officeart/2008/layout/PictureAccentList"/>
    <dgm:cxn modelId="{BF7C4181-9737-4055-8750-82E91BFF7F7F}" type="presParOf" srcId="{99ECC242-CF56-4CDA-A834-A28873C1AF73}" destId="{D79E0190-20A3-4CDB-801E-493AB6A5EBEB}" srcOrd="0" destOrd="0" presId="urn:microsoft.com/office/officeart/2008/layout/PictureAccentList"/>
    <dgm:cxn modelId="{EAA8A6CF-2788-44E8-A589-BFBAD254048E}" type="presParOf" srcId="{D79E0190-20A3-4CDB-801E-493AB6A5EBEB}" destId="{4F6C4578-C29A-4F2A-A3B2-ECEEEBFC829C}" srcOrd="0" destOrd="0" presId="urn:microsoft.com/office/officeart/2008/layout/PictureAccentList"/>
    <dgm:cxn modelId="{51516A57-FB67-4A48-B193-95E54F2DD04D}" type="presParOf" srcId="{99ECC242-CF56-4CDA-A834-A28873C1AF73}" destId="{025CE8BF-0D0E-4CAF-AD0F-5D9D83A1EFFD}" srcOrd="1" destOrd="0" presId="urn:microsoft.com/office/officeart/2008/layout/PictureAccent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B9455BDB-0625-47F0-96C4-94D7AE6CC0F9}" type="doc">
      <dgm:prSet loTypeId="urn:microsoft.com/office/officeart/2008/layout/PictureAccentList" loCatId="list" qsTypeId="urn:microsoft.com/office/officeart/2005/8/quickstyle/simple1" qsCatId="simple" csTypeId="urn:microsoft.com/office/officeart/2005/8/colors/colorful5" csCatId="colorful" phldr="1"/>
      <dgm:spPr/>
    </dgm:pt>
    <dgm:pt modelId="{FD554135-1F66-4C82-B001-6D8D68F389C5}" type="pres">
      <dgm:prSet presAssocID="{B9455BDB-0625-47F0-96C4-94D7AE6CC0F9}" presName="layout" presStyleCnt="0">
        <dgm:presLayoutVars>
          <dgm:chMax/>
          <dgm:chPref/>
          <dgm:dir/>
          <dgm:animOne val="branch"/>
          <dgm:animLvl val="lvl"/>
          <dgm:resizeHandles/>
        </dgm:presLayoutVars>
      </dgm:prSet>
      <dgm:spPr/>
    </dgm:pt>
  </dgm:ptLst>
  <dgm:cxnLst>
    <dgm:cxn modelId="{331065CC-888B-4471-BB12-1F88FAF93984}" type="presOf" srcId="{B9455BDB-0625-47F0-96C4-94D7AE6CC0F9}" destId="{FD554135-1F66-4C82-B001-6D8D68F389C5}" srcOrd="0" destOrd="0" presId="urn:microsoft.com/office/officeart/2008/layout/PictureAccent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BC55A3B9-A411-48B7-97FE-CDC24F8CE207}" type="doc">
      <dgm:prSet loTypeId="urn:microsoft.com/office/officeart/2005/8/layout/hProcess4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s-CO"/>
        </a:p>
      </dgm:t>
    </dgm:pt>
    <dgm:pt modelId="{8409013C-602F-4522-BF77-73F2FB353EED}">
      <dgm:prSet phldrT="[Texto]"/>
      <dgm:spPr/>
      <dgm:t>
        <a:bodyPr/>
        <a:lstStyle/>
        <a:p>
          <a:r>
            <a:rPr lang="es-MX" b="1" dirty="0"/>
            <a:t>Deserción Cap. II Art. 30</a:t>
          </a:r>
          <a:endParaRPr lang="es-CO" b="1" dirty="0"/>
        </a:p>
      </dgm:t>
    </dgm:pt>
    <dgm:pt modelId="{D96FBE1D-D6AE-44DB-8D18-F39475896BE7}" type="parTrans" cxnId="{A0A30B5F-5B56-4C59-B65B-C9AB647485D4}">
      <dgm:prSet/>
      <dgm:spPr/>
      <dgm:t>
        <a:bodyPr/>
        <a:lstStyle/>
        <a:p>
          <a:endParaRPr lang="es-CO"/>
        </a:p>
      </dgm:t>
    </dgm:pt>
    <dgm:pt modelId="{25603098-B44E-499A-8672-26DA9F614625}" type="sibTrans" cxnId="{A0A30B5F-5B56-4C59-B65B-C9AB647485D4}">
      <dgm:prSet/>
      <dgm:spPr/>
      <dgm:t>
        <a:bodyPr/>
        <a:lstStyle/>
        <a:p>
          <a:endParaRPr lang="es-CO"/>
        </a:p>
      </dgm:t>
    </dgm:pt>
    <dgm:pt modelId="{08D716F4-6C0B-4E44-9281-C4B4DAD50017}">
      <dgm:prSet phldrT="[Texto]"/>
      <dgm:spPr/>
      <dgm:t>
        <a:bodyPr/>
        <a:lstStyle/>
        <a:p>
          <a:r>
            <a:rPr lang="es-MX" dirty="0"/>
            <a:t>Se presenta por el abandono de la formación por parte del aprendiz</a:t>
          </a:r>
          <a:endParaRPr lang="es-CO" dirty="0"/>
        </a:p>
      </dgm:t>
    </dgm:pt>
    <dgm:pt modelId="{062E72C9-D358-455B-B097-BEB243478038}" type="parTrans" cxnId="{2A9982B0-24C0-4D1E-B2D8-5BF970DAF307}">
      <dgm:prSet/>
      <dgm:spPr/>
      <dgm:t>
        <a:bodyPr/>
        <a:lstStyle/>
        <a:p>
          <a:endParaRPr lang="es-CO"/>
        </a:p>
      </dgm:t>
    </dgm:pt>
    <dgm:pt modelId="{1A004E4F-4A7B-4A66-8258-5ACA16CFE203}" type="sibTrans" cxnId="{2A9982B0-24C0-4D1E-B2D8-5BF970DAF307}">
      <dgm:prSet/>
      <dgm:spPr/>
      <dgm:t>
        <a:bodyPr/>
        <a:lstStyle/>
        <a:p>
          <a:endParaRPr lang="es-CO"/>
        </a:p>
      </dgm:t>
    </dgm:pt>
    <dgm:pt modelId="{FA512E8E-70A9-4B32-A03C-86D568FFFB29}">
      <dgm:prSet phldrT="[Texto]"/>
      <dgm:spPr/>
      <dgm:t>
        <a:bodyPr/>
        <a:lstStyle/>
        <a:p>
          <a:r>
            <a:rPr lang="es-MX" dirty="0"/>
            <a:t>Deserción por inasistencia Etapa lectiva</a:t>
          </a:r>
          <a:endParaRPr lang="es-CO" dirty="0"/>
        </a:p>
      </dgm:t>
    </dgm:pt>
    <dgm:pt modelId="{4CA6F47E-D19F-481D-982C-771D547F799F}" type="parTrans" cxnId="{6CB490E5-F8AB-4AEA-8CF4-07F28C7DD0B2}">
      <dgm:prSet/>
      <dgm:spPr/>
      <dgm:t>
        <a:bodyPr/>
        <a:lstStyle/>
        <a:p>
          <a:endParaRPr lang="es-CO"/>
        </a:p>
      </dgm:t>
    </dgm:pt>
    <dgm:pt modelId="{49317E1A-B2A3-4744-B035-67AC45C67277}" type="sibTrans" cxnId="{6CB490E5-F8AB-4AEA-8CF4-07F28C7DD0B2}">
      <dgm:prSet/>
      <dgm:spPr/>
      <dgm:t>
        <a:bodyPr/>
        <a:lstStyle/>
        <a:p>
          <a:endParaRPr lang="es-CO"/>
        </a:p>
      </dgm:t>
    </dgm:pt>
    <dgm:pt modelId="{D3BF6578-EB4B-463C-9379-3CF2FDBC6FB6}">
      <dgm:prSet phldrT="[Texto]"/>
      <dgm:spPr/>
      <dgm:t>
        <a:bodyPr/>
        <a:lstStyle/>
        <a:p>
          <a:r>
            <a:rPr lang="es-MX" dirty="0"/>
            <a:t>Inasistencia por tres días continuos o acumular cinco días no continuos de inasistencia injustificada durante todo el proceso de formación</a:t>
          </a:r>
          <a:endParaRPr lang="es-CO" dirty="0"/>
        </a:p>
      </dgm:t>
    </dgm:pt>
    <dgm:pt modelId="{BB3BA008-442D-40E5-8328-1CE020D11AB9}" type="parTrans" cxnId="{B2356284-2D10-4970-A39C-01D99E8B5EFF}">
      <dgm:prSet/>
      <dgm:spPr/>
      <dgm:t>
        <a:bodyPr/>
        <a:lstStyle/>
        <a:p>
          <a:endParaRPr lang="es-CO"/>
        </a:p>
      </dgm:t>
    </dgm:pt>
    <dgm:pt modelId="{3880F771-9940-4B98-A0CA-46AB52F79FD8}" type="sibTrans" cxnId="{B2356284-2D10-4970-A39C-01D99E8B5EFF}">
      <dgm:prSet/>
      <dgm:spPr/>
      <dgm:t>
        <a:bodyPr/>
        <a:lstStyle/>
        <a:p>
          <a:endParaRPr lang="es-CO"/>
        </a:p>
      </dgm:t>
    </dgm:pt>
    <dgm:pt modelId="{DDE6BBD8-1412-4B30-8F60-8E73EADA6900}">
      <dgm:prSet phldrT="[Texto]"/>
      <dgm:spPr/>
      <dgm:t>
        <a:bodyPr/>
        <a:lstStyle/>
        <a:p>
          <a:r>
            <a:rPr lang="es-MX" dirty="0"/>
            <a:t>En formación presencial, virtual y a distancia en etapa productiva: se presenta inasistencia injustificada durante tres días consecutivos en la empresa </a:t>
          </a:r>
          <a:endParaRPr lang="es-CO" dirty="0"/>
        </a:p>
      </dgm:t>
    </dgm:pt>
    <dgm:pt modelId="{8CFC56DA-BC49-49CF-852A-311326DB1F56}" type="parTrans" cxnId="{C496B158-1B49-477A-A7E1-63661C6E4C8F}">
      <dgm:prSet/>
      <dgm:spPr/>
      <dgm:t>
        <a:bodyPr/>
        <a:lstStyle/>
        <a:p>
          <a:endParaRPr lang="es-CO"/>
        </a:p>
      </dgm:t>
    </dgm:pt>
    <dgm:pt modelId="{9F78AC85-5676-4E6F-B8A4-CED79D25339D}" type="sibTrans" cxnId="{C496B158-1B49-477A-A7E1-63661C6E4C8F}">
      <dgm:prSet/>
      <dgm:spPr/>
      <dgm:t>
        <a:bodyPr/>
        <a:lstStyle/>
        <a:p>
          <a:endParaRPr lang="es-CO"/>
        </a:p>
      </dgm:t>
    </dgm:pt>
    <dgm:pt modelId="{76D5E2AE-6415-4672-A361-7981DE5ED848}">
      <dgm:prSet phldrT="[Texto]"/>
      <dgm:spPr/>
      <dgm:t>
        <a:bodyPr/>
        <a:lstStyle/>
        <a:p>
          <a:r>
            <a:rPr lang="es-MX" dirty="0"/>
            <a:t>Deserción inasistencia etapa productiva </a:t>
          </a:r>
          <a:endParaRPr lang="es-CO" dirty="0"/>
        </a:p>
      </dgm:t>
    </dgm:pt>
    <dgm:pt modelId="{21E52090-711F-4F6C-A25C-EF89EFEBE579}" type="sibTrans" cxnId="{A206FC6F-E9FC-4AF6-914B-FEBB65CFED82}">
      <dgm:prSet/>
      <dgm:spPr/>
      <dgm:t>
        <a:bodyPr/>
        <a:lstStyle/>
        <a:p>
          <a:endParaRPr lang="es-CO"/>
        </a:p>
      </dgm:t>
    </dgm:pt>
    <dgm:pt modelId="{86FA0778-9EC9-4ABF-8AB2-8FFC4980ED88}" type="parTrans" cxnId="{A206FC6F-E9FC-4AF6-914B-FEBB65CFED82}">
      <dgm:prSet/>
      <dgm:spPr/>
      <dgm:t>
        <a:bodyPr/>
        <a:lstStyle/>
        <a:p>
          <a:endParaRPr lang="es-CO"/>
        </a:p>
      </dgm:t>
    </dgm:pt>
    <dgm:pt modelId="{6BB6C31F-1E07-4262-8820-0953960EDDED}" type="pres">
      <dgm:prSet presAssocID="{BC55A3B9-A411-48B7-97FE-CDC24F8CE207}" presName="Name0" presStyleCnt="0">
        <dgm:presLayoutVars>
          <dgm:dir/>
          <dgm:animLvl val="lvl"/>
          <dgm:resizeHandles val="exact"/>
        </dgm:presLayoutVars>
      </dgm:prSet>
      <dgm:spPr/>
    </dgm:pt>
    <dgm:pt modelId="{8930FA90-F446-459F-8E77-C5CFCC90070D}" type="pres">
      <dgm:prSet presAssocID="{BC55A3B9-A411-48B7-97FE-CDC24F8CE207}" presName="tSp" presStyleCnt="0"/>
      <dgm:spPr/>
    </dgm:pt>
    <dgm:pt modelId="{FB9B8A44-3B23-4684-965B-E7DC7B8E891D}" type="pres">
      <dgm:prSet presAssocID="{BC55A3B9-A411-48B7-97FE-CDC24F8CE207}" presName="bSp" presStyleCnt="0"/>
      <dgm:spPr/>
    </dgm:pt>
    <dgm:pt modelId="{9E2C008B-A5E8-4C58-A8B3-1A97B8E8CB4B}" type="pres">
      <dgm:prSet presAssocID="{BC55A3B9-A411-48B7-97FE-CDC24F8CE207}" presName="process" presStyleCnt="0"/>
      <dgm:spPr/>
    </dgm:pt>
    <dgm:pt modelId="{259B2441-2149-43A2-BA99-8EE5F706EFAA}" type="pres">
      <dgm:prSet presAssocID="{8409013C-602F-4522-BF77-73F2FB353EED}" presName="composite1" presStyleCnt="0"/>
      <dgm:spPr/>
    </dgm:pt>
    <dgm:pt modelId="{A397345B-B0B6-4B82-8DAC-926A98A4D9B0}" type="pres">
      <dgm:prSet presAssocID="{8409013C-602F-4522-BF77-73F2FB353EED}" presName="dummyNode1" presStyleLbl="node1" presStyleIdx="0" presStyleCnt="3"/>
      <dgm:spPr/>
    </dgm:pt>
    <dgm:pt modelId="{B2121BCC-65C8-4425-A9D0-588266B7466C}" type="pres">
      <dgm:prSet presAssocID="{8409013C-602F-4522-BF77-73F2FB353EED}" presName="childNode1" presStyleLbl="bgAcc1" presStyleIdx="0" presStyleCnt="3">
        <dgm:presLayoutVars>
          <dgm:bulletEnabled val="1"/>
        </dgm:presLayoutVars>
      </dgm:prSet>
      <dgm:spPr/>
    </dgm:pt>
    <dgm:pt modelId="{B3ED1DAB-7568-442D-9986-AB477297CD5B}" type="pres">
      <dgm:prSet presAssocID="{8409013C-602F-4522-BF77-73F2FB353EED}" presName="childNode1tx" presStyleLbl="bgAcc1" presStyleIdx="0" presStyleCnt="3">
        <dgm:presLayoutVars>
          <dgm:bulletEnabled val="1"/>
        </dgm:presLayoutVars>
      </dgm:prSet>
      <dgm:spPr/>
    </dgm:pt>
    <dgm:pt modelId="{121308A8-49CA-467D-888B-E16CE7700672}" type="pres">
      <dgm:prSet presAssocID="{8409013C-602F-4522-BF77-73F2FB353EED}" presName="parentNode1" presStyleLbl="node1" presStyleIdx="0" presStyleCnt="3">
        <dgm:presLayoutVars>
          <dgm:chMax val="1"/>
          <dgm:bulletEnabled val="1"/>
        </dgm:presLayoutVars>
      </dgm:prSet>
      <dgm:spPr/>
    </dgm:pt>
    <dgm:pt modelId="{AED229D2-7B65-4F40-8045-D58A51E891D4}" type="pres">
      <dgm:prSet presAssocID="{8409013C-602F-4522-BF77-73F2FB353EED}" presName="connSite1" presStyleCnt="0"/>
      <dgm:spPr/>
    </dgm:pt>
    <dgm:pt modelId="{02E12D46-91A5-4FF1-A375-AD45134C1F53}" type="pres">
      <dgm:prSet presAssocID="{25603098-B44E-499A-8672-26DA9F614625}" presName="Name9" presStyleLbl="sibTrans2D1" presStyleIdx="0" presStyleCnt="2"/>
      <dgm:spPr/>
    </dgm:pt>
    <dgm:pt modelId="{12924DE1-A169-406B-A0ED-BBB6D8535740}" type="pres">
      <dgm:prSet presAssocID="{FA512E8E-70A9-4B32-A03C-86D568FFFB29}" presName="composite2" presStyleCnt="0"/>
      <dgm:spPr/>
    </dgm:pt>
    <dgm:pt modelId="{ACD046F0-5D8E-4245-9DF6-4A368EF94AA5}" type="pres">
      <dgm:prSet presAssocID="{FA512E8E-70A9-4B32-A03C-86D568FFFB29}" presName="dummyNode2" presStyleLbl="node1" presStyleIdx="0" presStyleCnt="3"/>
      <dgm:spPr/>
    </dgm:pt>
    <dgm:pt modelId="{697AB80E-273D-4F21-82E2-43DBDF14BF02}" type="pres">
      <dgm:prSet presAssocID="{FA512E8E-70A9-4B32-A03C-86D568FFFB29}" presName="childNode2" presStyleLbl="bgAcc1" presStyleIdx="1" presStyleCnt="3">
        <dgm:presLayoutVars>
          <dgm:bulletEnabled val="1"/>
        </dgm:presLayoutVars>
      </dgm:prSet>
      <dgm:spPr/>
    </dgm:pt>
    <dgm:pt modelId="{6FC1FF61-43BC-46EB-AE10-46FEA3A9A3A3}" type="pres">
      <dgm:prSet presAssocID="{FA512E8E-70A9-4B32-A03C-86D568FFFB29}" presName="childNode2tx" presStyleLbl="bgAcc1" presStyleIdx="1" presStyleCnt="3">
        <dgm:presLayoutVars>
          <dgm:bulletEnabled val="1"/>
        </dgm:presLayoutVars>
      </dgm:prSet>
      <dgm:spPr/>
    </dgm:pt>
    <dgm:pt modelId="{F49DC41F-A1E7-4A97-80B1-DDFC8BC3B152}" type="pres">
      <dgm:prSet presAssocID="{FA512E8E-70A9-4B32-A03C-86D568FFFB29}" presName="parentNode2" presStyleLbl="node1" presStyleIdx="1" presStyleCnt="3">
        <dgm:presLayoutVars>
          <dgm:chMax val="0"/>
          <dgm:bulletEnabled val="1"/>
        </dgm:presLayoutVars>
      </dgm:prSet>
      <dgm:spPr/>
    </dgm:pt>
    <dgm:pt modelId="{2805715E-C330-4EB3-BAED-76CE320497BE}" type="pres">
      <dgm:prSet presAssocID="{FA512E8E-70A9-4B32-A03C-86D568FFFB29}" presName="connSite2" presStyleCnt="0"/>
      <dgm:spPr/>
    </dgm:pt>
    <dgm:pt modelId="{EAD0572D-CE5C-4574-B23B-8ABEE1C3A69A}" type="pres">
      <dgm:prSet presAssocID="{49317E1A-B2A3-4744-B035-67AC45C67277}" presName="Name18" presStyleLbl="sibTrans2D1" presStyleIdx="1" presStyleCnt="2"/>
      <dgm:spPr/>
    </dgm:pt>
    <dgm:pt modelId="{A3D2C8DC-2A63-4116-A75B-83B47994F2ED}" type="pres">
      <dgm:prSet presAssocID="{76D5E2AE-6415-4672-A361-7981DE5ED848}" presName="composite1" presStyleCnt="0"/>
      <dgm:spPr/>
    </dgm:pt>
    <dgm:pt modelId="{96C8F5B7-AB13-4BFE-B179-719CCF2CA442}" type="pres">
      <dgm:prSet presAssocID="{76D5E2AE-6415-4672-A361-7981DE5ED848}" presName="dummyNode1" presStyleLbl="node1" presStyleIdx="1" presStyleCnt="3"/>
      <dgm:spPr/>
    </dgm:pt>
    <dgm:pt modelId="{CD093559-D670-4BEE-9A68-624A9F6D272A}" type="pres">
      <dgm:prSet presAssocID="{76D5E2AE-6415-4672-A361-7981DE5ED848}" presName="childNode1" presStyleLbl="bgAcc1" presStyleIdx="2" presStyleCnt="3">
        <dgm:presLayoutVars>
          <dgm:bulletEnabled val="1"/>
        </dgm:presLayoutVars>
      </dgm:prSet>
      <dgm:spPr/>
    </dgm:pt>
    <dgm:pt modelId="{B3FC113D-0FE0-4D11-9D6A-6BAE41646415}" type="pres">
      <dgm:prSet presAssocID="{76D5E2AE-6415-4672-A361-7981DE5ED848}" presName="childNode1tx" presStyleLbl="bgAcc1" presStyleIdx="2" presStyleCnt="3">
        <dgm:presLayoutVars>
          <dgm:bulletEnabled val="1"/>
        </dgm:presLayoutVars>
      </dgm:prSet>
      <dgm:spPr/>
    </dgm:pt>
    <dgm:pt modelId="{DECB02BD-06DC-40B8-9911-FA8F77DDA0CE}" type="pres">
      <dgm:prSet presAssocID="{76D5E2AE-6415-4672-A361-7981DE5ED848}" presName="parentNode1" presStyleLbl="node1" presStyleIdx="2" presStyleCnt="3" custAng="0">
        <dgm:presLayoutVars>
          <dgm:chMax val="1"/>
          <dgm:bulletEnabled val="1"/>
        </dgm:presLayoutVars>
      </dgm:prSet>
      <dgm:spPr/>
    </dgm:pt>
    <dgm:pt modelId="{01448240-49A1-44A1-A5C5-52F20417DB72}" type="pres">
      <dgm:prSet presAssocID="{76D5E2AE-6415-4672-A361-7981DE5ED848}" presName="connSite1" presStyleCnt="0"/>
      <dgm:spPr/>
    </dgm:pt>
  </dgm:ptLst>
  <dgm:cxnLst>
    <dgm:cxn modelId="{215B9C30-3B51-4E7A-AA7D-F30F883E7FD4}" type="presOf" srcId="{8409013C-602F-4522-BF77-73F2FB353EED}" destId="{121308A8-49CA-467D-888B-E16CE7700672}" srcOrd="0" destOrd="0" presId="urn:microsoft.com/office/officeart/2005/8/layout/hProcess4"/>
    <dgm:cxn modelId="{A0A30B5F-5B56-4C59-B65B-C9AB647485D4}" srcId="{BC55A3B9-A411-48B7-97FE-CDC24F8CE207}" destId="{8409013C-602F-4522-BF77-73F2FB353EED}" srcOrd="0" destOrd="0" parTransId="{D96FBE1D-D6AE-44DB-8D18-F39475896BE7}" sibTransId="{25603098-B44E-499A-8672-26DA9F614625}"/>
    <dgm:cxn modelId="{B1613E67-A32E-4989-8740-12E0ACB998F0}" type="presOf" srcId="{49317E1A-B2A3-4744-B035-67AC45C67277}" destId="{EAD0572D-CE5C-4574-B23B-8ABEE1C3A69A}" srcOrd="0" destOrd="0" presId="urn:microsoft.com/office/officeart/2005/8/layout/hProcess4"/>
    <dgm:cxn modelId="{83777368-595E-464A-9F4B-44081429D483}" type="presOf" srcId="{08D716F4-6C0B-4E44-9281-C4B4DAD50017}" destId="{B2121BCC-65C8-4425-A9D0-588266B7466C}" srcOrd="0" destOrd="0" presId="urn:microsoft.com/office/officeart/2005/8/layout/hProcess4"/>
    <dgm:cxn modelId="{A206FC6F-E9FC-4AF6-914B-FEBB65CFED82}" srcId="{BC55A3B9-A411-48B7-97FE-CDC24F8CE207}" destId="{76D5E2AE-6415-4672-A361-7981DE5ED848}" srcOrd="2" destOrd="0" parTransId="{86FA0778-9EC9-4ABF-8AB2-8FFC4980ED88}" sibTransId="{21E52090-711F-4F6C-A25C-EF89EFEBE579}"/>
    <dgm:cxn modelId="{C496B158-1B49-477A-A7E1-63661C6E4C8F}" srcId="{76D5E2AE-6415-4672-A361-7981DE5ED848}" destId="{DDE6BBD8-1412-4B30-8F60-8E73EADA6900}" srcOrd="0" destOrd="0" parTransId="{8CFC56DA-BC49-49CF-852A-311326DB1F56}" sibTransId="{9F78AC85-5676-4E6F-B8A4-CED79D25339D}"/>
    <dgm:cxn modelId="{E2A5BC7A-9718-4A0C-9D3D-5C44403C3EDA}" type="presOf" srcId="{D3BF6578-EB4B-463C-9379-3CF2FDBC6FB6}" destId="{6FC1FF61-43BC-46EB-AE10-46FEA3A9A3A3}" srcOrd="1" destOrd="0" presId="urn:microsoft.com/office/officeart/2005/8/layout/hProcess4"/>
    <dgm:cxn modelId="{8D5C7A81-2CC0-4958-AB68-8EC8317FE02A}" type="presOf" srcId="{BC55A3B9-A411-48B7-97FE-CDC24F8CE207}" destId="{6BB6C31F-1E07-4262-8820-0953960EDDED}" srcOrd="0" destOrd="0" presId="urn:microsoft.com/office/officeart/2005/8/layout/hProcess4"/>
    <dgm:cxn modelId="{B2356284-2D10-4970-A39C-01D99E8B5EFF}" srcId="{FA512E8E-70A9-4B32-A03C-86D568FFFB29}" destId="{D3BF6578-EB4B-463C-9379-3CF2FDBC6FB6}" srcOrd="0" destOrd="0" parTransId="{BB3BA008-442D-40E5-8328-1CE020D11AB9}" sibTransId="{3880F771-9940-4B98-A0CA-46AB52F79FD8}"/>
    <dgm:cxn modelId="{8BE29E94-30E5-432B-B473-276EBC963C79}" type="presOf" srcId="{D3BF6578-EB4B-463C-9379-3CF2FDBC6FB6}" destId="{697AB80E-273D-4F21-82E2-43DBDF14BF02}" srcOrd="0" destOrd="0" presId="urn:microsoft.com/office/officeart/2005/8/layout/hProcess4"/>
    <dgm:cxn modelId="{2A9982B0-24C0-4D1E-B2D8-5BF970DAF307}" srcId="{8409013C-602F-4522-BF77-73F2FB353EED}" destId="{08D716F4-6C0B-4E44-9281-C4B4DAD50017}" srcOrd="0" destOrd="0" parTransId="{062E72C9-D358-455B-B097-BEB243478038}" sibTransId="{1A004E4F-4A7B-4A66-8258-5ACA16CFE203}"/>
    <dgm:cxn modelId="{7BC775C2-CFE0-462B-9DC4-B42F03F9C6F1}" type="presOf" srcId="{FA512E8E-70A9-4B32-A03C-86D568FFFB29}" destId="{F49DC41F-A1E7-4A97-80B1-DDFC8BC3B152}" srcOrd="0" destOrd="0" presId="urn:microsoft.com/office/officeart/2005/8/layout/hProcess4"/>
    <dgm:cxn modelId="{60BCA8C6-04EB-4789-BD11-827F6AC5721F}" type="presOf" srcId="{DDE6BBD8-1412-4B30-8F60-8E73EADA6900}" destId="{CD093559-D670-4BEE-9A68-624A9F6D272A}" srcOrd="0" destOrd="0" presId="urn:microsoft.com/office/officeart/2005/8/layout/hProcess4"/>
    <dgm:cxn modelId="{A3F428CF-2BED-4C65-BA45-08E5A50FC0FF}" type="presOf" srcId="{25603098-B44E-499A-8672-26DA9F614625}" destId="{02E12D46-91A5-4FF1-A375-AD45134C1F53}" srcOrd="0" destOrd="0" presId="urn:microsoft.com/office/officeart/2005/8/layout/hProcess4"/>
    <dgm:cxn modelId="{1BAA90DD-16FE-4516-97C4-787A7DB1D590}" type="presOf" srcId="{DDE6BBD8-1412-4B30-8F60-8E73EADA6900}" destId="{B3FC113D-0FE0-4D11-9D6A-6BAE41646415}" srcOrd="1" destOrd="0" presId="urn:microsoft.com/office/officeart/2005/8/layout/hProcess4"/>
    <dgm:cxn modelId="{6CB490E5-F8AB-4AEA-8CF4-07F28C7DD0B2}" srcId="{BC55A3B9-A411-48B7-97FE-CDC24F8CE207}" destId="{FA512E8E-70A9-4B32-A03C-86D568FFFB29}" srcOrd="1" destOrd="0" parTransId="{4CA6F47E-D19F-481D-982C-771D547F799F}" sibTransId="{49317E1A-B2A3-4744-B035-67AC45C67277}"/>
    <dgm:cxn modelId="{D6FDFCFC-EDFD-4143-8D41-BF228FF31C5D}" type="presOf" srcId="{08D716F4-6C0B-4E44-9281-C4B4DAD50017}" destId="{B3ED1DAB-7568-442D-9986-AB477297CD5B}" srcOrd="1" destOrd="0" presId="urn:microsoft.com/office/officeart/2005/8/layout/hProcess4"/>
    <dgm:cxn modelId="{C1BBFAFD-B9CB-48B8-87FA-D0984282315C}" type="presOf" srcId="{76D5E2AE-6415-4672-A361-7981DE5ED848}" destId="{DECB02BD-06DC-40B8-9911-FA8F77DDA0CE}" srcOrd="0" destOrd="0" presId="urn:microsoft.com/office/officeart/2005/8/layout/hProcess4"/>
    <dgm:cxn modelId="{0D941532-5A63-4B13-8744-BEE024C326E6}" type="presParOf" srcId="{6BB6C31F-1E07-4262-8820-0953960EDDED}" destId="{8930FA90-F446-459F-8E77-C5CFCC90070D}" srcOrd="0" destOrd="0" presId="urn:microsoft.com/office/officeart/2005/8/layout/hProcess4"/>
    <dgm:cxn modelId="{1F7662D0-2CCE-4FE4-A374-1453073BBF71}" type="presParOf" srcId="{6BB6C31F-1E07-4262-8820-0953960EDDED}" destId="{FB9B8A44-3B23-4684-965B-E7DC7B8E891D}" srcOrd="1" destOrd="0" presId="urn:microsoft.com/office/officeart/2005/8/layout/hProcess4"/>
    <dgm:cxn modelId="{FBB277AB-16A0-48DA-A761-90CCA0D96944}" type="presParOf" srcId="{6BB6C31F-1E07-4262-8820-0953960EDDED}" destId="{9E2C008B-A5E8-4C58-A8B3-1A97B8E8CB4B}" srcOrd="2" destOrd="0" presId="urn:microsoft.com/office/officeart/2005/8/layout/hProcess4"/>
    <dgm:cxn modelId="{A0477F35-B180-4CC8-AE52-F8CF367D3232}" type="presParOf" srcId="{9E2C008B-A5E8-4C58-A8B3-1A97B8E8CB4B}" destId="{259B2441-2149-43A2-BA99-8EE5F706EFAA}" srcOrd="0" destOrd="0" presId="urn:microsoft.com/office/officeart/2005/8/layout/hProcess4"/>
    <dgm:cxn modelId="{E805240D-2CBD-4CC1-97DA-A544CEBC17EC}" type="presParOf" srcId="{259B2441-2149-43A2-BA99-8EE5F706EFAA}" destId="{A397345B-B0B6-4B82-8DAC-926A98A4D9B0}" srcOrd="0" destOrd="0" presId="urn:microsoft.com/office/officeart/2005/8/layout/hProcess4"/>
    <dgm:cxn modelId="{64AEBEE9-43DE-4EAA-BD3A-E9C9BAB2791B}" type="presParOf" srcId="{259B2441-2149-43A2-BA99-8EE5F706EFAA}" destId="{B2121BCC-65C8-4425-A9D0-588266B7466C}" srcOrd="1" destOrd="0" presId="urn:microsoft.com/office/officeart/2005/8/layout/hProcess4"/>
    <dgm:cxn modelId="{0347CBAE-A956-4408-A60F-8C81A6C450C7}" type="presParOf" srcId="{259B2441-2149-43A2-BA99-8EE5F706EFAA}" destId="{B3ED1DAB-7568-442D-9986-AB477297CD5B}" srcOrd="2" destOrd="0" presId="urn:microsoft.com/office/officeart/2005/8/layout/hProcess4"/>
    <dgm:cxn modelId="{976597F0-AFCD-4DD0-8781-DAF8DBFDEBB5}" type="presParOf" srcId="{259B2441-2149-43A2-BA99-8EE5F706EFAA}" destId="{121308A8-49CA-467D-888B-E16CE7700672}" srcOrd="3" destOrd="0" presId="urn:microsoft.com/office/officeart/2005/8/layout/hProcess4"/>
    <dgm:cxn modelId="{02AEAC45-036A-42B6-AE47-7C32D55C2B63}" type="presParOf" srcId="{259B2441-2149-43A2-BA99-8EE5F706EFAA}" destId="{AED229D2-7B65-4F40-8045-D58A51E891D4}" srcOrd="4" destOrd="0" presId="urn:microsoft.com/office/officeart/2005/8/layout/hProcess4"/>
    <dgm:cxn modelId="{CB0B2802-7695-4995-A9A2-118CE1247BFD}" type="presParOf" srcId="{9E2C008B-A5E8-4C58-A8B3-1A97B8E8CB4B}" destId="{02E12D46-91A5-4FF1-A375-AD45134C1F53}" srcOrd="1" destOrd="0" presId="urn:microsoft.com/office/officeart/2005/8/layout/hProcess4"/>
    <dgm:cxn modelId="{87693ED0-90B2-4667-9776-66406BEA9071}" type="presParOf" srcId="{9E2C008B-A5E8-4C58-A8B3-1A97B8E8CB4B}" destId="{12924DE1-A169-406B-A0ED-BBB6D8535740}" srcOrd="2" destOrd="0" presId="urn:microsoft.com/office/officeart/2005/8/layout/hProcess4"/>
    <dgm:cxn modelId="{24103B92-017C-41D5-AEB2-8D1A4BB6A630}" type="presParOf" srcId="{12924DE1-A169-406B-A0ED-BBB6D8535740}" destId="{ACD046F0-5D8E-4245-9DF6-4A368EF94AA5}" srcOrd="0" destOrd="0" presId="urn:microsoft.com/office/officeart/2005/8/layout/hProcess4"/>
    <dgm:cxn modelId="{74CAC090-D1D9-484E-86D5-20BB400BA333}" type="presParOf" srcId="{12924DE1-A169-406B-A0ED-BBB6D8535740}" destId="{697AB80E-273D-4F21-82E2-43DBDF14BF02}" srcOrd="1" destOrd="0" presId="urn:microsoft.com/office/officeart/2005/8/layout/hProcess4"/>
    <dgm:cxn modelId="{37985BB5-B758-4D4C-A73B-77747B8E4B1D}" type="presParOf" srcId="{12924DE1-A169-406B-A0ED-BBB6D8535740}" destId="{6FC1FF61-43BC-46EB-AE10-46FEA3A9A3A3}" srcOrd="2" destOrd="0" presId="urn:microsoft.com/office/officeart/2005/8/layout/hProcess4"/>
    <dgm:cxn modelId="{B51AE0A0-6C3E-44E0-AD82-5C16A564665A}" type="presParOf" srcId="{12924DE1-A169-406B-A0ED-BBB6D8535740}" destId="{F49DC41F-A1E7-4A97-80B1-DDFC8BC3B152}" srcOrd="3" destOrd="0" presId="urn:microsoft.com/office/officeart/2005/8/layout/hProcess4"/>
    <dgm:cxn modelId="{A20C51B7-743E-460A-B407-49CD009CFFEB}" type="presParOf" srcId="{12924DE1-A169-406B-A0ED-BBB6D8535740}" destId="{2805715E-C330-4EB3-BAED-76CE320497BE}" srcOrd="4" destOrd="0" presId="urn:microsoft.com/office/officeart/2005/8/layout/hProcess4"/>
    <dgm:cxn modelId="{F6DE5CDC-606A-4202-A3A3-5012213A7F51}" type="presParOf" srcId="{9E2C008B-A5E8-4C58-A8B3-1A97B8E8CB4B}" destId="{EAD0572D-CE5C-4574-B23B-8ABEE1C3A69A}" srcOrd="3" destOrd="0" presId="urn:microsoft.com/office/officeart/2005/8/layout/hProcess4"/>
    <dgm:cxn modelId="{D633802D-72D2-4A0C-B0D5-E98DD70AB646}" type="presParOf" srcId="{9E2C008B-A5E8-4C58-A8B3-1A97B8E8CB4B}" destId="{A3D2C8DC-2A63-4116-A75B-83B47994F2ED}" srcOrd="4" destOrd="0" presId="urn:microsoft.com/office/officeart/2005/8/layout/hProcess4"/>
    <dgm:cxn modelId="{FD84E280-9A63-44FD-AF41-9F57FC054308}" type="presParOf" srcId="{A3D2C8DC-2A63-4116-A75B-83B47994F2ED}" destId="{96C8F5B7-AB13-4BFE-B179-719CCF2CA442}" srcOrd="0" destOrd="0" presId="urn:microsoft.com/office/officeart/2005/8/layout/hProcess4"/>
    <dgm:cxn modelId="{36FF1713-9F7F-4089-9E16-6F98EB75289C}" type="presParOf" srcId="{A3D2C8DC-2A63-4116-A75B-83B47994F2ED}" destId="{CD093559-D670-4BEE-9A68-624A9F6D272A}" srcOrd="1" destOrd="0" presId="urn:microsoft.com/office/officeart/2005/8/layout/hProcess4"/>
    <dgm:cxn modelId="{EBD85700-4A63-4C0E-8C6A-9615A3584913}" type="presParOf" srcId="{A3D2C8DC-2A63-4116-A75B-83B47994F2ED}" destId="{B3FC113D-0FE0-4D11-9D6A-6BAE41646415}" srcOrd="2" destOrd="0" presId="urn:microsoft.com/office/officeart/2005/8/layout/hProcess4"/>
    <dgm:cxn modelId="{F86FE65A-E73D-4588-B33E-6D7B9BD50236}" type="presParOf" srcId="{A3D2C8DC-2A63-4116-A75B-83B47994F2ED}" destId="{DECB02BD-06DC-40B8-9911-FA8F77DDA0CE}" srcOrd="3" destOrd="0" presId="urn:microsoft.com/office/officeart/2005/8/layout/hProcess4"/>
    <dgm:cxn modelId="{A78A41DA-499D-441C-BB6B-013D8B65EB73}" type="presParOf" srcId="{A3D2C8DC-2A63-4116-A75B-83B47994F2ED}" destId="{01448240-49A1-44A1-A5C5-52F20417DB72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B9455BDB-0625-47F0-96C4-94D7AE6CC0F9}" type="doc">
      <dgm:prSet loTypeId="urn:microsoft.com/office/officeart/2008/layout/PictureAccentList" loCatId="list" qsTypeId="urn:microsoft.com/office/officeart/2005/8/quickstyle/simple1" qsCatId="simple" csTypeId="urn:microsoft.com/office/officeart/2005/8/colors/colorful5" csCatId="colorful" phldr="1"/>
      <dgm:spPr/>
    </dgm:pt>
    <dgm:pt modelId="{FD554135-1F66-4C82-B001-6D8D68F389C5}" type="pres">
      <dgm:prSet presAssocID="{B9455BDB-0625-47F0-96C4-94D7AE6CC0F9}" presName="layout" presStyleCnt="0">
        <dgm:presLayoutVars>
          <dgm:chMax/>
          <dgm:chPref/>
          <dgm:dir/>
          <dgm:animOne val="branch"/>
          <dgm:animLvl val="lvl"/>
          <dgm:resizeHandles/>
        </dgm:presLayoutVars>
      </dgm:prSet>
      <dgm:spPr/>
    </dgm:pt>
  </dgm:ptLst>
  <dgm:cxnLst>
    <dgm:cxn modelId="{331065CC-888B-4471-BB12-1F88FAF93984}" type="presOf" srcId="{B9455BDB-0625-47F0-96C4-94D7AE6CC0F9}" destId="{FD554135-1F66-4C82-B001-6D8D68F389C5}" srcOrd="0" destOrd="0" presId="urn:microsoft.com/office/officeart/2008/layout/PictureAccent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BC55A3B9-A411-48B7-97FE-CDC24F8CE207}" type="doc">
      <dgm:prSet loTypeId="urn:microsoft.com/office/officeart/2005/8/layout/hProcess4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s-CO"/>
        </a:p>
      </dgm:t>
    </dgm:pt>
    <dgm:pt modelId="{8409013C-602F-4522-BF77-73F2FB353EED}">
      <dgm:prSet phldrT="[Texto]"/>
      <dgm:spPr/>
      <dgm:t>
        <a:bodyPr/>
        <a:lstStyle/>
        <a:p>
          <a:r>
            <a:rPr lang="es-MX" b="1" dirty="0"/>
            <a:t>Deserción por incumplimiento Etapa Productiva</a:t>
          </a:r>
          <a:endParaRPr lang="es-CO" b="1" dirty="0"/>
        </a:p>
      </dgm:t>
    </dgm:pt>
    <dgm:pt modelId="{D96FBE1D-D6AE-44DB-8D18-F39475896BE7}" type="parTrans" cxnId="{A0A30B5F-5B56-4C59-B65B-C9AB647485D4}">
      <dgm:prSet/>
      <dgm:spPr/>
      <dgm:t>
        <a:bodyPr/>
        <a:lstStyle/>
        <a:p>
          <a:endParaRPr lang="es-CO"/>
        </a:p>
      </dgm:t>
    </dgm:pt>
    <dgm:pt modelId="{25603098-B44E-499A-8672-26DA9F614625}" type="sibTrans" cxnId="{A0A30B5F-5B56-4C59-B65B-C9AB647485D4}">
      <dgm:prSet/>
      <dgm:spPr/>
      <dgm:t>
        <a:bodyPr/>
        <a:lstStyle/>
        <a:p>
          <a:endParaRPr lang="es-CO"/>
        </a:p>
      </dgm:t>
    </dgm:pt>
    <dgm:pt modelId="{08D716F4-6C0B-4E44-9281-C4B4DAD50017}">
      <dgm:prSet phldrT="[Texto]"/>
      <dgm:spPr/>
      <dgm:t>
        <a:bodyPr/>
        <a:lstStyle/>
        <a:p>
          <a:r>
            <a:rPr lang="es-MX" dirty="0"/>
            <a:t>Se presenta cuando terminada la etapa lectiva y teniendo como plazo limite de finalización por fecha de grupo el aprendiz no presenta la planeación de su etapa productiva en el formato establecido </a:t>
          </a:r>
          <a:endParaRPr lang="es-CO" dirty="0"/>
        </a:p>
      </dgm:t>
    </dgm:pt>
    <dgm:pt modelId="{062E72C9-D358-455B-B097-BEB243478038}" type="parTrans" cxnId="{2A9982B0-24C0-4D1E-B2D8-5BF970DAF307}">
      <dgm:prSet/>
      <dgm:spPr/>
      <dgm:t>
        <a:bodyPr/>
        <a:lstStyle/>
        <a:p>
          <a:endParaRPr lang="es-CO"/>
        </a:p>
      </dgm:t>
    </dgm:pt>
    <dgm:pt modelId="{1A004E4F-4A7B-4A66-8258-5ACA16CFE203}" type="sibTrans" cxnId="{2A9982B0-24C0-4D1E-B2D8-5BF970DAF307}">
      <dgm:prSet/>
      <dgm:spPr/>
      <dgm:t>
        <a:bodyPr/>
        <a:lstStyle/>
        <a:p>
          <a:endParaRPr lang="es-CO"/>
        </a:p>
      </dgm:t>
    </dgm:pt>
    <dgm:pt modelId="{FA512E8E-70A9-4B32-A03C-86D568FFFB29}">
      <dgm:prSet phldrT="[Texto]"/>
      <dgm:spPr/>
      <dgm:t>
        <a:bodyPr/>
        <a:lstStyle/>
        <a:p>
          <a:r>
            <a:rPr lang="es-MX" dirty="0"/>
            <a:t>Deserción por falta de gestión oportuna de novedades</a:t>
          </a:r>
          <a:endParaRPr lang="es-CO" dirty="0"/>
        </a:p>
      </dgm:t>
    </dgm:pt>
    <dgm:pt modelId="{4CA6F47E-D19F-481D-982C-771D547F799F}" type="parTrans" cxnId="{6CB490E5-F8AB-4AEA-8CF4-07F28C7DD0B2}">
      <dgm:prSet/>
      <dgm:spPr/>
      <dgm:t>
        <a:bodyPr/>
        <a:lstStyle/>
        <a:p>
          <a:endParaRPr lang="es-CO"/>
        </a:p>
      </dgm:t>
    </dgm:pt>
    <dgm:pt modelId="{49317E1A-B2A3-4744-B035-67AC45C67277}" type="sibTrans" cxnId="{6CB490E5-F8AB-4AEA-8CF4-07F28C7DD0B2}">
      <dgm:prSet/>
      <dgm:spPr/>
      <dgm:t>
        <a:bodyPr/>
        <a:lstStyle/>
        <a:p>
          <a:endParaRPr lang="es-CO"/>
        </a:p>
      </dgm:t>
    </dgm:pt>
    <dgm:pt modelId="{D3BF6578-EB4B-463C-9379-3CF2FDBC6FB6}">
      <dgm:prSet phldrT="[Texto]"/>
      <dgm:spPr/>
      <dgm:t>
        <a:bodyPr/>
        <a:lstStyle/>
        <a:p>
          <a:r>
            <a:rPr lang="es-MX" dirty="0"/>
            <a:t>Se presenta cuando el aprendiz no registra o gestiona la solicitud de reintegro al proceso de formación por lo menos tres días hábiles antes de cumplir la fecha fin del aplazamiento </a:t>
          </a:r>
          <a:endParaRPr lang="es-CO" dirty="0"/>
        </a:p>
      </dgm:t>
    </dgm:pt>
    <dgm:pt modelId="{BB3BA008-442D-40E5-8328-1CE020D11AB9}" type="parTrans" cxnId="{B2356284-2D10-4970-A39C-01D99E8B5EFF}">
      <dgm:prSet/>
      <dgm:spPr/>
      <dgm:t>
        <a:bodyPr/>
        <a:lstStyle/>
        <a:p>
          <a:endParaRPr lang="es-CO"/>
        </a:p>
      </dgm:t>
    </dgm:pt>
    <dgm:pt modelId="{3880F771-9940-4B98-A0CA-46AB52F79FD8}" type="sibTrans" cxnId="{B2356284-2D10-4970-A39C-01D99E8B5EFF}">
      <dgm:prSet/>
      <dgm:spPr/>
      <dgm:t>
        <a:bodyPr/>
        <a:lstStyle/>
        <a:p>
          <a:endParaRPr lang="es-CO"/>
        </a:p>
      </dgm:t>
    </dgm:pt>
    <dgm:pt modelId="{DDE6BBD8-1412-4B30-8F60-8E73EADA6900}">
      <dgm:prSet phldrT="[Texto]"/>
      <dgm:spPr/>
      <dgm:t>
        <a:bodyPr/>
        <a:lstStyle/>
        <a:p>
          <a:r>
            <a:rPr lang="es-MX" dirty="0"/>
            <a:t>Se garantizará el debido proceso dando cumplimiento a lo establecido en el capitulo de medias disciplinarias y sancionatorios</a:t>
          </a:r>
          <a:endParaRPr lang="es-CO" dirty="0"/>
        </a:p>
      </dgm:t>
    </dgm:pt>
    <dgm:pt modelId="{8CFC56DA-BC49-49CF-852A-311326DB1F56}" type="parTrans" cxnId="{C496B158-1B49-477A-A7E1-63661C6E4C8F}">
      <dgm:prSet/>
      <dgm:spPr/>
      <dgm:t>
        <a:bodyPr/>
        <a:lstStyle/>
        <a:p>
          <a:endParaRPr lang="es-CO"/>
        </a:p>
      </dgm:t>
    </dgm:pt>
    <dgm:pt modelId="{9F78AC85-5676-4E6F-B8A4-CED79D25339D}" type="sibTrans" cxnId="{C496B158-1B49-477A-A7E1-63661C6E4C8F}">
      <dgm:prSet/>
      <dgm:spPr/>
      <dgm:t>
        <a:bodyPr/>
        <a:lstStyle/>
        <a:p>
          <a:endParaRPr lang="es-CO"/>
        </a:p>
      </dgm:t>
    </dgm:pt>
    <dgm:pt modelId="{76D5E2AE-6415-4672-A361-7981DE5ED848}">
      <dgm:prSet phldrT="[Texto]"/>
      <dgm:spPr/>
      <dgm:t>
        <a:bodyPr/>
        <a:lstStyle/>
        <a:p>
          <a:r>
            <a:rPr lang="es-MX" dirty="0"/>
            <a:t>Debido proceso</a:t>
          </a:r>
          <a:endParaRPr lang="es-CO" dirty="0"/>
        </a:p>
      </dgm:t>
    </dgm:pt>
    <dgm:pt modelId="{21E52090-711F-4F6C-A25C-EF89EFEBE579}" type="sibTrans" cxnId="{A206FC6F-E9FC-4AF6-914B-FEBB65CFED82}">
      <dgm:prSet/>
      <dgm:spPr/>
      <dgm:t>
        <a:bodyPr/>
        <a:lstStyle/>
        <a:p>
          <a:endParaRPr lang="es-CO"/>
        </a:p>
      </dgm:t>
    </dgm:pt>
    <dgm:pt modelId="{86FA0778-9EC9-4ABF-8AB2-8FFC4980ED88}" type="parTrans" cxnId="{A206FC6F-E9FC-4AF6-914B-FEBB65CFED82}">
      <dgm:prSet/>
      <dgm:spPr/>
      <dgm:t>
        <a:bodyPr/>
        <a:lstStyle/>
        <a:p>
          <a:endParaRPr lang="es-CO"/>
        </a:p>
      </dgm:t>
    </dgm:pt>
    <dgm:pt modelId="{6BB6C31F-1E07-4262-8820-0953960EDDED}" type="pres">
      <dgm:prSet presAssocID="{BC55A3B9-A411-48B7-97FE-CDC24F8CE207}" presName="Name0" presStyleCnt="0">
        <dgm:presLayoutVars>
          <dgm:dir/>
          <dgm:animLvl val="lvl"/>
          <dgm:resizeHandles val="exact"/>
        </dgm:presLayoutVars>
      </dgm:prSet>
      <dgm:spPr/>
    </dgm:pt>
    <dgm:pt modelId="{8930FA90-F446-459F-8E77-C5CFCC90070D}" type="pres">
      <dgm:prSet presAssocID="{BC55A3B9-A411-48B7-97FE-CDC24F8CE207}" presName="tSp" presStyleCnt="0"/>
      <dgm:spPr/>
    </dgm:pt>
    <dgm:pt modelId="{FB9B8A44-3B23-4684-965B-E7DC7B8E891D}" type="pres">
      <dgm:prSet presAssocID="{BC55A3B9-A411-48B7-97FE-CDC24F8CE207}" presName="bSp" presStyleCnt="0"/>
      <dgm:spPr/>
    </dgm:pt>
    <dgm:pt modelId="{9E2C008B-A5E8-4C58-A8B3-1A97B8E8CB4B}" type="pres">
      <dgm:prSet presAssocID="{BC55A3B9-A411-48B7-97FE-CDC24F8CE207}" presName="process" presStyleCnt="0"/>
      <dgm:spPr/>
    </dgm:pt>
    <dgm:pt modelId="{259B2441-2149-43A2-BA99-8EE5F706EFAA}" type="pres">
      <dgm:prSet presAssocID="{8409013C-602F-4522-BF77-73F2FB353EED}" presName="composite1" presStyleCnt="0"/>
      <dgm:spPr/>
    </dgm:pt>
    <dgm:pt modelId="{A397345B-B0B6-4B82-8DAC-926A98A4D9B0}" type="pres">
      <dgm:prSet presAssocID="{8409013C-602F-4522-BF77-73F2FB353EED}" presName="dummyNode1" presStyleLbl="node1" presStyleIdx="0" presStyleCnt="3"/>
      <dgm:spPr/>
    </dgm:pt>
    <dgm:pt modelId="{B2121BCC-65C8-4425-A9D0-588266B7466C}" type="pres">
      <dgm:prSet presAssocID="{8409013C-602F-4522-BF77-73F2FB353EED}" presName="childNode1" presStyleLbl="bgAcc1" presStyleIdx="0" presStyleCnt="3" custLinFactNeighborX="-606">
        <dgm:presLayoutVars>
          <dgm:bulletEnabled val="1"/>
        </dgm:presLayoutVars>
      </dgm:prSet>
      <dgm:spPr/>
    </dgm:pt>
    <dgm:pt modelId="{B3ED1DAB-7568-442D-9986-AB477297CD5B}" type="pres">
      <dgm:prSet presAssocID="{8409013C-602F-4522-BF77-73F2FB353EED}" presName="childNode1tx" presStyleLbl="bgAcc1" presStyleIdx="0" presStyleCnt="3">
        <dgm:presLayoutVars>
          <dgm:bulletEnabled val="1"/>
        </dgm:presLayoutVars>
      </dgm:prSet>
      <dgm:spPr/>
    </dgm:pt>
    <dgm:pt modelId="{121308A8-49CA-467D-888B-E16CE7700672}" type="pres">
      <dgm:prSet presAssocID="{8409013C-602F-4522-BF77-73F2FB353EED}" presName="parentNode1" presStyleLbl="node1" presStyleIdx="0" presStyleCnt="3">
        <dgm:presLayoutVars>
          <dgm:chMax val="1"/>
          <dgm:bulletEnabled val="1"/>
        </dgm:presLayoutVars>
      </dgm:prSet>
      <dgm:spPr/>
    </dgm:pt>
    <dgm:pt modelId="{AED229D2-7B65-4F40-8045-D58A51E891D4}" type="pres">
      <dgm:prSet presAssocID="{8409013C-602F-4522-BF77-73F2FB353EED}" presName="connSite1" presStyleCnt="0"/>
      <dgm:spPr/>
    </dgm:pt>
    <dgm:pt modelId="{02E12D46-91A5-4FF1-A375-AD45134C1F53}" type="pres">
      <dgm:prSet presAssocID="{25603098-B44E-499A-8672-26DA9F614625}" presName="Name9" presStyleLbl="sibTrans2D1" presStyleIdx="0" presStyleCnt="2"/>
      <dgm:spPr/>
    </dgm:pt>
    <dgm:pt modelId="{12924DE1-A169-406B-A0ED-BBB6D8535740}" type="pres">
      <dgm:prSet presAssocID="{FA512E8E-70A9-4B32-A03C-86D568FFFB29}" presName="composite2" presStyleCnt="0"/>
      <dgm:spPr/>
    </dgm:pt>
    <dgm:pt modelId="{ACD046F0-5D8E-4245-9DF6-4A368EF94AA5}" type="pres">
      <dgm:prSet presAssocID="{FA512E8E-70A9-4B32-A03C-86D568FFFB29}" presName="dummyNode2" presStyleLbl="node1" presStyleIdx="0" presStyleCnt="3"/>
      <dgm:spPr/>
    </dgm:pt>
    <dgm:pt modelId="{697AB80E-273D-4F21-82E2-43DBDF14BF02}" type="pres">
      <dgm:prSet presAssocID="{FA512E8E-70A9-4B32-A03C-86D568FFFB29}" presName="childNode2" presStyleLbl="bgAcc1" presStyleIdx="1" presStyleCnt="3">
        <dgm:presLayoutVars>
          <dgm:bulletEnabled val="1"/>
        </dgm:presLayoutVars>
      </dgm:prSet>
      <dgm:spPr/>
    </dgm:pt>
    <dgm:pt modelId="{6FC1FF61-43BC-46EB-AE10-46FEA3A9A3A3}" type="pres">
      <dgm:prSet presAssocID="{FA512E8E-70A9-4B32-A03C-86D568FFFB29}" presName="childNode2tx" presStyleLbl="bgAcc1" presStyleIdx="1" presStyleCnt="3">
        <dgm:presLayoutVars>
          <dgm:bulletEnabled val="1"/>
        </dgm:presLayoutVars>
      </dgm:prSet>
      <dgm:spPr/>
    </dgm:pt>
    <dgm:pt modelId="{F49DC41F-A1E7-4A97-80B1-DDFC8BC3B152}" type="pres">
      <dgm:prSet presAssocID="{FA512E8E-70A9-4B32-A03C-86D568FFFB29}" presName="parentNode2" presStyleLbl="node1" presStyleIdx="1" presStyleCnt="3">
        <dgm:presLayoutVars>
          <dgm:chMax val="0"/>
          <dgm:bulletEnabled val="1"/>
        </dgm:presLayoutVars>
      </dgm:prSet>
      <dgm:spPr/>
    </dgm:pt>
    <dgm:pt modelId="{2805715E-C330-4EB3-BAED-76CE320497BE}" type="pres">
      <dgm:prSet presAssocID="{FA512E8E-70A9-4B32-A03C-86D568FFFB29}" presName="connSite2" presStyleCnt="0"/>
      <dgm:spPr/>
    </dgm:pt>
    <dgm:pt modelId="{EAD0572D-CE5C-4574-B23B-8ABEE1C3A69A}" type="pres">
      <dgm:prSet presAssocID="{49317E1A-B2A3-4744-B035-67AC45C67277}" presName="Name18" presStyleLbl="sibTrans2D1" presStyleIdx="1" presStyleCnt="2"/>
      <dgm:spPr/>
    </dgm:pt>
    <dgm:pt modelId="{A3D2C8DC-2A63-4116-A75B-83B47994F2ED}" type="pres">
      <dgm:prSet presAssocID="{76D5E2AE-6415-4672-A361-7981DE5ED848}" presName="composite1" presStyleCnt="0"/>
      <dgm:spPr/>
    </dgm:pt>
    <dgm:pt modelId="{96C8F5B7-AB13-4BFE-B179-719CCF2CA442}" type="pres">
      <dgm:prSet presAssocID="{76D5E2AE-6415-4672-A361-7981DE5ED848}" presName="dummyNode1" presStyleLbl="node1" presStyleIdx="1" presStyleCnt="3"/>
      <dgm:spPr/>
    </dgm:pt>
    <dgm:pt modelId="{CD093559-D670-4BEE-9A68-624A9F6D272A}" type="pres">
      <dgm:prSet presAssocID="{76D5E2AE-6415-4672-A361-7981DE5ED848}" presName="childNode1" presStyleLbl="bgAcc1" presStyleIdx="2" presStyleCnt="3">
        <dgm:presLayoutVars>
          <dgm:bulletEnabled val="1"/>
        </dgm:presLayoutVars>
      </dgm:prSet>
      <dgm:spPr/>
    </dgm:pt>
    <dgm:pt modelId="{B3FC113D-0FE0-4D11-9D6A-6BAE41646415}" type="pres">
      <dgm:prSet presAssocID="{76D5E2AE-6415-4672-A361-7981DE5ED848}" presName="childNode1tx" presStyleLbl="bgAcc1" presStyleIdx="2" presStyleCnt="3">
        <dgm:presLayoutVars>
          <dgm:bulletEnabled val="1"/>
        </dgm:presLayoutVars>
      </dgm:prSet>
      <dgm:spPr/>
    </dgm:pt>
    <dgm:pt modelId="{DECB02BD-06DC-40B8-9911-FA8F77DDA0CE}" type="pres">
      <dgm:prSet presAssocID="{76D5E2AE-6415-4672-A361-7981DE5ED848}" presName="parentNode1" presStyleLbl="node1" presStyleIdx="2" presStyleCnt="3" custAng="0">
        <dgm:presLayoutVars>
          <dgm:chMax val="1"/>
          <dgm:bulletEnabled val="1"/>
        </dgm:presLayoutVars>
      </dgm:prSet>
      <dgm:spPr/>
    </dgm:pt>
    <dgm:pt modelId="{01448240-49A1-44A1-A5C5-52F20417DB72}" type="pres">
      <dgm:prSet presAssocID="{76D5E2AE-6415-4672-A361-7981DE5ED848}" presName="connSite1" presStyleCnt="0"/>
      <dgm:spPr/>
    </dgm:pt>
  </dgm:ptLst>
  <dgm:cxnLst>
    <dgm:cxn modelId="{215B9C30-3B51-4E7A-AA7D-F30F883E7FD4}" type="presOf" srcId="{8409013C-602F-4522-BF77-73F2FB353EED}" destId="{121308A8-49CA-467D-888B-E16CE7700672}" srcOrd="0" destOrd="0" presId="urn:microsoft.com/office/officeart/2005/8/layout/hProcess4"/>
    <dgm:cxn modelId="{A0A30B5F-5B56-4C59-B65B-C9AB647485D4}" srcId="{BC55A3B9-A411-48B7-97FE-CDC24F8CE207}" destId="{8409013C-602F-4522-BF77-73F2FB353EED}" srcOrd="0" destOrd="0" parTransId="{D96FBE1D-D6AE-44DB-8D18-F39475896BE7}" sibTransId="{25603098-B44E-499A-8672-26DA9F614625}"/>
    <dgm:cxn modelId="{B1613E67-A32E-4989-8740-12E0ACB998F0}" type="presOf" srcId="{49317E1A-B2A3-4744-B035-67AC45C67277}" destId="{EAD0572D-CE5C-4574-B23B-8ABEE1C3A69A}" srcOrd="0" destOrd="0" presId="urn:microsoft.com/office/officeart/2005/8/layout/hProcess4"/>
    <dgm:cxn modelId="{83777368-595E-464A-9F4B-44081429D483}" type="presOf" srcId="{08D716F4-6C0B-4E44-9281-C4B4DAD50017}" destId="{B2121BCC-65C8-4425-A9D0-588266B7466C}" srcOrd="0" destOrd="0" presId="urn:microsoft.com/office/officeart/2005/8/layout/hProcess4"/>
    <dgm:cxn modelId="{A206FC6F-E9FC-4AF6-914B-FEBB65CFED82}" srcId="{BC55A3B9-A411-48B7-97FE-CDC24F8CE207}" destId="{76D5E2AE-6415-4672-A361-7981DE5ED848}" srcOrd="2" destOrd="0" parTransId="{86FA0778-9EC9-4ABF-8AB2-8FFC4980ED88}" sibTransId="{21E52090-711F-4F6C-A25C-EF89EFEBE579}"/>
    <dgm:cxn modelId="{C496B158-1B49-477A-A7E1-63661C6E4C8F}" srcId="{76D5E2AE-6415-4672-A361-7981DE5ED848}" destId="{DDE6BBD8-1412-4B30-8F60-8E73EADA6900}" srcOrd="0" destOrd="0" parTransId="{8CFC56DA-BC49-49CF-852A-311326DB1F56}" sibTransId="{9F78AC85-5676-4E6F-B8A4-CED79D25339D}"/>
    <dgm:cxn modelId="{E2A5BC7A-9718-4A0C-9D3D-5C44403C3EDA}" type="presOf" srcId="{D3BF6578-EB4B-463C-9379-3CF2FDBC6FB6}" destId="{6FC1FF61-43BC-46EB-AE10-46FEA3A9A3A3}" srcOrd="1" destOrd="0" presId="urn:microsoft.com/office/officeart/2005/8/layout/hProcess4"/>
    <dgm:cxn modelId="{8D5C7A81-2CC0-4958-AB68-8EC8317FE02A}" type="presOf" srcId="{BC55A3B9-A411-48B7-97FE-CDC24F8CE207}" destId="{6BB6C31F-1E07-4262-8820-0953960EDDED}" srcOrd="0" destOrd="0" presId="urn:microsoft.com/office/officeart/2005/8/layout/hProcess4"/>
    <dgm:cxn modelId="{B2356284-2D10-4970-A39C-01D99E8B5EFF}" srcId="{FA512E8E-70A9-4B32-A03C-86D568FFFB29}" destId="{D3BF6578-EB4B-463C-9379-3CF2FDBC6FB6}" srcOrd="0" destOrd="0" parTransId="{BB3BA008-442D-40E5-8328-1CE020D11AB9}" sibTransId="{3880F771-9940-4B98-A0CA-46AB52F79FD8}"/>
    <dgm:cxn modelId="{8BE29E94-30E5-432B-B473-276EBC963C79}" type="presOf" srcId="{D3BF6578-EB4B-463C-9379-3CF2FDBC6FB6}" destId="{697AB80E-273D-4F21-82E2-43DBDF14BF02}" srcOrd="0" destOrd="0" presId="urn:microsoft.com/office/officeart/2005/8/layout/hProcess4"/>
    <dgm:cxn modelId="{2A9982B0-24C0-4D1E-B2D8-5BF970DAF307}" srcId="{8409013C-602F-4522-BF77-73F2FB353EED}" destId="{08D716F4-6C0B-4E44-9281-C4B4DAD50017}" srcOrd="0" destOrd="0" parTransId="{062E72C9-D358-455B-B097-BEB243478038}" sibTransId="{1A004E4F-4A7B-4A66-8258-5ACA16CFE203}"/>
    <dgm:cxn modelId="{7BC775C2-CFE0-462B-9DC4-B42F03F9C6F1}" type="presOf" srcId="{FA512E8E-70A9-4B32-A03C-86D568FFFB29}" destId="{F49DC41F-A1E7-4A97-80B1-DDFC8BC3B152}" srcOrd="0" destOrd="0" presId="urn:microsoft.com/office/officeart/2005/8/layout/hProcess4"/>
    <dgm:cxn modelId="{60BCA8C6-04EB-4789-BD11-827F6AC5721F}" type="presOf" srcId="{DDE6BBD8-1412-4B30-8F60-8E73EADA6900}" destId="{CD093559-D670-4BEE-9A68-624A9F6D272A}" srcOrd="0" destOrd="0" presId="urn:microsoft.com/office/officeart/2005/8/layout/hProcess4"/>
    <dgm:cxn modelId="{A3F428CF-2BED-4C65-BA45-08E5A50FC0FF}" type="presOf" srcId="{25603098-B44E-499A-8672-26DA9F614625}" destId="{02E12D46-91A5-4FF1-A375-AD45134C1F53}" srcOrd="0" destOrd="0" presId="urn:microsoft.com/office/officeart/2005/8/layout/hProcess4"/>
    <dgm:cxn modelId="{1BAA90DD-16FE-4516-97C4-787A7DB1D590}" type="presOf" srcId="{DDE6BBD8-1412-4B30-8F60-8E73EADA6900}" destId="{B3FC113D-0FE0-4D11-9D6A-6BAE41646415}" srcOrd="1" destOrd="0" presId="urn:microsoft.com/office/officeart/2005/8/layout/hProcess4"/>
    <dgm:cxn modelId="{6CB490E5-F8AB-4AEA-8CF4-07F28C7DD0B2}" srcId="{BC55A3B9-A411-48B7-97FE-CDC24F8CE207}" destId="{FA512E8E-70A9-4B32-A03C-86D568FFFB29}" srcOrd="1" destOrd="0" parTransId="{4CA6F47E-D19F-481D-982C-771D547F799F}" sibTransId="{49317E1A-B2A3-4744-B035-67AC45C67277}"/>
    <dgm:cxn modelId="{D6FDFCFC-EDFD-4143-8D41-BF228FF31C5D}" type="presOf" srcId="{08D716F4-6C0B-4E44-9281-C4B4DAD50017}" destId="{B3ED1DAB-7568-442D-9986-AB477297CD5B}" srcOrd="1" destOrd="0" presId="urn:microsoft.com/office/officeart/2005/8/layout/hProcess4"/>
    <dgm:cxn modelId="{C1BBFAFD-B9CB-48B8-87FA-D0984282315C}" type="presOf" srcId="{76D5E2AE-6415-4672-A361-7981DE5ED848}" destId="{DECB02BD-06DC-40B8-9911-FA8F77DDA0CE}" srcOrd="0" destOrd="0" presId="urn:microsoft.com/office/officeart/2005/8/layout/hProcess4"/>
    <dgm:cxn modelId="{0D941532-5A63-4B13-8744-BEE024C326E6}" type="presParOf" srcId="{6BB6C31F-1E07-4262-8820-0953960EDDED}" destId="{8930FA90-F446-459F-8E77-C5CFCC90070D}" srcOrd="0" destOrd="0" presId="urn:microsoft.com/office/officeart/2005/8/layout/hProcess4"/>
    <dgm:cxn modelId="{1F7662D0-2CCE-4FE4-A374-1453073BBF71}" type="presParOf" srcId="{6BB6C31F-1E07-4262-8820-0953960EDDED}" destId="{FB9B8A44-3B23-4684-965B-E7DC7B8E891D}" srcOrd="1" destOrd="0" presId="urn:microsoft.com/office/officeart/2005/8/layout/hProcess4"/>
    <dgm:cxn modelId="{FBB277AB-16A0-48DA-A761-90CCA0D96944}" type="presParOf" srcId="{6BB6C31F-1E07-4262-8820-0953960EDDED}" destId="{9E2C008B-A5E8-4C58-A8B3-1A97B8E8CB4B}" srcOrd="2" destOrd="0" presId="urn:microsoft.com/office/officeart/2005/8/layout/hProcess4"/>
    <dgm:cxn modelId="{A0477F35-B180-4CC8-AE52-F8CF367D3232}" type="presParOf" srcId="{9E2C008B-A5E8-4C58-A8B3-1A97B8E8CB4B}" destId="{259B2441-2149-43A2-BA99-8EE5F706EFAA}" srcOrd="0" destOrd="0" presId="urn:microsoft.com/office/officeart/2005/8/layout/hProcess4"/>
    <dgm:cxn modelId="{E805240D-2CBD-4CC1-97DA-A544CEBC17EC}" type="presParOf" srcId="{259B2441-2149-43A2-BA99-8EE5F706EFAA}" destId="{A397345B-B0B6-4B82-8DAC-926A98A4D9B0}" srcOrd="0" destOrd="0" presId="urn:microsoft.com/office/officeart/2005/8/layout/hProcess4"/>
    <dgm:cxn modelId="{64AEBEE9-43DE-4EAA-BD3A-E9C9BAB2791B}" type="presParOf" srcId="{259B2441-2149-43A2-BA99-8EE5F706EFAA}" destId="{B2121BCC-65C8-4425-A9D0-588266B7466C}" srcOrd="1" destOrd="0" presId="urn:microsoft.com/office/officeart/2005/8/layout/hProcess4"/>
    <dgm:cxn modelId="{0347CBAE-A956-4408-A60F-8C81A6C450C7}" type="presParOf" srcId="{259B2441-2149-43A2-BA99-8EE5F706EFAA}" destId="{B3ED1DAB-7568-442D-9986-AB477297CD5B}" srcOrd="2" destOrd="0" presId="urn:microsoft.com/office/officeart/2005/8/layout/hProcess4"/>
    <dgm:cxn modelId="{976597F0-AFCD-4DD0-8781-DAF8DBFDEBB5}" type="presParOf" srcId="{259B2441-2149-43A2-BA99-8EE5F706EFAA}" destId="{121308A8-49CA-467D-888B-E16CE7700672}" srcOrd="3" destOrd="0" presId="urn:microsoft.com/office/officeart/2005/8/layout/hProcess4"/>
    <dgm:cxn modelId="{02AEAC45-036A-42B6-AE47-7C32D55C2B63}" type="presParOf" srcId="{259B2441-2149-43A2-BA99-8EE5F706EFAA}" destId="{AED229D2-7B65-4F40-8045-D58A51E891D4}" srcOrd="4" destOrd="0" presId="urn:microsoft.com/office/officeart/2005/8/layout/hProcess4"/>
    <dgm:cxn modelId="{CB0B2802-7695-4995-A9A2-118CE1247BFD}" type="presParOf" srcId="{9E2C008B-A5E8-4C58-A8B3-1A97B8E8CB4B}" destId="{02E12D46-91A5-4FF1-A375-AD45134C1F53}" srcOrd="1" destOrd="0" presId="urn:microsoft.com/office/officeart/2005/8/layout/hProcess4"/>
    <dgm:cxn modelId="{87693ED0-90B2-4667-9776-66406BEA9071}" type="presParOf" srcId="{9E2C008B-A5E8-4C58-A8B3-1A97B8E8CB4B}" destId="{12924DE1-A169-406B-A0ED-BBB6D8535740}" srcOrd="2" destOrd="0" presId="urn:microsoft.com/office/officeart/2005/8/layout/hProcess4"/>
    <dgm:cxn modelId="{24103B92-017C-41D5-AEB2-8D1A4BB6A630}" type="presParOf" srcId="{12924DE1-A169-406B-A0ED-BBB6D8535740}" destId="{ACD046F0-5D8E-4245-9DF6-4A368EF94AA5}" srcOrd="0" destOrd="0" presId="urn:microsoft.com/office/officeart/2005/8/layout/hProcess4"/>
    <dgm:cxn modelId="{74CAC090-D1D9-484E-86D5-20BB400BA333}" type="presParOf" srcId="{12924DE1-A169-406B-A0ED-BBB6D8535740}" destId="{697AB80E-273D-4F21-82E2-43DBDF14BF02}" srcOrd="1" destOrd="0" presId="urn:microsoft.com/office/officeart/2005/8/layout/hProcess4"/>
    <dgm:cxn modelId="{37985BB5-B758-4D4C-A73B-77747B8E4B1D}" type="presParOf" srcId="{12924DE1-A169-406B-A0ED-BBB6D8535740}" destId="{6FC1FF61-43BC-46EB-AE10-46FEA3A9A3A3}" srcOrd="2" destOrd="0" presId="urn:microsoft.com/office/officeart/2005/8/layout/hProcess4"/>
    <dgm:cxn modelId="{B51AE0A0-6C3E-44E0-AD82-5C16A564665A}" type="presParOf" srcId="{12924DE1-A169-406B-A0ED-BBB6D8535740}" destId="{F49DC41F-A1E7-4A97-80B1-DDFC8BC3B152}" srcOrd="3" destOrd="0" presId="urn:microsoft.com/office/officeart/2005/8/layout/hProcess4"/>
    <dgm:cxn modelId="{A20C51B7-743E-460A-B407-49CD009CFFEB}" type="presParOf" srcId="{12924DE1-A169-406B-A0ED-BBB6D8535740}" destId="{2805715E-C330-4EB3-BAED-76CE320497BE}" srcOrd="4" destOrd="0" presId="urn:microsoft.com/office/officeart/2005/8/layout/hProcess4"/>
    <dgm:cxn modelId="{F6DE5CDC-606A-4202-A3A3-5012213A7F51}" type="presParOf" srcId="{9E2C008B-A5E8-4C58-A8B3-1A97B8E8CB4B}" destId="{EAD0572D-CE5C-4574-B23B-8ABEE1C3A69A}" srcOrd="3" destOrd="0" presId="urn:microsoft.com/office/officeart/2005/8/layout/hProcess4"/>
    <dgm:cxn modelId="{D633802D-72D2-4A0C-B0D5-E98DD70AB646}" type="presParOf" srcId="{9E2C008B-A5E8-4C58-A8B3-1A97B8E8CB4B}" destId="{A3D2C8DC-2A63-4116-A75B-83B47994F2ED}" srcOrd="4" destOrd="0" presId="urn:microsoft.com/office/officeart/2005/8/layout/hProcess4"/>
    <dgm:cxn modelId="{FD84E280-9A63-44FD-AF41-9F57FC054308}" type="presParOf" srcId="{A3D2C8DC-2A63-4116-A75B-83B47994F2ED}" destId="{96C8F5B7-AB13-4BFE-B179-719CCF2CA442}" srcOrd="0" destOrd="0" presId="urn:microsoft.com/office/officeart/2005/8/layout/hProcess4"/>
    <dgm:cxn modelId="{36FF1713-9F7F-4089-9E16-6F98EB75289C}" type="presParOf" srcId="{A3D2C8DC-2A63-4116-A75B-83B47994F2ED}" destId="{CD093559-D670-4BEE-9A68-624A9F6D272A}" srcOrd="1" destOrd="0" presId="urn:microsoft.com/office/officeart/2005/8/layout/hProcess4"/>
    <dgm:cxn modelId="{EBD85700-4A63-4C0E-8C6A-9615A3584913}" type="presParOf" srcId="{A3D2C8DC-2A63-4116-A75B-83B47994F2ED}" destId="{B3FC113D-0FE0-4D11-9D6A-6BAE41646415}" srcOrd="2" destOrd="0" presId="urn:microsoft.com/office/officeart/2005/8/layout/hProcess4"/>
    <dgm:cxn modelId="{F86FE65A-E73D-4588-B33E-6D7B9BD50236}" type="presParOf" srcId="{A3D2C8DC-2A63-4116-A75B-83B47994F2ED}" destId="{DECB02BD-06DC-40B8-9911-FA8F77DDA0CE}" srcOrd="3" destOrd="0" presId="urn:microsoft.com/office/officeart/2005/8/layout/hProcess4"/>
    <dgm:cxn modelId="{A78A41DA-499D-441C-BB6B-013D8B65EB73}" type="presParOf" srcId="{A3D2C8DC-2A63-4116-A75B-83B47994F2ED}" destId="{01448240-49A1-44A1-A5C5-52F20417DB72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6D171316-CDC6-4260-8429-16BBCF5318D6}" type="doc">
      <dgm:prSet loTypeId="urn:microsoft.com/office/officeart/2005/8/layout/h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EB937B18-6FE7-40CC-89AC-7EE962EB9344}">
      <dgm:prSet phldrT="[Texto]"/>
      <dgm:spPr>
        <a:solidFill>
          <a:srgbClr val="FF6C00"/>
        </a:solidFill>
      </dgm:spPr>
      <dgm:t>
        <a:bodyPr/>
        <a:lstStyle/>
        <a:p>
          <a:r>
            <a:rPr lang="es-MX" dirty="0"/>
            <a:t>CAP II ART 31 Derechos del Aprendiz “Procedimiento en caso de deserción”</a:t>
          </a:r>
          <a:endParaRPr lang="es-CO" dirty="0"/>
        </a:p>
      </dgm:t>
    </dgm:pt>
    <dgm:pt modelId="{FBD50AB6-A852-44C7-BFF4-46966ABE7A65}" type="parTrans" cxnId="{DED9790B-CEBB-4E86-BD83-9EEA06A058B4}">
      <dgm:prSet/>
      <dgm:spPr/>
      <dgm:t>
        <a:bodyPr/>
        <a:lstStyle/>
        <a:p>
          <a:endParaRPr lang="es-CO"/>
        </a:p>
      </dgm:t>
    </dgm:pt>
    <dgm:pt modelId="{F5E179DA-15DA-4BBA-BE62-D93E4C29545E}" type="sibTrans" cxnId="{DED9790B-CEBB-4E86-BD83-9EEA06A058B4}">
      <dgm:prSet/>
      <dgm:spPr/>
      <dgm:t>
        <a:bodyPr/>
        <a:lstStyle/>
        <a:p>
          <a:endParaRPr lang="es-CO"/>
        </a:p>
      </dgm:t>
    </dgm:pt>
    <dgm:pt modelId="{7AF386A5-4AF5-4130-BF8A-81979141C5AF}">
      <dgm:prSet phldrT="[Texto]" custT="1"/>
      <dgm:spPr>
        <a:solidFill>
          <a:schemeClr val="accent6"/>
        </a:solidFill>
      </dgm:spPr>
      <dgm:t>
        <a:bodyPr/>
        <a:lstStyle/>
        <a:p>
          <a:r>
            <a:rPr lang="es-MX" sz="1600" b="1" dirty="0">
              <a:solidFill>
                <a:schemeClr val="tx1"/>
              </a:solidFill>
            </a:rPr>
            <a:t>Deserción por inasistencias al proceso de formación</a:t>
          </a:r>
          <a:r>
            <a:rPr lang="es-MX" sz="1600" dirty="0">
              <a:solidFill>
                <a:schemeClr val="tx1"/>
              </a:solidFill>
            </a:rPr>
            <a:t>: </a:t>
          </a:r>
        </a:p>
        <a:p>
          <a:r>
            <a:rPr lang="es-MX" sz="1600" dirty="0">
              <a:solidFill>
                <a:schemeClr val="tx1"/>
              </a:solidFill>
            </a:rPr>
            <a:t>Si el aprendiz no justifica la inasistencia, el instructor con el equipo ejecutor, reportarán la situación al comité de evaluación y seguimiento </a:t>
          </a:r>
          <a:endParaRPr lang="es-CO" sz="1600" dirty="0">
            <a:solidFill>
              <a:schemeClr val="tx1"/>
            </a:solidFill>
          </a:endParaRPr>
        </a:p>
      </dgm:t>
    </dgm:pt>
    <dgm:pt modelId="{B4931FD2-A25A-43B1-9160-55F98604B5A6}" type="parTrans" cxnId="{EEB98E58-C0AE-449C-8EED-C6D11CAD8D89}">
      <dgm:prSet/>
      <dgm:spPr/>
      <dgm:t>
        <a:bodyPr/>
        <a:lstStyle/>
        <a:p>
          <a:endParaRPr lang="es-CO"/>
        </a:p>
      </dgm:t>
    </dgm:pt>
    <dgm:pt modelId="{8E500B24-168A-4AF2-BD62-BA3F40F4CBC1}" type="sibTrans" cxnId="{EEB98E58-C0AE-449C-8EED-C6D11CAD8D89}">
      <dgm:prSet/>
      <dgm:spPr/>
      <dgm:t>
        <a:bodyPr/>
        <a:lstStyle/>
        <a:p>
          <a:endParaRPr lang="es-CO"/>
        </a:p>
      </dgm:t>
    </dgm:pt>
    <dgm:pt modelId="{62ED89E8-52C7-4505-B758-B01B69554688}">
      <dgm:prSet phldrT="[Texto]" custT="1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s-MX" sz="1600" b="1" dirty="0">
              <a:solidFill>
                <a:schemeClr val="tx1"/>
              </a:solidFill>
            </a:rPr>
            <a:t>Deserción por incumplimiento de la etapa productiva</a:t>
          </a:r>
          <a:r>
            <a:rPr lang="es-MX" sz="1600" dirty="0">
              <a:solidFill>
                <a:schemeClr val="tx1"/>
              </a:solidFill>
            </a:rPr>
            <a:t>: </a:t>
          </a:r>
        </a:p>
        <a:p>
          <a:r>
            <a:rPr lang="es-MX" sz="1600" dirty="0">
              <a:solidFill>
                <a:schemeClr val="tx1"/>
              </a:solidFill>
            </a:rPr>
            <a:t>Si el aprendiz no informa el motivo del incumplimiento o abandono al proceso formativo, el instructor de seguimiento, reportarán la situación al comité de evaluación y seguimiento </a:t>
          </a:r>
          <a:endParaRPr lang="es-CO" sz="1600" dirty="0">
            <a:solidFill>
              <a:schemeClr val="tx1"/>
            </a:solidFill>
          </a:endParaRPr>
        </a:p>
      </dgm:t>
    </dgm:pt>
    <dgm:pt modelId="{9307B646-F254-4711-A4C9-5A90874747F3}" type="parTrans" cxnId="{8D9C5F58-2D44-4DC0-984A-153B4F99C4B6}">
      <dgm:prSet/>
      <dgm:spPr/>
      <dgm:t>
        <a:bodyPr/>
        <a:lstStyle/>
        <a:p>
          <a:endParaRPr lang="es-CO"/>
        </a:p>
      </dgm:t>
    </dgm:pt>
    <dgm:pt modelId="{5AF9C3FF-1729-45AB-9F10-A9ED316194ED}" type="sibTrans" cxnId="{8D9C5F58-2D44-4DC0-984A-153B4F99C4B6}">
      <dgm:prSet/>
      <dgm:spPr/>
      <dgm:t>
        <a:bodyPr/>
        <a:lstStyle/>
        <a:p>
          <a:endParaRPr lang="es-CO"/>
        </a:p>
      </dgm:t>
    </dgm:pt>
    <dgm:pt modelId="{85115B41-385D-4F5A-8799-B1BD7B0B5641}">
      <dgm:prSet custT="1"/>
      <dgm:spPr>
        <a:solidFill>
          <a:schemeClr val="bg1">
            <a:lumMod val="75000"/>
          </a:schemeClr>
        </a:solidFill>
      </dgm:spPr>
      <dgm:t>
        <a:bodyPr/>
        <a:lstStyle/>
        <a:p>
          <a:r>
            <a:rPr lang="es-MX" sz="1600" b="1" dirty="0">
              <a:solidFill>
                <a:schemeClr val="tx1"/>
              </a:solidFill>
            </a:rPr>
            <a:t>Deserción por falta de gestión oportuna de novedades</a:t>
          </a:r>
          <a:r>
            <a:rPr lang="es-MX" sz="1600" dirty="0">
              <a:solidFill>
                <a:schemeClr val="tx1"/>
              </a:solidFill>
            </a:rPr>
            <a:t>: </a:t>
          </a:r>
        </a:p>
        <a:p>
          <a:r>
            <a:rPr lang="es-MX" sz="1600" dirty="0">
              <a:solidFill>
                <a:schemeClr val="tx1"/>
              </a:solidFill>
            </a:rPr>
            <a:t>Si el aprendiz no gestiona la solicitud de reintegro al proceso de formación a través de los canales instituciones, o culminado el proceso administrativo para su certificación, el instructor con el coordinador , reportarán la situación al comité de evaluación y seguimiento </a:t>
          </a:r>
          <a:endParaRPr lang="es-CO" sz="1600" dirty="0">
            <a:solidFill>
              <a:schemeClr val="tx1"/>
            </a:solidFill>
          </a:endParaRPr>
        </a:p>
      </dgm:t>
    </dgm:pt>
    <dgm:pt modelId="{C5026613-BC6B-4D13-9694-3AA141E90B59}" type="parTrans" cxnId="{CC260863-F5DA-4E50-B2FD-E547CB8DC0C5}">
      <dgm:prSet/>
      <dgm:spPr/>
      <dgm:t>
        <a:bodyPr/>
        <a:lstStyle/>
        <a:p>
          <a:endParaRPr lang="es-CO"/>
        </a:p>
      </dgm:t>
    </dgm:pt>
    <dgm:pt modelId="{24853CB3-1AAA-47DC-A68E-22A44A81DF96}" type="sibTrans" cxnId="{CC260863-F5DA-4E50-B2FD-E547CB8DC0C5}">
      <dgm:prSet/>
      <dgm:spPr/>
      <dgm:t>
        <a:bodyPr/>
        <a:lstStyle/>
        <a:p>
          <a:endParaRPr lang="es-CO"/>
        </a:p>
      </dgm:t>
    </dgm:pt>
    <dgm:pt modelId="{2DE1847C-E882-4412-AADC-2572EF5E5174}" type="pres">
      <dgm:prSet presAssocID="{6D171316-CDC6-4260-8429-16BBCF5318D6}" presName="composite" presStyleCnt="0">
        <dgm:presLayoutVars>
          <dgm:chMax val="1"/>
          <dgm:dir/>
          <dgm:resizeHandles val="exact"/>
        </dgm:presLayoutVars>
      </dgm:prSet>
      <dgm:spPr/>
    </dgm:pt>
    <dgm:pt modelId="{06E2A96E-5A44-40A8-BD19-6FA294733534}" type="pres">
      <dgm:prSet presAssocID="{EB937B18-6FE7-40CC-89AC-7EE962EB9344}" presName="roof" presStyleLbl="dkBgShp" presStyleIdx="0" presStyleCnt="2"/>
      <dgm:spPr/>
    </dgm:pt>
    <dgm:pt modelId="{E7F7B038-6133-4BBA-A069-89AC3725C5E4}" type="pres">
      <dgm:prSet presAssocID="{EB937B18-6FE7-40CC-89AC-7EE962EB9344}" presName="pillars" presStyleCnt="0"/>
      <dgm:spPr/>
    </dgm:pt>
    <dgm:pt modelId="{67ABD162-E008-4A71-ADA8-B08FC27CA0EA}" type="pres">
      <dgm:prSet presAssocID="{EB937B18-6FE7-40CC-89AC-7EE962EB9344}" presName="pillar1" presStyleLbl="node1" presStyleIdx="0" presStyleCnt="3">
        <dgm:presLayoutVars>
          <dgm:bulletEnabled val="1"/>
        </dgm:presLayoutVars>
      </dgm:prSet>
      <dgm:spPr/>
    </dgm:pt>
    <dgm:pt modelId="{9E142A8C-91BC-40F0-99F1-DC36B1D1BD44}" type="pres">
      <dgm:prSet presAssocID="{62ED89E8-52C7-4505-B758-B01B69554688}" presName="pillarX" presStyleLbl="node1" presStyleIdx="1" presStyleCnt="3">
        <dgm:presLayoutVars>
          <dgm:bulletEnabled val="1"/>
        </dgm:presLayoutVars>
      </dgm:prSet>
      <dgm:spPr/>
    </dgm:pt>
    <dgm:pt modelId="{9BF94B74-48BA-4F69-8401-A6F1E424D368}" type="pres">
      <dgm:prSet presAssocID="{85115B41-385D-4F5A-8799-B1BD7B0B5641}" presName="pillarX" presStyleLbl="node1" presStyleIdx="2" presStyleCnt="3">
        <dgm:presLayoutVars>
          <dgm:bulletEnabled val="1"/>
        </dgm:presLayoutVars>
      </dgm:prSet>
      <dgm:spPr/>
    </dgm:pt>
    <dgm:pt modelId="{F34C95F0-9218-4DA5-A4AE-D8AF4D1DD355}" type="pres">
      <dgm:prSet presAssocID="{EB937B18-6FE7-40CC-89AC-7EE962EB9344}" presName="base" presStyleLbl="dkBgShp" presStyleIdx="1" presStyleCnt="2"/>
      <dgm:spPr/>
    </dgm:pt>
  </dgm:ptLst>
  <dgm:cxnLst>
    <dgm:cxn modelId="{BCE73A02-5790-40AC-9233-E925C33954E8}" type="presOf" srcId="{7AF386A5-4AF5-4130-BF8A-81979141C5AF}" destId="{67ABD162-E008-4A71-ADA8-B08FC27CA0EA}" srcOrd="0" destOrd="0" presId="urn:microsoft.com/office/officeart/2005/8/layout/hList3"/>
    <dgm:cxn modelId="{DED9790B-CEBB-4E86-BD83-9EEA06A058B4}" srcId="{6D171316-CDC6-4260-8429-16BBCF5318D6}" destId="{EB937B18-6FE7-40CC-89AC-7EE962EB9344}" srcOrd="0" destOrd="0" parTransId="{FBD50AB6-A852-44C7-BFF4-46966ABE7A65}" sibTransId="{F5E179DA-15DA-4BBA-BE62-D93E4C29545E}"/>
    <dgm:cxn modelId="{CC260863-F5DA-4E50-B2FD-E547CB8DC0C5}" srcId="{EB937B18-6FE7-40CC-89AC-7EE962EB9344}" destId="{85115B41-385D-4F5A-8799-B1BD7B0B5641}" srcOrd="2" destOrd="0" parTransId="{C5026613-BC6B-4D13-9694-3AA141E90B59}" sibTransId="{24853CB3-1AAA-47DC-A68E-22A44A81DF96}"/>
    <dgm:cxn modelId="{8D9C5F58-2D44-4DC0-984A-153B4F99C4B6}" srcId="{EB937B18-6FE7-40CC-89AC-7EE962EB9344}" destId="{62ED89E8-52C7-4505-B758-B01B69554688}" srcOrd="1" destOrd="0" parTransId="{9307B646-F254-4711-A4C9-5A90874747F3}" sibTransId="{5AF9C3FF-1729-45AB-9F10-A9ED316194ED}"/>
    <dgm:cxn modelId="{EEB98E58-C0AE-449C-8EED-C6D11CAD8D89}" srcId="{EB937B18-6FE7-40CC-89AC-7EE962EB9344}" destId="{7AF386A5-4AF5-4130-BF8A-81979141C5AF}" srcOrd="0" destOrd="0" parTransId="{B4931FD2-A25A-43B1-9160-55F98604B5A6}" sibTransId="{8E500B24-168A-4AF2-BD62-BA3F40F4CBC1}"/>
    <dgm:cxn modelId="{5C9D5A7C-A72A-474A-A7C9-7AEBB3D82858}" type="presOf" srcId="{EB937B18-6FE7-40CC-89AC-7EE962EB9344}" destId="{06E2A96E-5A44-40A8-BD19-6FA294733534}" srcOrd="0" destOrd="0" presId="urn:microsoft.com/office/officeart/2005/8/layout/hList3"/>
    <dgm:cxn modelId="{897C8194-E3C5-4D17-9E8E-455229526B6F}" type="presOf" srcId="{85115B41-385D-4F5A-8799-B1BD7B0B5641}" destId="{9BF94B74-48BA-4F69-8401-A6F1E424D368}" srcOrd="0" destOrd="0" presId="urn:microsoft.com/office/officeart/2005/8/layout/hList3"/>
    <dgm:cxn modelId="{082B80DD-5038-4202-A2F6-6C927D6EAF27}" type="presOf" srcId="{62ED89E8-52C7-4505-B758-B01B69554688}" destId="{9E142A8C-91BC-40F0-99F1-DC36B1D1BD44}" srcOrd="0" destOrd="0" presId="urn:microsoft.com/office/officeart/2005/8/layout/hList3"/>
    <dgm:cxn modelId="{D6ECCFED-35F6-4CBA-B5C3-CD2B6DFDB4C1}" type="presOf" srcId="{6D171316-CDC6-4260-8429-16BBCF5318D6}" destId="{2DE1847C-E882-4412-AADC-2572EF5E5174}" srcOrd="0" destOrd="0" presId="urn:microsoft.com/office/officeart/2005/8/layout/hList3"/>
    <dgm:cxn modelId="{ED01A307-346E-4A85-8F7F-A7CB15B2EE24}" type="presParOf" srcId="{2DE1847C-E882-4412-AADC-2572EF5E5174}" destId="{06E2A96E-5A44-40A8-BD19-6FA294733534}" srcOrd="0" destOrd="0" presId="urn:microsoft.com/office/officeart/2005/8/layout/hList3"/>
    <dgm:cxn modelId="{E10EF181-C5E9-4D74-8EF1-0F139FEDF0B9}" type="presParOf" srcId="{2DE1847C-E882-4412-AADC-2572EF5E5174}" destId="{E7F7B038-6133-4BBA-A069-89AC3725C5E4}" srcOrd="1" destOrd="0" presId="urn:microsoft.com/office/officeart/2005/8/layout/hList3"/>
    <dgm:cxn modelId="{41203395-E34F-4FD0-8311-95C4C0238993}" type="presParOf" srcId="{E7F7B038-6133-4BBA-A069-89AC3725C5E4}" destId="{67ABD162-E008-4A71-ADA8-B08FC27CA0EA}" srcOrd="0" destOrd="0" presId="urn:microsoft.com/office/officeart/2005/8/layout/hList3"/>
    <dgm:cxn modelId="{E205FFFA-32A5-4879-B377-53DBA5E5B1DA}" type="presParOf" srcId="{E7F7B038-6133-4BBA-A069-89AC3725C5E4}" destId="{9E142A8C-91BC-40F0-99F1-DC36B1D1BD44}" srcOrd="1" destOrd="0" presId="urn:microsoft.com/office/officeart/2005/8/layout/hList3"/>
    <dgm:cxn modelId="{17466A4D-7B18-4402-B771-5631C8B0FF89}" type="presParOf" srcId="{E7F7B038-6133-4BBA-A069-89AC3725C5E4}" destId="{9BF94B74-48BA-4F69-8401-A6F1E424D368}" srcOrd="2" destOrd="0" presId="urn:microsoft.com/office/officeart/2005/8/layout/hList3"/>
    <dgm:cxn modelId="{14C52628-C5CD-4F71-A86F-910242740BBB}" type="presParOf" srcId="{2DE1847C-E882-4412-AADC-2572EF5E5174}" destId="{F34C95F0-9218-4DA5-A4AE-D8AF4D1DD355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04EEC7E4-BAE1-402A-9BE3-CC87E2C741F9}" type="doc">
      <dgm:prSet loTypeId="urn:microsoft.com/office/officeart/2008/layout/VerticalCurvedList" loCatId="list" qsTypeId="urn:microsoft.com/office/officeart/2005/8/quickstyle/3d3" qsCatId="3D" csTypeId="urn:microsoft.com/office/officeart/2005/8/colors/colorful1" csCatId="colorful" phldr="1"/>
      <dgm:spPr/>
      <dgm:t>
        <a:bodyPr/>
        <a:lstStyle/>
        <a:p>
          <a:endParaRPr lang="es-CO"/>
        </a:p>
      </dgm:t>
    </dgm:pt>
    <dgm:pt modelId="{089D35AF-9031-4B38-98CA-7E0061E9CEDF}">
      <dgm:prSet phldrT="[Texto]" custT="1"/>
      <dgm:spPr/>
      <dgm:t>
        <a:bodyPr/>
        <a:lstStyle/>
        <a:p>
          <a:r>
            <a:rPr lang="es-MX" sz="1800" dirty="0"/>
            <a:t>Llamado de atención </a:t>
          </a:r>
          <a:endParaRPr lang="es-CO" sz="1800" dirty="0"/>
        </a:p>
      </dgm:t>
    </dgm:pt>
    <dgm:pt modelId="{BAE4A4E1-4AAF-43A2-8ACB-D86801A995A1}" type="parTrans" cxnId="{7A8028A7-D42F-4F67-AF63-E67C4B7F9D8D}">
      <dgm:prSet/>
      <dgm:spPr/>
      <dgm:t>
        <a:bodyPr/>
        <a:lstStyle/>
        <a:p>
          <a:endParaRPr lang="es-CO"/>
        </a:p>
      </dgm:t>
    </dgm:pt>
    <dgm:pt modelId="{E8B955BE-0AE9-45D0-ADE2-6EBAD93E4BF4}" type="sibTrans" cxnId="{7A8028A7-D42F-4F67-AF63-E67C4B7F9D8D}">
      <dgm:prSet/>
      <dgm:spPr/>
      <dgm:t>
        <a:bodyPr/>
        <a:lstStyle/>
        <a:p>
          <a:endParaRPr lang="es-CO"/>
        </a:p>
      </dgm:t>
    </dgm:pt>
    <dgm:pt modelId="{8B394E5F-461C-42B6-9FCB-7986D5A89E36}">
      <dgm:prSet phldrT="[Texto]" custT="1"/>
      <dgm:spPr/>
      <dgm:t>
        <a:bodyPr/>
        <a:lstStyle/>
        <a:p>
          <a:r>
            <a:rPr lang="es-MX" sz="1600" b="1" dirty="0"/>
            <a:t>Los dos llamados de atención deben ser por escrito</a:t>
          </a:r>
          <a:r>
            <a:rPr lang="es-MX" sz="900" dirty="0"/>
            <a:t>.</a:t>
          </a:r>
          <a:endParaRPr lang="es-CO" sz="900" dirty="0"/>
        </a:p>
      </dgm:t>
    </dgm:pt>
    <dgm:pt modelId="{248027CF-91DE-4796-9D99-82C7ACF7829E}" type="parTrans" cxnId="{8939B529-A4EB-44B8-9B55-47A38ACFC00F}">
      <dgm:prSet/>
      <dgm:spPr/>
      <dgm:t>
        <a:bodyPr/>
        <a:lstStyle/>
        <a:p>
          <a:endParaRPr lang="es-CO"/>
        </a:p>
      </dgm:t>
    </dgm:pt>
    <dgm:pt modelId="{CF26C3F9-6259-43CF-8C36-FEE290DD8787}" type="sibTrans" cxnId="{8939B529-A4EB-44B8-9B55-47A38ACFC00F}">
      <dgm:prSet/>
      <dgm:spPr/>
      <dgm:t>
        <a:bodyPr/>
        <a:lstStyle/>
        <a:p>
          <a:endParaRPr lang="es-CO"/>
        </a:p>
      </dgm:t>
    </dgm:pt>
    <dgm:pt modelId="{6F36EE29-833E-4DE9-819C-376A786176C0}">
      <dgm:prSet phldrT="[Texto]" custT="1"/>
      <dgm:spPr/>
      <dgm:t>
        <a:bodyPr/>
        <a:lstStyle/>
        <a:p>
          <a:r>
            <a:rPr lang="es-MX" sz="1800" dirty="0"/>
            <a:t>Plan de mejoramiento </a:t>
          </a:r>
          <a:endParaRPr lang="es-CO" sz="1800" dirty="0"/>
        </a:p>
      </dgm:t>
    </dgm:pt>
    <dgm:pt modelId="{C58BA7DD-8654-484E-BD1C-C37BFD1CBCA2}" type="parTrans" cxnId="{D17333EA-20EA-4DDD-89EC-83A717AFE2CB}">
      <dgm:prSet/>
      <dgm:spPr/>
      <dgm:t>
        <a:bodyPr/>
        <a:lstStyle/>
        <a:p>
          <a:endParaRPr lang="es-CO"/>
        </a:p>
      </dgm:t>
    </dgm:pt>
    <dgm:pt modelId="{2C856F4D-74EE-401F-BDF7-CCBA3F5BAB4D}" type="sibTrans" cxnId="{D17333EA-20EA-4DDD-89EC-83A717AFE2CB}">
      <dgm:prSet/>
      <dgm:spPr/>
      <dgm:t>
        <a:bodyPr/>
        <a:lstStyle/>
        <a:p>
          <a:endParaRPr lang="es-CO"/>
        </a:p>
      </dgm:t>
    </dgm:pt>
    <dgm:pt modelId="{CA0A61A2-7A48-436E-B5E2-8DEB7D983668}">
      <dgm:prSet phldrT="[Texto]" custT="1"/>
      <dgm:spPr/>
      <dgm:t>
        <a:bodyPr/>
        <a:lstStyle/>
        <a:p>
          <a:r>
            <a:rPr lang="es-MX" sz="1800" b="1" dirty="0"/>
            <a:t>Máximo dos planes de mejoramiento por fase del proyecto formativo etapa lectiva y dos por etapa productiva</a:t>
          </a:r>
          <a:endParaRPr lang="es-CO" sz="1800" b="1" dirty="0"/>
        </a:p>
      </dgm:t>
    </dgm:pt>
    <dgm:pt modelId="{4F1F7272-4AE7-4AB0-AA26-34E8AC63901B}" type="parTrans" cxnId="{5CCA4C55-3136-4F74-9CD1-D0EAFD6C99DD}">
      <dgm:prSet/>
      <dgm:spPr/>
      <dgm:t>
        <a:bodyPr/>
        <a:lstStyle/>
        <a:p>
          <a:endParaRPr lang="es-CO"/>
        </a:p>
      </dgm:t>
    </dgm:pt>
    <dgm:pt modelId="{EB31DAC7-21ED-4644-9FF8-195CBC793B37}" type="sibTrans" cxnId="{5CCA4C55-3136-4F74-9CD1-D0EAFD6C99DD}">
      <dgm:prSet/>
      <dgm:spPr/>
      <dgm:t>
        <a:bodyPr/>
        <a:lstStyle/>
        <a:p>
          <a:endParaRPr lang="es-CO"/>
        </a:p>
      </dgm:t>
    </dgm:pt>
    <dgm:pt modelId="{0CCD2702-56F9-485F-BDFD-B6E099A7E7D8}">
      <dgm:prSet phldrT="[Texto]" custT="1"/>
      <dgm:spPr/>
      <dgm:t>
        <a:bodyPr/>
        <a:lstStyle/>
        <a:p>
          <a:r>
            <a:rPr lang="es-MX" sz="1600" dirty="0"/>
            <a:t>Los aprendices de formación dual recibirán la medida formativa si es  cometida en ambiente de formación SENA o en la empresa se aplicara el Acuerdo No 009</a:t>
          </a:r>
          <a:endParaRPr lang="es-CO" sz="1600" dirty="0"/>
        </a:p>
      </dgm:t>
    </dgm:pt>
    <dgm:pt modelId="{A0581EA2-9265-40EC-B2D2-BDAE705A1949}" type="parTrans" cxnId="{46E28213-84BC-46D9-8463-429AB65912F3}">
      <dgm:prSet/>
      <dgm:spPr/>
      <dgm:t>
        <a:bodyPr/>
        <a:lstStyle/>
        <a:p>
          <a:endParaRPr lang="es-CO"/>
        </a:p>
      </dgm:t>
    </dgm:pt>
    <dgm:pt modelId="{127C0CF1-5415-4B16-84F4-3A49C2FCBF60}" type="sibTrans" cxnId="{46E28213-84BC-46D9-8463-429AB65912F3}">
      <dgm:prSet/>
      <dgm:spPr/>
      <dgm:t>
        <a:bodyPr/>
        <a:lstStyle/>
        <a:p>
          <a:endParaRPr lang="es-CO"/>
        </a:p>
      </dgm:t>
    </dgm:pt>
    <dgm:pt modelId="{291EE15A-65D3-4158-BE26-52CB1CAC004F}" type="pres">
      <dgm:prSet presAssocID="{04EEC7E4-BAE1-402A-9BE3-CC87E2C741F9}" presName="Name0" presStyleCnt="0">
        <dgm:presLayoutVars>
          <dgm:chMax val="7"/>
          <dgm:chPref val="7"/>
          <dgm:dir/>
        </dgm:presLayoutVars>
      </dgm:prSet>
      <dgm:spPr/>
    </dgm:pt>
    <dgm:pt modelId="{43504969-D2DB-4243-9970-34A63E470118}" type="pres">
      <dgm:prSet presAssocID="{04EEC7E4-BAE1-402A-9BE3-CC87E2C741F9}" presName="Name1" presStyleCnt="0"/>
      <dgm:spPr/>
    </dgm:pt>
    <dgm:pt modelId="{262CF349-6437-4CCB-AC8A-AE2C800113DF}" type="pres">
      <dgm:prSet presAssocID="{04EEC7E4-BAE1-402A-9BE3-CC87E2C741F9}" presName="cycle" presStyleCnt="0"/>
      <dgm:spPr/>
    </dgm:pt>
    <dgm:pt modelId="{55289E91-1CFA-4F16-8946-0D71D0E014B2}" type="pres">
      <dgm:prSet presAssocID="{04EEC7E4-BAE1-402A-9BE3-CC87E2C741F9}" presName="srcNode" presStyleLbl="node1" presStyleIdx="0" presStyleCnt="4"/>
      <dgm:spPr/>
    </dgm:pt>
    <dgm:pt modelId="{DB7BF3CD-CA0A-48DE-A6D0-41DDC9E0B66E}" type="pres">
      <dgm:prSet presAssocID="{04EEC7E4-BAE1-402A-9BE3-CC87E2C741F9}" presName="conn" presStyleLbl="parChTrans1D2" presStyleIdx="0" presStyleCnt="1"/>
      <dgm:spPr/>
    </dgm:pt>
    <dgm:pt modelId="{D06F30AA-12F3-4B46-B53C-D5226168B047}" type="pres">
      <dgm:prSet presAssocID="{04EEC7E4-BAE1-402A-9BE3-CC87E2C741F9}" presName="extraNode" presStyleLbl="node1" presStyleIdx="0" presStyleCnt="4"/>
      <dgm:spPr/>
    </dgm:pt>
    <dgm:pt modelId="{183C2E36-0699-4E52-ACBA-D6CDD010A697}" type="pres">
      <dgm:prSet presAssocID="{04EEC7E4-BAE1-402A-9BE3-CC87E2C741F9}" presName="dstNode" presStyleLbl="node1" presStyleIdx="0" presStyleCnt="4"/>
      <dgm:spPr/>
    </dgm:pt>
    <dgm:pt modelId="{11418C15-3812-4EA5-B214-C048A2D91E6E}" type="pres">
      <dgm:prSet presAssocID="{089D35AF-9031-4B38-98CA-7E0061E9CEDF}" presName="text_1" presStyleLbl="node1" presStyleIdx="0" presStyleCnt="4" custLinFactNeighborY="-2241">
        <dgm:presLayoutVars>
          <dgm:bulletEnabled val="1"/>
        </dgm:presLayoutVars>
      </dgm:prSet>
      <dgm:spPr/>
    </dgm:pt>
    <dgm:pt modelId="{F762A653-33FB-47C9-A599-653871A9105F}" type="pres">
      <dgm:prSet presAssocID="{089D35AF-9031-4B38-98CA-7E0061E9CEDF}" presName="accent_1" presStyleCnt="0"/>
      <dgm:spPr/>
    </dgm:pt>
    <dgm:pt modelId="{64C2A1D1-94A7-4973-AA25-F0C13782F70B}" type="pres">
      <dgm:prSet presAssocID="{089D35AF-9031-4B38-98CA-7E0061E9CEDF}" presName="accentRepeatNode" presStyleLbl="solidFgAcc1" presStyleIdx="0" presStyleCnt="4"/>
      <dgm:spPr/>
    </dgm:pt>
    <dgm:pt modelId="{B8D4DFDE-EB6C-4C43-A083-197CDD398442}" type="pres">
      <dgm:prSet presAssocID="{6F36EE29-833E-4DE9-819C-376A786176C0}" presName="text_2" presStyleLbl="node1" presStyleIdx="1" presStyleCnt="4">
        <dgm:presLayoutVars>
          <dgm:bulletEnabled val="1"/>
        </dgm:presLayoutVars>
      </dgm:prSet>
      <dgm:spPr/>
    </dgm:pt>
    <dgm:pt modelId="{FA50B3DF-31EE-46FA-80F9-18C7C3681EC4}" type="pres">
      <dgm:prSet presAssocID="{6F36EE29-833E-4DE9-819C-376A786176C0}" presName="accent_2" presStyleCnt="0"/>
      <dgm:spPr/>
    </dgm:pt>
    <dgm:pt modelId="{B1F8DAFE-0057-4C9E-8520-DF3023E16A46}" type="pres">
      <dgm:prSet presAssocID="{6F36EE29-833E-4DE9-819C-376A786176C0}" presName="accentRepeatNode" presStyleLbl="solidFgAcc1" presStyleIdx="1" presStyleCnt="4"/>
      <dgm:spPr/>
    </dgm:pt>
    <dgm:pt modelId="{297A3D6D-A409-458D-8E07-2D4F50FB477C}" type="pres">
      <dgm:prSet presAssocID="{CA0A61A2-7A48-436E-B5E2-8DEB7D983668}" presName="text_3" presStyleLbl="node1" presStyleIdx="2" presStyleCnt="4" custScaleY="143500" custLinFactNeighborY="-875">
        <dgm:presLayoutVars>
          <dgm:bulletEnabled val="1"/>
        </dgm:presLayoutVars>
      </dgm:prSet>
      <dgm:spPr/>
    </dgm:pt>
    <dgm:pt modelId="{C3EDD205-EC1D-403B-BD6A-2C381C8F1744}" type="pres">
      <dgm:prSet presAssocID="{CA0A61A2-7A48-436E-B5E2-8DEB7D983668}" presName="accent_3" presStyleCnt="0"/>
      <dgm:spPr/>
    </dgm:pt>
    <dgm:pt modelId="{20071646-47CD-402E-B9DF-01FB029B5653}" type="pres">
      <dgm:prSet presAssocID="{CA0A61A2-7A48-436E-B5E2-8DEB7D983668}" presName="accentRepeatNode" presStyleLbl="solidFgAcc1" presStyleIdx="2" presStyleCnt="4"/>
      <dgm:spPr/>
    </dgm:pt>
    <dgm:pt modelId="{C3274F98-DE77-447A-B6C2-44D7262126E6}" type="pres">
      <dgm:prSet presAssocID="{0CCD2702-56F9-485F-BDFD-B6E099A7E7D8}" presName="text_4" presStyleLbl="node1" presStyleIdx="3" presStyleCnt="4" custScaleY="133104">
        <dgm:presLayoutVars>
          <dgm:bulletEnabled val="1"/>
        </dgm:presLayoutVars>
      </dgm:prSet>
      <dgm:spPr/>
    </dgm:pt>
    <dgm:pt modelId="{08C73874-20A8-4EE5-9FBC-BA2F161CC488}" type="pres">
      <dgm:prSet presAssocID="{0CCD2702-56F9-485F-BDFD-B6E099A7E7D8}" presName="accent_4" presStyleCnt="0"/>
      <dgm:spPr/>
    </dgm:pt>
    <dgm:pt modelId="{25A4D242-8187-4169-B300-ADCCDCB9DFF5}" type="pres">
      <dgm:prSet presAssocID="{0CCD2702-56F9-485F-BDFD-B6E099A7E7D8}" presName="accentRepeatNode" presStyleLbl="solidFgAcc1" presStyleIdx="3" presStyleCnt="4"/>
      <dgm:spPr/>
    </dgm:pt>
  </dgm:ptLst>
  <dgm:cxnLst>
    <dgm:cxn modelId="{46E28213-84BC-46D9-8463-429AB65912F3}" srcId="{04EEC7E4-BAE1-402A-9BE3-CC87E2C741F9}" destId="{0CCD2702-56F9-485F-BDFD-B6E099A7E7D8}" srcOrd="3" destOrd="0" parTransId="{A0581EA2-9265-40EC-B2D2-BDAE705A1949}" sibTransId="{127C0CF1-5415-4B16-84F4-3A49C2FCBF60}"/>
    <dgm:cxn modelId="{9161E726-1245-434E-ADA2-7DE0972CE722}" type="presOf" srcId="{CA0A61A2-7A48-436E-B5E2-8DEB7D983668}" destId="{297A3D6D-A409-458D-8E07-2D4F50FB477C}" srcOrd="0" destOrd="0" presId="urn:microsoft.com/office/officeart/2008/layout/VerticalCurvedList"/>
    <dgm:cxn modelId="{8939B529-A4EB-44B8-9B55-47A38ACFC00F}" srcId="{089D35AF-9031-4B38-98CA-7E0061E9CEDF}" destId="{8B394E5F-461C-42B6-9FCB-7986D5A89E36}" srcOrd="0" destOrd="0" parTransId="{248027CF-91DE-4796-9D99-82C7ACF7829E}" sibTransId="{CF26C3F9-6259-43CF-8C36-FEE290DD8787}"/>
    <dgm:cxn modelId="{DCEE0B2E-3242-49A5-B656-1593B4FAB855}" type="presOf" srcId="{8B394E5F-461C-42B6-9FCB-7986D5A89E36}" destId="{11418C15-3812-4EA5-B214-C048A2D91E6E}" srcOrd="0" destOrd="1" presId="urn:microsoft.com/office/officeart/2008/layout/VerticalCurvedList"/>
    <dgm:cxn modelId="{9887C96D-FBBD-46DC-AB61-9A4D4995B055}" type="presOf" srcId="{6F36EE29-833E-4DE9-819C-376A786176C0}" destId="{B8D4DFDE-EB6C-4C43-A083-197CDD398442}" srcOrd="0" destOrd="0" presId="urn:microsoft.com/office/officeart/2008/layout/VerticalCurvedList"/>
    <dgm:cxn modelId="{5CCA4C55-3136-4F74-9CD1-D0EAFD6C99DD}" srcId="{04EEC7E4-BAE1-402A-9BE3-CC87E2C741F9}" destId="{CA0A61A2-7A48-436E-B5E2-8DEB7D983668}" srcOrd="2" destOrd="0" parTransId="{4F1F7272-4AE7-4AB0-AA26-34E8AC63901B}" sibTransId="{EB31DAC7-21ED-4644-9FF8-195CBC793B37}"/>
    <dgm:cxn modelId="{6FA5B57A-8915-42C9-A889-F6D3F3A9DA7B}" type="presOf" srcId="{CF26C3F9-6259-43CF-8C36-FEE290DD8787}" destId="{DB7BF3CD-CA0A-48DE-A6D0-41DDC9E0B66E}" srcOrd="0" destOrd="0" presId="urn:microsoft.com/office/officeart/2008/layout/VerticalCurvedList"/>
    <dgm:cxn modelId="{7A8028A7-D42F-4F67-AF63-E67C4B7F9D8D}" srcId="{04EEC7E4-BAE1-402A-9BE3-CC87E2C741F9}" destId="{089D35AF-9031-4B38-98CA-7E0061E9CEDF}" srcOrd="0" destOrd="0" parTransId="{BAE4A4E1-4AAF-43A2-8ACB-D86801A995A1}" sibTransId="{E8B955BE-0AE9-45D0-ADE2-6EBAD93E4BF4}"/>
    <dgm:cxn modelId="{3421A0BF-13E8-4B06-AA01-B8AF50530773}" type="presOf" srcId="{089D35AF-9031-4B38-98CA-7E0061E9CEDF}" destId="{11418C15-3812-4EA5-B214-C048A2D91E6E}" srcOrd="0" destOrd="0" presId="urn:microsoft.com/office/officeart/2008/layout/VerticalCurvedList"/>
    <dgm:cxn modelId="{3D083AC6-66A0-43A2-9079-B3E94FE7B24E}" type="presOf" srcId="{04EEC7E4-BAE1-402A-9BE3-CC87E2C741F9}" destId="{291EE15A-65D3-4158-BE26-52CB1CAC004F}" srcOrd="0" destOrd="0" presId="urn:microsoft.com/office/officeart/2008/layout/VerticalCurvedList"/>
    <dgm:cxn modelId="{6FDC12E1-EA2F-4937-83CA-865FDF565BE1}" type="presOf" srcId="{0CCD2702-56F9-485F-BDFD-B6E099A7E7D8}" destId="{C3274F98-DE77-447A-B6C2-44D7262126E6}" srcOrd="0" destOrd="0" presId="urn:microsoft.com/office/officeart/2008/layout/VerticalCurvedList"/>
    <dgm:cxn modelId="{D17333EA-20EA-4DDD-89EC-83A717AFE2CB}" srcId="{04EEC7E4-BAE1-402A-9BE3-CC87E2C741F9}" destId="{6F36EE29-833E-4DE9-819C-376A786176C0}" srcOrd="1" destOrd="0" parTransId="{C58BA7DD-8654-484E-BD1C-C37BFD1CBCA2}" sibTransId="{2C856F4D-74EE-401F-BDF7-CCBA3F5BAB4D}"/>
    <dgm:cxn modelId="{FF1C0918-8EC7-47E3-9E69-B37F86CA3447}" type="presParOf" srcId="{291EE15A-65D3-4158-BE26-52CB1CAC004F}" destId="{43504969-D2DB-4243-9970-34A63E470118}" srcOrd="0" destOrd="0" presId="urn:microsoft.com/office/officeart/2008/layout/VerticalCurvedList"/>
    <dgm:cxn modelId="{2C0F9CE4-1848-44DE-9E29-AC99AF3B0826}" type="presParOf" srcId="{43504969-D2DB-4243-9970-34A63E470118}" destId="{262CF349-6437-4CCB-AC8A-AE2C800113DF}" srcOrd="0" destOrd="0" presId="urn:microsoft.com/office/officeart/2008/layout/VerticalCurvedList"/>
    <dgm:cxn modelId="{D5CC5099-2A59-4096-9694-C8B373C184B2}" type="presParOf" srcId="{262CF349-6437-4CCB-AC8A-AE2C800113DF}" destId="{55289E91-1CFA-4F16-8946-0D71D0E014B2}" srcOrd="0" destOrd="0" presId="urn:microsoft.com/office/officeart/2008/layout/VerticalCurvedList"/>
    <dgm:cxn modelId="{72C0A581-7089-4DD0-A664-E48EAAC5097C}" type="presParOf" srcId="{262CF349-6437-4CCB-AC8A-AE2C800113DF}" destId="{DB7BF3CD-CA0A-48DE-A6D0-41DDC9E0B66E}" srcOrd="1" destOrd="0" presId="urn:microsoft.com/office/officeart/2008/layout/VerticalCurvedList"/>
    <dgm:cxn modelId="{462E906B-B92D-4082-BFFF-28F0FFF4A495}" type="presParOf" srcId="{262CF349-6437-4CCB-AC8A-AE2C800113DF}" destId="{D06F30AA-12F3-4B46-B53C-D5226168B047}" srcOrd="2" destOrd="0" presId="urn:microsoft.com/office/officeart/2008/layout/VerticalCurvedList"/>
    <dgm:cxn modelId="{27494B99-6A2E-4C6D-83B2-B90C2327B4AF}" type="presParOf" srcId="{262CF349-6437-4CCB-AC8A-AE2C800113DF}" destId="{183C2E36-0699-4E52-ACBA-D6CDD010A697}" srcOrd="3" destOrd="0" presId="urn:microsoft.com/office/officeart/2008/layout/VerticalCurvedList"/>
    <dgm:cxn modelId="{2D0FD36A-DF05-4F34-BAB0-16751165FA83}" type="presParOf" srcId="{43504969-D2DB-4243-9970-34A63E470118}" destId="{11418C15-3812-4EA5-B214-C048A2D91E6E}" srcOrd="1" destOrd="0" presId="urn:microsoft.com/office/officeart/2008/layout/VerticalCurvedList"/>
    <dgm:cxn modelId="{563C0D46-09E3-48CF-B0F5-31F5474408D8}" type="presParOf" srcId="{43504969-D2DB-4243-9970-34A63E470118}" destId="{F762A653-33FB-47C9-A599-653871A9105F}" srcOrd="2" destOrd="0" presId="urn:microsoft.com/office/officeart/2008/layout/VerticalCurvedList"/>
    <dgm:cxn modelId="{CE0A9C9A-064C-49B9-A121-3A6B203981FA}" type="presParOf" srcId="{F762A653-33FB-47C9-A599-653871A9105F}" destId="{64C2A1D1-94A7-4973-AA25-F0C13782F70B}" srcOrd="0" destOrd="0" presId="urn:microsoft.com/office/officeart/2008/layout/VerticalCurvedList"/>
    <dgm:cxn modelId="{889D3CB6-537F-497C-8FAB-2C99A723B012}" type="presParOf" srcId="{43504969-D2DB-4243-9970-34A63E470118}" destId="{B8D4DFDE-EB6C-4C43-A083-197CDD398442}" srcOrd="3" destOrd="0" presId="urn:microsoft.com/office/officeart/2008/layout/VerticalCurvedList"/>
    <dgm:cxn modelId="{48EA2DA4-98B3-4CC1-8B2C-30D7F615B461}" type="presParOf" srcId="{43504969-D2DB-4243-9970-34A63E470118}" destId="{FA50B3DF-31EE-46FA-80F9-18C7C3681EC4}" srcOrd="4" destOrd="0" presId="urn:microsoft.com/office/officeart/2008/layout/VerticalCurvedList"/>
    <dgm:cxn modelId="{C4B9BFE3-2040-4B3C-AB7C-4909820F5344}" type="presParOf" srcId="{FA50B3DF-31EE-46FA-80F9-18C7C3681EC4}" destId="{B1F8DAFE-0057-4C9E-8520-DF3023E16A46}" srcOrd="0" destOrd="0" presId="urn:microsoft.com/office/officeart/2008/layout/VerticalCurvedList"/>
    <dgm:cxn modelId="{E858D872-3777-446E-9071-1F68BCF96C20}" type="presParOf" srcId="{43504969-D2DB-4243-9970-34A63E470118}" destId="{297A3D6D-A409-458D-8E07-2D4F50FB477C}" srcOrd="5" destOrd="0" presId="urn:microsoft.com/office/officeart/2008/layout/VerticalCurvedList"/>
    <dgm:cxn modelId="{FF79BA5E-DD6A-4245-93ED-7A14C216B346}" type="presParOf" srcId="{43504969-D2DB-4243-9970-34A63E470118}" destId="{C3EDD205-EC1D-403B-BD6A-2C381C8F1744}" srcOrd="6" destOrd="0" presId="urn:microsoft.com/office/officeart/2008/layout/VerticalCurvedList"/>
    <dgm:cxn modelId="{C6F95C84-9616-45EE-9755-683389265E3D}" type="presParOf" srcId="{C3EDD205-EC1D-403B-BD6A-2C381C8F1744}" destId="{20071646-47CD-402E-B9DF-01FB029B5653}" srcOrd="0" destOrd="0" presId="urn:microsoft.com/office/officeart/2008/layout/VerticalCurvedList"/>
    <dgm:cxn modelId="{F3996452-1003-433D-A296-3BF10C596DFE}" type="presParOf" srcId="{43504969-D2DB-4243-9970-34A63E470118}" destId="{C3274F98-DE77-447A-B6C2-44D7262126E6}" srcOrd="7" destOrd="0" presId="urn:microsoft.com/office/officeart/2008/layout/VerticalCurvedList"/>
    <dgm:cxn modelId="{9C5F2D81-FF1B-4752-864E-AB5D16F8FAA9}" type="presParOf" srcId="{43504969-D2DB-4243-9970-34A63E470118}" destId="{08C73874-20A8-4EE5-9FBC-BA2F161CC488}" srcOrd="8" destOrd="0" presId="urn:microsoft.com/office/officeart/2008/layout/VerticalCurvedList"/>
    <dgm:cxn modelId="{363453E2-64A7-463F-9DCC-2075897AF5CF}" type="presParOf" srcId="{08C73874-20A8-4EE5-9FBC-BA2F161CC488}" destId="{25A4D242-8187-4169-B300-ADCCDCB9DFF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04EEC7E4-BAE1-402A-9BE3-CC87E2C741F9}" type="doc">
      <dgm:prSet loTypeId="urn:microsoft.com/office/officeart/2008/layout/VerticalCurvedList" loCatId="list" qsTypeId="urn:microsoft.com/office/officeart/2005/8/quickstyle/3d3" qsCatId="3D" csTypeId="urn:microsoft.com/office/officeart/2005/8/colors/colorful1" csCatId="colorful" phldr="1"/>
      <dgm:spPr/>
      <dgm:t>
        <a:bodyPr/>
        <a:lstStyle/>
        <a:p>
          <a:endParaRPr lang="es-CO"/>
        </a:p>
      </dgm:t>
    </dgm:pt>
    <dgm:pt modelId="{089D35AF-9031-4B38-98CA-7E0061E9CEDF}">
      <dgm:prSet phldrT="[Texto]" custT="1"/>
      <dgm:spPr/>
      <dgm:t>
        <a:bodyPr/>
        <a:lstStyle/>
        <a:p>
          <a:r>
            <a:rPr lang="es-MX" sz="1800" dirty="0"/>
            <a:t>Llamado de atención </a:t>
          </a:r>
          <a:endParaRPr lang="es-CO" sz="1800" dirty="0"/>
        </a:p>
      </dgm:t>
    </dgm:pt>
    <dgm:pt modelId="{BAE4A4E1-4AAF-43A2-8ACB-D86801A995A1}" type="parTrans" cxnId="{7A8028A7-D42F-4F67-AF63-E67C4B7F9D8D}">
      <dgm:prSet/>
      <dgm:spPr/>
      <dgm:t>
        <a:bodyPr/>
        <a:lstStyle/>
        <a:p>
          <a:endParaRPr lang="es-CO"/>
        </a:p>
      </dgm:t>
    </dgm:pt>
    <dgm:pt modelId="{E8B955BE-0AE9-45D0-ADE2-6EBAD93E4BF4}" type="sibTrans" cxnId="{7A8028A7-D42F-4F67-AF63-E67C4B7F9D8D}">
      <dgm:prSet/>
      <dgm:spPr/>
      <dgm:t>
        <a:bodyPr/>
        <a:lstStyle/>
        <a:p>
          <a:endParaRPr lang="es-CO"/>
        </a:p>
      </dgm:t>
    </dgm:pt>
    <dgm:pt modelId="{8B394E5F-461C-42B6-9FCB-7986D5A89E36}">
      <dgm:prSet phldrT="[Texto]" custT="1"/>
      <dgm:spPr/>
      <dgm:t>
        <a:bodyPr/>
        <a:lstStyle/>
        <a:p>
          <a:r>
            <a:rPr lang="es-MX" sz="1600" dirty="0"/>
            <a:t>Los dos llamados de atención deben ser por escrito</a:t>
          </a:r>
          <a:r>
            <a:rPr lang="es-MX" sz="900" dirty="0"/>
            <a:t>.</a:t>
          </a:r>
          <a:endParaRPr lang="es-CO" sz="900" dirty="0"/>
        </a:p>
      </dgm:t>
    </dgm:pt>
    <dgm:pt modelId="{248027CF-91DE-4796-9D99-82C7ACF7829E}" type="parTrans" cxnId="{8939B529-A4EB-44B8-9B55-47A38ACFC00F}">
      <dgm:prSet/>
      <dgm:spPr/>
      <dgm:t>
        <a:bodyPr/>
        <a:lstStyle/>
        <a:p>
          <a:endParaRPr lang="es-CO"/>
        </a:p>
      </dgm:t>
    </dgm:pt>
    <dgm:pt modelId="{CF26C3F9-6259-43CF-8C36-FEE290DD8787}" type="sibTrans" cxnId="{8939B529-A4EB-44B8-9B55-47A38ACFC00F}">
      <dgm:prSet/>
      <dgm:spPr/>
      <dgm:t>
        <a:bodyPr/>
        <a:lstStyle/>
        <a:p>
          <a:endParaRPr lang="es-CO"/>
        </a:p>
      </dgm:t>
    </dgm:pt>
    <dgm:pt modelId="{6F36EE29-833E-4DE9-819C-376A786176C0}">
      <dgm:prSet phldrT="[Texto]" custT="1"/>
      <dgm:spPr/>
      <dgm:t>
        <a:bodyPr/>
        <a:lstStyle/>
        <a:p>
          <a:r>
            <a:rPr lang="es-MX" sz="1800" dirty="0"/>
            <a:t>Plan de mejoramiento </a:t>
          </a:r>
          <a:endParaRPr lang="es-CO" sz="1800" dirty="0"/>
        </a:p>
      </dgm:t>
    </dgm:pt>
    <dgm:pt modelId="{C58BA7DD-8654-484E-BD1C-C37BFD1CBCA2}" type="parTrans" cxnId="{D17333EA-20EA-4DDD-89EC-83A717AFE2CB}">
      <dgm:prSet/>
      <dgm:spPr/>
      <dgm:t>
        <a:bodyPr/>
        <a:lstStyle/>
        <a:p>
          <a:endParaRPr lang="es-CO"/>
        </a:p>
      </dgm:t>
    </dgm:pt>
    <dgm:pt modelId="{2C856F4D-74EE-401F-BDF7-CCBA3F5BAB4D}" type="sibTrans" cxnId="{D17333EA-20EA-4DDD-89EC-83A717AFE2CB}">
      <dgm:prSet/>
      <dgm:spPr/>
      <dgm:t>
        <a:bodyPr/>
        <a:lstStyle/>
        <a:p>
          <a:endParaRPr lang="es-CO"/>
        </a:p>
      </dgm:t>
    </dgm:pt>
    <dgm:pt modelId="{CA0A61A2-7A48-436E-B5E2-8DEB7D983668}">
      <dgm:prSet phldrT="[Texto]" custT="1"/>
      <dgm:spPr/>
      <dgm:t>
        <a:bodyPr/>
        <a:lstStyle/>
        <a:p>
          <a:r>
            <a:rPr lang="es-MX" sz="1800" b="1" dirty="0"/>
            <a:t>Máximo de planes de mejoramiento disciplinario es uno por etapa lectiva y 1 por etapa productiva.</a:t>
          </a:r>
          <a:endParaRPr lang="es-CO" sz="1800" b="1" dirty="0"/>
        </a:p>
      </dgm:t>
    </dgm:pt>
    <dgm:pt modelId="{4F1F7272-4AE7-4AB0-AA26-34E8AC63901B}" type="parTrans" cxnId="{5CCA4C55-3136-4F74-9CD1-D0EAFD6C99DD}">
      <dgm:prSet/>
      <dgm:spPr/>
      <dgm:t>
        <a:bodyPr/>
        <a:lstStyle/>
        <a:p>
          <a:endParaRPr lang="es-CO"/>
        </a:p>
      </dgm:t>
    </dgm:pt>
    <dgm:pt modelId="{EB31DAC7-21ED-4644-9FF8-195CBC793B37}" type="sibTrans" cxnId="{5CCA4C55-3136-4F74-9CD1-D0EAFD6C99DD}">
      <dgm:prSet/>
      <dgm:spPr/>
      <dgm:t>
        <a:bodyPr/>
        <a:lstStyle/>
        <a:p>
          <a:endParaRPr lang="es-CO"/>
        </a:p>
      </dgm:t>
    </dgm:pt>
    <dgm:pt modelId="{0CCD2702-56F9-485F-BDFD-B6E099A7E7D8}">
      <dgm:prSet phldrT="[Texto]" custT="1"/>
      <dgm:spPr/>
      <dgm:t>
        <a:bodyPr/>
        <a:lstStyle/>
        <a:p>
          <a:r>
            <a:rPr lang="es-MX" sz="1600" dirty="0"/>
            <a:t>Los aprendices de formación dual recibirán la medida formativa si es  cometida en ambiente de formación SENA o en la empresa se aplicara el Acuerdo No 009</a:t>
          </a:r>
          <a:endParaRPr lang="es-CO" sz="1600" dirty="0"/>
        </a:p>
      </dgm:t>
    </dgm:pt>
    <dgm:pt modelId="{A0581EA2-9265-40EC-B2D2-BDAE705A1949}" type="parTrans" cxnId="{46E28213-84BC-46D9-8463-429AB65912F3}">
      <dgm:prSet/>
      <dgm:spPr/>
      <dgm:t>
        <a:bodyPr/>
        <a:lstStyle/>
        <a:p>
          <a:endParaRPr lang="es-CO"/>
        </a:p>
      </dgm:t>
    </dgm:pt>
    <dgm:pt modelId="{127C0CF1-5415-4B16-84F4-3A49C2FCBF60}" type="sibTrans" cxnId="{46E28213-84BC-46D9-8463-429AB65912F3}">
      <dgm:prSet/>
      <dgm:spPr/>
      <dgm:t>
        <a:bodyPr/>
        <a:lstStyle/>
        <a:p>
          <a:endParaRPr lang="es-CO"/>
        </a:p>
      </dgm:t>
    </dgm:pt>
    <dgm:pt modelId="{291EE15A-65D3-4158-BE26-52CB1CAC004F}" type="pres">
      <dgm:prSet presAssocID="{04EEC7E4-BAE1-402A-9BE3-CC87E2C741F9}" presName="Name0" presStyleCnt="0">
        <dgm:presLayoutVars>
          <dgm:chMax val="7"/>
          <dgm:chPref val="7"/>
          <dgm:dir/>
        </dgm:presLayoutVars>
      </dgm:prSet>
      <dgm:spPr/>
    </dgm:pt>
    <dgm:pt modelId="{43504969-D2DB-4243-9970-34A63E470118}" type="pres">
      <dgm:prSet presAssocID="{04EEC7E4-BAE1-402A-9BE3-CC87E2C741F9}" presName="Name1" presStyleCnt="0"/>
      <dgm:spPr/>
    </dgm:pt>
    <dgm:pt modelId="{262CF349-6437-4CCB-AC8A-AE2C800113DF}" type="pres">
      <dgm:prSet presAssocID="{04EEC7E4-BAE1-402A-9BE3-CC87E2C741F9}" presName="cycle" presStyleCnt="0"/>
      <dgm:spPr/>
    </dgm:pt>
    <dgm:pt modelId="{55289E91-1CFA-4F16-8946-0D71D0E014B2}" type="pres">
      <dgm:prSet presAssocID="{04EEC7E4-BAE1-402A-9BE3-CC87E2C741F9}" presName="srcNode" presStyleLbl="node1" presStyleIdx="0" presStyleCnt="4"/>
      <dgm:spPr/>
    </dgm:pt>
    <dgm:pt modelId="{DB7BF3CD-CA0A-48DE-A6D0-41DDC9E0B66E}" type="pres">
      <dgm:prSet presAssocID="{04EEC7E4-BAE1-402A-9BE3-CC87E2C741F9}" presName="conn" presStyleLbl="parChTrans1D2" presStyleIdx="0" presStyleCnt="1"/>
      <dgm:spPr/>
    </dgm:pt>
    <dgm:pt modelId="{D06F30AA-12F3-4B46-B53C-D5226168B047}" type="pres">
      <dgm:prSet presAssocID="{04EEC7E4-BAE1-402A-9BE3-CC87E2C741F9}" presName="extraNode" presStyleLbl="node1" presStyleIdx="0" presStyleCnt="4"/>
      <dgm:spPr/>
    </dgm:pt>
    <dgm:pt modelId="{183C2E36-0699-4E52-ACBA-D6CDD010A697}" type="pres">
      <dgm:prSet presAssocID="{04EEC7E4-BAE1-402A-9BE3-CC87E2C741F9}" presName="dstNode" presStyleLbl="node1" presStyleIdx="0" presStyleCnt="4"/>
      <dgm:spPr/>
    </dgm:pt>
    <dgm:pt modelId="{11418C15-3812-4EA5-B214-C048A2D91E6E}" type="pres">
      <dgm:prSet presAssocID="{089D35AF-9031-4B38-98CA-7E0061E9CEDF}" presName="text_1" presStyleLbl="node1" presStyleIdx="0" presStyleCnt="4" custLinFactNeighborY="-2241">
        <dgm:presLayoutVars>
          <dgm:bulletEnabled val="1"/>
        </dgm:presLayoutVars>
      </dgm:prSet>
      <dgm:spPr/>
    </dgm:pt>
    <dgm:pt modelId="{F762A653-33FB-47C9-A599-653871A9105F}" type="pres">
      <dgm:prSet presAssocID="{089D35AF-9031-4B38-98CA-7E0061E9CEDF}" presName="accent_1" presStyleCnt="0"/>
      <dgm:spPr/>
    </dgm:pt>
    <dgm:pt modelId="{64C2A1D1-94A7-4973-AA25-F0C13782F70B}" type="pres">
      <dgm:prSet presAssocID="{089D35AF-9031-4B38-98CA-7E0061E9CEDF}" presName="accentRepeatNode" presStyleLbl="solidFgAcc1" presStyleIdx="0" presStyleCnt="4"/>
      <dgm:spPr/>
    </dgm:pt>
    <dgm:pt modelId="{B8D4DFDE-EB6C-4C43-A083-197CDD398442}" type="pres">
      <dgm:prSet presAssocID="{6F36EE29-833E-4DE9-819C-376A786176C0}" presName="text_2" presStyleLbl="node1" presStyleIdx="1" presStyleCnt="4">
        <dgm:presLayoutVars>
          <dgm:bulletEnabled val="1"/>
        </dgm:presLayoutVars>
      </dgm:prSet>
      <dgm:spPr/>
    </dgm:pt>
    <dgm:pt modelId="{FA50B3DF-31EE-46FA-80F9-18C7C3681EC4}" type="pres">
      <dgm:prSet presAssocID="{6F36EE29-833E-4DE9-819C-376A786176C0}" presName="accent_2" presStyleCnt="0"/>
      <dgm:spPr/>
    </dgm:pt>
    <dgm:pt modelId="{B1F8DAFE-0057-4C9E-8520-DF3023E16A46}" type="pres">
      <dgm:prSet presAssocID="{6F36EE29-833E-4DE9-819C-376A786176C0}" presName="accentRepeatNode" presStyleLbl="solidFgAcc1" presStyleIdx="1" presStyleCnt="4"/>
      <dgm:spPr/>
    </dgm:pt>
    <dgm:pt modelId="{297A3D6D-A409-458D-8E07-2D4F50FB477C}" type="pres">
      <dgm:prSet presAssocID="{CA0A61A2-7A48-436E-B5E2-8DEB7D983668}" presName="text_3" presStyleLbl="node1" presStyleIdx="2" presStyleCnt="4">
        <dgm:presLayoutVars>
          <dgm:bulletEnabled val="1"/>
        </dgm:presLayoutVars>
      </dgm:prSet>
      <dgm:spPr/>
    </dgm:pt>
    <dgm:pt modelId="{C3EDD205-EC1D-403B-BD6A-2C381C8F1744}" type="pres">
      <dgm:prSet presAssocID="{CA0A61A2-7A48-436E-B5E2-8DEB7D983668}" presName="accent_3" presStyleCnt="0"/>
      <dgm:spPr/>
    </dgm:pt>
    <dgm:pt modelId="{20071646-47CD-402E-B9DF-01FB029B5653}" type="pres">
      <dgm:prSet presAssocID="{CA0A61A2-7A48-436E-B5E2-8DEB7D983668}" presName="accentRepeatNode" presStyleLbl="solidFgAcc1" presStyleIdx="2" presStyleCnt="4"/>
      <dgm:spPr/>
    </dgm:pt>
    <dgm:pt modelId="{C3274F98-DE77-447A-B6C2-44D7262126E6}" type="pres">
      <dgm:prSet presAssocID="{0CCD2702-56F9-485F-BDFD-B6E099A7E7D8}" presName="text_4" presStyleLbl="node1" presStyleIdx="3" presStyleCnt="4">
        <dgm:presLayoutVars>
          <dgm:bulletEnabled val="1"/>
        </dgm:presLayoutVars>
      </dgm:prSet>
      <dgm:spPr/>
    </dgm:pt>
    <dgm:pt modelId="{08C73874-20A8-4EE5-9FBC-BA2F161CC488}" type="pres">
      <dgm:prSet presAssocID="{0CCD2702-56F9-485F-BDFD-B6E099A7E7D8}" presName="accent_4" presStyleCnt="0"/>
      <dgm:spPr/>
    </dgm:pt>
    <dgm:pt modelId="{25A4D242-8187-4169-B300-ADCCDCB9DFF5}" type="pres">
      <dgm:prSet presAssocID="{0CCD2702-56F9-485F-BDFD-B6E099A7E7D8}" presName="accentRepeatNode" presStyleLbl="solidFgAcc1" presStyleIdx="3" presStyleCnt="4"/>
      <dgm:spPr/>
    </dgm:pt>
  </dgm:ptLst>
  <dgm:cxnLst>
    <dgm:cxn modelId="{46E28213-84BC-46D9-8463-429AB65912F3}" srcId="{04EEC7E4-BAE1-402A-9BE3-CC87E2C741F9}" destId="{0CCD2702-56F9-485F-BDFD-B6E099A7E7D8}" srcOrd="3" destOrd="0" parTransId="{A0581EA2-9265-40EC-B2D2-BDAE705A1949}" sibTransId="{127C0CF1-5415-4B16-84F4-3A49C2FCBF60}"/>
    <dgm:cxn modelId="{9161E726-1245-434E-ADA2-7DE0972CE722}" type="presOf" srcId="{CA0A61A2-7A48-436E-B5E2-8DEB7D983668}" destId="{297A3D6D-A409-458D-8E07-2D4F50FB477C}" srcOrd="0" destOrd="0" presId="urn:microsoft.com/office/officeart/2008/layout/VerticalCurvedList"/>
    <dgm:cxn modelId="{8939B529-A4EB-44B8-9B55-47A38ACFC00F}" srcId="{089D35AF-9031-4B38-98CA-7E0061E9CEDF}" destId="{8B394E5F-461C-42B6-9FCB-7986D5A89E36}" srcOrd="0" destOrd="0" parTransId="{248027CF-91DE-4796-9D99-82C7ACF7829E}" sibTransId="{CF26C3F9-6259-43CF-8C36-FEE290DD8787}"/>
    <dgm:cxn modelId="{DCEE0B2E-3242-49A5-B656-1593B4FAB855}" type="presOf" srcId="{8B394E5F-461C-42B6-9FCB-7986D5A89E36}" destId="{11418C15-3812-4EA5-B214-C048A2D91E6E}" srcOrd="0" destOrd="1" presId="urn:microsoft.com/office/officeart/2008/layout/VerticalCurvedList"/>
    <dgm:cxn modelId="{9887C96D-FBBD-46DC-AB61-9A4D4995B055}" type="presOf" srcId="{6F36EE29-833E-4DE9-819C-376A786176C0}" destId="{B8D4DFDE-EB6C-4C43-A083-197CDD398442}" srcOrd="0" destOrd="0" presId="urn:microsoft.com/office/officeart/2008/layout/VerticalCurvedList"/>
    <dgm:cxn modelId="{5CCA4C55-3136-4F74-9CD1-D0EAFD6C99DD}" srcId="{04EEC7E4-BAE1-402A-9BE3-CC87E2C741F9}" destId="{CA0A61A2-7A48-436E-B5E2-8DEB7D983668}" srcOrd="2" destOrd="0" parTransId="{4F1F7272-4AE7-4AB0-AA26-34E8AC63901B}" sibTransId="{EB31DAC7-21ED-4644-9FF8-195CBC793B37}"/>
    <dgm:cxn modelId="{6FA5B57A-8915-42C9-A889-F6D3F3A9DA7B}" type="presOf" srcId="{CF26C3F9-6259-43CF-8C36-FEE290DD8787}" destId="{DB7BF3CD-CA0A-48DE-A6D0-41DDC9E0B66E}" srcOrd="0" destOrd="0" presId="urn:microsoft.com/office/officeart/2008/layout/VerticalCurvedList"/>
    <dgm:cxn modelId="{7A8028A7-D42F-4F67-AF63-E67C4B7F9D8D}" srcId="{04EEC7E4-BAE1-402A-9BE3-CC87E2C741F9}" destId="{089D35AF-9031-4B38-98CA-7E0061E9CEDF}" srcOrd="0" destOrd="0" parTransId="{BAE4A4E1-4AAF-43A2-8ACB-D86801A995A1}" sibTransId="{E8B955BE-0AE9-45D0-ADE2-6EBAD93E4BF4}"/>
    <dgm:cxn modelId="{3421A0BF-13E8-4B06-AA01-B8AF50530773}" type="presOf" srcId="{089D35AF-9031-4B38-98CA-7E0061E9CEDF}" destId="{11418C15-3812-4EA5-B214-C048A2D91E6E}" srcOrd="0" destOrd="0" presId="urn:microsoft.com/office/officeart/2008/layout/VerticalCurvedList"/>
    <dgm:cxn modelId="{3D083AC6-66A0-43A2-9079-B3E94FE7B24E}" type="presOf" srcId="{04EEC7E4-BAE1-402A-9BE3-CC87E2C741F9}" destId="{291EE15A-65D3-4158-BE26-52CB1CAC004F}" srcOrd="0" destOrd="0" presId="urn:microsoft.com/office/officeart/2008/layout/VerticalCurvedList"/>
    <dgm:cxn modelId="{6FDC12E1-EA2F-4937-83CA-865FDF565BE1}" type="presOf" srcId="{0CCD2702-56F9-485F-BDFD-B6E099A7E7D8}" destId="{C3274F98-DE77-447A-B6C2-44D7262126E6}" srcOrd="0" destOrd="0" presId="urn:microsoft.com/office/officeart/2008/layout/VerticalCurvedList"/>
    <dgm:cxn modelId="{D17333EA-20EA-4DDD-89EC-83A717AFE2CB}" srcId="{04EEC7E4-BAE1-402A-9BE3-CC87E2C741F9}" destId="{6F36EE29-833E-4DE9-819C-376A786176C0}" srcOrd="1" destOrd="0" parTransId="{C58BA7DD-8654-484E-BD1C-C37BFD1CBCA2}" sibTransId="{2C856F4D-74EE-401F-BDF7-CCBA3F5BAB4D}"/>
    <dgm:cxn modelId="{FF1C0918-8EC7-47E3-9E69-B37F86CA3447}" type="presParOf" srcId="{291EE15A-65D3-4158-BE26-52CB1CAC004F}" destId="{43504969-D2DB-4243-9970-34A63E470118}" srcOrd="0" destOrd="0" presId="urn:microsoft.com/office/officeart/2008/layout/VerticalCurvedList"/>
    <dgm:cxn modelId="{2C0F9CE4-1848-44DE-9E29-AC99AF3B0826}" type="presParOf" srcId="{43504969-D2DB-4243-9970-34A63E470118}" destId="{262CF349-6437-4CCB-AC8A-AE2C800113DF}" srcOrd="0" destOrd="0" presId="urn:microsoft.com/office/officeart/2008/layout/VerticalCurvedList"/>
    <dgm:cxn modelId="{D5CC5099-2A59-4096-9694-C8B373C184B2}" type="presParOf" srcId="{262CF349-6437-4CCB-AC8A-AE2C800113DF}" destId="{55289E91-1CFA-4F16-8946-0D71D0E014B2}" srcOrd="0" destOrd="0" presId="urn:microsoft.com/office/officeart/2008/layout/VerticalCurvedList"/>
    <dgm:cxn modelId="{72C0A581-7089-4DD0-A664-E48EAAC5097C}" type="presParOf" srcId="{262CF349-6437-4CCB-AC8A-AE2C800113DF}" destId="{DB7BF3CD-CA0A-48DE-A6D0-41DDC9E0B66E}" srcOrd="1" destOrd="0" presId="urn:microsoft.com/office/officeart/2008/layout/VerticalCurvedList"/>
    <dgm:cxn modelId="{462E906B-B92D-4082-BFFF-28F0FFF4A495}" type="presParOf" srcId="{262CF349-6437-4CCB-AC8A-AE2C800113DF}" destId="{D06F30AA-12F3-4B46-B53C-D5226168B047}" srcOrd="2" destOrd="0" presId="urn:microsoft.com/office/officeart/2008/layout/VerticalCurvedList"/>
    <dgm:cxn modelId="{27494B99-6A2E-4C6D-83B2-B90C2327B4AF}" type="presParOf" srcId="{262CF349-6437-4CCB-AC8A-AE2C800113DF}" destId="{183C2E36-0699-4E52-ACBA-D6CDD010A697}" srcOrd="3" destOrd="0" presId="urn:microsoft.com/office/officeart/2008/layout/VerticalCurvedList"/>
    <dgm:cxn modelId="{2D0FD36A-DF05-4F34-BAB0-16751165FA83}" type="presParOf" srcId="{43504969-D2DB-4243-9970-34A63E470118}" destId="{11418C15-3812-4EA5-B214-C048A2D91E6E}" srcOrd="1" destOrd="0" presId="urn:microsoft.com/office/officeart/2008/layout/VerticalCurvedList"/>
    <dgm:cxn modelId="{563C0D46-09E3-48CF-B0F5-31F5474408D8}" type="presParOf" srcId="{43504969-D2DB-4243-9970-34A63E470118}" destId="{F762A653-33FB-47C9-A599-653871A9105F}" srcOrd="2" destOrd="0" presId="urn:microsoft.com/office/officeart/2008/layout/VerticalCurvedList"/>
    <dgm:cxn modelId="{CE0A9C9A-064C-49B9-A121-3A6B203981FA}" type="presParOf" srcId="{F762A653-33FB-47C9-A599-653871A9105F}" destId="{64C2A1D1-94A7-4973-AA25-F0C13782F70B}" srcOrd="0" destOrd="0" presId="urn:microsoft.com/office/officeart/2008/layout/VerticalCurvedList"/>
    <dgm:cxn modelId="{889D3CB6-537F-497C-8FAB-2C99A723B012}" type="presParOf" srcId="{43504969-D2DB-4243-9970-34A63E470118}" destId="{B8D4DFDE-EB6C-4C43-A083-197CDD398442}" srcOrd="3" destOrd="0" presId="urn:microsoft.com/office/officeart/2008/layout/VerticalCurvedList"/>
    <dgm:cxn modelId="{48EA2DA4-98B3-4CC1-8B2C-30D7F615B461}" type="presParOf" srcId="{43504969-D2DB-4243-9970-34A63E470118}" destId="{FA50B3DF-31EE-46FA-80F9-18C7C3681EC4}" srcOrd="4" destOrd="0" presId="urn:microsoft.com/office/officeart/2008/layout/VerticalCurvedList"/>
    <dgm:cxn modelId="{C4B9BFE3-2040-4B3C-AB7C-4909820F5344}" type="presParOf" srcId="{FA50B3DF-31EE-46FA-80F9-18C7C3681EC4}" destId="{B1F8DAFE-0057-4C9E-8520-DF3023E16A46}" srcOrd="0" destOrd="0" presId="urn:microsoft.com/office/officeart/2008/layout/VerticalCurvedList"/>
    <dgm:cxn modelId="{E858D872-3777-446E-9071-1F68BCF96C20}" type="presParOf" srcId="{43504969-D2DB-4243-9970-34A63E470118}" destId="{297A3D6D-A409-458D-8E07-2D4F50FB477C}" srcOrd="5" destOrd="0" presId="urn:microsoft.com/office/officeart/2008/layout/VerticalCurvedList"/>
    <dgm:cxn modelId="{FF79BA5E-DD6A-4245-93ED-7A14C216B346}" type="presParOf" srcId="{43504969-D2DB-4243-9970-34A63E470118}" destId="{C3EDD205-EC1D-403B-BD6A-2C381C8F1744}" srcOrd="6" destOrd="0" presId="urn:microsoft.com/office/officeart/2008/layout/VerticalCurvedList"/>
    <dgm:cxn modelId="{C6F95C84-9616-45EE-9755-683389265E3D}" type="presParOf" srcId="{C3EDD205-EC1D-403B-BD6A-2C381C8F1744}" destId="{20071646-47CD-402E-B9DF-01FB029B5653}" srcOrd="0" destOrd="0" presId="urn:microsoft.com/office/officeart/2008/layout/VerticalCurvedList"/>
    <dgm:cxn modelId="{F3996452-1003-433D-A296-3BF10C596DFE}" type="presParOf" srcId="{43504969-D2DB-4243-9970-34A63E470118}" destId="{C3274F98-DE77-447A-B6C2-44D7262126E6}" srcOrd="7" destOrd="0" presId="urn:microsoft.com/office/officeart/2008/layout/VerticalCurvedList"/>
    <dgm:cxn modelId="{9C5F2D81-FF1B-4752-864E-AB5D16F8FAA9}" type="presParOf" srcId="{43504969-D2DB-4243-9970-34A63E470118}" destId="{08C73874-20A8-4EE5-9FBC-BA2F161CC488}" srcOrd="8" destOrd="0" presId="urn:microsoft.com/office/officeart/2008/layout/VerticalCurvedList"/>
    <dgm:cxn modelId="{363453E2-64A7-463F-9DCC-2075897AF5CF}" type="presParOf" srcId="{08C73874-20A8-4EE5-9FBC-BA2F161CC488}" destId="{25A4D242-8187-4169-B300-ADCCDCB9DFF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19373ACF-5CFB-4377-9A9B-3253E0E8D95C}" type="doc">
      <dgm:prSet loTypeId="urn:microsoft.com/office/officeart/2005/8/layout/hList9" loCatId="list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s-CO"/>
        </a:p>
      </dgm:t>
    </dgm:pt>
    <dgm:pt modelId="{7C559134-14F3-43EF-BA85-7E23313C4247}">
      <dgm:prSet phldrT="[Texto]" custT="1"/>
      <dgm:spPr>
        <a:solidFill>
          <a:srgbClr val="FF6C00"/>
        </a:solidFill>
      </dgm:spPr>
      <dgm:t>
        <a:bodyPr/>
        <a:lstStyle/>
        <a:p>
          <a:r>
            <a:rPr lang="es-MX" sz="1600" dirty="0"/>
            <a:t>CONDICIONAMIENTO DE MATRICULA</a:t>
          </a:r>
          <a:endParaRPr lang="es-CO" sz="1600" dirty="0"/>
        </a:p>
      </dgm:t>
    </dgm:pt>
    <dgm:pt modelId="{E355A9E5-E60A-4566-9FE8-446C88BEAF3D}" type="parTrans" cxnId="{E7C8B2EB-07C3-41FD-95C9-E5744AAB62FA}">
      <dgm:prSet/>
      <dgm:spPr/>
      <dgm:t>
        <a:bodyPr/>
        <a:lstStyle/>
        <a:p>
          <a:endParaRPr lang="es-CO"/>
        </a:p>
      </dgm:t>
    </dgm:pt>
    <dgm:pt modelId="{1951AD58-8946-42DB-BE03-1CF9566256DC}" type="sibTrans" cxnId="{E7C8B2EB-07C3-41FD-95C9-E5744AAB62FA}">
      <dgm:prSet/>
      <dgm:spPr/>
      <dgm:t>
        <a:bodyPr/>
        <a:lstStyle/>
        <a:p>
          <a:endParaRPr lang="es-CO"/>
        </a:p>
      </dgm:t>
    </dgm:pt>
    <dgm:pt modelId="{84DD04F8-B362-4C16-8BA9-99643F983029}">
      <dgm:prSet phldrT="[Texto]"/>
      <dgm:spPr>
        <a:solidFill>
          <a:schemeClr val="accent6"/>
        </a:solidFill>
      </dgm:spPr>
      <dgm:t>
        <a:bodyPr/>
        <a:lstStyle/>
        <a:p>
          <a:r>
            <a:rPr lang="es-MX" dirty="0">
              <a:solidFill>
                <a:schemeClr val="bg1"/>
              </a:solidFill>
            </a:rPr>
            <a:t>Medida académica que se impone al aprendiz que incurre en una falta académica o disciplinaria. Durante el proceso de formación puede tener dos condicionamientos</a:t>
          </a:r>
          <a:endParaRPr lang="es-CO" dirty="0">
            <a:solidFill>
              <a:schemeClr val="bg1"/>
            </a:solidFill>
          </a:endParaRPr>
        </a:p>
      </dgm:t>
    </dgm:pt>
    <dgm:pt modelId="{4EF24DC6-2D0E-4278-9236-10749AF41191}" type="parTrans" cxnId="{CDE6E431-2BEC-45EA-BFDD-B173495A2BF7}">
      <dgm:prSet/>
      <dgm:spPr/>
      <dgm:t>
        <a:bodyPr/>
        <a:lstStyle/>
        <a:p>
          <a:endParaRPr lang="es-CO"/>
        </a:p>
      </dgm:t>
    </dgm:pt>
    <dgm:pt modelId="{A7BE09A0-BC77-42D6-8A76-74A6D9405AA7}" type="sibTrans" cxnId="{CDE6E431-2BEC-45EA-BFDD-B173495A2BF7}">
      <dgm:prSet/>
      <dgm:spPr/>
      <dgm:t>
        <a:bodyPr/>
        <a:lstStyle/>
        <a:p>
          <a:endParaRPr lang="es-CO"/>
        </a:p>
      </dgm:t>
    </dgm:pt>
    <dgm:pt modelId="{F9793D04-60AD-4358-9D49-8247D5E973DA}">
      <dgm:prSet phldrT="[Texto]" custT="1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MX" sz="1600" dirty="0"/>
            <a:t>CANCELACIÓN DE MATRICULA </a:t>
          </a:r>
          <a:endParaRPr lang="es-CO" sz="1600" dirty="0"/>
        </a:p>
      </dgm:t>
    </dgm:pt>
    <dgm:pt modelId="{DEFDF8EE-2E81-4EEF-9F24-3D87D6AB29D1}" type="parTrans" cxnId="{E0344B23-8ED3-4FF1-8D21-6A6B8285127A}">
      <dgm:prSet/>
      <dgm:spPr/>
      <dgm:t>
        <a:bodyPr/>
        <a:lstStyle/>
        <a:p>
          <a:endParaRPr lang="es-CO"/>
        </a:p>
      </dgm:t>
    </dgm:pt>
    <dgm:pt modelId="{D9CD6E9C-EDFD-4637-9FCE-DA1FD73C472D}" type="sibTrans" cxnId="{E0344B23-8ED3-4FF1-8D21-6A6B8285127A}">
      <dgm:prSet/>
      <dgm:spPr/>
      <dgm:t>
        <a:bodyPr/>
        <a:lstStyle/>
        <a:p>
          <a:endParaRPr lang="es-CO"/>
        </a:p>
      </dgm:t>
    </dgm:pt>
    <dgm:pt modelId="{107C9B40-E66F-467E-931D-1700D534B34D}">
      <dgm:prSet phldrT="[Texto]" custT="1"/>
      <dgm:spPr>
        <a:solidFill>
          <a:schemeClr val="accent4">
            <a:alpha val="90000"/>
          </a:schemeClr>
        </a:solidFill>
      </dgm:spPr>
      <dgm:t>
        <a:bodyPr/>
        <a:lstStyle/>
        <a:p>
          <a:r>
            <a:rPr lang="es-MX" sz="1500" b="1" dirty="0">
              <a:solidFill>
                <a:schemeClr val="bg1"/>
              </a:solidFill>
            </a:rPr>
            <a:t>Acto académico que se origina cuando persiste una falta o incumplió con la medida formativa del condicionamiento de matricula. </a:t>
          </a:r>
        </a:p>
        <a:p>
          <a:r>
            <a:rPr lang="es-MX" sz="1500" b="1" dirty="0">
              <a:solidFill>
                <a:schemeClr val="bg1"/>
              </a:solidFill>
            </a:rPr>
            <a:t>Parágrafo 1 Los aprendices que no se hayan certificado transcurrido un año de la fecha fin programada en Sena Sofia Plus</a:t>
          </a:r>
          <a:endParaRPr lang="es-CO" sz="1500" b="1" dirty="0">
            <a:solidFill>
              <a:schemeClr val="bg1"/>
            </a:solidFill>
          </a:endParaRPr>
        </a:p>
      </dgm:t>
    </dgm:pt>
    <dgm:pt modelId="{CE56F8D1-443C-4315-87B0-DF146A7D9587}" type="parTrans" cxnId="{B8381FEC-4441-4016-A9AA-4F14B5760D1F}">
      <dgm:prSet/>
      <dgm:spPr/>
      <dgm:t>
        <a:bodyPr/>
        <a:lstStyle/>
        <a:p>
          <a:endParaRPr lang="es-CO"/>
        </a:p>
      </dgm:t>
    </dgm:pt>
    <dgm:pt modelId="{3011B719-FCF2-4041-B666-CCB14C3EEF4F}" type="sibTrans" cxnId="{B8381FEC-4441-4016-A9AA-4F14B5760D1F}">
      <dgm:prSet/>
      <dgm:spPr/>
      <dgm:t>
        <a:bodyPr/>
        <a:lstStyle/>
        <a:p>
          <a:endParaRPr lang="es-CO"/>
        </a:p>
      </dgm:t>
    </dgm:pt>
    <dgm:pt modelId="{A1985F02-0A9C-4AAC-8177-54B79F415ED1}" type="pres">
      <dgm:prSet presAssocID="{19373ACF-5CFB-4377-9A9B-3253E0E8D95C}" presName="list" presStyleCnt="0">
        <dgm:presLayoutVars>
          <dgm:dir/>
          <dgm:animLvl val="lvl"/>
        </dgm:presLayoutVars>
      </dgm:prSet>
      <dgm:spPr/>
    </dgm:pt>
    <dgm:pt modelId="{22ACBEA5-509C-46F5-8382-9DE9EF07370D}" type="pres">
      <dgm:prSet presAssocID="{7C559134-14F3-43EF-BA85-7E23313C4247}" presName="posSpace" presStyleCnt="0"/>
      <dgm:spPr/>
    </dgm:pt>
    <dgm:pt modelId="{0210F3C5-76A2-4927-9FA0-F29389D16FE9}" type="pres">
      <dgm:prSet presAssocID="{7C559134-14F3-43EF-BA85-7E23313C4247}" presName="vertFlow" presStyleCnt="0"/>
      <dgm:spPr/>
    </dgm:pt>
    <dgm:pt modelId="{F7252677-AD6A-4CD0-91BE-5FCDB744879A}" type="pres">
      <dgm:prSet presAssocID="{7C559134-14F3-43EF-BA85-7E23313C4247}" presName="topSpace" presStyleCnt="0"/>
      <dgm:spPr/>
    </dgm:pt>
    <dgm:pt modelId="{44DF8443-A28C-4D04-A3AD-2A2BD002947A}" type="pres">
      <dgm:prSet presAssocID="{7C559134-14F3-43EF-BA85-7E23313C4247}" presName="firstComp" presStyleCnt="0"/>
      <dgm:spPr/>
    </dgm:pt>
    <dgm:pt modelId="{F6732DFC-FA20-4207-9D10-39008E21CF58}" type="pres">
      <dgm:prSet presAssocID="{7C559134-14F3-43EF-BA85-7E23313C4247}" presName="firstChild" presStyleLbl="bgAccFollowNode1" presStyleIdx="0" presStyleCnt="2" custScaleX="111007" custLinFactX="52096" custLinFactNeighborX="100000" custLinFactNeighborY="-92884"/>
      <dgm:spPr/>
    </dgm:pt>
    <dgm:pt modelId="{9DA3B77A-D572-4BE1-AD18-11E8A7AA70F3}" type="pres">
      <dgm:prSet presAssocID="{7C559134-14F3-43EF-BA85-7E23313C4247}" presName="firstChildTx" presStyleLbl="bgAccFollowNode1" presStyleIdx="0" presStyleCnt="2">
        <dgm:presLayoutVars>
          <dgm:bulletEnabled val="1"/>
        </dgm:presLayoutVars>
      </dgm:prSet>
      <dgm:spPr/>
    </dgm:pt>
    <dgm:pt modelId="{E66F06BC-C9EF-4125-94AB-A87C7E8ED638}" type="pres">
      <dgm:prSet presAssocID="{7C559134-14F3-43EF-BA85-7E23313C4247}" presName="negSpace" presStyleCnt="0"/>
      <dgm:spPr/>
    </dgm:pt>
    <dgm:pt modelId="{BE5708D8-5FE6-402E-8F52-0C06B6617FA2}" type="pres">
      <dgm:prSet presAssocID="{7C559134-14F3-43EF-BA85-7E23313C4247}" presName="circle" presStyleLbl="node1" presStyleIdx="0" presStyleCnt="2" custScaleX="172581" custLinFactX="28" custLinFactNeighborX="100000" custLinFactNeighborY="-56865"/>
      <dgm:spPr/>
    </dgm:pt>
    <dgm:pt modelId="{B64FACCD-FA3E-4F2B-B673-47C0A6C5C433}" type="pres">
      <dgm:prSet presAssocID="{1951AD58-8946-42DB-BE03-1CF9566256DC}" presName="transSpace" presStyleCnt="0"/>
      <dgm:spPr/>
    </dgm:pt>
    <dgm:pt modelId="{D335A874-703C-4696-8D1D-D4E1688709B8}" type="pres">
      <dgm:prSet presAssocID="{F9793D04-60AD-4358-9D49-8247D5E973DA}" presName="posSpace" presStyleCnt="0"/>
      <dgm:spPr/>
    </dgm:pt>
    <dgm:pt modelId="{18238F50-47FB-465B-8B6E-2FA8F7573171}" type="pres">
      <dgm:prSet presAssocID="{F9793D04-60AD-4358-9D49-8247D5E973DA}" presName="vertFlow" presStyleCnt="0"/>
      <dgm:spPr/>
    </dgm:pt>
    <dgm:pt modelId="{0CF89B42-F3D4-4AD8-A806-95ECB77CF29C}" type="pres">
      <dgm:prSet presAssocID="{F9793D04-60AD-4358-9D49-8247D5E973DA}" presName="topSpace" presStyleCnt="0"/>
      <dgm:spPr/>
    </dgm:pt>
    <dgm:pt modelId="{DAAEC915-09A2-461A-9279-7FCD51194327}" type="pres">
      <dgm:prSet presAssocID="{F9793D04-60AD-4358-9D49-8247D5E973DA}" presName="firstComp" presStyleCnt="0"/>
      <dgm:spPr/>
    </dgm:pt>
    <dgm:pt modelId="{35BFF0EE-1CF2-436F-A6BB-52837425B9D9}" type="pres">
      <dgm:prSet presAssocID="{F9793D04-60AD-4358-9D49-8247D5E973DA}" presName="firstChild" presStyleLbl="bgAccFollowNode1" presStyleIdx="1" presStyleCnt="2" custScaleX="130491" custScaleY="148166" custLinFactNeighborX="-53298" custLinFactNeighborY="58708"/>
      <dgm:spPr/>
    </dgm:pt>
    <dgm:pt modelId="{88C2F4C9-1D4E-43A0-A272-B554BF6C2B07}" type="pres">
      <dgm:prSet presAssocID="{F9793D04-60AD-4358-9D49-8247D5E973DA}" presName="firstChildTx" presStyleLbl="bgAccFollowNode1" presStyleIdx="1" presStyleCnt="2">
        <dgm:presLayoutVars>
          <dgm:bulletEnabled val="1"/>
        </dgm:presLayoutVars>
      </dgm:prSet>
      <dgm:spPr/>
    </dgm:pt>
    <dgm:pt modelId="{83796ECA-823C-40DF-A9A7-473E2F074B22}" type="pres">
      <dgm:prSet presAssocID="{F9793D04-60AD-4358-9D49-8247D5E973DA}" presName="negSpace" presStyleCnt="0"/>
      <dgm:spPr/>
    </dgm:pt>
    <dgm:pt modelId="{2EC32D1F-83CB-4060-AF2C-2D85CBAE28B6}" type="pres">
      <dgm:prSet presAssocID="{F9793D04-60AD-4358-9D49-8247D5E973DA}" presName="circle" presStyleLbl="node1" presStyleIdx="1" presStyleCnt="2" custScaleX="142340" custLinFactX="-7206" custLinFactY="18691" custLinFactNeighborX="-100000" custLinFactNeighborY="100000"/>
      <dgm:spPr/>
    </dgm:pt>
  </dgm:ptLst>
  <dgm:cxnLst>
    <dgm:cxn modelId="{E0344B23-8ED3-4FF1-8D21-6A6B8285127A}" srcId="{19373ACF-5CFB-4377-9A9B-3253E0E8D95C}" destId="{F9793D04-60AD-4358-9D49-8247D5E973DA}" srcOrd="1" destOrd="0" parTransId="{DEFDF8EE-2E81-4EEF-9F24-3D87D6AB29D1}" sibTransId="{D9CD6E9C-EDFD-4637-9FCE-DA1FD73C472D}"/>
    <dgm:cxn modelId="{CDE6E431-2BEC-45EA-BFDD-B173495A2BF7}" srcId="{7C559134-14F3-43EF-BA85-7E23313C4247}" destId="{84DD04F8-B362-4C16-8BA9-99643F983029}" srcOrd="0" destOrd="0" parTransId="{4EF24DC6-2D0E-4278-9236-10749AF41191}" sibTransId="{A7BE09A0-BC77-42D6-8A76-74A6D9405AA7}"/>
    <dgm:cxn modelId="{68C6D537-B067-4031-91F1-A4BF93A35C08}" type="presOf" srcId="{19373ACF-5CFB-4377-9A9B-3253E0E8D95C}" destId="{A1985F02-0A9C-4AAC-8177-54B79F415ED1}" srcOrd="0" destOrd="0" presId="urn:microsoft.com/office/officeart/2005/8/layout/hList9"/>
    <dgm:cxn modelId="{AA41053F-9260-4D2C-AE5A-C70B9F679B7A}" type="presOf" srcId="{F9793D04-60AD-4358-9D49-8247D5E973DA}" destId="{2EC32D1F-83CB-4060-AF2C-2D85CBAE28B6}" srcOrd="0" destOrd="0" presId="urn:microsoft.com/office/officeart/2005/8/layout/hList9"/>
    <dgm:cxn modelId="{96963A58-914A-4FFD-B808-EF91E459AE4F}" type="presOf" srcId="{7C559134-14F3-43EF-BA85-7E23313C4247}" destId="{BE5708D8-5FE6-402E-8F52-0C06B6617FA2}" srcOrd="0" destOrd="0" presId="urn:microsoft.com/office/officeart/2005/8/layout/hList9"/>
    <dgm:cxn modelId="{311F34A8-CE7B-4505-BB3C-FFCB000214E7}" type="presOf" srcId="{84DD04F8-B362-4C16-8BA9-99643F983029}" destId="{F6732DFC-FA20-4207-9D10-39008E21CF58}" srcOrd="0" destOrd="0" presId="urn:microsoft.com/office/officeart/2005/8/layout/hList9"/>
    <dgm:cxn modelId="{71DA10AE-EC65-4D8D-BDA7-183F22D69538}" type="presOf" srcId="{107C9B40-E66F-467E-931D-1700D534B34D}" destId="{35BFF0EE-1CF2-436F-A6BB-52837425B9D9}" srcOrd="0" destOrd="0" presId="urn:microsoft.com/office/officeart/2005/8/layout/hList9"/>
    <dgm:cxn modelId="{56E0DFD3-B836-4B8D-AE26-182F3313689C}" type="presOf" srcId="{84DD04F8-B362-4C16-8BA9-99643F983029}" destId="{9DA3B77A-D572-4BE1-AD18-11E8A7AA70F3}" srcOrd="1" destOrd="0" presId="urn:microsoft.com/office/officeart/2005/8/layout/hList9"/>
    <dgm:cxn modelId="{E7C8B2EB-07C3-41FD-95C9-E5744AAB62FA}" srcId="{19373ACF-5CFB-4377-9A9B-3253E0E8D95C}" destId="{7C559134-14F3-43EF-BA85-7E23313C4247}" srcOrd="0" destOrd="0" parTransId="{E355A9E5-E60A-4566-9FE8-446C88BEAF3D}" sibTransId="{1951AD58-8946-42DB-BE03-1CF9566256DC}"/>
    <dgm:cxn modelId="{B8381FEC-4441-4016-A9AA-4F14B5760D1F}" srcId="{F9793D04-60AD-4358-9D49-8247D5E973DA}" destId="{107C9B40-E66F-467E-931D-1700D534B34D}" srcOrd="0" destOrd="0" parTransId="{CE56F8D1-443C-4315-87B0-DF146A7D9587}" sibTransId="{3011B719-FCF2-4041-B666-CCB14C3EEF4F}"/>
    <dgm:cxn modelId="{7C6635F1-F2E9-4FF4-AC2C-C380792CD169}" type="presOf" srcId="{107C9B40-E66F-467E-931D-1700D534B34D}" destId="{88C2F4C9-1D4E-43A0-A272-B554BF6C2B07}" srcOrd="1" destOrd="0" presId="urn:microsoft.com/office/officeart/2005/8/layout/hList9"/>
    <dgm:cxn modelId="{5C954E21-BE69-469E-958B-F70438A6D927}" type="presParOf" srcId="{A1985F02-0A9C-4AAC-8177-54B79F415ED1}" destId="{22ACBEA5-509C-46F5-8382-9DE9EF07370D}" srcOrd="0" destOrd="0" presId="urn:microsoft.com/office/officeart/2005/8/layout/hList9"/>
    <dgm:cxn modelId="{1B7DDABB-A4C1-4324-ABBE-5586DAC63359}" type="presParOf" srcId="{A1985F02-0A9C-4AAC-8177-54B79F415ED1}" destId="{0210F3C5-76A2-4927-9FA0-F29389D16FE9}" srcOrd="1" destOrd="0" presId="urn:microsoft.com/office/officeart/2005/8/layout/hList9"/>
    <dgm:cxn modelId="{2996BCB0-BC57-4DD8-813F-D2AB65569DFF}" type="presParOf" srcId="{0210F3C5-76A2-4927-9FA0-F29389D16FE9}" destId="{F7252677-AD6A-4CD0-91BE-5FCDB744879A}" srcOrd="0" destOrd="0" presId="urn:microsoft.com/office/officeart/2005/8/layout/hList9"/>
    <dgm:cxn modelId="{CAEE3EAF-E478-402A-8D98-7106DFBA2B0C}" type="presParOf" srcId="{0210F3C5-76A2-4927-9FA0-F29389D16FE9}" destId="{44DF8443-A28C-4D04-A3AD-2A2BD002947A}" srcOrd="1" destOrd="0" presId="urn:microsoft.com/office/officeart/2005/8/layout/hList9"/>
    <dgm:cxn modelId="{94E27B2A-9FC2-4CE8-B146-B585269F620B}" type="presParOf" srcId="{44DF8443-A28C-4D04-A3AD-2A2BD002947A}" destId="{F6732DFC-FA20-4207-9D10-39008E21CF58}" srcOrd="0" destOrd="0" presId="urn:microsoft.com/office/officeart/2005/8/layout/hList9"/>
    <dgm:cxn modelId="{8B84ACE4-56BF-4C75-8ACF-32DBE2B8B696}" type="presParOf" srcId="{44DF8443-A28C-4D04-A3AD-2A2BD002947A}" destId="{9DA3B77A-D572-4BE1-AD18-11E8A7AA70F3}" srcOrd="1" destOrd="0" presId="urn:microsoft.com/office/officeart/2005/8/layout/hList9"/>
    <dgm:cxn modelId="{04A29928-8C45-4A91-89E7-4C5AED0ED6EB}" type="presParOf" srcId="{A1985F02-0A9C-4AAC-8177-54B79F415ED1}" destId="{E66F06BC-C9EF-4125-94AB-A87C7E8ED638}" srcOrd="2" destOrd="0" presId="urn:microsoft.com/office/officeart/2005/8/layout/hList9"/>
    <dgm:cxn modelId="{E6DA7C43-B7B8-4753-8CBF-4CAD8A5C8A17}" type="presParOf" srcId="{A1985F02-0A9C-4AAC-8177-54B79F415ED1}" destId="{BE5708D8-5FE6-402E-8F52-0C06B6617FA2}" srcOrd="3" destOrd="0" presId="urn:microsoft.com/office/officeart/2005/8/layout/hList9"/>
    <dgm:cxn modelId="{32560EC0-41F3-4E6B-8FB9-5975FBAE8236}" type="presParOf" srcId="{A1985F02-0A9C-4AAC-8177-54B79F415ED1}" destId="{B64FACCD-FA3E-4F2B-B673-47C0A6C5C433}" srcOrd="4" destOrd="0" presId="urn:microsoft.com/office/officeart/2005/8/layout/hList9"/>
    <dgm:cxn modelId="{0C1FD457-FB11-4F0C-B502-239EA40016D6}" type="presParOf" srcId="{A1985F02-0A9C-4AAC-8177-54B79F415ED1}" destId="{D335A874-703C-4696-8D1D-D4E1688709B8}" srcOrd="5" destOrd="0" presId="urn:microsoft.com/office/officeart/2005/8/layout/hList9"/>
    <dgm:cxn modelId="{F7CB3BAC-5118-4327-BFEC-0A7F38D27D37}" type="presParOf" srcId="{A1985F02-0A9C-4AAC-8177-54B79F415ED1}" destId="{18238F50-47FB-465B-8B6E-2FA8F7573171}" srcOrd="6" destOrd="0" presId="urn:microsoft.com/office/officeart/2005/8/layout/hList9"/>
    <dgm:cxn modelId="{57BA8AA9-AAD9-4ECB-AE58-6FBA397A4225}" type="presParOf" srcId="{18238F50-47FB-465B-8B6E-2FA8F7573171}" destId="{0CF89B42-F3D4-4AD8-A806-95ECB77CF29C}" srcOrd="0" destOrd="0" presId="urn:microsoft.com/office/officeart/2005/8/layout/hList9"/>
    <dgm:cxn modelId="{3B97EE14-4071-4983-87C8-384375A1298A}" type="presParOf" srcId="{18238F50-47FB-465B-8B6E-2FA8F7573171}" destId="{DAAEC915-09A2-461A-9279-7FCD51194327}" srcOrd="1" destOrd="0" presId="urn:microsoft.com/office/officeart/2005/8/layout/hList9"/>
    <dgm:cxn modelId="{AB5CE468-A4B3-4479-8754-A9119ECFFAD0}" type="presParOf" srcId="{DAAEC915-09A2-461A-9279-7FCD51194327}" destId="{35BFF0EE-1CF2-436F-A6BB-52837425B9D9}" srcOrd="0" destOrd="0" presId="urn:microsoft.com/office/officeart/2005/8/layout/hList9"/>
    <dgm:cxn modelId="{F95DF64F-AFB9-4F1B-9C34-EF7066474805}" type="presParOf" srcId="{DAAEC915-09A2-461A-9279-7FCD51194327}" destId="{88C2F4C9-1D4E-43A0-A272-B554BF6C2B07}" srcOrd="1" destOrd="0" presId="urn:microsoft.com/office/officeart/2005/8/layout/hList9"/>
    <dgm:cxn modelId="{0D822056-8504-4D13-94F0-14DE83E156B5}" type="presParOf" srcId="{A1985F02-0A9C-4AAC-8177-54B79F415ED1}" destId="{83796ECA-823C-40DF-A9A7-473E2F074B22}" srcOrd="7" destOrd="0" presId="urn:microsoft.com/office/officeart/2005/8/layout/hList9"/>
    <dgm:cxn modelId="{F1E8B9DE-C166-49EA-B0A8-5E007CD9A027}" type="presParOf" srcId="{A1985F02-0A9C-4AAC-8177-54B79F415ED1}" destId="{2EC32D1F-83CB-4060-AF2C-2D85CBAE28B6}" srcOrd="8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6600BC-A7F3-41CF-AD2B-509DA67AE6B8}">
      <dsp:nvSpPr>
        <dsp:cNvPr id="0" name=""/>
        <dsp:cNvSpPr/>
      </dsp:nvSpPr>
      <dsp:spPr>
        <a:xfrm rot="5400000">
          <a:off x="1195697" y="1245912"/>
          <a:ext cx="1107851" cy="1261249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4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52A2C5-CF88-4A32-BDAD-AA1D557CBC6F}">
      <dsp:nvSpPr>
        <dsp:cNvPr id="0" name=""/>
        <dsp:cNvSpPr/>
      </dsp:nvSpPr>
      <dsp:spPr>
        <a:xfrm>
          <a:off x="902183" y="17837"/>
          <a:ext cx="1864969" cy="1305417"/>
        </a:xfrm>
        <a:prstGeom prst="roundRect">
          <a:avLst>
            <a:gd name="adj" fmla="val 1667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b="1" kern="1200" dirty="0"/>
            <a:t>Capítulo I Definición</a:t>
          </a:r>
          <a:endParaRPr lang="es-CO" sz="2200" b="1" kern="1200" dirty="0"/>
        </a:p>
      </dsp:txBody>
      <dsp:txXfrm>
        <a:off x="965920" y="81574"/>
        <a:ext cx="1737495" cy="1177943"/>
      </dsp:txXfrm>
    </dsp:sp>
    <dsp:sp modelId="{4BD4657C-A013-445A-AFB5-A1050C2BB993}">
      <dsp:nvSpPr>
        <dsp:cNvPr id="0" name=""/>
        <dsp:cNvSpPr/>
      </dsp:nvSpPr>
      <dsp:spPr>
        <a:xfrm>
          <a:off x="2767153" y="142338"/>
          <a:ext cx="1356400" cy="10550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E97E37-3C9A-48EB-B50D-EAC8C44922F7}">
      <dsp:nvSpPr>
        <dsp:cNvPr id="0" name=""/>
        <dsp:cNvSpPr/>
      </dsp:nvSpPr>
      <dsp:spPr>
        <a:xfrm rot="5400000">
          <a:off x="2741954" y="2753175"/>
          <a:ext cx="1107851" cy="1261249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4">
            <a:tint val="50000"/>
            <a:hueOff val="10860531"/>
            <a:satOff val="-52986"/>
            <a:lumOff val="756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7B4A3A-5A64-4611-B0E1-21D49CFD26CA}">
      <dsp:nvSpPr>
        <dsp:cNvPr id="0" name=""/>
        <dsp:cNvSpPr/>
      </dsp:nvSpPr>
      <dsp:spPr>
        <a:xfrm>
          <a:off x="2329176" y="1432337"/>
          <a:ext cx="1864969" cy="1305417"/>
        </a:xfrm>
        <a:prstGeom prst="roundRect">
          <a:avLst>
            <a:gd name="adj" fmla="val 16670"/>
          </a:avLst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kern="1200" dirty="0"/>
            <a:t>Art 2. Ámbito de aplicación y Transición </a:t>
          </a:r>
          <a:endParaRPr lang="es-CO" sz="2200" kern="1200" dirty="0"/>
        </a:p>
      </dsp:txBody>
      <dsp:txXfrm>
        <a:off x="2392913" y="1496074"/>
        <a:ext cx="1737495" cy="1177943"/>
      </dsp:txXfrm>
    </dsp:sp>
    <dsp:sp modelId="{FF784F9F-11E7-406B-B3C9-B978E9CB7A72}">
      <dsp:nvSpPr>
        <dsp:cNvPr id="0" name=""/>
        <dsp:cNvSpPr/>
      </dsp:nvSpPr>
      <dsp:spPr>
        <a:xfrm>
          <a:off x="4241867" y="1369078"/>
          <a:ext cx="2918228" cy="13857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171450" lvl="1" indent="-171450" algn="just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700" kern="1200" dirty="0"/>
            <a:t>El Reglamento será aplicable a todos los aprendices que se matriculen en programas de formación SENA, a partir de la fecha de publicación. </a:t>
          </a:r>
          <a:endParaRPr lang="es-CO" sz="1700" kern="1200" dirty="0"/>
        </a:p>
      </dsp:txBody>
      <dsp:txXfrm>
        <a:off x="4241867" y="1369078"/>
        <a:ext cx="2918228" cy="1385795"/>
      </dsp:txXfrm>
    </dsp:sp>
    <dsp:sp modelId="{90C4FF8C-FCAE-488C-831F-4A8179126B5D}">
      <dsp:nvSpPr>
        <dsp:cNvPr id="0" name=""/>
        <dsp:cNvSpPr/>
      </dsp:nvSpPr>
      <dsp:spPr>
        <a:xfrm>
          <a:off x="3994699" y="2991515"/>
          <a:ext cx="1864969" cy="1305417"/>
        </a:xfrm>
        <a:prstGeom prst="roundRect">
          <a:avLst>
            <a:gd name="adj" fmla="val 16670"/>
          </a:avLst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kern="1200" dirty="0"/>
            <a:t>Art 3. Vigencia y Derogatorias</a:t>
          </a:r>
          <a:endParaRPr lang="es-CO" sz="2200" kern="1200" dirty="0"/>
        </a:p>
      </dsp:txBody>
      <dsp:txXfrm>
        <a:off x="4058436" y="3055252"/>
        <a:ext cx="1737495" cy="1177943"/>
      </dsp:txXfrm>
    </dsp:sp>
    <dsp:sp modelId="{E6875BC0-881E-4CC5-93B7-247F66A4D459}">
      <dsp:nvSpPr>
        <dsp:cNvPr id="0" name=""/>
        <dsp:cNvSpPr/>
      </dsp:nvSpPr>
      <dsp:spPr>
        <a:xfrm>
          <a:off x="5841092" y="3063008"/>
          <a:ext cx="2983824" cy="10550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171450" lvl="1" indent="-171450" algn="just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700" kern="1200" dirty="0"/>
            <a:t>El presente acuerdo rige a partir de la fecha de publicación y deroga en su totalidad los acuerdo 7 del 2012, 2 de 2014, 6 del 2023 y 2 de 2023</a:t>
          </a:r>
          <a:endParaRPr lang="es-CO" sz="1700" kern="1200" dirty="0"/>
        </a:p>
      </dsp:txBody>
      <dsp:txXfrm>
        <a:off x="5841092" y="3063008"/>
        <a:ext cx="2983824" cy="10550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A908BA-CA5C-4CEA-A6F2-40A849E29675}">
      <dsp:nvSpPr>
        <dsp:cNvPr id="0" name=""/>
        <dsp:cNvSpPr/>
      </dsp:nvSpPr>
      <dsp:spPr>
        <a:xfrm>
          <a:off x="3052" y="182461"/>
          <a:ext cx="2975837" cy="66538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1" kern="1200" dirty="0"/>
            <a:t>10.Debido proceso</a:t>
          </a:r>
          <a:endParaRPr lang="es-CO" sz="1800" b="1" kern="1200" dirty="0"/>
        </a:p>
      </dsp:txBody>
      <dsp:txXfrm>
        <a:off x="3052" y="182461"/>
        <a:ext cx="2975837" cy="665385"/>
      </dsp:txXfrm>
    </dsp:sp>
    <dsp:sp modelId="{3A15D55E-56F7-4881-9678-DD97A9F01543}">
      <dsp:nvSpPr>
        <dsp:cNvPr id="0" name=""/>
        <dsp:cNvSpPr/>
      </dsp:nvSpPr>
      <dsp:spPr>
        <a:xfrm>
          <a:off x="3052" y="847846"/>
          <a:ext cx="2975837" cy="242109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800" kern="1200" dirty="0"/>
            <a:t>Etapas de la formación</a:t>
          </a:r>
          <a:endParaRPr lang="es-CO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800" kern="1200" dirty="0"/>
            <a:t>Procesos administrativos y disciplinarios</a:t>
          </a:r>
          <a:endParaRPr lang="es-CO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800" kern="1200" dirty="0"/>
            <a:t>Uso del derecho a la defensa y contraindicación.</a:t>
          </a:r>
          <a:endParaRPr lang="es-CO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800" b="1" kern="1200" dirty="0"/>
            <a:t>Observancia</a:t>
          </a:r>
          <a:r>
            <a:rPr lang="es-MX" sz="1800" kern="1200" dirty="0">
              <a:sym typeface="Wingdings" panose="05000000000000000000" pitchFamily="2" charset="2"/>
            </a:rPr>
            <a:t> Principios de convivencia y normas establecidas</a:t>
          </a:r>
          <a:endParaRPr lang="es-CO" sz="1800" kern="1200" dirty="0"/>
        </a:p>
      </dsp:txBody>
      <dsp:txXfrm>
        <a:off x="3052" y="847846"/>
        <a:ext cx="2975837" cy="2421090"/>
      </dsp:txXfrm>
    </dsp:sp>
    <dsp:sp modelId="{D8CC4E03-958E-4981-980F-176A3BDE2242}">
      <dsp:nvSpPr>
        <dsp:cNvPr id="0" name=""/>
        <dsp:cNvSpPr/>
      </dsp:nvSpPr>
      <dsp:spPr>
        <a:xfrm>
          <a:off x="3395507" y="277172"/>
          <a:ext cx="2975837" cy="665385"/>
        </a:xfrm>
        <a:prstGeom prst="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1" kern="1200" dirty="0"/>
            <a:t>11. Ser notificado cuando ocurran</a:t>
          </a:r>
          <a:endParaRPr lang="es-CO" sz="1800" b="1" kern="1200" dirty="0"/>
        </a:p>
      </dsp:txBody>
      <dsp:txXfrm>
        <a:off x="3395507" y="277172"/>
        <a:ext cx="2975837" cy="665385"/>
      </dsp:txXfrm>
    </dsp:sp>
    <dsp:sp modelId="{4D12B4E5-CF89-4909-97A2-BBF0CF6B4864}">
      <dsp:nvSpPr>
        <dsp:cNvPr id="0" name=""/>
        <dsp:cNvSpPr/>
      </dsp:nvSpPr>
      <dsp:spPr>
        <a:xfrm>
          <a:off x="3395507" y="847846"/>
          <a:ext cx="2975837" cy="2421090"/>
        </a:xfrm>
        <a:prstGeom prst="rect">
          <a:avLst/>
        </a:prstGeom>
        <a:solidFill>
          <a:schemeClr val="accent5">
            <a:tint val="40000"/>
            <a:alpha val="90000"/>
            <a:hueOff val="-3369881"/>
            <a:satOff val="-11416"/>
            <a:lumOff val="-1464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3369881"/>
              <a:satOff val="-11416"/>
              <a:lumOff val="-146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800" kern="1200" dirty="0"/>
            <a:t>Novedades académicas</a:t>
          </a:r>
          <a:endParaRPr lang="es-CO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800" kern="1200" dirty="0"/>
            <a:t>Novedades administrativas</a:t>
          </a:r>
          <a:endParaRPr lang="es-CO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800" kern="1200" dirty="0"/>
            <a:t>Novedades disciplinarias y de las sanciones</a:t>
          </a:r>
          <a:endParaRPr lang="es-CO" sz="1800" kern="1200" dirty="0"/>
        </a:p>
      </dsp:txBody>
      <dsp:txXfrm>
        <a:off x="3395507" y="847846"/>
        <a:ext cx="2975837" cy="2421090"/>
      </dsp:txXfrm>
    </dsp:sp>
    <dsp:sp modelId="{3A58FD89-735A-480E-8FA5-3CE3A6B3B4FA}">
      <dsp:nvSpPr>
        <dsp:cNvPr id="0" name=""/>
        <dsp:cNvSpPr/>
      </dsp:nvSpPr>
      <dsp:spPr>
        <a:xfrm>
          <a:off x="6787962" y="240549"/>
          <a:ext cx="2975837" cy="665385"/>
        </a:xfrm>
        <a:prstGeom prst="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1" kern="1200" dirty="0"/>
            <a:t>12. Ser escuchado y atendido</a:t>
          </a:r>
          <a:endParaRPr lang="es-CO" sz="1800" b="1" kern="1200" dirty="0"/>
        </a:p>
      </dsp:txBody>
      <dsp:txXfrm>
        <a:off x="6787962" y="240549"/>
        <a:ext cx="2975837" cy="665385"/>
      </dsp:txXfrm>
    </dsp:sp>
    <dsp:sp modelId="{F8DA5A7E-6EE9-487F-90BA-1FBA98B6D252}">
      <dsp:nvSpPr>
        <dsp:cNvPr id="0" name=""/>
        <dsp:cNvSpPr/>
      </dsp:nvSpPr>
      <dsp:spPr>
        <a:xfrm>
          <a:off x="6787962" y="905928"/>
          <a:ext cx="2975837" cy="2421090"/>
        </a:xfrm>
        <a:prstGeom prst="rect">
          <a:avLst/>
        </a:prstGeom>
        <a:solidFill>
          <a:schemeClr val="accent5">
            <a:tint val="40000"/>
            <a:alpha val="90000"/>
            <a:hueOff val="-6739762"/>
            <a:satOff val="-22832"/>
            <a:lumOff val="-2928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6739762"/>
              <a:satOff val="-22832"/>
              <a:lumOff val="-29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800" kern="1200" dirty="0"/>
            <a:t>Peticiones </a:t>
          </a:r>
          <a:r>
            <a:rPr lang="es-MX" sz="1800" b="1" kern="1200" dirty="0"/>
            <a:t>respetuosas</a:t>
          </a:r>
          <a:r>
            <a:rPr lang="es-MX" sz="1800" b="1" kern="1200" dirty="0">
              <a:sym typeface="Wingdings" panose="05000000000000000000" pitchFamily="2" charset="2"/>
            </a:rPr>
            <a:t> </a:t>
          </a:r>
          <a:r>
            <a:rPr lang="es-MX" sz="1800" b="0" kern="1200" dirty="0">
              <a:sym typeface="Wingdings" panose="05000000000000000000" pitchFamily="2" charset="2"/>
            </a:rPr>
            <a:t>Directivos, Instructores y personal administrativo.</a:t>
          </a:r>
          <a:endParaRPr lang="es-CO" sz="1800" b="1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800" kern="1200" dirty="0"/>
            <a:t>Cuando lo requiera</a:t>
          </a:r>
          <a:r>
            <a:rPr lang="es-MX" sz="1800" kern="1200" dirty="0">
              <a:sym typeface="Wingdings" panose="05000000000000000000" pitchFamily="2" charset="2"/>
            </a:rPr>
            <a:t> Recibir atención y respuesta a sus solicitudes.</a:t>
          </a:r>
          <a:endParaRPr lang="es-CO" sz="1800" kern="1200" dirty="0"/>
        </a:p>
      </dsp:txBody>
      <dsp:txXfrm>
        <a:off x="6787962" y="905928"/>
        <a:ext cx="2975837" cy="24210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D2DD71-DCB0-4BA8-9459-7AA0B48D4B07}">
      <dsp:nvSpPr>
        <dsp:cNvPr id="0" name=""/>
        <dsp:cNvSpPr/>
      </dsp:nvSpPr>
      <dsp:spPr>
        <a:xfrm>
          <a:off x="3041" y="121725"/>
          <a:ext cx="2965070" cy="90273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b="1" kern="1200" dirty="0">
              <a:solidFill>
                <a:schemeClr val="tx1"/>
              </a:solidFill>
            </a:rPr>
            <a:t>17.Recibir información y orientación</a:t>
          </a:r>
          <a:endParaRPr lang="es-CO" sz="2000" b="1" kern="1200" dirty="0">
            <a:solidFill>
              <a:schemeClr val="tx1"/>
            </a:solidFill>
          </a:endParaRPr>
        </a:p>
      </dsp:txBody>
      <dsp:txXfrm>
        <a:off x="3041" y="121725"/>
        <a:ext cx="2965070" cy="902736"/>
      </dsp:txXfrm>
    </dsp:sp>
    <dsp:sp modelId="{060D73BA-7B83-4C26-8F95-88C64997F630}">
      <dsp:nvSpPr>
        <dsp:cNvPr id="0" name=""/>
        <dsp:cNvSpPr/>
      </dsp:nvSpPr>
      <dsp:spPr>
        <a:xfrm>
          <a:off x="3041" y="1024462"/>
          <a:ext cx="2965070" cy="188856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600" kern="1200" dirty="0"/>
            <a:t>Diferentes opciones para desarrollar la etapa productiva.</a:t>
          </a:r>
          <a:endParaRPr lang="es-CO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600" kern="1200" dirty="0"/>
            <a:t>Derechos, obligaciones y plazos para el desarrollo/realización.</a:t>
          </a:r>
          <a:endParaRPr lang="es-CO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600" kern="1200" dirty="0"/>
            <a:t>Condiciones para la culminación del proceso, certificación o titulación.</a:t>
          </a:r>
          <a:endParaRPr lang="es-CO" sz="1600" kern="1200" dirty="0"/>
        </a:p>
      </dsp:txBody>
      <dsp:txXfrm>
        <a:off x="3041" y="1024462"/>
        <a:ext cx="2965070" cy="1888560"/>
      </dsp:txXfrm>
    </dsp:sp>
    <dsp:sp modelId="{8BF84F85-000F-4148-9AF6-398083EC3C93}">
      <dsp:nvSpPr>
        <dsp:cNvPr id="0" name=""/>
        <dsp:cNvSpPr/>
      </dsp:nvSpPr>
      <dsp:spPr>
        <a:xfrm>
          <a:off x="3383222" y="121725"/>
          <a:ext cx="2965070" cy="902736"/>
        </a:xfrm>
        <a:prstGeom prst="rect">
          <a:avLst/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 w="12700" cap="flat" cmpd="sng" algn="ctr">
          <a:solidFill>
            <a:schemeClr val="accent4">
              <a:hueOff val="4900445"/>
              <a:satOff val="-20388"/>
              <a:lumOff val="480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b="1" kern="1200" dirty="0"/>
            <a:t>23. Recibir acompañamiento</a:t>
          </a:r>
          <a:endParaRPr lang="es-CO" sz="2000" b="1" kern="1200" dirty="0"/>
        </a:p>
      </dsp:txBody>
      <dsp:txXfrm>
        <a:off x="3383222" y="121725"/>
        <a:ext cx="2965070" cy="902736"/>
      </dsp:txXfrm>
    </dsp:sp>
    <dsp:sp modelId="{7A96B9D0-D7CF-4F66-B0FA-C1EF5735040E}">
      <dsp:nvSpPr>
        <dsp:cNvPr id="0" name=""/>
        <dsp:cNvSpPr/>
      </dsp:nvSpPr>
      <dsp:spPr>
        <a:xfrm>
          <a:off x="3383222" y="1024462"/>
          <a:ext cx="2965070" cy="1888560"/>
        </a:xfrm>
        <a:prstGeom prst="rect">
          <a:avLst/>
        </a:prstGeom>
        <a:solidFill>
          <a:schemeClr val="accent4">
            <a:tint val="40000"/>
            <a:alpha val="90000"/>
            <a:hueOff val="5430963"/>
            <a:satOff val="-25622"/>
            <a:lumOff val="-925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5430963"/>
              <a:satOff val="-25622"/>
              <a:lumOff val="-92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600" kern="1200" dirty="0"/>
            <a:t>Selección de modalidad para la etapa productiva.</a:t>
          </a:r>
          <a:endParaRPr lang="es-CO" sz="1600" kern="1200" dirty="0"/>
        </a:p>
      </dsp:txBody>
      <dsp:txXfrm>
        <a:off x="3383222" y="1024462"/>
        <a:ext cx="2965070" cy="1888560"/>
      </dsp:txXfrm>
    </dsp:sp>
    <dsp:sp modelId="{D0E1B633-24A0-4016-ADD2-C6664697F65E}">
      <dsp:nvSpPr>
        <dsp:cNvPr id="0" name=""/>
        <dsp:cNvSpPr/>
      </dsp:nvSpPr>
      <dsp:spPr>
        <a:xfrm>
          <a:off x="6763402" y="121725"/>
          <a:ext cx="2965070" cy="902736"/>
        </a:xfrm>
        <a:prstGeom prst="rect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accent4">
              <a:hueOff val="9800891"/>
              <a:satOff val="-40777"/>
              <a:lumOff val="96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1" kern="1200" dirty="0"/>
            <a:t>24. Obtener certificación/titulo del programa de formación</a:t>
          </a:r>
          <a:endParaRPr lang="es-CO" sz="1800" b="1" kern="1200" dirty="0"/>
        </a:p>
      </dsp:txBody>
      <dsp:txXfrm>
        <a:off x="6763402" y="121725"/>
        <a:ext cx="2965070" cy="902736"/>
      </dsp:txXfrm>
    </dsp:sp>
    <dsp:sp modelId="{3B7B2F62-5C2E-481D-8967-DB4787CEE069}">
      <dsp:nvSpPr>
        <dsp:cNvPr id="0" name=""/>
        <dsp:cNvSpPr/>
      </dsp:nvSpPr>
      <dsp:spPr>
        <a:xfrm>
          <a:off x="6763402" y="1024462"/>
          <a:ext cx="2965070" cy="1888560"/>
        </a:xfrm>
        <a:prstGeom prst="rect">
          <a:avLst/>
        </a:prstGeom>
        <a:solidFill>
          <a:schemeClr val="accent4">
            <a:tint val="40000"/>
            <a:alpha val="90000"/>
            <a:hueOff val="10861925"/>
            <a:satOff val="-51245"/>
            <a:lumOff val="-1851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10861925"/>
              <a:satOff val="-51245"/>
              <a:lumOff val="-18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600" kern="1200" dirty="0"/>
            <a:t>Apruebe todos los resultados de aprendizaje.</a:t>
          </a:r>
          <a:endParaRPr lang="es-CO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600" kern="1200" dirty="0"/>
            <a:t>Cumpla los requisitos institucionales y establecidos por normas vigentes</a:t>
          </a:r>
          <a:r>
            <a:rPr lang="es-MX" sz="1600" kern="1200" dirty="0">
              <a:sym typeface="Wingdings" panose="05000000000000000000" pitchFamily="2" charset="2"/>
            </a:rPr>
            <a:t> Certificación/titulación.</a:t>
          </a:r>
          <a:endParaRPr lang="es-CO" sz="1600" kern="1200" dirty="0"/>
        </a:p>
      </dsp:txBody>
      <dsp:txXfrm>
        <a:off x="6763402" y="1024462"/>
        <a:ext cx="2965070" cy="18885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CDA102-9FFB-4946-8B51-E833EFC7CEA4}">
      <dsp:nvSpPr>
        <dsp:cNvPr id="0" name=""/>
        <dsp:cNvSpPr/>
      </dsp:nvSpPr>
      <dsp:spPr>
        <a:xfrm rot="5400000">
          <a:off x="-193080" y="196901"/>
          <a:ext cx="1287205" cy="901043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lang="es-ES" sz="1800" b="1" kern="1200">
              <a:latin typeface="+mn-lt"/>
            </a:rPr>
            <a:t>Art 19-</a:t>
          </a:r>
          <a:endParaRPr lang="es-CO" sz="1800" b="1" kern="1200" dirty="0">
            <a:latin typeface="+mn-lt"/>
          </a:endParaRPr>
        </a:p>
      </dsp:txBody>
      <dsp:txXfrm rot="-5400000">
        <a:off x="2" y="454342"/>
        <a:ext cx="901043" cy="386162"/>
      </dsp:txXfrm>
    </dsp:sp>
    <dsp:sp modelId="{BD4A1E35-5383-479A-80F4-0BEA061A355F}">
      <dsp:nvSpPr>
        <dsp:cNvPr id="0" name=""/>
        <dsp:cNvSpPr/>
      </dsp:nvSpPr>
      <dsp:spPr>
        <a:xfrm rot="5400000">
          <a:off x="4317051" y="-3412186"/>
          <a:ext cx="836683" cy="766869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700" b="1" kern="1200" dirty="0">
              <a:latin typeface="+mn-lt"/>
            </a:rPr>
            <a:t>Certificación: </a:t>
          </a:r>
          <a:r>
            <a:rPr lang="es-MX" sz="1700" kern="1200" dirty="0"/>
            <a:t>Procedimiento por el cual la entidad hace el reconocimiento formal de los resultados aprobados por el aprendiz durante su proceso formativo, se deben seguir las siguientes reglas:</a:t>
          </a:r>
          <a:endParaRPr lang="es-CO" sz="1700" kern="1200" dirty="0"/>
        </a:p>
      </dsp:txBody>
      <dsp:txXfrm rot="-5400000">
        <a:off x="901044" y="44664"/>
        <a:ext cx="7627855" cy="754997"/>
      </dsp:txXfrm>
    </dsp:sp>
    <dsp:sp modelId="{B7A46D8B-6FFA-4500-AD1E-D9E517372479}">
      <dsp:nvSpPr>
        <dsp:cNvPr id="0" name=""/>
        <dsp:cNvSpPr/>
      </dsp:nvSpPr>
      <dsp:spPr>
        <a:xfrm rot="5400000">
          <a:off x="-193080" y="1285513"/>
          <a:ext cx="1287205" cy="901043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b="1" kern="1200"/>
            <a:t>No 1</a:t>
          </a:r>
          <a:r>
            <a:rPr lang="es-MX" sz="3800" kern="1200"/>
            <a:t> </a:t>
          </a:r>
          <a:endParaRPr lang="es-CO" sz="3800" kern="1200" dirty="0"/>
        </a:p>
      </dsp:txBody>
      <dsp:txXfrm rot="-5400000">
        <a:off x="2" y="1542954"/>
        <a:ext cx="901043" cy="386162"/>
      </dsp:txXfrm>
    </dsp:sp>
    <dsp:sp modelId="{FF553F6A-4930-4ABA-978B-D2BEC1F5209D}">
      <dsp:nvSpPr>
        <dsp:cNvPr id="0" name=""/>
        <dsp:cNvSpPr/>
      </dsp:nvSpPr>
      <dsp:spPr>
        <a:xfrm rot="5400000">
          <a:off x="4316831" y="-2323355"/>
          <a:ext cx="837123" cy="766869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700" kern="1200" dirty="0"/>
            <a:t>El aprendiz es responsable de verificar el sistema de gestión académica y administrativa </a:t>
          </a:r>
          <a:endParaRPr lang="es-CO" sz="1700" kern="1200" dirty="0"/>
        </a:p>
      </dsp:txBody>
      <dsp:txXfrm rot="-5400000">
        <a:off x="901044" y="1133297"/>
        <a:ext cx="7627833" cy="755393"/>
      </dsp:txXfrm>
    </dsp:sp>
    <dsp:sp modelId="{34CE71FE-D67A-4AC3-A43F-C35A93F4C0A6}">
      <dsp:nvSpPr>
        <dsp:cNvPr id="0" name=""/>
        <dsp:cNvSpPr/>
      </dsp:nvSpPr>
      <dsp:spPr>
        <a:xfrm rot="5400000">
          <a:off x="-193080" y="2374125"/>
          <a:ext cx="1287205" cy="901043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b="1" kern="1200"/>
            <a:t>No 2</a:t>
          </a:r>
          <a:endParaRPr lang="es-CO" sz="2000" kern="1200" dirty="0"/>
        </a:p>
      </dsp:txBody>
      <dsp:txXfrm rot="-5400000">
        <a:off x="2" y="2631566"/>
        <a:ext cx="901043" cy="386162"/>
      </dsp:txXfrm>
    </dsp:sp>
    <dsp:sp modelId="{33012CFB-9D61-48DD-9156-32CDAD06C884}">
      <dsp:nvSpPr>
        <dsp:cNvPr id="0" name=""/>
        <dsp:cNvSpPr/>
      </dsp:nvSpPr>
      <dsp:spPr>
        <a:xfrm rot="5400000">
          <a:off x="4317051" y="-1234963"/>
          <a:ext cx="836683" cy="766869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700" kern="1200" dirty="0"/>
            <a:t>2. El aprendiz de formación laboral o tecnológica debe cumplir  con los requisitos:</a:t>
          </a:r>
          <a:endParaRPr lang="es-CO" sz="1700" kern="1200" dirty="0"/>
        </a:p>
      </dsp:txBody>
      <dsp:txXfrm rot="-5400000">
        <a:off x="901044" y="2221887"/>
        <a:ext cx="7627855" cy="75499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467EBD-931F-4226-A39D-B049FAA5EFA6}">
      <dsp:nvSpPr>
        <dsp:cNvPr id="0" name=""/>
        <dsp:cNvSpPr/>
      </dsp:nvSpPr>
      <dsp:spPr>
        <a:xfrm rot="5400000">
          <a:off x="5160347" y="-2677447"/>
          <a:ext cx="549219" cy="6039468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800" kern="1200" dirty="0"/>
            <a:t>Encontrarse “por certificar” en el sistema de gestión académico administrativa.</a:t>
          </a:r>
          <a:endParaRPr lang="es-CO" sz="1800" kern="1200" dirty="0"/>
        </a:p>
      </dsp:txBody>
      <dsp:txXfrm rot="-5400000">
        <a:off x="2415223" y="94488"/>
        <a:ext cx="6012657" cy="495597"/>
      </dsp:txXfrm>
    </dsp:sp>
    <dsp:sp modelId="{BE8A72AA-95C4-44DE-BB0C-32DC43868E37}">
      <dsp:nvSpPr>
        <dsp:cNvPr id="0" name=""/>
        <dsp:cNvSpPr/>
      </dsp:nvSpPr>
      <dsp:spPr>
        <a:xfrm>
          <a:off x="941687" y="1040"/>
          <a:ext cx="1473535" cy="68652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64770" rIns="129540" bIns="6477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400" kern="1200" dirty="0"/>
            <a:t>A.</a:t>
          </a:r>
          <a:endParaRPr lang="es-CO" sz="3400" kern="1200" dirty="0"/>
        </a:p>
      </dsp:txBody>
      <dsp:txXfrm>
        <a:off x="975200" y="34553"/>
        <a:ext cx="1406509" cy="619498"/>
      </dsp:txXfrm>
    </dsp:sp>
    <dsp:sp modelId="{F25692C7-D3C0-4925-BAFF-85DC24A1A1B8}">
      <dsp:nvSpPr>
        <dsp:cNvPr id="0" name=""/>
        <dsp:cNvSpPr/>
      </dsp:nvSpPr>
      <dsp:spPr>
        <a:xfrm rot="5400000">
          <a:off x="5200637" y="-1954580"/>
          <a:ext cx="549219" cy="6039468"/>
        </a:xfrm>
        <a:prstGeom prst="round2SameRect">
          <a:avLst/>
        </a:prstGeom>
        <a:solidFill>
          <a:schemeClr val="accent5">
            <a:tint val="40000"/>
            <a:alpha val="90000"/>
            <a:hueOff val="-3369881"/>
            <a:satOff val="-11416"/>
            <a:lumOff val="-1464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3369881"/>
              <a:satOff val="-11416"/>
              <a:lumOff val="-146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600" kern="1200" dirty="0"/>
            <a:t>Aprendices de formación tecnológica</a:t>
          </a:r>
          <a:r>
            <a:rPr lang="es-MX" sz="1600" kern="1200" dirty="0">
              <a:sym typeface="Wingdings" panose="05000000000000000000" pitchFamily="2" charset="2"/>
            </a:rPr>
            <a:t> Evidencia de las pruebas establecidas por el Ministerio de Educación Nacional.</a:t>
          </a:r>
          <a:endParaRPr lang="es-CO" sz="1600" kern="1200" dirty="0"/>
        </a:p>
      </dsp:txBody>
      <dsp:txXfrm rot="-5400000">
        <a:off x="2455513" y="817355"/>
        <a:ext cx="6012657" cy="495597"/>
      </dsp:txXfrm>
    </dsp:sp>
    <dsp:sp modelId="{BB69F262-4C37-44BB-8FD5-2FBCB4E8ED2E}">
      <dsp:nvSpPr>
        <dsp:cNvPr id="0" name=""/>
        <dsp:cNvSpPr/>
      </dsp:nvSpPr>
      <dsp:spPr>
        <a:xfrm>
          <a:off x="941687" y="721891"/>
          <a:ext cx="1513826" cy="686524"/>
        </a:xfrm>
        <a:prstGeom prst="round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64770" rIns="129540" bIns="6477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400" kern="1200" dirty="0"/>
            <a:t>B.</a:t>
          </a:r>
          <a:endParaRPr lang="es-CO" sz="3400" kern="1200" dirty="0"/>
        </a:p>
      </dsp:txBody>
      <dsp:txXfrm>
        <a:off x="975200" y="755404"/>
        <a:ext cx="1446800" cy="619498"/>
      </dsp:txXfrm>
    </dsp:sp>
    <dsp:sp modelId="{B340952E-5F09-45C8-96B0-F5916FC1C4DA}">
      <dsp:nvSpPr>
        <dsp:cNvPr id="0" name=""/>
        <dsp:cNvSpPr/>
      </dsp:nvSpPr>
      <dsp:spPr>
        <a:xfrm rot="5400000">
          <a:off x="5160347" y="-1233729"/>
          <a:ext cx="549219" cy="6039468"/>
        </a:xfrm>
        <a:prstGeom prst="round2SameRect">
          <a:avLst/>
        </a:prstGeom>
        <a:solidFill>
          <a:schemeClr val="accent5">
            <a:tint val="40000"/>
            <a:alpha val="90000"/>
            <a:hueOff val="-6739762"/>
            <a:satOff val="-22832"/>
            <a:lumOff val="-2928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6739762"/>
              <a:satOff val="-22832"/>
              <a:lumOff val="-29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600" kern="1200" dirty="0"/>
            <a:t>Estar registrado en la Agencia Pública de Empleo del SENA</a:t>
          </a:r>
          <a:r>
            <a:rPr lang="es-MX" sz="1600" kern="1200" dirty="0">
              <a:sym typeface="Wingdings" panose="05000000000000000000" pitchFamily="2" charset="2"/>
            </a:rPr>
            <a:t> Excepto para aprendices de formación complementaria.</a:t>
          </a:r>
          <a:endParaRPr lang="es-CO" sz="1600" kern="1200" dirty="0"/>
        </a:p>
      </dsp:txBody>
      <dsp:txXfrm rot="-5400000">
        <a:off x="2415223" y="1538206"/>
        <a:ext cx="6012657" cy="495597"/>
      </dsp:txXfrm>
    </dsp:sp>
    <dsp:sp modelId="{D202C427-D1FE-42DA-8146-BEFAC1320133}">
      <dsp:nvSpPr>
        <dsp:cNvPr id="0" name=""/>
        <dsp:cNvSpPr/>
      </dsp:nvSpPr>
      <dsp:spPr>
        <a:xfrm>
          <a:off x="941687" y="1442742"/>
          <a:ext cx="1473535" cy="686524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64770" rIns="129540" bIns="6477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400" kern="1200" dirty="0"/>
            <a:t>C.</a:t>
          </a:r>
          <a:endParaRPr lang="es-CO" sz="3400" kern="1200" dirty="0"/>
        </a:p>
      </dsp:txBody>
      <dsp:txXfrm>
        <a:off x="975200" y="1476255"/>
        <a:ext cx="1406509" cy="61949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C8B5D6-E046-4DA6-BD81-FD6514654FEB}">
      <dsp:nvSpPr>
        <dsp:cNvPr id="0" name=""/>
        <dsp:cNvSpPr/>
      </dsp:nvSpPr>
      <dsp:spPr>
        <a:xfrm>
          <a:off x="2129811" y="1007"/>
          <a:ext cx="3846290" cy="126456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b="1" kern="1200"/>
            <a:t>Cap. II Art 22. 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b="1" kern="1200"/>
            <a:t>Trámite Reingreso Especial</a:t>
          </a:r>
          <a:endParaRPr lang="es-CO" sz="2400" b="1" kern="1200" dirty="0"/>
        </a:p>
      </dsp:txBody>
      <dsp:txXfrm>
        <a:off x="2166849" y="38045"/>
        <a:ext cx="3772214" cy="1190493"/>
      </dsp:txXfrm>
    </dsp:sp>
    <dsp:sp modelId="{41FA4513-8C7A-4795-9024-956CBBB7FC21}">
      <dsp:nvSpPr>
        <dsp:cNvPr id="0" name=""/>
        <dsp:cNvSpPr/>
      </dsp:nvSpPr>
      <dsp:spPr>
        <a:xfrm rot="2696859">
          <a:off x="4591251" y="1812889"/>
          <a:ext cx="1132825" cy="442599"/>
        </a:xfrm>
        <a:prstGeom prst="left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1400" kern="1200"/>
        </a:p>
      </dsp:txBody>
      <dsp:txXfrm>
        <a:off x="4724031" y="1901409"/>
        <a:ext cx="867265" cy="265559"/>
      </dsp:txXfrm>
    </dsp:sp>
    <dsp:sp modelId="{E7FE4521-5435-4548-82EB-8A6CC0CDF73B}">
      <dsp:nvSpPr>
        <dsp:cNvPr id="0" name=""/>
        <dsp:cNvSpPr/>
      </dsp:nvSpPr>
      <dsp:spPr>
        <a:xfrm>
          <a:off x="4794089" y="2626514"/>
          <a:ext cx="2529139" cy="126456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4900445"/>
                <a:satOff val="-20388"/>
                <a:lumOff val="480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4900445"/>
                <a:satOff val="-20388"/>
                <a:lumOff val="480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4900445"/>
                <a:satOff val="-20388"/>
                <a:lumOff val="480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/>
            <a:t>Reingreso a otro Centro de Formación, al mismo programa y cualquier modalidad</a:t>
          </a:r>
          <a:endParaRPr lang="es-CO" sz="1800" kern="1200" dirty="0"/>
        </a:p>
      </dsp:txBody>
      <dsp:txXfrm>
        <a:off x="4831127" y="2663552"/>
        <a:ext cx="2455063" cy="1190493"/>
      </dsp:txXfrm>
    </dsp:sp>
    <dsp:sp modelId="{957F5FF3-CE6F-4A6A-8E7E-8A7736556F4B}">
      <dsp:nvSpPr>
        <dsp:cNvPr id="0" name=""/>
        <dsp:cNvSpPr/>
      </dsp:nvSpPr>
      <dsp:spPr>
        <a:xfrm rot="10822618">
          <a:off x="3362469" y="3023946"/>
          <a:ext cx="1272566" cy="442599"/>
        </a:xfrm>
        <a:prstGeom prst="left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4900445"/>
                <a:satOff val="-20388"/>
                <a:lumOff val="480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4900445"/>
                <a:satOff val="-20388"/>
                <a:lumOff val="480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4900445"/>
                <a:satOff val="-20388"/>
                <a:lumOff val="480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1400" kern="1200"/>
        </a:p>
      </dsp:txBody>
      <dsp:txXfrm rot="10800000">
        <a:off x="3495249" y="3112466"/>
        <a:ext cx="1007006" cy="265559"/>
      </dsp:txXfrm>
    </dsp:sp>
    <dsp:sp modelId="{5FFCD90D-37A9-4FB3-8AA4-D8D655976D8A}">
      <dsp:nvSpPr>
        <dsp:cNvPr id="0" name=""/>
        <dsp:cNvSpPr/>
      </dsp:nvSpPr>
      <dsp:spPr>
        <a:xfrm>
          <a:off x="674275" y="2599408"/>
          <a:ext cx="2529139" cy="126456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9800891"/>
                <a:satOff val="-40777"/>
                <a:lumOff val="9608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9800891"/>
                <a:satOff val="-40777"/>
                <a:lumOff val="9608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9800891"/>
                <a:satOff val="-40777"/>
                <a:lumOff val="9608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/>
            <a:t>Reingreso al mismo Centro de Formación, al mismo programa y cualquier modalidad</a:t>
          </a:r>
          <a:endParaRPr lang="es-CO" sz="1800" kern="1200" dirty="0"/>
        </a:p>
      </dsp:txBody>
      <dsp:txXfrm>
        <a:off x="711313" y="2636446"/>
        <a:ext cx="2455063" cy="1190493"/>
      </dsp:txXfrm>
    </dsp:sp>
    <dsp:sp modelId="{57D455F8-A5B5-4E51-9EA4-480CE2B5A6BC}">
      <dsp:nvSpPr>
        <dsp:cNvPr id="0" name=""/>
        <dsp:cNvSpPr/>
      </dsp:nvSpPr>
      <dsp:spPr>
        <a:xfrm rot="18547949">
          <a:off x="2306653" y="1763375"/>
          <a:ext cx="1179974" cy="442599"/>
        </a:xfrm>
        <a:prstGeom prst="left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9800891"/>
                <a:satOff val="-40777"/>
                <a:lumOff val="9608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9800891"/>
                <a:satOff val="-40777"/>
                <a:lumOff val="9608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9800891"/>
                <a:satOff val="-40777"/>
                <a:lumOff val="9608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1400" kern="1200"/>
        </a:p>
      </dsp:txBody>
      <dsp:txXfrm>
        <a:off x="2439433" y="1851895"/>
        <a:ext cx="914414" cy="26555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983A4E-7F53-40FC-9A99-B351BC0CAB86}">
      <dsp:nvSpPr>
        <dsp:cNvPr id="0" name=""/>
        <dsp:cNvSpPr/>
      </dsp:nvSpPr>
      <dsp:spPr>
        <a:xfrm>
          <a:off x="2" y="0"/>
          <a:ext cx="10261595" cy="4746856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330E33-8761-43FA-8EE2-9FCC51660C47}">
      <dsp:nvSpPr>
        <dsp:cNvPr id="0" name=""/>
        <dsp:cNvSpPr/>
      </dsp:nvSpPr>
      <dsp:spPr>
        <a:xfrm>
          <a:off x="0" y="1586589"/>
          <a:ext cx="2357681" cy="189874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>
              <a:solidFill>
                <a:schemeClr val="tx1"/>
              </a:solidFill>
            </a:rPr>
            <a:t>Haber cursado un programa de formación laboral o tecnológico SENA sin certificarse</a:t>
          </a:r>
          <a:endParaRPr lang="es-CO" sz="1700" kern="1200" dirty="0">
            <a:solidFill>
              <a:schemeClr val="tx1"/>
            </a:solidFill>
          </a:endParaRPr>
        </a:p>
      </dsp:txBody>
      <dsp:txXfrm>
        <a:off x="92689" y="1679278"/>
        <a:ext cx="2172303" cy="1713364"/>
      </dsp:txXfrm>
    </dsp:sp>
    <dsp:sp modelId="{A5B42397-3C4F-4CFF-8A9B-FF466C810AAF}">
      <dsp:nvSpPr>
        <dsp:cNvPr id="0" name=""/>
        <dsp:cNvSpPr/>
      </dsp:nvSpPr>
      <dsp:spPr>
        <a:xfrm>
          <a:off x="2070595" y="1574968"/>
          <a:ext cx="2770526" cy="1898742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>
              <a:solidFill>
                <a:schemeClr val="tx1"/>
              </a:solidFill>
            </a:rPr>
            <a:t>Estar reportada su desvinculación en el sistema de gestión académico – Administrativo SENA (cancelación, retiro voluntario)</a:t>
          </a:r>
          <a:endParaRPr lang="es-CO" sz="1700" kern="1200" dirty="0">
            <a:solidFill>
              <a:schemeClr val="tx1"/>
            </a:solidFill>
          </a:endParaRPr>
        </a:p>
      </dsp:txBody>
      <dsp:txXfrm>
        <a:off x="2163284" y="1667657"/>
        <a:ext cx="2585148" cy="1713364"/>
      </dsp:txXfrm>
    </dsp:sp>
    <dsp:sp modelId="{61CB62FC-FC0E-4A2C-BBE2-AFE7222D54C3}">
      <dsp:nvSpPr>
        <dsp:cNvPr id="0" name=""/>
        <dsp:cNvSpPr/>
      </dsp:nvSpPr>
      <dsp:spPr>
        <a:xfrm>
          <a:off x="4810108" y="1563367"/>
          <a:ext cx="2294391" cy="1898742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>
              <a:solidFill>
                <a:schemeClr val="tx1"/>
              </a:solidFill>
            </a:rPr>
            <a:t>Solicitar por escrito el trámite de reingreso</a:t>
          </a:r>
          <a:endParaRPr lang="es-CO" sz="1700" kern="1200" dirty="0">
            <a:solidFill>
              <a:schemeClr val="tx1"/>
            </a:solidFill>
          </a:endParaRPr>
        </a:p>
      </dsp:txBody>
      <dsp:txXfrm>
        <a:off x="4902797" y="1656056"/>
        <a:ext cx="2109013" cy="1713364"/>
      </dsp:txXfrm>
    </dsp:sp>
    <dsp:sp modelId="{52539650-C1FB-4359-B29C-113EA94A776E}">
      <dsp:nvSpPr>
        <dsp:cNvPr id="0" name=""/>
        <dsp:cNvSpPr/>
      </dsp:nvSpPr>
      <dsp:spPr>
        <a:xfrm>
          <a:off x="6987584" y="1563367"/>
          <a:ext cx="2372787" cy="189874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>
              <a:solidFill>
                <a:schemeClr val="tx1"/>
              </a:solidFill>
            </a:rPr>
            <a:t>Dar respuesta de la aceptación o no a las condiciones reglamentarias</a:t>
          </a:r>
          <a:endParaRPr lang="es-CO" sz="1700" kern="1200" dirty="0">
            <a:solidFill>
              <a:schemeClr val="tx1"/>
            </a:solidFill>
          </a:endParaRPr>
        </a:p>
      </dsp:txBody>
      <dsp:txXfrm>
        <a:off x="7080273" y="1656056"/>
        <a:ext cx="2187409" cy="171336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EC1F25-7F5C-4B52-BF3F-81723ADB87D1}">
      <dsp:nvSpPr>
        <dsp:cNvPr id="0" name=""/>
        <dsp:cNvSpPr/>
      </dsp:nvSpPr>
      <dsp:spPr>
        <a:xfrm>
          <a:off x="2161575" y="-34893"/>
          <a:ext cx="5375232" cy="5375232"/>
        </a:xfrm>
        <a:prstGeom prst="circularArrow">
          <a:avLst>
            <a:gd name="adj1" fmla="val 5544"/>
            <a:gd name="adj2" fmla="val 330680"/>
            <a:gd name="adj3" fmla="val 13743207"/>
            <a:gd name="adj4" fmla="val 17405909"/>
            <a:gd name="adj5" fmla="val 5757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400500" extrusionH="63500" contourW="12700" prstMaterial="matte">
          <a:contourClr>
            <a:schemeClr val="lt1">
              <a:tint val="50000"/>
            </a:schemeClr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8E7104-61A7-4C8D-873A-E22D5B7B9D88}">
      <dsp:nvSpPr>
        <dsp:cNvPr id="0" name=""/>
        <dsp:cNvSpPr/>
      </dsp:nvSpPr>
      <dsp:spPr>
        <a:xfrm>
          <a:off x="3572964" y="1101"/>
          <a:ext cx="2552455" cy="127622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 err="1">
              <a:solidFill>
                <a:schemeClr val="tx1"/>
              </a:solidFill>
              <a:latin typeface="+mn-lt"/>
            </a:rPr>
            <a:t>Cap</a:t>
          </a:r>
          <a:r>
            <a:rPr lang="es-ES" sz="2000" b="1" kern="1200" dirty="0">
              <a:solidFill>
                <a:schemeClr val="tx1"/>
              </a:solidFill>
              <a:latin typeface="+mn-lt"/>
            </a:rPr>
            <a:t> II Art. 24 Procedimiento para el reingreso</a:t>
          </a:r>
          <a:endParaRPr lang="es-CO" sz="2000" b="1" kern="1200" dirty="0">
            <a:solidFill>
              <a:schemeClr val="tx1"/>
            </a:solidFill>
            <a:latin typeface="+mn-lt"/>
          </a:endParaRPr>
        </a:p>
      </dsp:txBody>
      <dsp:txXfrm>
        <a:off x="3635264" y="63401"/>
        <a:ext cx="2427855" cy="1151627"/>
      </dsp:txXfrm>
    </dsp:sp>
    <dsp:sp modelId="{90E7F246-7958-44B2-9F80-D815A9A61739}">
      <dsp:nvSpPr>
        <dsp:cNvPr id="0" name=""/>
        <dsp:cNvSpPr/>
      </dsp:nvSpPr>
      <dsp:spPr>
        <a:xfrm>
          <a:off x="5962894" y="2116220"/>
          <a:ext cx="2552455" cy="1276227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1" kern="1200" dirty="0">
              <a:solidFill>
                <a:schemeClr val="tx1"/>
              </a:solidFill>
            </a:rPr>
            <a:t>1. La persona interesado realizará solicitud de reingreso por escrito al Centro de Formación a través del canal institucional</a:t>
          </a:r>
          <a:endParaRPr lang="es-CO" sz="1400" b="1" kern="1200" dirty="0">
            <a:solidFill>
              <a:schemeClr val="tx1"/>
            </a:solidFill>
          </a:endParaRPr>
        </a:p>
      </dsp:txBody>
      <dsp:txXfrm>
        <a:off x="6025194" y="2178520"/>
        <a:ext cx="2427855" cy="1151627"/>
      </dsp:txXfrm>
    </dsp:sp>
    <dsp:sp modelId="{F5F9F6A2-84EC-4866-BC8C-929334720EFD}">
      <dsp:nvSpPr>
        <dsp:cNvPr id="0" name=""/>
        <dsp:cNvSpPr/>
      </dsp:nvSpPr>
      <dsp:spPr>
        <a:xfrm>
          <a:off x="5243077" y="4014352"/>
          <a:ext cx="2552455" cy="1276227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1" kern="1200" dirty="0">
              <a:solidFill>
                <a:schemeClr val="tx1"/>
              </a:solidFill>
            </a:rPr>
            <a:t>2. El centro de formación recibirá la solicitud y el equipo técnico del programa analizará y evaluara la solicitud, para elaborar el acta con el resultado del estudio de caso.</a:t>
          </a:r>
          <a:endParaRPr lang="es-CO" sz="1200" b="1" kern="1200" dirty="0">
            <a:solidFill>
              <a:schemeClr val="tx1"/>
            </a:solidFill>
          </a:endParaRPr>
        </a:p>
      </dsp:txBody>
      <dsp:txXfrm>
        <a:off x="5305377" y="4076652"/>
        <a:ext cx="2427855" cy="1151627"/>
      </dsp:txXfrm>
    </dsp:sp>
    <dsp:sp modelId="{AA6BD503-8A38-4730-918A-21807F043E58}">
      <dsp:nvSpPr>
        <dsp:cNvPr id="0" name=""/>
        <dsp:cNvSpPr/>
      </dsp:nvSpPr>
      <dsp:spPr>
        <a:xfrm>
          <a:off x="2225637" y="4147748"/>
          <a:ext cx="2552455" cy="1276227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1" kern="1200" dirty="0">
              <a:solidFill>
                <a:schemeClr val="tx1"/>
              </a:solidFill>
            </a:rPr>
            <a:t>3. El subdirector del Centro de Formación dará respuesta a la solicitud en un plazo no mayor de quince (15 ) días hábiles.</a:t>
          </a:r>
          <a:endParaRPr lang="es-CO" sz="1400" b="1" kern="1200" dirty="0">
            <a:solidFill>
              <a:schemeClr val="tx1"/>
            </a:solidFill>
          </a:endParaRPr>
        </a:p>
      </dsp:txBody>
      <dsp:txXfrm>
        <a:off x="2287937" y="4210048"/>
        <a:ext cx="2427855" cy="1151627"/>
      </dsp:txXfrm>
    </dsp:sp>
    <dsp:sp modelId="{CF16215C-51E4-4B63-AD5E-A34904E3BB48}">
      <dsp:nvSpPr>
        <dsp:cNvPr id="0" name=""/>
        <dsp:cNvSpPr/>
      </dsp:nvSpPr>
      <dsp:spPr>
        <a:xfrm>
          <a:off x="1392942" y="1584979"/>
          <a:ext cx="2552455" cy="1276227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1" kern="1200" dirty="0">
              <a:solidFill>
                <a:schemeClr val="tx1"/>
              </a:solidFill>
            </a:rPr>
            <a:t>4. El solicitante mediante respuesta escrita radicará su aceptación</a:t>
          </a:r>
          <a:endParaRPr lang="es-CO" sz="1200" b="1" kern="1200" dirty="0">
            <a:solidFill>
              <a:schemeClr val="tx1"/>
            </a:solidFill>
          </a:endParaRPr>
        </a:p>
      </dsp:txBody>
      <dsp:txXfrm>
        <a:off x="1455242" y="1647279"/>
        <a:ext cx="2427855" cy="115162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2F7ECB-F904-4119-871A-300DD6599E5A}">
      <dsp:nvSpPr>
        <dsp:cNvPr id="0" name=""/>
        <dsp:cNvSpPr/>
      </dsp:nvSpPr>
      <dsp:spPr>
        <a:xfrm>
          <a:off x="1827867" y="-130720"/>
          <a:ext cx="5165794" cy="5165794"/>
        </a:xfrm>
        <a:prstGeom prst="circularArrow">
          <a:avLst>
            <a:gd name="adj1" fmla="val 4668"/>
            <a:gd name="adj2" fmla="val 272909"/>
            <a:gd name="adj3" fmla="val 12863821"/>
            <a:gd name="adj4" fmla="val 18008771"/>
            <a:gd name="adj5" fmla="val 4847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61800" extrusionH="600" contourW="3000">
          <a:bevelT w="48600" h="18600" prst="relaxedInset"/>
          <a:bevelB w="48600" h="8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11C88E-4651-49C7-956D-01DDFD98CA76}">
      <dsp:nvSpPr>
        <dsp:cNvPr id="0" name=""/>
        <dsp:cNvSpPr/>
      </dsp:nvSpPr>
      <dsp:spPr>
        <a:xfrm>
          <a:off x="2705039" y="1607"/>
          <a:ext cx="3411451" cy="170572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/>
            <a:t>5. Si la respuesta fuere positiva, el subdirector del Centro o el Director Regional emitirá y notificará el acto administrativo  que autoriza el reingreso</a:t>
          </a:r>
          <a:endParaRPr lang="es-CO" sz="1600" kern="1200" dirty="0"/>
        </a:p>
      </dsp:txBody>
      <dsp:txXfrm>
        <a:off x="2788306" y="84874"/>
        <a:ext cx="3244917" cy="1539191"/>
      </dsp:txXfrm>
    </dsp:sp>
    <dsp:sp modelId="{E60CB65E-1A9A-4899-9883-154FB5266AFD}">
      <dsp:nvSpPr>
        <dsp:cNvPr id="0" name=""/>
        <dsp:cNvSpPr/>
      </dsp:nvSpPr>
      <dsp:spPr>
        <a:xfrm>
          <a:off x="4559902" y="1856470"/>
          <a:ext cx="3411451" cy="170572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6. Con el acto administrativo, administración Educativa del Centro, procederá a habilitar el reingreso del solicitante en el sistema académico.</a:t>
          </a:r>
          <a:endParaRPr lang="es-CO" sz="1600" kern="1200" dirty="0"/>
        </a:p>
      </dsp:txBody>
      <dsp:txXfrm>
        <a:off x="4643169" y="1939737"/>
        <a:ext cx="3244917" cy="1539191"/>
      </dsp:txXfrm>
    </dsp:sp>
    <dsp:sp modelId="{401B8B5B-58D1-4949-814A-A4C4E8B06760}">
      <dsp:nvSpPr>
        <dsp:cNvPr id="0" name=""/>
        <dsp:cNvSpPr/>
      </dsp:nvSpPr>
      <dsp:spPr>
        <a:xfrm>
          <a:off x="2705039" y="3711334"/>
          <a:ext cx="3411451" cy="170572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/>
            <a:t>7. El solicitante legalizará el reingreso, a través del sistema académico en un termino no mayo a treinta (días), contados desde la fecha de notificación</a:t>
          </a:r>
          <a:endParaRPr lang="es-CO" sz="1600" kern="1200" dirty="0"/>
        </a:p>
      </dsp:txBody>
      <dsp:txXfrm>
        <a:off x="2788306" y="3794601"/>
        <a:ext cx="3244917" cy="1539191"/>
      </dsp:txXfrm>
    </dsp:sp>
    <dsp:sp modelId="{8786C77B-A9E1-4267-A8AD-AAD193F6D51E}">
      <dsp:nvSpPr>
        <dsp:cNvPr id="0" name=""/>
        <dsp:cNvSpPr/>
      </dsp:nvSpPr>
      <dsp:spPr>
        <a:xfrm>
          <a:off x="850176" y="1856470"/>
          <a:ext cx="3411451" cy="170572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/>
            <a:t>8. El Centro de Formación  Profesional asignará ruta de formación al aprendiz reingresado, con el registro de juicios de evaluación cursado en la ruta de formación anterior.</a:t>
          </a:r>
          <a:endParaRPr lang="es-CO" sz="1600" kern="1200" dirty="0"/>
        </a:p>
      </dsp:txBody>
      <dsp:txXfrm>
        <a:off x="933443" y="1939737"/>
        <a:ext cx="3244917" cy="153919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C427D0-FDBA-4D22-A77A-8B1D956C1EB7}">
      <dsp:nvSpPr>
        <dsp:cNvPr id="0" name=""/>
        <dsp:cNvSpPr/>
      </dsp:nvSpPr>
      <dsp:spPr>
        <a:xfrm>
          <a:off x="2913425" y="1963024"/>
          <a:ext cx="1892731" cy="154148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1" kern="1200"/>
            <a:t>Cap. II Art 28.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1" kern="1200"/>
            <a:t>Inasistencias programadas</a:t>
          </a:r>
          <a:endParaRPr lang="es-CO" sz="1800" b="1" kern="1200" dirty="0"/>
        </a:p>
      </dsp:txBody>
      <dsp:txXfrm>
        <a:off x="3190609" y="2188770"/>
        <a:ext cx="1338363" cy="1089996"/>
      </dsp:txXfrm>
    </dsp:sp>
    <dsp:sp modelId="{56362D0B-9D2C-444C-86B7-F198B90103A7}">
      <dsp:nvSpPr>
        <dsp:cNvPr id="0" name=""/>
        <dsp:cNvSpPr/>
      </dsp:nvSpPr>
      <dsp:spPr>
        <a:xfrm rot="19529995">
          <a:off x="4668514" y="1800324"/>
          <a:ext cx="336305" cy="5241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2200" kern="1200"/>
        </a:p>
      </dsp:txBody>
      <dsp:txXfrm>
        <a:off x="4677386" y="1933718"/>
        <a:ext cx="235414" cy="314464"/>
      </dsp:txXfrm>
    </dsp:sp>
    <dsp:sp modelId="{B209E226-8A1A-4E25-8383-E9F385AC573B}">
      <dsp:nvSpPr>
        <dsp:cNvPr id="0" name=""/>
        <dsp:cNvSpPr/>
      </dsp:nvSpPr>
      <dsp:spPr>
        <a:xfrm>
          <a:off x="4778720" y="764328"/>
          <a:ext cx="2027430" cy="128233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/>
            <a:t>Citas o incapacidades médicas</a:t>
          </a:r>
          <a:endParaRPr lang="es-CO" sz="1400" kern="1200" dirty="0"/>
        </a:p>
      </dsp:txBody>
      <dsp:txXfrm>
        <a:off x="5075630" y="952121"/>
        <a:ext cx="1433610" cy="906745"/>
      </dsp:txXfrm>
    </dsp:sp>
    <dsp:sp modelId="{ADE1E09B-7508-4F5D-9F48-E6D52CCBEE45}">
      <dsp:nvSpPr>
        <dsp:cNvPr id="0" name=""/>
        <dsp:cNvSpPr/>
      </dsp:nvSpPr>
      <dsp:spPr>
        <a:xfrm rot="16248322">
          <a:off x="3690713" y="1363088"/>
          <a:ext cx="369324" cy="5241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126424"/>
            <a:satOff val="-2903"/>
            <a:lumOff val="-1961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2200" kern="1200"/>
        </a:p>
      </dsp:txBody>
      <dsp:txXfrm>
        <a:off x="3745333" y="1523302"/>
        <a:ext cx="258527" cy="314464"/>
      </dsp:txXfrm>
    </dsp:sp>
    <dsp:sp modelId="{4CF3669F-CD28-4664-A248-05E610187246}">
      <dsp:nvSpPr>
        <dsp:cNvPr id="0" name=""/>
        <dsp:cNvSpPr/>
      </dsp:nvSpPr>
      <dsp:spPr>
        <a:xfrm>
          <a:off x="2891929" y="77667"/>
          <a:ext cx="1993689" cy="1188658"/>
        </a:xfrm>
        <a:prstGeom prst="ellipse">
          <a:avLst/>
        </a:prstGeom>
        <a:solidFill>
          <a:schemeClr val="accent5">
            <a:hueOff val="-1126424"/>
            <a:satOff val="-2903"/>
            <a:lumOff val="-1961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/>
            <a:t>Citaciones a diligencias electorales o gubernamentales</a:t>
          </a:r>
          <a:endParaRPr lang="es-CO" sz="1400" kern="1200" dirty="0"/>
        </a:p>
      </dsp:txBody>
      <dsp:txXfrm>
        <a:off x="3183898" y="251742"/>
        <a:ext cx="1409751" cy="840508"/>
      </dsp:txXfrm>
    </dsp:sp>
    <dsp:sp modelId="{CAEF3CFD-23C6-4192-A733-0324EE78FC58}">
      <dsp:nvSpPr>
        <dsp:cNvPr id="0" name=""/>
        <dsp:cNvSpPr/>
      </dsp:nvSpPr>
      <dsp:spPr>
        <a:xfrm rot="595173">
          <a:off x="4886767" y="2673465"/>
          <a:ext cx="253356" cy="5241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2200" kern="1200"/>
        </a:p>
      </dsp:txBody>
      <dsp:txXfrm>
        <a:off x="4887335" y="2771739"/>
        <a:ext cx="177349" cy="314464"/>
      </dsp:txXfrm>
    </dsp:sp>
    <dsp:sp modelId="{A1257F89-9B99-4936-AD74-2769633433A2}">
      <dsp:nvSpPr>
        <dsp:cNvPr id="0" name=""/>
        <dsp:cNvSpPr/>
      </dsp:nvSpPr>
      <dsp:spPr>
        <a:xfrm>
          <a:off x="5212572" y="2406742"/>
          <a:ext cx="2435946" cy="1553195"/>
        </a:xfrm>
        <a:prstGeom prst="ellipse">
          <a:avLst/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/>
            <a:t>Requerimientos excepcionales de tipo laboral no mayor a tres días en el trimestre en forma continua o intervalo</a:t>
          </a:r>
          <a:endParaRPr lang="es-CO" sz="1300" kern="1200" dirty="0"/>
        </a:p>
      </dsp:txBody>
      <dsp:txXfrm>
        <a:off x="5569308" y="2634202"/>
        <a:ext cx="1722474" cy="1098275"/>
      </dsp:txXfrm>
    </dsp:sp>
    <dsp:sp modelId="{9515A93B-BF04-4237-B0BC-2269825417DA}">
      <dsp:nvSpPr>
        <dsp:cNvPr id="0" name=""/>
        <dsp:cNvSpPr/>
      </dsp:nvSpPr>
      <dsp:spPr>
        <a:xfrm rot="3561825">
          <a:off x="4260415" y="3411904"/>
          <a:ext cx="312411" cy="5241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2200" kern="1200"/>
        </a:p>
      </dsp:txBody>
      <dsp:txXfrm>
        <a:off x="4283397" y="3476404"/>
        <a:ext cx="218688" cy="314464"/>
      </dsp:txXfrm>
    </dsp:sp>
    <dsp:sp modelId="{F21D0BDA-53AF-4F18-9528-CE2DDE188EDB}">
      <dsp:nvSpPr>
        <dsp:cNvPr id="0" name=""/>
        <dsp:cNvSpPr/>
      </dsp:nvSpPr>
      <dsp:spPr>
        <a:xfrm>
          <a:off x="3883842" y="3891227"/>
          <a:ext cx="2127595" cy="1358676"/>
        </a:xfrm>
        <a:prstGeom prst="ellipse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/>
            <a:t>Autorización para asistir en representación del SENA</a:t>
          </a:r>
          <a:endParaRPr lang="es-CO" sz="1400" kern="1200" dirty="0"/>
        </a:p>
      </dsp:txBody>
      <dsp:txXfrm>
        <a:off x="4195421" y="4090200"/>
        <a:ext cx="1504437" cy="960730"/>
      </dsp:txXfrm>
    </dsp:sp>
    <dsp:sp modelId="{0183AC38-E774-4434-96DE-4B39DFEB1A8E}">
      <dsp:nvSpPr>
        <dsp:cNvPr id="0" name=""/>
        <dsp:cNvSpPr/>
      </dsp:nvSpPr>
      <dsp:spPr>
        <a:xfrm rot="7372481">
          <a:off x="3085312" y="3411041"/>
          <a:ext cx="334779" cy="5241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2200" kern="1200"/>
        </a:p>
      </dsp:txBody>
      <dsp:txXfrm rot="10800000">
        <a:off x="3162787" y="3473687"/>
        <a:ext cx="234345" cy="314464"/>
      </dsp:txXfrm>
    </dsp:sp>
    <dsp:sp modelId="{723A410B-871B-4991-AAEF-CECA67AD5A0B}">
      <dsp:nvSpPr>
        <dsp:cNvPr id="0" name=""/>
        <dsp:cNvSpPr/>
      </dsp:nvSpPr>
      <dsp:spPr>
        <a:xfrm>
          <a:off x="1630309" y="3879019"/>
          <a:ext cx="2036766" cy="1457275"/>
        </a:xfrm>
        <a:prstGeom prst="ellipse">
          <a:avLst/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/>
            <a:t>Citación a diligencias judiciales</a:t>
          </a:r>
          <a:endParaRPr lang="es-CO" sz="1400" kern="1200" dirty="0"/>
        </a:p>
      </dsp:txBody>
      <dsp:txXfrm>
        <a:off x="1928586" y="4092432"/>
        <a:ext cx="1440212" cy="1030449"/>
      </dsp:txXfrm>
    </dsp:sp>
    <dsp:sp modelId="{F5BAD21A-BA59-40AC-B2D1-0E65EE3EB12F}">
      <dsp:nvSpPr>
        <dsp:cNvPr id="0" name=""/>
        <dsp:cNvSpPr/>
      </dsp:nvSpPr>
      <dsp:spPr>
        <a:xfrm rot="10439280">
          <a:off x="2616417" y="2591278"/>
          <a:ext cx="216177" cy="5241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5632119"/>
            <a:satOff val="-14516"/>
            <a:lumOff val="-9804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2200" kern="1200"/>
        </a:p>
      </dsp:txBody>
      <dsp:txXfrm rot="10800000">
        <a:off x="2681092" y="2692703"/>
        <a:ext cx="151324" cy="314464"/>
      </dsp:txXfrm>
    </dsp:sp>
    <dsp:sp modelId="{1442AA74-A481-4F36-9AB8-B0F9F2240B1E}">
      <dsp:nvSpPr>
        <dsp:cNvPr id="0" name=""/>
        <dsp:cNvSpPr/>
      </dsp:nvSpPr>
      <dsp:spPr>
        <a:xfrm>
          <a:off x="224630" y="2206569"/>
          <a:ext cx="2304370" cy="1577391"/>
        </a:xfrm>
        <a:prstGeom prst="ellipse">
          <a:avLst/>
        </a:prstGeom>
        <a:solidFill>
          <a:schemeClr val="accent5">
            <a:hueOff val="-5632119"/>
            <a:satOff val="-14516"/>
            <a:lumOff val="-9804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/>
            <a:t>Por actividades a su credo que sean informados y que cuenten con un plan de trabajo previamente acordado</a:t>
          </a:r>
          <a:endParaRPr lang="es-CO" sz="1300" kern="1200" dirty="0"/>
        </a:p>
      </dsp:txBody>
      <dsp:txXfrm>
        <a:off x="562097" y="2437573"/>
        <a:ext cx="1629436" cy="1115383"/>
      </dsp:txXfrm>
    </dsp:sp>
    <dsp:sp modelId="{27003A1A-50B0-4E3C-A5D3-78A85045F5F1}">
      <dsp:nvSpPr>
        <dsp:cNvPr id="0" name=""/>
        <dsp:cNvSpPr/>
      </dsp:nvSpPr>
      <dsp:spPr>
        <a:xfrm rot="12899674">
          <a:off x="2691968" y="1780252"/>
          <a:ext cx="360224" cy="5241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2200" kern="1200"/>
        </a:p>
      </dsp:txBody>
      <dsp:txXfrm rot="10800000">
        <a:off x="2790266" y="1916061"/>
        <a:ext cx="252157" cy="314464"/>
      </dsp:txXfrm>
    </dsp:sp>
    <dsp:sp modelId="{5B2DDED8-3603-4421-9A25-D04736A5F345}">
      <dsp:nvSpPr>
        <dsp:cNvPr id="0" name=""/>
        <dsp:cNvSpPr/>
      </dsp:nvSpPr>
      <dsp:spPr>
        <a:xfrm>
          <a:off x="924281" y="724593"/>
          <a:ext cx="1974586" cy="1290586"/>
        </a:xfrm>
        <a:prstGeom prst="ellipse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/>
            <a:t>Licencia de maternidad o paternidad </a:t>
          </a:r>
          <a:endParaRPr lang="es-CO" sz="1400" kern="1200" dirty="0"/>
        </a:p>
      </dsp:txBody>
      <dsp:txXfrm>
        <a:off x="1213452" y="913595"/>
        <a:ext cx="1396244" cy="91258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C427D0-FDBA-4D22-A77A-8B1D956C1EB7}">
      <dsp:nvSpPr>
        <dsp:cNvPr id="0" name=""/>
        <dsp:cNvSpPr/>
      </dsp:nvSpPr>
      <dsp:spPr>
        <a:xfrm>
          <a:off x="3363819" y="1962892"/>
          <a:ext cx="1893080" cy="154177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1" kern="1200" dirty="0"/>
            <a:t>Cap. II Art 28.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1" kern="1200" dirty="0"/>
            <a:t>Inasistencias no programadas</a:t>
          </a:r>
          <a:endParaRPr lang="es-CO" sz="1800" b="1" kern="1200" dirty="0"/>
        </a:p>
      </dsp:txBody>
      <dsp:txXfrm>
        <a:off x="3641054" y="2188679"/>
        <a:ext cx="1338610" cy="1090198"/>
      </dsp:txXfrm>
    </dsp:sp>
    <dsp:sp modelId="{56362D0B-9D2C-444C-86B7-F198B90103A7}">
      <dsp:nvSpPr>
        <dsp:cNvPr id="0" name=""/>
        <dsp:cNvSpPr/>
      </dsp:nvSpPr>
      <dsp:spPr>
        <a:xfrm rot="19529995">
          <a:off x="5119231" y="1800165"/>
          <a:ext cx="336363" cy="5242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2200" kern="1200"/>
        </a:p>
      </dsp:txBody>
      <dsp:txXfrm>
        <a:off x="5128105" y="1933583"/>
        <a:ext cx="235454" cy="314522"/>
      </dsp:txXfrm>
    </dsp:sp>
    <dsp:sp modelId="{B209E226-8A1A-4E25-8383-E9F385AC573B}">
      <dsp:nvSpPr>
        <dsp:cNvPr id="0" name=""/>
        <dsp:cNvSpPr/>
      </dsp:nvSpPr>
      <dsp:spPr>
        <a:xfrm>
          <a:off x="5229452" y="763980"/>
          <a:ext cx="2027803" cy="128256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Calamidad doméstica, fuerza mayor o caso fortuito</a:t>
          </a:r>
          <a:endParaRPr lang="es-CO" sz="1400" kern="1200" dirty="0"/>
        </a:p>
      </dsp:txBody>
      <dsp:txXfrm>
        <a:off x="5526417" y="951808"/>
        <a:ext cx="1433873" cy="906912"/>
      </dsp:txXfrm>
    </dsp:sp>
    <dsp:sp modelId="{ADE1E09B-7508-4F5D-9F48-E6D52CCBEE45}">
      <dsp:nvSpPr>
        <dsp:cNvPr id="0" name=""/>
        <dsp:cNvSpPr/>
      </dsp:nvSpPr>
      <dsp:spPr>
        <a:xfrm rot="16248322">
          <a:off x="4141253" y="1362849"/>
          <a:ext cx="369388" cy="5242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2200" kern="1200"/>
        </a:p>
      </dsp:txBody>
      <dsp:txXfrm>
        <a:off x="4195882" y="1523092"/>
        <a:ext cx="258572" cy="314522"/>
      </dsp:txXfrm>
    </dsp:sp>
    <dsp:sp modelId="{4CF3669F-CD28-4664-A248-05E610187246}">
      <dsp:nvSpPr>
        <dsp:cNvPr id="0" name=""/>
        <dsp:cNvSpPr/>
      </dsp:nvSpPr>
      <dsp:spPr>
        <a:xfrm>
          <a:off x="3342319" y="77195"/>
          <a:ext cx="1994057" cy="118887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Muerte de algún familiar, hasta segundo grado de consanguinidad</a:t>
          </a:r>
          <a:endParaRPr lang="es-CO" sz="1400" kern="1200" dirty="0"/>
        </a:p>
      </dsp:txBody>
      <dsp:txXfrm>
        <a:off x="3634342" y="251302"/>
        <a:ext cx="1410011" cy="840663"/>
      </dsp:txXfrm>
    </dsp:sp>
    <dsp:sp modelId="{CAEF3CFD-23C6-4192-A733-0324EE78FC58}">
      <dsp:nvSpPr>
        <dsp:cNvPr id="0" name=""/>
        <dsp:cNvSpPr/>
      </dsp:nvSpPr>
      <dsp:spPr>
        <a:xfrm rot="595173">
          <a:off x="5337523" y="2673464"/>
          <a:ext cx="253398" cy="5242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2200" kern="1200"/>
        </a:p>
      </dsp:txBody>
      <dsp:txXfrm>
        <a:off x="5338091" y="2771756"/>
        <a:ext cx="177379" cy="314522"/>
      </dsp:txXfrm>
    </dsp:sp>
    <dsp:sp modelId="{A1257F89-9B99-4936-AD74-2769633433A2}">
      <dsp:nvSpPr>
        <dsp:cNvPr id="0" name=""/>
        <dsp:cNvSpPr/>
      </dsp:nvSpPr>
      <dsp:spPr>
        <a:xfrm>
          <a:off x="5663381" y="2406690"/>
          <a:ext cx="2436395" cy="155348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1" kern="1200" dirty="0"/>
            <a:t>Problemas de inseguridad que impiden el traslado al centro de formación o empresa</a:t>
          </a:r>
          <a:endParaRPr lang="es-CO" sz="1400" b="1" kern="1200" dirty="0"/>
        </a:p>
      </dsp:txBody>
      <dsp:txXfrm>
        <a:off x="6020183" y="2634192"/>
        <a:ext cx="1722791" cy="1098478"/>
      </dsp:txXfrm>
    </dsp:sp>
    <dsp:sp modelId="{9515A93B-BF04-4237-B0BC-2269825417DA}">
      <dsp:nvSpPr>
        <dsp:cNvPr id="0" name=""/>
        <dsp:cNvSpPr/>
      </dsp:nvSpPr>
      <dsp:spPr>
        <a:xfrm rot="3561825">
          <a:off x="4711057" y="3412037"/>
          <a:ext cx="312465" cy="5242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2200" kern="1200"/>
        </a:p>
      </dsp:txBody>
      <dsp:txXfrm>
        <a:off x="4734042" y="3476550"/>
        <a:ext cx="218726" cy="314522"/>
      </dsp:txXfrm>
    </dsp:sp>
    <dsp:sp modelId="{F21D0BDA-53AF-4F18-9528-CE2DDE188EDB}">
      <dsp:nvSpPr>
        <dsp:cNvPr id="0" name=""/>
        <dsp:cNvSpPr/>
      </dsp:nvSpPr>
      <dsp:spPr>
        <a:xfrm>
          <a:off x="4334411" y="3891445"/>
          <a:ext cx="2127988" cy="135892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Problemas de salud propia o de familiar dependiente</a:t>
          </a:r>
          <a:endParaRPr lang="es-CO" sz="1400" kern="1200" dirty="0"/>
        </a:p>
      </dsp:txBody>
      <dsp:txXfrm>
        <a:off x="4646048" y="4090455"/>
        <a:ext cx="1504714" cy="960907"/>
      </dsp:txXfrm>
    </dsp:sp>
    <dsp:sp modelId="{0183AC38-E774-4434-96DE-4B39DFEB1A8E}">
      <dsp:nvSpPr>
        <dsp:cNvPr id="0" name=""/>
        <dsp:cNvSpPr/>
      </dsp:nvSpPr>
      <dsp:spPr>
        <a:xfrm rot="7372481">
          <a:off x="3535742" y="3411174"/>
          <a:ext cx="334837" cy="5242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2200" kern="1200"/>
        </a:p>
      </dsp:txBody>
      <dsp:txXfrm rot="10800000">
        <a:off x="3613230" y="3473832"/>
        <a:ext cx="234386" cy="314522"/>
      </dsp:txXfrm>
    </dsp:sp>
    <dsp:sp modelId="{723A410B-871B-4991-AAEF-CECA67AD5A0B}">
      <dsp:nvSpPr>
        <dsp:cNvPr id="0" name=""/>
        <dsp:cNvSpPr/>
      </dsp:nvSpPr>
      <dsp:spPr>
        <a:xfrm>
          <a:off x="2080470" y="3879234"/>
          <a:ext cx="2037142" cy="145754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Urgencias relacionadas con estado de embarazo del aprendiz o de un familiar dependiente</a:t>
          </a:r>
          <a:endParaRPr lang="es-CO" sz="1400" kern="1200" dirty="0"/>
        </a:p>
      </dsp:txBody>
      <dsp:txXfrm>
        <a:off x="2378803" y="4092686"/>
        <a:ext cx="1440476" cy="1030639"/>
      </dsp:txXfrm>
    </dsp:sp>
    <dsp:sp modelId="{F5BAD21A-BA59-40AC-B2D1-0E65EE3EB12F}">
      <dsp:nvSpPr>
        <dsp:cNvPr id="0" name=""/>
        <dsp:cNvSpPr/>
      </dsp:nvSpPr>
      <dsp:spPr>
        <a:xfrm rot="10439280">
          <a:off x="3066763" y="2591262"/>
          <a:ext cx="216212" cy="5242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2200" kern="1200"/>
        </a:p>
      </dsp:txBody>
      <dsp:txXfrm rot="10800000">
        <a:off x="3131449" y="2692705"/>
        <a:ext cx="151348" cy="314522"/>
      </dsp:txXfrm>
    </dsp:sp>
    <dsp:sp modelId="{1442AA74-A481-4F36-9AB8-B0F9F2240B1E}">
      <dsp:nvSpPr>
        <dsp:cNvPr id="0" name=""/>
        <dsp:cNvSpPr/>
      </dsp:nvSpPr>
      <dsp:spPr>
        <a:xfrm>
          <a:off x="674537" y="2206482"/>
          <a:ext cx="2304795" cy="157768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1" kern="1200" dirty="0"/>
            <a:t>Por actividades a su credo que sean informados y que cuenten con un plan de trabajo previamente acordado</a:t>
          </a:r>
          <a:endParaRPr lang="es-CO" sz="1400" b="1" kern="1200" dirty="0"/>
        </a:p>
      </dsp:txBody>
      <dsp:txXfrm>
        <a:off x="1012066" y="2437528"/>
        <a:ext cx="1629737" cy="1115589"/>
      </dsp:txXfrm>
    </dsp:sp>
    <dsp:sp modelId="{27003A1A-50B0-4E3C-A5D3-78A85045F5F1}">
      <dsp:nvSpPr>
        <dsp:cNvPr id="0" name=""/>
        <dsp:cNvSpPr/>
      </dsp:nvSpPr>
      <dsp:spPr>
        <a:xfrm rot="12899674">
          <a:off x="3142327" y="1780089"/>
          <a:ext cx="360286" cy="5242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2200" kern="1200"/>
        </a:p>
      </dsp:txBody>
      <dsp:txXfrm rot="10800000">
        <a:off x="3240642" y="1915923"/>
        <a:ext cx="252200" cy="314522"/>
      </dsp:txXfrm>
    </dsp:sp>
    <dsp:sp modelId="{5B2DDED8-3603-4421-9A25-D04736A5F345}">
      <dsp:nvSpPr>
        <dsp:cNvPr id="0" name=""/>
        <dsp:cNvSpPr/>
      </dsp:nvSpPr>
      <dsp:spPr>
        <a:xfrm>
          <a:off x="1374315" y="724238"/>
          <a:ext cx="1974950" cy="129082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/>
            <a:t>Licencia de maternidad o paternidad </a:t>
          </a:r>
          <a:endParaRPr lang="es-CO" sz="1400" kern="1200" dirty="0"/>
        </a:p>
      </dsp:txBody>
      <dsp:txXfrm>
        <a:off x="1663540" y="913275"/>
        <a:ext cx="1396500" cy="91275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0BC89E-C98F-445A-8832-970EA5206037}">
      <dsp:nvSpPr>
        <dsp:cNvPr id="0" name=""/>
        <dsp:cNvSpPr/>
      </dsp:nvSpPr>
      <dsp:spPr>
        <a:xfrm>
          <a:off x="2916310" y="567860"/>
          <a:ext cx="2604614" cy="1004400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b="1" kern="1200" dirty="0">
              <a:solidFill>
                <a:schemeClr val="bg1"/>
              </a:solidFill>
            </a:rPr>
            <a:t>Cap. II Art 29 Incumplimiento injustificado </a:t>
          </a:r>
          <a:endParaRPr lang="es-CO" sz="2000" b="1" kern="1200" dirty="0">
            <a:solidFill>
              <a:schemeClr val="bg1"/>
            </a:solidFill>
          </a:endParaRPr>
        </a:p>
      </dsp:txBody>
      <dsp:txXfrm>
        <a:off x="2945728" y="597278"/>
        <a:ext cx="2545778" cy="945564"/>
      </dsp:txXfrm>
    </dsp:sp>
    <dsp:sp modelId="{F8A5E1CD-00A2-4F50-B06D-468A637A22A3}">
      <dsp:nvSpPr>
        <dsp:cNvPr id="0" name=""/>
        <dsp:cNvSpPr/>
      </dsp:nvSpPr>
      <dsp:spPr>
        <a:xfrm>
          <a:off x="746076" y="2543680"/>
          <a:ext cx="2577299" cy="1491072"/>
        </a:xfrm>
        <a:prstGeom prst="roundRect">
          <a:avLst>
            <a:gd name="adj" fmla="val 10000"/>
          </a:avLst>
        </a:prstGeom>
        <a:solidFill>
          <a:schemeClr val="bg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solidFill>
                <a:schemeClr val="tx1"/>
              </a:solidFill>
            </a:rPr>
            <a:t>1. Cuando el aprendiz no reporta, ni justifica estos incumplimientos ante el instructor, previamente o dentro de los cinco días hábiles con las evidencias </a:t>
          </a:r>
          <a:endParaRPr lang="es-CO" sz="1600" kern="1200" dirty="0">
            <a:solidFill>
              <a:schemeClr val="tx1"/>
            </a:solidFill>
          </a:endParaRPr>
        </a:p>
      </dsp:txBody>
      <dsp:txXfrm>
        <a:off x="789748" y="2587352"/>
        <a:ext cx="2489955" cy="1403728"/>
      </dsp:txXfrm>
    </dsp:sp>
    <dsp:sp modelId="{4F6C4578-C29A-4F2A-A3B2-ECEEEBFC829C}">
      <dsp:nvSpPr>
        <dsp:cNvPr id="0" name=""/>
        <dsp:cNvSpPr/>
      </dsp:nvSpPr>
      <dsp:spPr>
        <a:xfrm>
          <a:off x="5148078" y="2488412"/>
          <a:ext cx="2857054" cy="1594776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solidFill>
                <a:schemeClr val="tx1"/>
              </a:solidFill>
            </a:rPr>
            <a:t>2. Cuando el aprendiz reporta su inasistencia en la oportunidad y dentro del plazo establecido pero las causas y soportes no corresponden </a:t>
          </a:r>
          <a:endParaRPr lang="es-CO" sz="1600" kern="1200" dirty="0">
            <a:solidFill>
              <a:schemeClr val="tx1"/>
            </a:solidFill>
          </a:endParaRPr>
        </a:p>
      </dsp:txBody>
      <dsp:txXfrm>
        <a:off x="5194787" y="2535121"/>
        <a:ext cx="2763636" cy="1501358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121BCC-65C8-4425-A9D0-588266B7466C}">
      <dsp:nvSpPr>
        <dsp:cNvPr id="0" name=""/>
        <dsp:cNvSpPr/>
      </dsp:nvSpPr>
      <dsp:spPr>
        <a:xfrm>
          <a:off x="234180" y="1053155"/>
          <a:ext cx="2453604" cy="20237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400" kern="1200" dirty="0"/>
            <a:t>Se presenta por el abandono de la formación por parte del aprendiz</a:t>
          </a:r>
          <a:endParaRPr lang="es-CO" sz="1400" kern="1200" dirty="0"/>
        </a:p>
      </dsp:txBody>
      <dsp:txXfrm>
        <a:off x="280751" y="1099726"/>
        <a:ext cx="2360462" cy="1496916"/>
      </dsp:txXfrm>
    </dsp:sp>
    <dsp:sp modelId="{02E12D46-91A5-4FF1-A375-AD45134C1F53}">
      <dsp:nvSpPr>
        <dsp:cNvPr id="0" name=""/>
        <dsp:cNvSpPr/>
      </dsp:nvSpPr>
      <dsp:spPr>
        <a:xfrm>
          <a:off x="1590672" y="1454798"/>
          <a:ext cx="2824558" cy="2824558"/>
        </a:xfrm>
        <a:prstGeom prst="leftCircularArrow">
          <a:avLst>
            <a:gd name="adj1" fmla="val 3572"/>
            <a:gd name="adj2" fmla="val 443913"/>
            <a:gd name="adj3" fmla="val 2219423"/>
            <a:gd name="adj4" fmla="val 9024489"/>
            <a:gd name="adj5" fmla="val 4167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1308A8-49CA-467D-888B-E16CE7700672}">
      <dsp:nvSpPr>
        <dsp:cNvPr id="0" name=""/>
        <dsp:cNvSpPr/>
      </dsp:nvSpPr>
      <dsp:spPr>
        <a:xfrm>
          <a:off x="779425" y="2643214"/>
          <a:ext cx="2180982" cy="86730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1" kern="1200" dirty="0"/>
            <a:t>Deserción Cap. II Art. 30</a:t>
          </a:r>
          <a:endParaRPr lang="es-CO" sz="1800" b="1" kern="1200" dirty="0"/>
        </a:p>
      </dsp:txBody>
      <dsp:txXfrm>
        <a:off x="804827" y="2668616"/>
        <a:ext cx="2130178" cy="816500"/>
      </dsp:txXfrm>
    </dsp:sp>
    <dsp:sp modelId="{697AB80E-273D-4F21-82E2-43DBDF14BF02}">
      <dsp:nvSpPr>
        <dsp:cNvPr id="0" name=""/>
        <dsp:cNvSpPr/>
      </dsp:nvSpPr>
      <dsp:spPr>
        <a:xfrm>
          <a:off x="3440799" y="1053155"/>
          <a:ext cx="2453604" cy="20237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4900445"/>
              <a:satOff val="-20388"/>
              <a:lumOff val="480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400" kern="1200" dirty="0"/>
            <a:t>Inasistencia por tres días continuos o acumular cinco días no continuos de inasistencia injustificada durante todo el proceso de formación</a:t>
          </a:r>
          <a:endParaRPr lang="es-CO" sz="1400" kern="1200" dirty="0"/>
        </a:p>
      </dsp:txBody>
      <dsp:txXfrm>
        <a:off x="3487370" y="1533378"/>
        <a:ext cx="2360462" cy="1496916"/>
      </dsp:txXfrm>
    </dsp:sp>
    <dsp:sp modelId="{EAD0572D-CE5C-4574-B23B-8ABEE1C3A69A}">
      <dsp:nvSpPr>
        <dsp:cNvPr id="0" name=""/>
        <dsp:cNvSpPr/>
      </dsp:nvSpPr>
      <dsp:spPr>
        <a:xfrm>
          <a:off x="4776844" y="-228683"/>
          <a:ext cx="3138075" cy="3138075"/>
        </a:xfrm>
        <a:prstGeom prst="circularArrow">
          <a:avLst>
            <a:gd name="adj1" fmla="val 3215"/>
            <a:gd name="adj2" fmla="val 396186"/>
            <a:gd name="adj3" fmla="val 19428303"/>
            <a:gd name="adj4" fmla="val 12575511"/>
            <a:gd name="adj5" fmla="val 3751"/>
          </a:avLst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9DC41F-A1E7-4A97-80B1-DDFC8BC3B152}">
      <dsp:nvSpPr>
        <dsp:cNvPr id="0" name=""/>
        <dsp:cNvSpPr/>
      </dsp:nvSpPr>
      <dsp:spPr>
        <a:xfrm>
          <a:off x="3986044" y="619503"/>
          <a:ext cx="2180982" cy="867304"/>
        </a:xfrm>
        <a:prstGeom prst="roundRect">
          <a:avLst>
            <a:gd name="adj" fmla="val 10000"/>
          </a:avLst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Deserción por inasistencia Etapa lectiva</a:t>
          </a:r>
          <a:endParaRPr lang="es-CO" sz="1800" kern="1200" dirty="0"/>
        </a:p>
      </dsp:txBody>
      <dsp:txXfrm>
        <a:off x="4011446" y="644905"/>
        <a:ext cx="2130178" cy="816500"/>
      </dsp:txXfrm>
    </dsp:sp>
    <dsp:sp modelId="{CD093559-D670-4BEE-9A68-624A9F6D272A}">
      <dsp:nvSpPr>
        <dsp:cNvPr id="0" name=""/>
        <dsp:cNvSpPr/>
      </dsp:nvSpPr>
      <dsp:spPr>
        <a:xfrm>
          <a:off x="6647418" y="1053155"/>
          <a:ext cx="2453604" cy="20237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9800891"/>
              <a:satOff val="-40777"/>
              <a:lumOff val="96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400" kern="1200" dirty="0"/>
            <a:t>En formación presencial, virtual y a distancia en etapa productiva: se presenta inasistencia injustificada durante tres días consecutivos en la empresa </a:t>
          </a:r>
          <a:endParaRPr lang="es-CO" sz="1400" kern="1200" dirty="0"/>
        </a:p>
      </dsp:txBody>
      <dsp:txXfrm>
        <a:off x="6693989" y="1099726"/>
        <a:ext cx="2360462" cy="1496916"/>
      </dsp:txXfrm>
    </dsp:sp>
    <dsp:sp modelId="{DECB02BD-06DC-40B8-9911-FA8F77DDA0CE}">
      <dsp:nvSpPr>
        <dsp:cNvPr id="0" name=""/>
        <dsp:cNvSpPr/>
      </dsp:nvSpPr>
      <dsp:spPr>
        <a:xfrm>
          <a:off x="7192663" y="2643214"/>
          <a:ext cx="2180982" cy="867304"/>
        </a:xfrm>
        <a:prstGeom prst="roundRect">
          <a:avLst>
            <a:gd name="adj" fmla="val 10000"/>
          </a:avLst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Deserción inasistencia etapa productiva </a:t>
          </a:r>
          <a:endParaRPr lang="es-CO" sz="1800" kern="1200" dirty="0"/>
        </a:p>
      </dsp:txBody>
      <dsp:txXfrm>
        <a:off x="7218065" y="2668616"/>
        <a:ext cx="2130178" cy="81650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121BCC-65C8-4425-A9D0-588266B7466C}">
      <dsp:nvSpPr>
        <dsp:cNvPr id="0" name=""/>
        <dsp:cNvSpPr/>
      </dsp:nvSpPr>
      <dsp:spPr>
        <a:xfrm>
          <a:off x="46155" y="1097588"/>
          <a:ext cx="2557121" cy="21090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24765" rIns="24765" bIns="24765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 dirty="0"/>
            <a:t>Se presenta cuando terminada la etapa lectiva y teniendo como plazo limite de finalización por fecha de grupo el aprendiz no presenta la planeación de su etapa productiva en el formato establecido </a:t>
          </a:r>
          <a:endParaRPr lang="es-CO" sz="1300" kern="1200" dirty="0"/>
        </a:p>
      </dsp:txBody>
      <dsp:txXfrm>
        <a:off x="94691" y="1146124"/>
        <a:ext cx="2460049" cy="1560070"/>
      </dsp:txXfrm>
    </dsp:sp>
    <dsp:sp modelId="{02E12D46-91A5-4FF1-A375-AD45134C1F53}">
      <dsp:nvSpPr>
        <dsp:cNvPr id="0" name=""/>
        <dsp:cNvSpPr/>
      </dsp:nvSpPr>
      <dsp:spPr>
        <a:xfrm>
          <a:off x="1481505" y="1538196"/>
          <a:ext cx="2911197" cy="2911197"/>
        </a:xfrm>
        <a:prstGeom prst="leftCircularArrow">
          <a:avLst>
            <a:gd name="adj1" fmla="val 3465"/>
            <a:gd name="adj2" fmla="val 429610"/>
            <a:gd name="adj3" fmla="val 2205121"/>
            <a:gd name="adj4" fmla="val 9024489"/>
            <a:gd name="adj5" fmla="val 4043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1308A8-49CA-467D-888B-E16CE7700672}">
      <dsp:nvSpPr>
        <dsp:cNvPr id="0" name=""/>
        <dsp:cNvSpPr/>
      </dsp:nvSpPr>
      <dsp:spPr>
        <a:xfrm>
          <a:off x="629901" y="2754730"/>
          <a:ext cx="2272997" cy="90389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b="1" kern="1200" dirty="0"/>
            <a:t>Deserción por incumplimiento Etapa Productiva</a:t>
          </a:r>
          <a:endParaRPr lang="es-CO" sz="1900" b="1" kern="1200" dirty="0"/>
        </a:p>
      </dsp:txBody>
      <dsp:txXfrm>
        <a:off x="656375" y="2781204"/>
        <a:ext cx="2220049" cy="850948"/>
      </dsp:txXfrm>
    </dsp:sp>
    <dsp:sp modelId="{697AB80E-273D-4F21-82E2-43DBDF14BF02}">
      <dsp:nvSpPr>
        <dsp:cNvPr id="0" name=""/>
        <dsp:cNvSpPr/>
      </dsp:nvSpPr>
      <dsp:spPr>
        <a:xfrm>
          <a:off x="3383289" y="1097588"/>
          <a:ext cx="2557121" cy="21090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4900445"/>
              <a:satOff val="-20388"/>
              <a:lumOff val="480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24765" rIns="24765" bIns="24765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 dirty="0"/>
            <a:t>Se presenta cuando el aprendiz no registra o gestiona la solicitud de reintegro al proceso de formación por lo menos tres días hábiles antes de cumplir la fecha fin del aplazamiento </a:t>
          </a:r>
          <a:endParaRPr lang="es-CO" sz="1300" kern="1200" dirty="0"/>
        </a:p>
      </dsp:txBody>
      <dsp:txXfrm>
        <a:off x="3431825" y="1598072"/>
        <a:ext cx="2460049" cy="1560070"/>
      </dsp:txXfrm>
    </dsp:sp>
    <dsp:sp modelId="{EAD0572D-CE5C-4574-B23B-8ABEE1C3A69A}">
      <dsp:nvSpPr>
        <dsp:cNvPr id="0" name=""/>
        <dsp:cNvSpPr/>
      </dsp:nvSpPr>
      <dsp:spPr>
        <a:xfrm>
          <a:off x="4781833" y="-227822"/>
          <a:ext cx="3237940" cy="3237940"/>
        </a:xfrm>
        <a:prstGeom prst="circularArrow">
          <a:avLst>
            <a:gd name="adj1" fmla="val 3116"/>
            <a:gd name="adj2" fmla="val 383069"/>
            <a:gd name="adj3" fmla="val 19441421"/>
            <a:gd name="adj4" fmla="val 12575511"/>
            <a:gd name="adj5" fmla="val 3635"/>
          </a:avLst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9DC41F-A1E7-4A97-80B1-DDFC8BC3B152}">
      <dsp:nvSpPr>
        <dsp:cNvPr id="0" name=""/>
        <dsp:cNvSpPr/>
      </dsp:nvSpPr>
      <dsp:spPr>
        <a:xfrm>
          <a:off x="3951539" y="645640"/>
          <a:ext cx="2272997" cy="903896"/>
        </a:xfrm>
        <a:prstGeom prst="roundRect">
          <a:avLst>
            <a:gd name="adj" fmla="val 10000"/>
          </a:avLst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 dirty="0"/>
            <a:t>Deserción por falta de gestión oportuna de novedades</a:t>
          </a:r>
          <a:endParaRPr lang="es-CO" sz="1900" kern="1200" dirty="0"/>
        </a:p>
      </dsp:txBody>
      <dsp:txXfrm>
        <a:off x="3978013" y="672114"/>
        <a:ext cx="2220049" cy="850948"/>
      </dsp:txXfrm>
    </dsp:sp>
    <dsp:sp modelId="{CD093559-D670-4BEE-9A68-624A9F6D272A}">
      <dsp:nvSpPr>
        <dsp:cNvPr id="0" name=""/>
        <dsp:cNvSpPr/>
      </dsp:nvSpPr>
      <dsp:spPr>
        <a:xfrm>
          <a:off x="6704927" y="1097588"/>
          <a:ext cx="2557121" cy="21090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9800891"/>
              <a:satOff val="-40777"/>
              <a:lumOff val="96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24765" rIns="24765" bIns="24765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 dirty="0"/>
            <a:t>Se garantizará el debido proceso dando cumplimiento a lo establecido en el capitulo de medias disciplinarias y sancionatorios</a:t>
          </a:r>
          <a:endParaRPr lang="es-CO" sz="1300" kern="1200" dirty="0"/>
        </a:p>
      </dsp:txBody>
      <dsp:txXfrm>
        <a:off x="6753463" y="1146124"/>
        <a:ext cx="2460049" cy="1560070"/>
      </dsp:txXfrm>
    </dsp:sp>
    <dsp:sp modelId="{DECB02BD-06DC-40B8-9911-FA8F77DDA0CE}">
      <dsp:nvSpPr>
        <dsp:cNvPr id="0" name=""/>
        <dsp:cNvSpPr/>
      </dsp:nvSpPr>
      <dsp:spPr>
        <a:xfrm>
          <a:off x="7273176" y="2754730"/>
          <a:ext cx="2272997" cy="903896"/>
        </a:xfrm>
        <a:prstGeom prst="roundRect">
          <a:avLst>
            <a:gd name="adj" fmla="val 10000"/>
          </a:avLst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 dirty="0"/>
            <a:t>Debido proceso</a:t>
          </a:r>
          <a:endParaRPr lang="es-CO" sz="1900" kern="1200" dirty="0"/>
        </a:p>
      </dsp:txBody>
      <dsp:txXfrm>
        <a:off x="7299650" y="2781204"/>
        <a:ext cx="2220049" cy="850948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E2A96E-5A44-40A8-BD19-6FA294733534}">
      <dsp:nvSpPr>
        <dsp:cNvPr id="0" name=""/>
        <dsp:cNvSpPr/>
      </dsp:nvSpPr>
      <dsp:spPr>
        <a:xfrm>
          <a:off x="0" y="0"/>
          <a:ext cx="9830210" cy="1309739"/>
        </a:xfrm>
        <a:prstGeom prst="rect">
          <a:avLst/>
        </a:prstGeom>
        <a:solidFill>
          <a:srgbClr val="FF6C0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600" kern="1200" dirty="0"/>
            <a:t>CAP II ART 31 Derechos del Aprendiz “Procedimiento en caso de deserción”</a:t>
          </a:r>
          <a:endParaRPr lang="es-CO" sz="3600" kern="1200" dirty="0"/>
        </a:p>
      </dsp:txBody>
      <dsp:txXfrm>
        <a:off x="0" y="0"/>
        <a:ext cx="9830210" cy="1309739"/>
      </dsp:txXfrm>
    </dsp:sp>
    <dsp:sp modelId="{67ABD162-E008-4A71-ADA8-B08FC27CA0EA}">
      <dsp:nvSpPr>
        <dsp:cNvPr id="0" name=""/>
        <dsp:cNvSpPr/>
      </dsp:nvSpPr>
      <dsp:spPr>
        <a:xfrm>
          <a:off x="4799" y="1309739"/>
          <a:ext cx="3273536" cy="2750452"/>
        </a:xfrm>
        <a:prstGeom prst="rect">
          <a:avLst/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 dirty="0">
              <a:solidFill>
                <a:schemeClr val="tx1"/>
              </a:solidFill>
            </a:rPr>
            <a:t>Deserción por inasistencias al proceso de formación</a:t>
          </a:r>
          <a:r>
            <a:rPr lang="es-MX" sz="1600" kern="1200" dirty="0">
              <a:solidFill>
                <a:schemeClr val="tx1"/>
              </a:solidFill>
            </a:rPr>
            <a:t>: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solidFill>
                <a:schemeClr val="tx1"/>
              </a:solidFill>
            </a:rPr>
            <a:t>Si el aprendiz no justifica la inasistencia, el instructor con el equipo ejecutor, reportarán la situación al comité de evaluación y seguimiento </a:t>
          </a:r>
          <a:endParaRPr lang="es-CO" sz="1600" kern="1200" dirty="0">
            <a:solidFill>
              <a:schemeClr val="tx1"/>
            </a:solidFill>
          </a:endParaRPr>
        </a:p>
      </dsp:txBody>
      <dsp:txXfrm>
        <a:off x="4799" y="1309739"/>
        <a:ext cx="3273536" cy="2750452"/>
      </dsp:txXfrm>
    </dsp:sp>
    <dsp:sp modelId="{9E142A8C-91BC-40F0-99F1-DC36B1D1BD44}">
      <dsp:nvSpPr>
        <dsp:cNvPr id="0" name=""/>
        <dsp:cNvSpPr/>
      </dsp:nvSpPr>
      <dsp:spPr>
        <a:xfrm>
          <a:off x="3278336" y="1309739"/>
          <a:ext cx="3273536" cy="2750452"/>
        </a:xfrm>
        <a:prstGeom prst="rect">
          <a:avLst/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 dirty="0">
              <a:solidFill>
                <a:schemeClr val="tx1"/>
              </a:solidFill>
            </a:rPr>
            <a:t>Deserción por incumplimiento de la etapa productiva</a:t>
          </a:r>
          <a:r>
            <a:rPr lang="es-MX" sz="1600" kern="1200" dirty="0">
              <a:solidFill>
                <a:schemeClr val="tx1"/>
              </a:solidFill>
            </a:rPr>
            <a:t>: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solidFill>
                <a:schemeClr val="tx1"/>
              </a:solidFill>
            </a:rPr>
            <a:t>Si el aprendiz no informa el motivo del incumplimiento o abandono al proceso formativo, el instructor de seguimiento, reportarán la situación al comité de evaluación y seguimiento </a:t>
          </a:r>
          <a:endParaRPr lang="es-CO" sz="1600" kern="1200" dirty="0">
            <a:solidFill>
              <a:schemeClr val="tx1"/>
            </a:solidFill>
          </a:endParaRPr>
        </a:p>
      </dsp:txBody>
      <dsp:txXfrm>
        <a:off x="3278336" y="1309739"/>
        <a:ext cx="3273536" cy="2750452"/>
      </dsp:txXfrm>
    </dsp:sp>
    <dsp:sp modelId="{9BF94B74-48BA-4F69-8401-A6F1E424D368}">
      <dsp:nvSpPr>
        <dsp:cNvPr id="0" name=""/>
        <dsp:cNvSpPr/>
      </dsp:nvSpPr>
      <dsp:spPr>
        <a:xfrm>
          <a:off x="6551873" y="1309739"/>
          <a:ext cx="3273536" cy="2750452"/>
        </a:xfrm>
        <a:prstGeom prst="rect">
          <a:avLst/>
        </a:prstGeom>
        <a:solidFill>
          <a:schemeClr val="bg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 dirty="0">
              <a:solidFill>
                <a:schemeClr val="tx1"/>
              </a:solidFill>
            </a:rPr>
            <a:t>Deserción por falta de gestión oportuna de novedades</a:t>
          </a:r>
          <a:r>
            <a:rPr lang="es-MX" sz="1600" kern="1200" dirty="0">
              <a:solidFill>
                <a:schemeClr val="tx1"/>
              </a:solidFill>
            </a:rPr>
            <a:t>: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solidFill>
                <a:schemeClr val="tx1"/>
              </a:solidFill>
            </a:rPr>
            <a:t>Si el aprendiz no gestiona la solicitud de reintegro al proceso de formación a través de los canales instituciones, o culminado el proceso administrativo para su certificación, el instructor con el coordinador , reportarán la situación al comité de evaluación y seguimiento </a:t>
          </a:r>
          <a:endParaRPr lang="es-CO" sz="1600" kern="1200" dirty="0">
            <a:solidFill>
              <a:schemeClr val="tx1"/>
            </a:solidFill>
          </a:endParaRPr>
        </a:p>
      </dsp:txBody>
      <dsp:txXfrm>
        <a:off x="6551873" y="1309739"/>
        <a:ext cx="3273536" cy="2750452"/>
      </dsp:txXfrm>
    </dsp:sp>
    <dsp:sp modelId="{F34C95F0-9218-4DA5-A4AE-D8AF4D1DD355}">
      <dsp:nvSpPr>
        <dsp:cNvPr id="0" name=""/>
        <dsp:cNvSpPr/>
      </dsp:nvSpPr>
      <dsp:spPr>
        <a:xfrm>
          <a:off x="0" y="4060192"/>
          <a:ext cx="9830210" cy="305605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7BF3CD-CA0A-48DE-A6D0-41DDC9E0B66E}">
      <dsp:nvSpPr>
        <dsp:cNvPr id="0" name=""/>
        <dsp:cNvSpPr/>
      </dsp:nvSpPr>
      <dsp:spPr>
        <a:xfrm>
          <a:off x="-4370482" y="-670376"/>
          <a:ext cx="5206894" cy="5206894"/>
        </a:xfrm>
        <a:prstGeom prst="blockArc">
          <a:avLst>
            <a:gd name="adj1" fmla="val 18900000"/>
            <a:gd name="adj2" fmla="val 2700000"/>
            <a:gd name="adj3" fmla="val 415"/>
          </a:avLst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418C15-3812-4EA5-B214-C048A2D91E6E}">
      <dsp:nvSpPr>
        <dsp:cNvPr id="0" name=""/>
        <dsp:cNvSpPr/>
      </dsp:nvSpPr>
      <dsp:spPr>
        <a:xfrm>
          <a:off x="438165" y="283900"/>
          <a:ext cx="5956955" cy="59476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72097" tIns="45720" rIns="45720" bIns="4572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Llamado de atención </a:t>
          </a:r>
          <a:endParaRPr lang="es-CO" sz="18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600" b="1" kern="1200" dirty="0"/>
            <a:t>Los dos llamados de atención deben ser por escrito</a:t>
          </a:r>
          <a:r>
            <a:rPr lang="es-MX" sz="900" kern="1200" dirty="0"/>
            <a:t>.</a:t>
          </a:r>
          <a:endParaRPr lang="es-CO" sz="900" kern="1200" dirty="0"/>
        </a:p>
      </dsp:txBody>
      <dsp:txXfrm>
        <a:off x="438165" y="283900"/>
        <a:ext cx="5956955" cy="594767"/>
      </dsp:txXfrm>
    </dsp:sp>
    <dsp:sp modelId="{64C2A1D1-94A7-4973-AA25-F0C13782F70B}">
      <dsp:nvSpPr>
        <dsp:cNvPr id="0" name=""/>
        <dsp:cNvSpPr/>
      </dsp:nvSpPr>
      <dsp:spPr>
        <a:xfrm>
          <a:off x="66435" y="222883"/>
          <a:ext cx="743459" cy="7434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D4DFDE-EB6C-4C43-A083-197CDD398442}">
      <dsp:nvSpPr>
        <dsp:cNvPr id="0" name=""/>
        <dsp:cNvSpPr/>
      </dsp:nvSpPr>
      <dsp:spPr>
        <a:xfrm>
          <a:off x="779158" y="1189534"/>
          <a:ext cx="5615961" cy="59476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7209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Plan de mejoramiento </a:t>
          </a:r>
          <a:endParaRPr lang="es-CO" sz="1800" kern="1200" dirty="0"/>
        </a:p>
      </dsp:txBody>
      <dsp:txXfrm>
        <a:off x="779158" y="1189534"/>
        <a:ext cx="5615961" cy="594767"/>
      </dsp:txXfrm>
    </dsp:sp>
    <dsp:sp modelId="{B1F8DAFE-0057-4C9E-8520-DF3023E16A46}">
      <dsp:nvSpPr>
        <dsp:cNvPr id="0" name=""/>
        <dsp:cNvSpPr/>
      </dsp:nvSpPr>
      <dsp:spPr>
        <a:xfrm>
          <a:off x="407429" y="1115188"/>
          <a:ext cx="743459" cy="7434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7A3D6D-A409-458D-8E07-2D4F50FB477C}">
      <dsp:nvSpPr>
        <dsp:cNvPr id="0" name=""/>
        <dsp:cNvSpPr/>
      </dsp:nvSpPr>
      <dsp:spPr>
        <a:xfrm>
          <a:off x="779158" y="1947274"/>
          <a:ext cx="5615961" cy="85349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7209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1" kern="1200" dirty="0"/>
            <a:t>Máximo dos planes de mejoramiento por fase del proyecto formativo etapa lectiva y dos por etapa productiva</a:t>
          </a:r>
          <a:endParaRPr lang="es-CO" sz="1800" b="1" kern="1200" dirty="0"/>
        </a:p>
      </dsp:txBody>
      <dsp:txXfrm>
        <a:off x="779158" y="1947274"/>
        <a:ext cx="5615961" cy="853491"/>
      </dsp:txXfrm>
    </dsp:sp>
    <dsp:sp modelId="{20071646-47CD-402E-B9DF-01FB029B5653}">
      <dsp:nvSpPr>
        <dsp:cNvPr id="0" name=""/>
        <dsp:cNvSpPr/>
      </dsp:nvSpPr>
      <dsp:spPr>
        <a:xfrm>
          <a:off x="407429" y="2007494"/>
          <a:ext cx="743459" cy="7434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274F98-DE77-447A-B6C2-44D7262126E6}">
      <dsp:nvSpPr>
        <dsp:cNvPr id="0" name=""/>
        <dsp:cNvSpPr/>
      </dsp:nvSpPr>
      <dsp:spPr>
        <a:xfrm>
          <a:off x="438165" y="2875699"/>
          <a:ext cx="5956955" cy="79165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72097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Los aprendices de formación dual recibirán la medida formativa si es  cometida en ambiente de formación SENA o en la empresa se aplicara el Acuerdo No 009</a:t>
          </a:r>
          <a:endParaRPr lang="es-CO" sz="1600" kern="1200" dirty="0"/>
        </a:p>
      </dsp:txBody>
      <dsp:txXfrm>
        <a:off x="438165" y="2875699"/>
        <a:ext cx="5956955" cy="791659"/>
      </dsp:txXfrm>
    </dsp:sp>
    <dsp:sp modelId="{25A4D242-8187-4169-B300-ADCCDCB9DFF5}">
      <dsp:nvSpPr>
        <dsp:cNvPr id="0" name=""/>
        <dsp:cNvSpPr/>
      </dsp:nvSpPr>
      <dsp:spPr>
        <a:xfrm>
          <a:off x="66435" y="2899799"/>
          <a:ext cx="743459" cy="7434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7BF3CD-CA0A-48DE-A6D0-41DDC9E0B66E}">
      <dsp:nvSpPr>
        <dsp:cNvPr id="0" name=""/>
        <dsp:cNvSpPr/>
      </dsp:nvSpPr>
      <dsp:spPr>
        <a:xfrm>
          <a:off x="-4344448" y="-666418"/>
          <a:ext cx="5175968" cy="5175968"/>
        </a:xfrm>
        <a:prstGeom prst="blockArc">
          <a:avLst>
            <a:gd name="adj1" fmla="val 18900000"/>
            <a:gd name="adj2" fmla="val 2700000"/>
            <a:gd name="adj3" fmla="val 417"/>
          </a:avLst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418C15-3812-4EA5-B214-C048A2D91E6E}">
      <dsp:nvSpPr>
        <dsp:cNvPr id="0" name=""/>
        <dsp:cNvSpPr/>
      </dsp:nvSpPr>
      <dsp:spPr>
        <a:xfrm>
          <a:off x="435610" y="282210"/>
          <a:ext cx="6065889" cy="59122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69287" tIns="45720" rIns="45720" bIns="4572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Llamado de atención </a:t>
          </a:r>
          <a:endParaRPr lang="es-CO" sz="18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600" kern="1200" dirty="0"/>
            <a:t>Los dos llamados de atención deben ser por escrito</a:t>
          </a:r>
          <a:r>
            <a:rPr lang="es-MX" sz="900" kern="1200" dirty="0"/>
            <a:t>.</a:t>
          </a:r>
          <a:endParaRPr lang="es-CO" sz="900" kern="1200" dirty="0"/>
        </a:p>
      </dsp:txBody>
      <dsp:txXfrm>
        <a:off x="435610" y="282210"/>
        <a:ext cx="6065889" cy="591227"/>
      </dsp:txXfrm>
    </dsp:sp>
    <dsp:sp modelId="{64C2A1D1-94A7-4973-AA25-F0C13782F70B}">
      <dsp:nvSpPr>
        <dsp:cNvPr id="0" name=""/>
        <dsp:cNvSpPr/>
      </dsp:nvSpPr>
      <dsp:spPr>
        <a:xfrm>
          <a:off x="66093" y="221556"/>
          <a:ext cx="739034" cy="7390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D4DFDE-EB6C-4C43-A083-197CDD398442}">
      <dsp:nvSpPr>
        <dsp:cNvPr id="0" name=""/>
        <dsp:cNvSpPr/>
      </dsp:nvSpPr>
      <dsp:spPr>
        <a:xfrm>
          <a:off x="774574" y="1182454"/>
          <a:ext cx="5726925" cy="59122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6928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Plan de mejoramiento </a:t>
          </a:r>
          <a:endParaRPr lang="es-CO" sz="1800" kern="1200" dirty="0"/>
        </a:p>
      </dsp:txBody>
      <dsp:txXfrm>
        <a:off x="774574" y="1182454"/>
        <a:ext cx="5726925" cy="591227"/>
      </dsp:txXfrm>
    </dsp:sp>
    <dsp:sp modelId="{B1F8DAFE-0057-4C9E-8520-DF3023E16A46}">
      <dsp:nvSpPr>
        <dsp:cNvPr id="0" name=""/>
        <dsp:cNvSpPr/>
      </dsp:nvSpPr>
      <dsp:spPr>
        <a:xfrm>
          <a:off x="405057" y="1108551"/>
          <a:ext cx="739034" cy="7390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7A3D6D-A409-458D-8E07-2D4F50FB477C}">
      <dsp:nvSpPr>
        <dsp:cNvPr id="0" name=""/>
        <dsp:cNvSpPr/>
      </dsp:nvSpPr>
      <dsp:spPr>
        <a:xfrm>
          <a:off x="774574" y="2069449"/>
          <a:ext cx="5726925" cy="59122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6928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1" kern="1200" dirty="0"/>
            <a:t>Máximo de planes de mejoramiento disciplinario es uno por etapa lectiva y 1 por etapa productiva.</a:t>
          </a:r>
          <a:endParaRPr lang="es-CO" sz="1800" b="1" kern="1200" dirty="0"/>
        </a:p>
      </dsp:txBody>
      <dsp:txXfrm>
        <a:off x="774574" y="2069449"/>
        <a:ext cx="5726925" cy="591227"/>
      </dsp:txXfrm>
    </dsp:sp>
    <dsp:sp modelId="{20071646-47CD-402E-B9DF-01FB029B5653}">
      <dsp:nvSpPr>
        <dsp:cNvPr id="0" name=""/>
        <dsp:cNvSpPr/>
      </dsp:nvSpPr>
      <dsp:spPr>
        <a:xfrm>
          <a:off x="405057" y="1995545"/>
          <a:ext cx="739034" cy="7390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274F98-DE77-447A-B6C2-44D7262126E6}">
      <dsp:nvSpPr>
        <dsp:cNvPr id="0" name=""/>
        <dsp:cNvSpPr/>
      </dsp:nvSpPr>
      <dsp:spPr>
        <a:xfrm>
          <a:off x="435610" y="2956443"/>
          <a:ext cx="6065889" cy="59122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69287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Los aprendices de formación dual recibirán la medida formativa si es  cometida en ambiente de formación SENA o en la empresa se aplicara el Acuerdo No 009</a:t>
          </a:r>
          <a:endParaRPr lang="es-CO" sz="1600" kern="1200" dirty="0"/>
        </a:p>
      </dsp:txBody>
      <dsp:txXfrm>
        <a:off x="435610" y="2956443"/>
        <a:ext cx="6065889" cy="591227"/>
      </dsp:txXfrm>
    </dsp:sp>
    <dsp:sp modelId="{25A4D242-8187-4169-B300-ADCCDCB9DFF5}">
      <dsp:nvSpPr>
        <dsp:cNvPr id="0" name=""/>
        <dsp:cNvSpPr/>
      </dsp:nvSpPr>
      <dsp:spPr>
        <a:xfrm>
          <a:off x="66093" y="2882540"/>
          <a:ext cx="739034" cy="7390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732DFC-FA20-4207-9D10-39008E21CF58}">
      <dsp:nvSpPr>
        <dsp:cNvPr id="0" name=""/>
        <dsp:cNvSpPr/>
      </dsp:nvSpPr>
      <dsp:spPr>
        <a:xfrm>
          <a:off x="4329780" y="546233"/>
          <a:ext cx="2718955" cy="1471726"/>
        </a:xfrm>
        <a:prstGeom prst="rect">
          <a:avLst/>
        </a:prstGeom>
        <a:solidFill>
          <a:schemeClr val="accent6"/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2456" rIns="92456" bIns="92456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>
              <a:solidFill>
                <a:schemeClr val="bg1"/>
              </a:solidFill>
            </a:rPr>
            <a:t>Medida académica que se impone al aprendiz que incurre en una falta académica o disciplinaria. Durante el proceso de formación puede tener dos condicionamientos</a:t>
          </a:r>
          <a:endParaRPr lang="es-CO" sz="1300" kern="1200" dirty="0">
            <a:solidFill>
              <a:schemeClr val="bg1"/>
            </a:solidFill>
          </a:endParaRPr>
        </a:p>
      </dsp:txBody>
      <dsp:txXfrm>
        <a:off x="4764813" y="546233"/>
        <a:ext cx="2283922" cy="1471726"/>
      </dsp:txXfrm>
    </dsp:sp>
    <dsp:sp modelId="{BE5708D8-5FE6-402E-8F52-0C06B6617FA2}">
      <dsp:nvSpPr>
        <dsp:cNvPr id="0" name=""/>
        <dsp:cNvSpPr/>
      </dsp:nvSpPr>
      <dsp:spPr>
        <a:xfrm>
          <a:off x="2146983" y="488356"/>
          <a:ext cx="2538651" cy="1470991"/>
        </a:xfrm>
        <a:prstGeom prst="ellipse">
          <a:avLst/>
        </a:prstGeom>
        <a:solidFill>
          <a:srgbClr val="FF6C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CONDICIONAMIENTO DE MATRICULA</a:t>
          </a:r>
          <a:endParaRPr lang="es-CO" sz="1600" kern="1200" dirty="0"/>
        </a:p>
      </dsp:txBody>
      <dsp:txXfrm>
        <a:off x="2518760" y="703778"/>
        <a:ext cx="1795097" cy="1040147"/>
      </dsp:txXfrm>
    </dsp:sp>
    <dsp:sp modelId="{35BFF0EE-1CF2-436F-A6BB-52837425B9D9}">
      <dsp:nvSpPr>
        <dsp:cNvPr id="0" name=""/>
        <dsp:cNvSpPr/>
      </dsp:nvSpPr>
      <dsp:spPr>
        <a:xfrm>
          <a:off x="4327424" y="2777253"/>
          <a:ext cx="3757184" cy="2180598"/>
        </a:xfrm>
        <a:prstGeom prst="rect">
          <a:avLst/>
        </a:prstGeom>
        <a:solidFill>
          <a:schemeClr val="accent4">
            <a:alpha val="9000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6680" rIns="106680" bIns="10668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b="1" kern="1200" dirty="0">
              <a:solidFill>
                <a:schemeClr val="bg1"/>
              </a:solidFill>
            </a:rPr>
            <a:t>Acto académico que se origina cuando persiste una falta o incumplió con la medida formativa del condicionamiento de matricula. 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b="1" kern="1200" dirty="0">
              <a:solidFill>
                <a:schemeClr val="bg1"/>
              </a:solidFill>
            </a:rPr>
            <a:t>Parágrafo 1 Los aprendices que no se hayan certificado transcurrido un año de la fecha fin programada en Sena Sofia Plus</a:t>
          </a:r>
          <a:endParaRPr lang="es-CO" sz="1500" b="1" kern="1200" dirty="0">
            <a:solidFill>
              <a:schemeClr val="bg1"/>
            </a:solidFill>
          </a:endParaRPr>
        </a:p>
      </dsp:txBody>
      <dsp:txXfrm>
        <a:off x="4928574" y="2777253"/>
        <a:ext cx="3156034" cy="2180598"/>
      </dsp:txXfrm>
    </dsp:sp>
    <dsp:sp modelId="{2EC32D1F-83CB-4060-AF2C-2D85CBAE28B6}">
      <dsp:nvSpPr>
        <dsp:cNvPr id="0" name=""/>
        <dsp:cNvSpPr/>
      </dsp:nvSpPr>
      <dsp:spPr>
        <a:xfrm>
          <a:off x="2746641" y="3070770"/>
          <a:ext cx="2093808" cy="1470991"/>
        </a:xfrm>
        <a:prstGeom prst="ellipse">
          <a:avLst/>
        </a:prstGeom>
        <a:solidFill>
          <a:schemeClr val="accent4">
            <a:lumMod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CANCELACIÓN DE MATRICULA </a:t>
          </a:r>
          <a:endParaRPr lang="es-CO" sz="1600" kern="1200" dirty="0"/>
        </a:p>
      </dsp:txBody>
      <dsp:txXfrm>
        <a:off x="3053272" y="3286192"/>
        <a:ext cx="1480546" cy="10401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ycle7">
  <dgm:title val=""/>
  <dgm:desc val=""/>
  <dgm:catLst>
    <dgm:cat type="cycle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</dgm:alg>
      </dgm:if>
      <dgm:else name="Name3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onstrLst>
      <dgm:constr type="diam" refType="w"/>
      <dgm:constr type="w" for="ch" ptType="node" refType="w"/>
      <dgm:constr type="primFontSz" for="ch" ptType="node" op="equ" val="65"/>
      <dgm:constr type="w" for="ch" forName="sibTrans" refType="w" refFor="ch" refPtType="node" op="equ" fact="0.35"/>
      <dgm:constr type="connDist" for="ch" forName="sibTrans" op="equ"/>
      <dgm:constr type="primFontSz" for="des" forName="connectorText" op="equ" val="55"/>
      <dgm:constr type="primFontSz" for="des" forName="connectorText" refType="primFontSz" refFor="ch" refPtType="node" op="lte" fact="0.8"/>
      <dgm:constr type="sibSp" refType="w" refFor="ch" refPtType="node" op="equ" fact="0.65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4">
        <dgm:if name="Name5" axis="par ch" ptType="doc node" func="cnt" op="gt" val="1">
          <dgm:forEach name="sibTransForEach" axis="followSib" ptType="sibTrans" hideLastTrans="0" cnt="1">
            <dgm:layoutNode name="sibTrans">
              <dgm:choose name="Name6">
                <dgm:if name="Name7" axis="par ch" ptType="doc node" func="posEven" op="equ" val="1">
                  <dgm:alg type="conn">
                    <dgm:param type="begPts" val="radial"/>
                    <dgm:param type="endPts" val="radial"/>
                    <dgm:param type="begSty" val="arr"/>
                    <dgm:param type="endSty" val="arr"/>
                  </dgm:alg>
                </dgm:if>
                <dgm:else name="Name8">
                  <dgm:alg type="conn">
                    <dgm:param type="begPts" val="auto"/>
                    <dgm:param type="endPts" val="auto"/>
                    <dgm:param type="begSty" val="arr"/>
                    <dgm:param type="endSty" val="arr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5"/>
                <dgm:constr type="connDist"/>
                <dgm:constr type="begPad" refType="connDist" fact="0.1"/>
                <dgm:constr type="endPad" refType="connDist" fact="0.1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9"/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PictureAccentList">
  <dgm:title val=""/>
  <dgm:desc val=""/>
  <dgm:catLst>
    <dgm:cat type="picture" pri="14000"/>
    <dgm:cat type="list" pri="14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clrData>
  <dgm:layoutNode name="layout">
    <dgm:varLst>
      <dgm:chMax/>
      <dgm:chPref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L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primFontSz" for="des" forName="childText" refType="primFontSz" refFor="des" refForName="rootText" op="lte"/>
      <dgm:constr type="w" for="des" forName="rootComposite" refType="w" fact="4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/>
      <dgm:constr type="sibSp" refType="w" refFor="des" refForName="rootComposite" fact="0.1"/>
      <dgm:constr type="sibSp" for="des" forName="childShape" refType="h" refFor="des" refForName="rootComposite" fact="0.12"/>
      <dgm:constr type="sp" for="des" forName="root" refType="h" refFor="des" refForName="rootComposite" fact="0.18"/>
    </dgm:constrLst>
    <dgm:ruleLst/>
    <dgm:forEach name="Name3" axis="ch">
      <dgm:forEach name="Name4" axis="self" ptType="node" cnt="1">
        <dgm:layoutNode name="root">
          <dgm:varLst>
            <dgm:chMax/>
            <dgm:chPref val="4"/>
          </dgm:varLst>
          <dgm:alg type="hierRoot"/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onstrLst>
              <dgm:constr type="l" for="ch" forName="rootText"/>
              <dgm:constr type="t" for="ch" forName="rootText"/>
              <dgm:constr type="w" for="ch" forName="rootText" refType="w"/>
              <dgm:constr type="h" for="ch" forName="rootText" refType="h"/>
            </dgm:constrLst>
            <dgm:ruleLst/>
            <dgm:layoutNode name="rootText" styleLbl="node0">
              <dgm:varLst>
                <dgm:chMax/>
                <dgm:chPref val="4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5" axis="ch">
              <dgm:forEach name="Name6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7">
                    <dgm:if name="Name8" func="var" arg="dir" op="equ" val="norm">
                      <dgm:constrLst>
                        <dgm:constr type="w" for="ch" forName="Image" refType="h"/>
                        <dgm:constr type="h" for="ch" forName="Image" refType="h"/>
                        <dgm:constr type="l" for="ch" forName="Image"/>
                        <dgm:constr type="t" for="ch" forName="Image"/>
                        <dgm:constr type="h" for="ch" forName="childText" refType="h"/>
                        <dgm:constr type="l" for="ch" forName="childText" refType="w" refFor="ch" refForName="Image" fact="1.06"/>
                        <dgm:constr type="t" for="ch" forName="childText"/>
                      </dgm:constrLst>
                    </dgm:if>
                    <dgm:else name="Name9">
                      <dgm:constrLst>
                        <dgm:constr type="w" for="ch" forName="Image" refType="h"/>
                        <dgm:constr type="h" for="ch" forName="Image" refType="h"/>
                        <dgm:constr type="r" for="ch" forName="Image" refType="w"/>
                        <dgm:constr type="t" for="ch" forName="Image"/>
                        <dgm:constr type="h" for="ch" forName="childText" refType="h"/>
                        <dgm:constr type="t" for="ch" forName="childText"/>
                        <dgm:constr type="wOff" for="ch" forName="childText" refType="w" refFor="ch" refForName="Image" fact="-1.06"/>
                      </dgm:constrLst>
                    </dgm:else>
                  </dgm:choose>
                  <dgm:ruleLst/>
                  <dgm:layoutNode name="Image" styleLbl="node1">
                    <dgm:alg type="sp"/>
                    <dgm:shape xmlns:r="http://schemas.openxmlformats.org/officeDocument/2006/relationships" type="roundRect" r:blip="" blipPhldr="1">
                      <dgm:adjLst>
                        <dgm:adj idx="1" val="0.1667"/>
                      </dgm:adjLst>
                    </dgm:shape>
                    <dgm:presOf/>
                  </dgm:layoutNode>
                  <dgm:layoutNode name="childText" styleLbl="lnNode1">
                    <dgm:varLst>
                      <dgm:chMax val="0"/>
                      <dgm:chPref val="0"/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667"/>
                      </dgm:adjLst>
                    </dgm:shape>
                    <dgm:presOf axis="self desOrSelf" ptType="node node" st="1 1" cnt="1 0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8/layout/PictureAccentList">
  <dgm:title val=""/>
  <dgm:desc val=""/>
  <dgm:catLst>
    <dgm:cat type="picture" pri="14000"/>
    <dgm:cat type="list" pri="14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clrData>
  <dgm:layoutNode name="layout">
    <dgm:varLst>
      <dgm:chMax/>
      <dgm:chPref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L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primFontSz" for="des" forName="childText" refType="primFontSz" refFor="des" refForName="rootText" op="lte"/>
      <dgm:constr type="w" for="des" forName="rootComposite" refType="w" fact="4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/>
      <dgm:constr type="sibSp" refType="w" refFor="des" refForName="rootComposite" fact="0.1"/>
      <dgm:constr type="sibSp" for="des" forName="childShape" refType="h" refFor="des" refForName="rootComposite" fact="0.12"/>
      <dgm:constr type="sp" for="des" forName="root" refType="h" refFor="des" refForName="rootComposite" fact="0.18"/>
    </dgm:constrLst>
    <dgm:ruleLst/>
    <dgm:forEach name="Name3" axis="ch">
      <dgm:forEach name="Name4" axis="self" ptType="node" cnt="1">
        <dgm:layoutNode name="root">
          <dgm:varLst>
            <dgm:chMax/>
            <dgm:chPref val="4"/>
          </dgm:varLst>
          <dgm:alg type="hierRoot"/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onstrLst>
              <dgm:constr type="l" for="ch" forName="rootText"/>
              <dgm:constr type="t" for="ch" forName="rootText"/>
              <dgm:constr type="w" for="ch" forName="rootText" refType="w"/>
              <dgm:constr type="h" for="ch" forName="rootText" refType="h"/>
            </dgm:constrLst>
            <dgm:ruleLst/>
            <dgm:layoutNode name="rootText" styleLbl="node0">
              <dgm:varLst>
                <dgm:chMax/>
                <dgm:chPref val="4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5" axis="ch">
              <dgm:forEach name="Name6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7">
                    <dgm:if name="Name8" func="var" arg="dir" op="equ" val="norm">
                      <dgm:constrLst>
                        <dgm:constr type="w" for="ch" forName="Image" refType="h"/>
                        <dgm:constr type="h" for="ch" forName="Image" refType="h"/>
                        <dgm:constr type="l" for="ch" forName="Image"/>
                        <dgm:constr type="t" for="ch" forName="Image"/>
                        <dgm:constr type="h" for="ch" forName="childText" refType="h"/>
                        <dgm:constr type="l" for="ch" forName="childText" refType="w" refFor="ch" refForName="Image" fact="1.06"/>
                        <dgm:constr type="t" for="ch" forName="childText"/>
                      </dgm:constrLst>
                    </dgm:if>
                    <dgm:else name="Name9">
                      <dgm:constrLst>
                        <dgm:constr type="w" for="ch" forName="Image" refType="h"/>
                        <dgm:constr type="h" for="ch" forName="Image" refType="h"/>
                        <dgm:constr type="r" for="ch" forName="Image" refType="w"/>
                        <dgm:constr type="t" for="ch" forName="Image"/>
                        <dgm:constr type="h" for="ch" forName="childText" refType="h"/>
                        <dgm:constr type="t" for="ch" forName="childText"/>
                        <dgm:constr type="wOff" for="ch" forName="childText" refType="w" refFor="ch" refForName="Image" fact="-1.06"/>
                      </dgm:constrLst>
                    </dgm:else>
                  </dgm:choose>
                  <dgm:ruleLst/>
                  <dgm:layoutNode name="Image" styleLbl="node1">
                    <dgm:alg type="sp"/>
                    <dgm:shape xmlns:r="http://schemas.openxmlformats.org/officeDocument/2006/relationships" type="roundRect" r:blip="" blipPhldr="1">
                      <dgm:adjLst>
                        <dgm:adj idx="1" val="0.1667"/>
                      </dgm:adjLst>
                    </dgm:shape>
                    <dgm:presOf/>
                  </dgm:layoutNode>
                  <dgm:layoutNode name="childText" styleLbl="lnNode1">
                    <dgm:varLst>
                      <dgm:chMax val="0"/>
                      <dgm:chPref val="0"/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667"/>
                      </dgm:adjLst>
                    </dgm:shape>
                    <dgm:presOf axis="self desOrSelf" ptType="node node" st="1 1" cnt="1 0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8/layout/PictureAccentList">
  <dgm:title val=""/>
  <dgm:desc val=""/>
  <dgm:catLst>
    <dgm:cat type="picture" pri="14000"/>
    <dgm:cat type="list" pri="14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clrData>
  <dgm:layoutNode name="layout">
    <dgm:varLst>
      <dgm:chMax/>
      <dgm:chPref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L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primFontSz" for="des" forName="childText" refType="primFontSz" refFor="des" refForName="rootText" op="lte"/>
      <dgm:constr type="w" for="des" forName="rootComposite" refType="w" fact="4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/>
      <dgm:constr type="sibSp" refType="w" refFor="des" refForName="rootComposite" fact="0.1"/>
      <dgm:constr type="sibSp" for="des" forName="childShape" refType="h" refFor="des" refForName="rootComposite" fact="0.12"/>
      <dgm:constr type="sp" for="des" forName="root" refType="h" refFor="des" refForName="rootComposite" fact="0.18"/>
    </dgm:constrLst>
    <dgm:ruleLst/>
    <dgm:forEach name="Name3" axis="ch">
      <dgm:forEach name="Name4" axis="self" ptType="node" cnt="1">
        <dgm:layoutNode name="root">
          <dgm:varLst>
            <dgm:chMax/>
            <dgm:chPref val="4"/>
          </dgm:varLst>
          <dgm:alg type="hierRoot"/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onstrLst>
              <dgm:constr type="l" for="ch" forName="rootText"/>
              <dgm:constr type="t" for="ch" forName="rootText"/>
              <dgm:constr type="w" for="ch" forName="rootText" refType="w"/>
              <dgm:constr type="h" for="ch" forName="rootText" refType="h"/>
            </dgm:constrLst>
            <dgm:ruleLst/>
            <dgm:layoutNode name="rootText" styleLbl="node0">
              <dgm:varLst>
                <dgm:chMax/>
                <dgm:chPref val="4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5" axis="ch">
              <dgm:forEach name="Name6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7">
                    <dgm:if name="Name8" func="var" arg="dir" op="equ" val="norm">
                      <dgm:constrLst>
                        <dgm:constr type="w" for="ch" forName="Image" refType="h"/>
                        <dgm:constr type="h" for="ch" forName="Image" refType="h"/>
                        <dgm:constr type="l" for="ch" forName="Image"/>
                        <dgm:constr type="t" for="ch" forName="Image"/>
                        <dgm:constr type="h" for="ch" forName="childText" refType="h"/>
                        <dgm:constr type="l" for="ch" forName="childText" refType="w" refFor="ch" refForName="Image" fact="1.06"/>
                        <dgm:constr type="t" for="ch" forName="childText"/>
                      </dgm:constrLst>
                    </dgm:if>
                    <dgm:else name="Name9">
                      <dgm:constrLst>
                        <dgm:constr type="w" for="ch" forName="Image" refType="h"/>
                        <dgm:constr type="h" for="ch" forName="Image" refType="h"/>
                        <dgm:constr type="r" for="ch" forName="Image" refType="w"/>
                        <dgm:constr type="t" for="ch" forName="Image"/>
                        <dgm:constr type="h" for="ch" forName="childText" refType="h"/>
                        <dgm:constr type="t" for="ch" forName="childText"/>
                        <dgm:constr type="wOff" for="ch" forName="childText" refType="w" refFor="ch" refForName="Image" fact="-1.06"/>
                      </dgm:constrLst>
                    </dgm:else>
                  </dgm:choose>
                  <dgm:ruleLst/>
                  <dgm:layoutNode name="Image" styleLbl="node1">
                    <dgm:alg type="sp"/>
                    <dgm:shape xmlns:r="http://schemas.openxmlformats.org/officeDocument/2006/relationships" type="roundRect" r:blip="" blipPhldr="1">
                      <dgm:adjLst>
                        <dgm:adj idx="1" val="0.1667"/>
                      </dgm:adjLst>
                    </dgm:shape>
                    <dgm:presOf/>
                  </dgm:layoutNode>
                  <dgm:layoutNode name="childText" styleLbl="lnNode1">
                    <dgm:varLst>
                      <dgm:chMax val="0"/>
                      <dgm:chPref val="0"/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667"/>
                      </dgm:adjLst>
                    </dgm:shape>
                    <dgm:presOf axis="self desOrSelf" ptType="node node" st="1 1" cnt="1 0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999AFE6-721E-1D92-FFC0-72E02DBB97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598C0A-ECF9-B897-80D5-1AE7ABA305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69B9F-131C-2846-AB8F-CEE154B4CAEB}" type="datetimeFigureOut">
              <a:rPr lang="es-CO" smtClean="0"/>
              <a:t>5/08/2025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8F308B-0102-A0B4-9A23-E807C735E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7CACDD-5D14-572A-2591-609B03F168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3070F-3F68-E043-9CC3-B53B4F22454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045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5/08/2025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5260C-E8AD-B240-9481-5B2FE14A6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F4960B-AC04-294C-9B8A-B10830EF5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F720DD-BA8F-C443-A59E-F0EEAF84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5/08/2025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A1676A-B50F-4048-B9A0-67475225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B408DD-191C-9940-B5DC-9B04378C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945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17F6C-CDBB-234C-B00B-255C60E5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743F10-0075-0F47-A0C2-0071CB2B3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B4C6E2-1F45-C54F-A384-6BA60BB5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5/08/2025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44B0E8-9C87-6C41-96F5-6419B500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D08979-815A-D443-B424-FB031F97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2203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B3E04-413C-394A-94BD-6FD1D56E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E8DEAC-948A-0F4A-9098-1EA5A30BE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0E9B39-9659-7747-851C-17A0C73C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5/08/2025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90AE33-28EE-274E-8E15-02A14748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A1D99B-0619-1847-8509-03589920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0376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119BB-39AA-4B48-BB60-3EE344FF2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E8365F-8201-9D4B-85A4-E53E8819A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74364B-4945-0A4D-A279-35519E3F4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68BFB1-0C38-A141-AB7B-22CD10FF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5/08/2025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F6516E-C104-3E4A-BC0F-DC137BD9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C08597-16B2-3B42-B59A-8815DD74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2547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4272C-3F8B-AF4A-82BE-E5BE9107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B8DA00-E62A-A54E-BC50-AEBAAF251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E9F7D8-1A62-544F-A4E2-23A591854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895FC1-5F27-B640-81B9-33366BECB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00D0329-F1AE-FE44-A7B4-B16B429A0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80CE19-B065-6E4F-A207-999BBF94C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5/08/2025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9C46BF-4920-E443-B109-668969C5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C417FDA-D0D0-AD4C-9F49-6FFEC4BC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95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92FB5-1F0C-DE4B-8A05-DE079281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F7F14C-AA7D-3049-A400-4AC6EED5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5/08/2025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46EF7E-3912-BF43-BEB6-49819D4E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D767C9-209C-E54C-90E7-5176E446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285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E92712-14E7-954C-8C23-33CD3DBD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5/08/2025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D7BCE5F-F417-1247-9F26-F4B713468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B4FC7D-A6BA-0840-87AD-C71B1896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1620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2BE35-F0B5-DA4A-BE9E-AACFF26F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62C38B-5384-914E-829A-352266F70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9E434B-6E01-8148-AB00-051DDD402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3E8B8D-7A8A-794B-83A8-6920142B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5/08/2025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2F34C9-1A26-0B41-8AE3-21E599CC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2100B2-B969-0340-BEE2-F5FE0535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714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DFDE3-8BDA-6F45-A442-3C2913AE5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8B3433-597C-7E43-A088-A50E44343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0DB791-C948-D149-A74A-0C0DFCA0B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45138C-C370-6E42-902A-0DD2F4F6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5/08/2025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61561C-CA9F-0943-8A3E-60233368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B72CA4-FB9F-FB4B-8159-119C3846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950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07BF5-7EFA-9943-8CEE-7006AC89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FF53FB-B16B-7444-99CF-B7533C11E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9133D3-834D-0942-99DE-29F15E8D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5/08/2025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A02E1-CB07-7943-ACA2-6FF8387D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2BC7A9-2B5F-1841-91C8-9460E3E5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1478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11DF48-6A7C-3349-8650-2AA87E5D5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D61C96-3D9F-F745-A812-5EC81CEB4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F61D3C-242D-F544-9883-3EEF515C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5/08/2025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AB2518-6961-A143-A5EE-C5606EBA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6FEAD3-1533-7A45-8011-C0C84A1D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1621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5/08/2025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5659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6EFFBE1-33C9-1D48-A916-7535B68E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78E02A-26CF-6C46-A280-67C4AA055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7CDF9-2DDE-C04D-A9B9-78F138A1C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5/08/2025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7570B4-267C-034E-B58B-04C03C9E5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41693D-7DB1-1144-97E3-85753EC9A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609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openxmlformats.org/officeDocument/2006/relationships/image" Target="../media/image1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.xml"/><Relationship Id="rId11" Type="http://schemas.openxmlformats.org/officeDocument/2006/relationships/image" Target="../media/image10.svg"/><Relationship Id="rId5" Type="http://schemas.openxmlformats.org/officeDocument/2006/relationships/diagramQuickStyle" Target="../diagrams/quickStyle5.xml"/><Relationship Id="rId10" Type="http://schemas.openxmlformats.org/officeDocument/2006/relationships/image" Target="../media/image9.png"/><Relationship Id="rId4" Type="http://schemas.openxmlformats.org/officeDocument/2006/relationships/diagramLayout" Target="../diagrams/layout5.xml"/><Relationship Id="rId9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4.xml"/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12" Type="http://schemas.microsoft.com/office/2007/relationships/diagramDrawing" Target="../diagrams/drawing14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3.xml"/><Relationship Id="rId11" Type="http://schemas.openxmlformats.org/officeDocument/2006/relationships/diagramColors" Target="../diagrams/colors14.xml"/><Relationship Id="rId5" Type="http://schemas.openxmlformats.org/officeDocument/2006/relationships/diagramQuickStyle" Target="../diagrams/quickStyle13.xml"/><Relationship Id="rId10" Type="http://schemas.openxmlformats.org/officeDocument/2006/relationships/diagramQuickStyle" Target="../diagrams/quickStyle14.xml"/><Relationship Id="rId4" Type="http://schemas.openxmlformats.org/officeDocument/2006/relationships/diagramLayout" Target="../diagrams/layout13.xml"/><Relationship Id="rId9" Type="http://schemas.openxmlformats.org/officeDocument/2006/relationships/diagramLayout" Target="../diagrams/layout1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6.xml"/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12" Type="http://schemas.microsoft.com/office/2007/relationships/diagramDrawing" Target="../diagrams/drawing16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5.xml"/><Relationship Id="rId11" Type="http://schemas.openxmlformats.org/officeDocument/2006/relationships/diagramColors" Target="../diagrams/colors16.xml"/><Relationship Id="rId5" Type="http://schemas.openxmlformats.org/officeDocument/2006/relationships/diagramQuickStyle" Target="../diagrams/quickStyle15.xml"/><Relationship Id="rId10" Type="http://schemas.openxmlformats.org/officeDocument/2006/relationships/diagramQuickStyle" Target="../diagrams/quickStyle16.xml"/><Relationship Id="rId4" Type="http://schemas.openxmlformats.org/officeDocument/2006/relationships/diagramLayout" Target="../diagrams/layout15.xml"/><Relationship Id="rId9" Type="http://schemas.openxmlformats.org/officeDocument/2006/relationships/diagramLayout" Target="../diagrams/layout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4" Type="http://schemas.openxmlformats.org/officeDocument/2006/relationships/diagramLayout" Target="../diagrams/layout1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0.xml"/><Relationship Id="rId7" Type="http://schemas.microsoft.com/office/2007/relationships/diagramDrawing" Target="../diagrams/drawing20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0.xml"/><Relationship Id="rId5" Type="http://schemas.openxmlformats.org/officeDocument/2006/relationships/diagramQuickStyle" Target="../diagrams/quickStyle20.xml"/><Relationship Id="rId4" Type="http://schemas.openxmlformats.org/officeDocument/2006/relationships/diagramLayout" Target="../diagrams/layout2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127EBC-DB35-4C81-99C6-B355110710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54201"/>
            <a:ext cx="9621078" cy="1031806"/>
          </a:xfrm>
        </p:spPr>
        <p:txBody>
          <a:bodyPr>
            <a:normAutofit/>
          </a:bodyPr>
          <a:lstStyle/>
          <a:p>
            <a:pPr algn="l"/>
            <a:r>
              <a:rPr lang="es-ES" sz="4800" b="1" dirty="0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 pitchFamily="2" charset="77"/>
              </a:rPr>
              <a:t>Acuerdo No 009 del 05 nov del 2024</a:t>
            </a:r>
            <a:endParaRPr lang="es-CO" sz="48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9583575-0B4C-43A0-B2A8-5029B181E5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70734"/>
            <a:ext cx="9144000" cy="1765092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s-ES" sz="2800" dirty="0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/>
              </a:rPr>
              <a:t>“</a:t>
            </a:r>
            <a:r>
              <a:rPr lang="es-ES" dirty="0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/>
              </a:rPr>
              <a:t>Por medio del cual se adopta el reglamento del aprendiz SENA y se derogan los acuerdo 07de 2012, 02 de 2014, 06 de 2023 y 02 de 2024”</a:t>
            </a:r>
            <a:endParaRPr lang="es-CO" dirty="0">
              <a:solidFill>
                <a:prstClr val="black">
                  <a:lumMod val="75000"/>
                  <a:lumOff val="25000"/>
                </a:prstClr>
              </a:solidFill>
              <a:latin typeface="Work Sans Bold Roman"/>
            </a:endParaRPr>
          </a:p>
          <a:p>
            <a:pPr algn="l"/>
            <a:endParaRPr lang="es-CO" dirty="0">
              <a:solidFill>
                <a:srgbClr val="00B050"/>
              </a:solidFill>
            </a:endParaRPr>
          </a:p>
          <a:p>
            <a:pPr algn="l"/>
            <a:r>
              <a:rPr lang="es-CO" dirty="0">
                <a:solidFill>
                  <a:srgbClr val="00B050"/>
                </a:solidFill>
              </a:rPr>
              <a:t>Centro de Electricidad, Electrónica y Telecomunicaciones</a:t>
            </a:r>
            <a:endParaRPr lang="es-CO" dirty="0">
              <a:solidFill>
                <a:srgbClr val="00B050"/>
              </a:solidFill>
              <a:ea typeface="Calibri"/>
              <a:cs typeface="Calibri"/>
            </a:endParaRPr>
          </a:p>
          <a:p>
            <a:pPr algn="l"/>
            <a:r>
              <a:rPr lang="es-CO" dirty="0">
                <a:solidFill>
                  <a:srgbClr val="00B050"/>
                </a:solidFill>
              </a:rPr>
              <a:t>Coordinación Académica de Etapa Productiva</a:t>
            </a:r>
          </a:p>
        </p:txBody>
      </p:sp>
    </p:spTree>
    <p:extLst>
      <p:ext uri="{BB962C8B-B14F-4D97-AF65-F5344CB8AC3E}">
        <p14:creationId xmlns:p14="http://schemas.microsoft.com/office/powerpoint/2010/main" val="3409726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C8754EC8-485F-4128-B160-C5FC9B77D2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91105193"/>
              </p:ext>
            </p:extLst>
          </p:nvPr>
        </p:nvGraphicFramePr>
        <p:xfrm>
          <a:off x="1311965" y="1789044"/>
          <a:ext cx="8931965" cy="43147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24616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1BDA124A-26B1-4B2E-A857-7F18A6E6A83E}"/>
              </a:ext>
            </a:extLst>
          </p:cNvPr>
          <p:cNvSpPr/>
          <p:nvPr/>
        </p:nvSpPr>
        <p:spPr>
          <a:xfrm>
            <a:off x="3469484" y="3875366"/>
            <a:ext cx="7741855" cy="1200328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15D167A-EE62-EA02-E6F4-53710691F485}"/>
              </a:ext>
            </a:extLst>
          </p:cNvPr>
          <p:cNvSpPr txBox="1"/>
          <p:nvPr/>
        </p:nvSpPr>
        <p:spPr>
          <a:xfrm>
            <a:off x="2637183" y="651954"/>
            <a:ext cx="7141412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Work Sans Bold Roman"/>
              </a:rPr>
              <a:t>Capítulo I Definiciones</a:t>
            </a:r>
            <a:endParaRPr lang="es-ES" sz="4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Work Sans Bold Roman"/>
            </a:endParaRPr>
          </a:p>
          <a:p>
            <a:pPr algn="ctr">
              <a:defRPr/>
            </a:pPr>
            <a:r>
              <a:rPr lang="es-ES" sz="4000" b="1" dirty="0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/>
              </a:rPr>
              <a:t>Art 3°Principios </a:t>
            </a:r>
          </a:p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4000" b="1" dirty="0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/>
              </a:rPr>
              <a:t>Orientadores</a:t>
            </a:r>
            <a:endParaRPr lang="es-E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C4DCD80-9E31-4F73-8496-6E2BC892B358}"/>
              </a:ext>
            </a:extLst>
          </p:cNvPr>
          <p:cNvSpPr txBox="1"/>
          <p:nvPr/>
        </p:nvSpPr>
        <p:spPr>
          <a:xfrm>
            <a:off x="3623177" y="2520970"/>
            <a:ext cx="74344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Inspiran y Orientan que el reglamento se fundamente en la Constitución Política de Colombia.</a:t>
            </a: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Principios orientadores</a:t>
            </a: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Interpretación y aplicación de la normativa.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B46AA40-5AA0-4F22-AAA5-E1093678254F}"/>
              </a:ext>
            </a:extLst>
          </p:cNvPr>
          <p:cNvSpPr txBox="1"/>
          <p:nvPr/>
        </p:nvSpPr>
        <p:spPr>
          <a:xfrm>
            <a:off x="3372682" y="4016682"/>
            <a:ext cx="27233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Work Sans Bold Roman" pitchFamily="2" charset="77"/>
                <a:ea typeface="+mn-ea"/>
                <a:cs typeface="+mn-cs"/>
              </a:rPr>
              <a:t>Autonomía</a:t>
            </a:r>
          </a:p>
        </p:txBody>
      </p:sp>
      <p:sp>
        <p:nvSpPr>
          <p:cNvPr id="16" name="Flecha: a la derecha 15">
            <a:extLst>
              <a:ext uri="{FF2B5EF4-FFF2-40B4-BE49-F238E27FC236}">
                <a16:creationId xmlns:a16="http://schemas.microsoft.com/office/drawing/2014/main" id="{3DF36202-DE98-47EC-A2DC-93563F0D6C2F}"/>
              </a:ext>
            </a:extLst>
          </p:cNvPr>
          <p:cNvSpPr/>
          <p:nvPr/>
        </p:nvSpPr>
        <p:spPr>
          <a:xfrm>
            <a:off x="5997438" y="4275497"/>
            <a:ext cx="618607" cy="430205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9BB6E75-FB80-4C14-8A80-2DB9FBDFB0AC}"/>
              </a:ext>
            </a:extLst>
          </p:cNvPr>
          <p:cNvSpPr txBox="1"/>
          <p:nvPr/>
        </p:nvSpPr>
        <p:spPr>
          <a:xfrm>
            <a:off x="6586333" y="3875365"/>
            <a:ext cx="46382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Los aprendices son agentes corresponsables de su proceso formativo</a:t>
            </a:r>
            <a:r>
              <a:rPr lang="es-MX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Asumir la responsabilidad de su aprendizaje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FB7699C-CD4A-4F00-8859-713C96140832}"/>
              </a:ext>
            </a:extLst>
          </p:cNvPr>
          <p:cNvSpPr txBox="1"/>
          <p:nvPr/>
        </p:nvSpPr>
        <p:spPr>
          <a:xfrm>
            <a:off x="3048000" y="32476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lang="es-CO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A1806EE7-5D1C-4925-AE04-CD0A9EFF08C2}"/>
              </a:ext>
            </a:extLst>
          </p:cNvPr>
          <p:cNvSpPr txBox="1"/>
          <p:nvPr/>
        </p:nvSpPr>
        <p:spPr>
          <a:xfrm>
            <a:off x="3048000" y="32476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lang="es-CO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C512FC3-4C0A-48C6-831A-0DAE29580505}"/>
              </a:ext>
            </a:extLst>
          </p:cNvPr>
          <p:cNvSpPr txBox="1"/>
          <p:nvPr/>
        </p:nvSpPr>
        <p:spPr>
          <a:xfrm>
            <a:off x="3048000" y="32476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lang="es-CO" dirty="0"/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FED08CFE-D9E1-4C02-82FF-2666609009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384" y="2108478"/>
            <a:ext cx="2705100" cy="353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80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15D167A-EE62-EA02-E6F4-53710691F485}"/>
              </a:ext>
            </a:extLst>
          </p:cNvPr>
          <p:cNvSpPr txBox="1"/>
          <p:nvPr/>
        </p:nvSpPr>
        <p:spPr>
          <a:xfrm>
            <a:off x="1830310" y="719667"/>
            <a:ext cx="93015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Work Sans Bold Roman" pitchFamily="2" charset="77"/>
                <a:ea typeface="+mn-ea"/>
                <a:cs typeface="+mn-cs"/>
              </a:rPr>
              <a:t>Capítulo 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4800" b="1" dirty="0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 pitchFamily="2" charset="77"/>
              </a:rPr>
              <a:t>Derechos del aprendiz Art 5</a:t>
            </a:r>
            <a:endParaRPr kumimoji="0" lang="es-ES" sz="3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Work Sans Bold Roman" pitchFamily="2" charset="77"/>
              <a:ea typeface="+mn-ea"/>
              <a:cs typeface="+mn-cs"/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9CB5524F-B269-4622-9A9D-E18FEEEF5F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8089456"/>
              </p:ext>
            </p:extLst>
          </p:nvPr>
        </p:nvGraphicFramePr>
        <p:xfrm>
          <a:off x="1212574" y="2167524"/>
          <a:ext cx="9766852" cy="34513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64161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15D167A-EE62-EA02-E6F4-53710691F485}"/>
              </a:ext>
            </a:extLst>
          </p:cNvPr>
          <p:cNvSpPr txBox="1"/>
          <p:nvPr/>
        </p:nvSpPr>
        <p:spPr>
          <a:xfrm>
            <a:off x="2294135" y="670028"/>
            <a:ext cx="846662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Work Sans Bold Roman" pitchFamily="2" charset="77"/>
                <a:ea typeface="+mn-ea"/>
                <a:cs typeface="+mn-cs"/>
              </a:rPr>
              <a:t>Capítulo 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4800" b="1" dirty="0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 pitchFamily="2" charset="77"/>
              </a:rPr>
              <a:t>Derechos del aprendiz Art 5</a:t>
            </a:r>
            <a:endParaRPr kumimoji="0" lang="es-ES" sz="3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Work Sans Bold Roman" pitchFamily="2" charset="77"/>
              <a:ea typeface="+mn-ea"/>
              <a:cs typeface="+mn-cs"/>
            </a:endParaRPr>
          </a:p>
        </p:txBody>
      </p:sp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FCA172E5-08E3-4D80-94E1-FCD94A4085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7900998"/>
              </p:ext>
            </p:extLst>
          </p:nvPr>
        </p:nvGraphicFramePr>
        <p:xfrm>
          <a:off x="1294293" y="2239688"/>
          <a:ext cx="9731515" cy="3034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57238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15D167A-EE62-EA02-E6F4-53710691F485}"/>
              </a:ext>
            </a:extLst>
          </p:cNvPr>
          <p:cNvSpPr txBox="1"/>
          <p:nvPr/>
        </p:nvSpPr>
        <p:spPr>
          <a:xfrm>
            <a:off x="2525292" y="749956"/>
            <a:ext cx="82553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Work Sans Bold Roman" pitchFamily="2" charset="77"/>
                <a:ea typeface="+mn-ea"/>
                <a:cs typeface="+mn-cs"/>
              </a:rPr>
              <a:t>Capítulo 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4000" b="1" dirty="0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 pitchFamily="2" charset="77"/>
              </a:rPr>
              <a:t>Art 6-Reconocimientos formativos</a:t>
            </a:r>
            <a:endParaRPr kumimoji="0" lang="es-ES" sz="2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Work Sans Bold Roman" pitchFamily="2" charset="77"/>
              <a:ea typeface="+mn-ea"/>
              <a:cs typeface="+mn-cs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7D7134D-C21C-4A79-A65C-6CB7FC83398E}"/>
              </a:ext>
            </a:extLst>
          </p:cNvPr>
          <p:cNvSpPr txBox="1"/>
          <p:nvPr/>
        </p:nvSpPr>
        <p:spPr>
          <a:xfrm>
            <a:off x="1219200" y="2039448"/>
            <a:ext cx="758024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Son beneficiosos y se otorgan a los aprendices para promover su permanencia en el proceso formativo</a:t>
            </a:r>
            <a:r>
              <a:rPr lang="es-MX" dirty="0">
                <a:sym typeface="Wingdings" panose="05000000000000000000" pitchFamily="2" charset="2"/>
              </a:rPr>
              <a:t> Valoración de actuaciones meritorias/logros sobresalientes</a:t>
            </a:r>
          </a:p>
          <a:p>
            <a:endParaRPr lang="es-MX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ym typeface="Wingdings" panose="05000000000000000000" pitchFamily="2" charset="2"/>
              </a:rPr>
              <a:t>Se otorgan por parte del Subdirector del Centro de Formación como resultado de una evaluación en ámbitos: aprendizaje, investigativo, innovador, deportivo, cultural, artístico y liderazgo social.</a:t>
            </a:r>
            <a:endParaRPr lang="es-CO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3961374-1917-4D23-B513-CC30F811D2EF}"/>
              </a:ext>
            </a:extLst>
          </p:cNvPr>
          <p:cNvSpPr/>
          <p:nvPr/>
        </p:nvSpPr>
        <p:spPr>
          <a:xfrm>
            <a:off x="1411357" y="4155231"/>
            <a:ext cx="6659218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Mención de honor por su desempeño sobresaliente en el proceso formativo</a:t>
            </a:r>
            <a:endParaRPr lang="es-CO" sz="28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2F5D79A-6D2A-4309-A0EF-898B10F33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5130" y="1969950"/>
            <a:ext cx="2936865" cy="4201646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DDAF40B-073D-4DE9-BCD2-BE1F2A6F6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725" y="3100387"/>
            <a:ext cx="742950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8723118-D0D7-400E-84BA-5CC8CABB4C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005" y="2039448"/>
            <a:ext cx="742950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1346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59F6741E-23FC-46BB-97E7-202D634D09DA}"/>
              </a:ext>
            </a:extLst>
          </p:cNvPr>
          <p:cNvSpPr txBox="1"/>
          <p:nvPr/>
        </p:nvSpPr>
        <p:spPr>
          <a:xfrm>
            <a:off x="967087" y="2462933"/>
            <a:ext cx="1025782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sz="2800" dirty="0"/>
          </a:p>
          <a:p>
            <a:endParaRPr lang="es-MX" dirty="0"/>
          </a:p>
        </p:txBody>
      </p:sp>
      <p:graphicFrame>
        <p:nvGraphicFramePr>
          <p:cNvPr id="10" name="Diagrama 9">
            <a:extLst>
              <a:ext uri="{FF2B5EF4-FFF2-40B4-BE49-F238E27FC236}">
                <a16:creationId xmlns:a16="http://schemas.microsoft.com/office/drawing/2014/main" id="{ABDFFC56-5144-45B3-A18A-86FD0E6FF6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04403036"/>
              </p:ext>
            </p:extLst>
          </p:nvPr>
        </p:nvGraphicFramePr>
        <p:xfrm>
          <a:off x="1811129" y="1908313"/>
          <a:ext cx="8569742" cy="34720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27089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6F50DD14-B118-409A-AB40-D00EE8787611}"/>
              </a:ext>
            </a:extLst>
          </p:cNvPr>
          <p:cNvSpPr txBox="1"/>
          <p:nvPr/>
        </p:nvSpPr>
        <p:spPr>
          <a:xfrm>
            <a:off x="1050480" y="1946064"/>
            <a:ext cx="9824313" cy="3200876"/>
          </a:xfrm>
          <a:prstGeom prst="rect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s-MX" sz="2800" dirty="0"/>
          </a:p>
          <a:p>
            <a:endParaRPr lang="es-MX" sz="2800" dirty="0"/>
          </a:p>
          <a:p>
            <a:endParaRPr lang="es-MX" sz="2800" dirty="0"/>
          </a:p>
          <a:p>
            <a:endParaRPr lang="es-MX" sz="2800" dirty="0"/>
          </a:p>
          <a:p>
            <a:endParaRPr lang="es-MX" sz="2800" dirty="0"/>
          </a:p>
          <a:p>
            <a:endParaRPr lang="es-MX" sz="2000" dirty="0"/>
          </a:p>
          <a:p>
            <a:r>
              <a:rPr lang="es-MX" dirty="0"/>
              <a:t>El centro de formación cuenta con </a:t>
            </a:r>
            <a:r>
              <a:rPr lang="es-MX" b="1" dirty="0"/>
              <a:t>MÁXIMO 30 DÍAS </a:t>
            </a:r>
            <a:r>
              <a:rPr lang="es-MX" dirty="0"/>
              <a:t>calendario, contados a partir de la fecha de entrega de las evidencias por parte de </a:t>
            </a:r>
            <a:r>
              <a:rPr lang="es-MX" b="1" dirty="0"/>
              <a:t>APRENDIZ </a:t>
            </a:r>
            <a:r>
              <a:rPr lang="es-MX" dirty="0"/>
              <a:t>para el registro y expedición de respectivo certificado</a:t>
            </a:r>
            <a:r>
              <a:rPr lang="es-MX" sz="2000" dirty="0"/>
              <a:t>.</a:t>
            </a:r>
          </a:p>
        </p:txBody>
      </p:sp>
      <p:graphicFrame>
        <p:nvGraphicFramePr>
          <p:cNvPr id="10" name="Diagrama 9">
            <a:extLst>
              <a:ext uri="{FF2B5EF4-FFF2-40B4-BE49-F238E27FC236}">
                <a16:creationId xmlns:a16="http://schemas.microsoft.com/office/drawing/2014/main" id="{B7C4CE8B-A45C-4FD3-BC07-9194B8E7CF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4807798"/>
              </p:ext>
            </p:extLst>
          </p:nvPr>
        </p:nvGraphicFramePr>
        <p:xfrm>
          <a:off x="1233963" y="2029048"/>
          <a:ext cx="9436669" cy="21303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6" name="Gráfico 15" descr="Calendario con relleno sólido">
            <a:extLst>
              <a:ext uri="{FF2B5EF4-FFF2-40B4-BE49-F238E27FC236}">
                <a16:creationId xmlns:a16="http://schemas.microsoft.com/office/drawing/2014/main" id="{E684D5F1-4FF9-4095-BBC7-1819C3356A4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58639" y="5240449"/>
            <a:ext cx="662736" cy="662736"/>
          </a:xfrm>
          <a:prstGeom prst="rect">
            <a:avLst/>
          </a:prstGeom>
        </p:spPr>
      </p:pic>
      <p:pic>
        <p:nvPicPr>
          <p:cNvPr id="18" name="Gráfico 17" descr="Cronómetro con relleno sólido">
            <a:extLst>
              <a:ext uri="{FF2B5EF4-FFF2-40B4-BE49-F238E27FC236}">
                <a16:creationId xmlns:a16="http://schemas.microsoft.com/office/drawing/2014/main" id="{8A6A50EF-D49A-40F5-922B-76EA8B43E55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824191">
            <a:off x="9355130" y="5081087"/>
            <a:ext cx="761240" cy="761240"/>
          </a:xfrm>
          <a:prstGeom prst="rect">
            <a:avLst/>
          </a:prstGeom>
        </p:spPr>
      </p:pic>
      <p:pic>
        <p:nvPicPr>
          <p:cNvPr id="20" name="Gráfico 19" descr="Reloj de arena terminado con relleno sólido">
            <a:extLst>
              <a:ext uri="{FF2B5EF4-FFF2-40B4-BE49-F238E27FC236}">
                <a16:creationId xmlns:a16="http://schemas.microsoft.com/office/drawing/2014/main" id="{D7F0933F-2A61-475E-A971-CD945F91793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9353734">
            <a:off x="10668510" y="4909313"/>
            <a:ext cx="609030" cy="609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316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15D167A-EE62-EA02-E6F4-53710691F485}"/>
              </a:ext>
            </a:extLst>
          </p:cNvPr>
          <p:cNvSpPr txBox="1"/>
          <p:nvPr/>
        </p:nvSpPr>
        <p:spPr>
          <a:xfrm>
            <a:off x="2531919" y="801327"/>
            <a:ext cx="806981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Work Sans Bold Roman" pitchFamily="2" charset="77"/>
                <a:ea typeface="+mn-ea"/>
                <a:cs typeface="+mn-cs"/>
              </a:rPr>
              <a:t>Capítulo 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4000" b="1" dirty="0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 pitchFamily="2" charset="77"/>
              </a:rPr>
              <a:t>Art. 20- Expedición de documentos académicos</a:t>
            </a:r>
            <a:endParaRPr kumimoji="0" lang="es-ES" sz="2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Work Sans Bold Roman" pitchFamily="2" charset="77"/>
              <a:ea typeface="+mn-ea"/>
              <a:cs typeface="+mn-cs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59BADA0-AF8C-44D2-844D-7DAB2C1F2E98}"/>
              </a:ext>
            </a:extLst>
          </p:cNvPr>
          <p:cNvSpPr txBox="1"/>
          <p:nvPr/>
        </p:nvSpPr>
        <p:spPr>
          <a:xfrm>
            <a:off x="931269" y="2740319"/>
            <a:ext cx="712816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000" dirty="0"/>
              <a:t>Los títulos, actas de grado, constancias y certificados de aprobación obtenidos a partir del año 2010 de programas de formación laboral/tecnológica</a:t>
            </a:r>
            <a:r>
              <a:rPr lang="es-MX" sz="2000" dirty="0">
                <a:sym typeface="Wingdings" panose="05000000000000000000" pitchFamily="2" charset="2"/>
              </a:rPr>
              <a:t> Se Descarga digital desde el portal web de certificación.</a:t>
            </a:r>
          </a:p>
          <a:p>
            <a:pPr algn="just"/>
            <a:endParaRPr lang="es-MX" sz="2000" dirty="0">
              <a:sym typeface="Wingdings" panose="05000000000000000000" pitchFamily="2" charset="2"/>
            </a:endParaRPr>
          </a:p>
          <a:p>
            <a:pPr algn="just"/>
            <a:r>
              <a:rPr lang="es-MX" sz="2000" b="1" dirty="0">
                <a:sym typeface="Wingdings" panose="05000000000000000000" pitchFamily="2" charset="2"/>
              </a:rPr>
              <a:t>Parágrafo 4</a:t>
            </a:r>
            <a:r>
              <a:rPr lang="es-MX" sz="2000" dirty="0">
                <a:sym typeface="Wingdings" panose="05000000000000000000" pitchFamily="2" charset="2"/>
              </a:rPr>
              <a:t>: Toda constancia o certificado en físico que expida el Centro de Formación con firma manuscrita del subdirector, aplicará el cobro de reexpedición. Resolución 1590 </a:t>
            </a:r>
            <a:endParaRPr lang="es-CO" sz="20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CC55C0B-576D-4B5E-8E88-3507E783BAF8}"/>
              </a:ext>
            </a:extLst>
          </p:cNvPr>
          <p:cNvSpPr txBox="1"/>
          <p:nvPr/>
        </p:nvSpPr>
        <p:spPr>
          <a:xfrm>
            <a:off x="3048000" y="32476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lang="es-CO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33E9F7AC-DE87-4AFB-A83A-31D33FDAB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2096" y="2471632"/>
            <a:ext cx="2835966" cy="329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277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35C78276-2AFD-44F8-9FB7-E28B379606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058787"/>
              </p:ext>
            </p:extLst>
          </p:nvPr>
        </p:nvGraphicFramePr>
        <p:xfrm>
          <a:off x="2456069" y="1307364"/>
          <a:ext cx="8105913" cy="48814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07749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1F8AC5F2-4900-4CA1-9EBD-D9CDDE1631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310172"/>
              </p:ext>
            </p:extLst>
          </p:nvPr>
        </p:nvGraphicFramePr>
        <p:xfrm>
          <a:off x="1188277" y="1223249"/>
          <a:ext cx="10261601" cy="47468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14B02FDE-B1EA-4DDC-8F0A-9D9C4F0F7A6D}"/>
              </a:ext>
            </a:extLst>
          </p:cNvPr>
          <p:cNvSpPr txBox="1"/>
          <p:nvPr/>
        </p:nvSpPr>
        <p:spPr>
          <a:xfrm>
            <a:off x="2987747" y="1669773"/>
            <a:ext cx="5924956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2800" b="1" dirty="0"/>
              <a:t>Cap. 2 Art 23 Condiciones de reingreso</a:t>
            </a:r>
            <a:endParaRPr lang="es-CO" sz="2800" b="1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795134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DE4A50F3-2FFF-44B4-B4AF-6362D0D3A8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17286439"/>
              </p:ext>
            </p:extLst>
          </p:nvPr>
        </p:nvGraphicFramePr>
        <p:xfrm>
          <a:off x="1592468" y="716461"/>
          <a:ext cx="9698384" cy="54250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6559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3A787E0E-1F23-4A7A-BE30-611C728A2F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838446"/>
              </p:ext>
            </p:extLst>
          </p:nvPr>
        </p:nvGraphicFramePr>
        <p:xfrm>
          <a:off x="1727200" y="719666"/>
          <a:ext cx="882153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100686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15D167A-EE62-EA02-E6F4-53710691F485}"/>
              </a:ext>
            </a:extLst>
          </p:cNvPr>
          <p:cNvSpPr txBox="1"/>
          <p:nvPr/>
        </p:nvSpPr>
        <p:spPr>
          <a:xfrm>
            <a:off x="615946" y="2551837"/>
            <a:ext cx="235254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3600" b="1" dirty="0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 pitchFamily="2" charset="77"/>
              </a:rPr>
              <a:t>Derechos del aprendiz</a:t>
            </a:r>
            <a:endParaRPr kumimoji="0" lang="es-E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Work Sans Bold Roman" pitchFamily="2" charset="77"/>
              <a:ea typeface="+mn-ea"/>
              <a:cs typeface="+mn-cs"/>
            </a:endParaRPr>
          </a:p>
        </p:txBody>
      </p:sp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BB329A5D-009C-4378-9DD0-A5705C034C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4164540"/>
              </p:ext>
            </p:extLst>
          </p:nvPr>
        </p:nvGraphicFramePr>
        <p:xfrm>
          <a:off x="3399464" y="754481"/>
          <a:ext cx="7785371" cy="53490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673558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35DE9536-CF37-4A4C-B558-ACB27999C0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8129448"/>
              </p:ext>
            </p:extLst>
          </p:nvPr>
        </p:nvGraphicFramePr>
        <p:xfrm>
          <a:off x="2339289" y="754481"/>
          <a:ext cx="8686520" cy="53490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719793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F2430639-6762-4FE4-B0C1-66CDE22479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2598083"/>
              </p:ext>
            </p:extLst>
          </p:nvPr>
        </p:nvGraphicFramePr>
        <p:xfrm>
          <a:off x="2031999" y="719666"/>
          <a:ext cx="8437217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Flecha: a la izquierda y arriba 7">
            <a:extLst>
              <a:ext uri="{FF2B5EF4-FFF2-40B4-BE49-F238E27FC236}">
                <a16:creationId xmlns:a16="http://schemas.microsoft.com/office/drawing/2014/main" id="{D7485DA3-F3C8-443E-AF8E-B899A5ED4626}"/>
              </a:ext>
            </a:extLst>
          </p:cNvPr>
          <p:cNvSpPr/>
          <p:nvPr/>
        </p:nvSpPr>
        <p:spPr>
          <a:xfrm rot="10800000">
            <a:off x="4242353" y="1653209"/>
            <a:ext cx="596347" cy="1434547"/>
          </a:xfrm>
          <a:prstGeom prst="lef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Flecha: a la izquierda y arriba 9">
            <a:extLst>
              <a:ext uri="{FF2B5EF4-FFF2-40B4-BE49-F238E27FC236}">
                <a16:creationId xmlns:a16="http://schemas.microsoft.com/office/drawing/2014/main" id="{C76B5736-0D2A-42E8-A9D6-E24D845FA7A0}"/>
              </a:ext>
            </a:extLst>
          </p:cNvPr>
          <p:cNvSpPr/>
          <p:nvPr/>
        </p:nvSpPr>
        <p:spPr>
          <a:xfrm rot="16200000">
            <a:off x="7216638" y="2088043"/>
            <a:ext cx="1434549" cy="564877"/>
          </a:xfrm>
          <a:prstGeom prst="lef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132374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F2430639-6762-4FE4-B0C1-66CDE22479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08558718"/>
              </p:ext>
            </p:extLst>
          </p:nvPr>
        </p:nvGraphicFramePr>
        <p:xfrm>
          <a:off x="2031999" y="719666"/>
          <a:ext cx="8437217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AE5D6F2F-6D40-4059-B085-42D36E67FF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78121644"/>
              </p:ext>
            </p:extLst>
          </p:nvPr>
        </p:nvGraphicFramePr>
        <p:xfrm>
          <a:off x="1292087" y="1276866"/>
          <a:ext cx="9607826" cy="41300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067652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F2430639-6762-4FE4-B0C1-66CDE2247961}"/>
              </a:ext>
            </a:extLst>
          </p:cNvPr>
          <p:cNvGraphicFramePr/>
          <p:nvPr/>
        </p:nvGraphicFramePr>
        <p:xfrm>
          <a:off x="2031999" y="719666"/>
          <a:ext cx="8437217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AE5D6F2F-6D40-4059-B085-42D36E67FF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383200"/>
              </p:ext>
            </p:extLst>
          </p:nvPr>
        </p:nvGraphicFramePr>
        <p:xfrm>
          <a:off x="1446694" y="1131700"/>
          <a:ext cx="9607826" cy="43042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40707817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EB353908-4439-40F8-A0BF-AE1B5457F1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479004"/>
              </p:ext>
            </p:extLst>
          </p:nvPr>
        </p:nvGraphicFramePr>
        <p:xfrm>
          <a:off x="1089581" y="2061506"/>
          <a:ext cx="9830210" cy="43657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392463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01976284-60B3-4A4C-9E4D-C68BF0994083}"/>
              </a:ext>
            </a:extLst>
          </p:cNvPr>
          <p:cNvSpPr txBox="1"/>
          <p:nvPr/>
        </p:nvSpPr>
        <p:spPr>
          <a:xfrm>
            <a:off x="4731027" y="3079476"/>
            <a:ext cx="6440555" cy="1569660"/>
          </a:xfrm>
          <a:prstGeom prst="rect">
            <a:avLst/>
          </a:prstGeom>
          <a:ln w="381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s-MX" sz="2400" dirty="0"/>
              <a:t>En caso de que el aprendiz no logre los resultados de aprendizaje propuestos, el instructor o</a:t>
            </a:r>
          </a:p>
          <a:p>
            <a:pPr algn="just"/>
            <a:r>
              <a:rPr lang="es-MX" sz="2400" dirty="0"/>
              <a:t>equipo ejecutor, aplicarán las medidas formativas académicas establecidas (debido proceso) </a:t>
            </a:r>
            <a:endParaRPr lang="es-CO" sz="2400" dirty="0"/>
          </a:p>
        </p:txBody>
      </p:sp>
      <p:pic>
        <p:nvPicPr>
          <p:cNvPr id="4098" name="Picture 2" descr="Concepto de landing page de búsquedas vector gratuito | Free Vector #Freepik #vector #freenegocios #freetecnologia #freeordenador #freeplantilla">
            <a:extLst>
              <a:ext uri="{FF2B5EF4-FFF2-40B4-BE49-F238E27FC236}">
                <a16:creationId xmlns:a16="http://schemas.microsoft.com/office/drawing/2014/main" id="{007A32BD-A155-4F6E-8E9D-44B4450EB2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429"/>
          <a:stretch/>
        </p:blipFill>
        <p:spPr bwMode="auto">
          <a:xfrm>
            <a:off x="839307" y="2036609"/>
            <a:ext cx="3772450" cy="326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5D4E6BDE-6F29-470C-97FB-9E0B4091EBC9}"/>
              </a:ext>
            </a:extLst>
          </p:cNvPr>
          <p:cNvSpPr txBox="1"/>
          <p:nvPr/>
        </p:nvSpPr>
        <p:spPr>
          <a:xfrm>
            <a:off x="2888974" y="1225825"/>
            <a:ext cx="73151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es-E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Work Sans Bold Roman" pitchFamily="2" charset="77"/>
                <a:ea typeface="+mn-ea"/>
                <a:cs typeface="+mn-cs"/>
              </a:rPr>
              <a:t>Capítulo II-</a:t>
            </a:r>
            <a:r>
              <a:rPr lang="es-ES" sz="3600" b="1" dirty="0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 pitchFamily="2" charset="77"/>
              </a:rPr>
              <a:t>Derechos del aprendiz </a:t>
            </a:r>
          </a:p>
          <a:p>
            <a:pPr algn="ctr"/>
            <a:r>
              <a:rPr lang="es-ES" sz="3600" b="1" dirty="0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 pitchFamily="2" charset="77"/>
              </a:rPr>
              <a:t>Art. 37- </a:t>
            </a:r>
            <a:r>
              <a:rPr kumimoji="0" lang="es-E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Work Sans Bold Roman" pitchFamily="2" charset="77"/>
                <a:ea typeface="+mn-ea"/>
                <a:cs typeface="+mn-cs"/>
              </a:rPr>
              <a:t>“Seguimiento de resultados”</a:t>
            </a:r>
            <a:endParaRPr lang="es-CO" sz="3600" dirty="0"/>
          </a:p>
        </p:txBody>
      </p:sp>
    </p:spTree>
    <p:extLst>
      <p:ext uri="{BB962C8B-B14F-4D97-AF65-F5344CB8AC3E}">
        <p14:creationId xmlns:p14="http://schemas.microsoft.com/office/powerpoint/2010/main" val="35877602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15D167A-EE62-EA02-E6F4-53710691F485}"/>
              </a:ext>
            </a:extLst>
          </p:cNvPr>
          <p:cNvSpPr txBox="1"/>
          <p:nvPr/>
        </p:nvSpPr>
        <p:spPr>
          <a:xfrm>
            <a:off x="968918" y="2296119"/>
            <a:ext cx="380186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Work Sans Bold Roman" pitchFamily="2" charset="77"/>
                <a:ea typeface="+mn-ea"/>
                <a:cs typeface="+mn-cs"/>
              </a:rPr>
              <a:t>Capítulo II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4400" b="1" dirty="0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 pitchFamily="2" charset="77"/>
              </a:rPr>
              <a:t>Derechos del aprendiz Art. 46</a:t>
            </a:r>
            <a:endParaRPr kumimoji="0" lang="es-E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Work Sans Bold Roman" pitchFamily="2" charset="77"/>
              <a:ea typeface="+mn-ea"/>
              <a:cs typeface="+mn-cs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23489E9-2DA5-473F-9D17-B88EA9A64472}"/>
              </a:ext>
            </a:extLst>
          </p:cNvPr>
          <p:cNvSpPr txBox="1"/>
          <p:nvPr/>
        </p:nvSpPr>
        <p:spPr>
          <a:xfrm>
            <a:off x="4134676" y="1372789"/>
            <a:ext cx="60562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MEDIDA FORMATIVAS ACADÉMICAS: </a:t>
            </a:r>
            <a:r>
              <a:rPr lang="es-MX" dirty="0"/>
              <a:t>Son medidas adoptadas de carácter pedagógico, para garantizar el logro de los resultados de aprendizaje </a:t>
            </a:r>
            <a:endParaRPr lang="es-CO" dirty="0"/>
          </a:p>
        </p:txBody>
      </p:sp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B745295C-E958-4BAE-8EFF-E6E78F255A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1574620"/>
              </p:ext>
            </p:extLst>
          </p:nvPr>
        </p:nvGraphicFramePr>
        <p:xfrm>
          <a:off x="4419601" y="2296119"/>
          <a:ext cx="6447182" cy="38661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429903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15D167A-EE62-EA02-E6F4-53710691F485}"/>
              </a:ext>
            </a:extLst>
          </p:cNvPr>
          <p:cNvSpPr txBox="1"/>
          <p:nvPr/>
        </p:nvSpPr>
        <p:spPr>
          <a:xfrm>
            <a:off x="942414" y="2296119"/>
            <a:ext cx="380186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Work Sans Bold Roman" pitchFamily="2" charset="77"/>
                <a:ea typeface="+mn-ea"/>
                <a:cs typeface="+mn-cs"/>
              </a:rPr>
              <a:t>Capítulo II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4400" b="1" dirty="0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 pitchFamily="2" charset="77"/>
              </a:rPr>
              <a:t>Derechos del aprendiz Art. 46</a:t>
            </a:r>
            <a:endParaRPr kumimoji="0" lang="es-E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Work Sans Bold Roman" pitchFamily="2" charset="77"/>
              <a:ea typeface="+mn-ea"/>
              <a:cs typeface="+mn-cs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FBE413B-3D33-408A-AA18-14E955CD0487}"/>
              </a:ext>
            </a:extLst>
          </p:cNvPr>
          <p:cNvSpPr txBox="1"/>
          <p:nvPr/>
        </p:nvSpPr>
        <p:spPr>
          <a:xfrm>
            <a:off x="4119529" y="1185010"/>
            <a:ext cx="60562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b="1" dirty="0"/>
              <a:t>MEDIDA FORMATIVAS DISCIPLINARIA: </a:t>
            </a:r>
            <a:r>
              <a:rPr lang="es-MX" dirty="0"/>
              <a:t>Son medidas preventivas o correctivas adoptadas por el SENA, de carácter comportamental, actitudinal o social, para propiciar cambios de conducta en el aprendiz</a:t>
            </a:r>
            <a:endParaRPr lang="es-CO" dirty="0"/>
          </a:p>
        </p:txBody>
      </p:sp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D47EA18E-3E77-4E49-96E6-B51064DF36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6024163"/>
              </p:ext>
            </p:extLst>
          </p:nvPr>
        </p:nvGraphicFramePr>
        <p:xfrm>
          <a:off x="4419600" y="2296119"/>
          <a:ext cx="6553199" cy="3843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465368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15D167A-EE62-EA02-E6F4-53710691F485}"/>
              </a:ext>
            </a:extLst>
          </p:cNvPr>
          <p:cNvSpPr txBox="1"/>
          <p:nvPr/>
        </p:nvSpPr>
        <p:spPr>
          <a:xfrm>
            <a:off x="929162" y="2180776"/>
            <a:ext cx="380186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Work Sans Bold Roman" pitchFamily="2" charset="77"/>
                <a:ea typeface="+mn-ea"/>
                <a:cs typeface="+mn-cs"/>
              </a:rPr>
              <a:t>Capítulo II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4000" b="1" dirty="0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 pitchFamily="2" charset="77"/>
              </a:rPr>
              <a:t>Derechos del aprendiz Art. 47</a:t>
            </a:r>
            <a:endParaRPr kumimoji="0" lang="es-ES" sz="2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Work Sans Bold Roman" pitchFamily="2" charset="77"/>
              <a:ea typeface="+mn-ea"/>
              <a:cs typeface="+mn-cs"/>
            </a:endParaRPr>
          </a:p>
        </p:txBody>
      </p: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5F751488-8182-495A-8B8A-388A0DB550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962656"/>
              </p:ext>
            </p:extLst>
          </p:nvPr>
        </p:nvGraphicFramePr>
        <p:xfrm>
          <a:off x="2031999" y="719666"/>
          <a:ext cx="9046817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628061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46266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1dd0a9e-964d-48c8-9389-7445c2a187f7" xsi:nil="true"/>
    <lcf76f155ced4ddcb4097134ff3c332f xmlns="edbb1c21-1b45-407e-8894-c97732534993">
      <Terms xmlns="http://schemas.microsoft.com/office/infopath/2007/PartnerControls"/>
    </lcf76f155ced4ddcb4097134ff3c332f>
    <_Flow_SignoffStatus xmlns="edbb1c21-1b45-407e-8894-c97732534993" xsi:nil="true"/>
    <FechayHora xmlns="edbb1c21-1b45-407e-8894-c97732534993" xsi:nil="true"/>
    <_ip_UnifiedCompliancePolicyUIAction xmlns="http://schemas.microsoft.com/sharepoint/v3" xsi:nil="true"/>
    <_ip_UnifiedCompliancePolicyProperties xmlns="http://schemas.microsoft.com/sharepoint/v3" xsi:nil="true"/>
    <_x0031_010005470 xmlns="edbb1c21-1b45-407e-8894-c97732534993">
      <UserInfo>
        <DisplayName/>
        <AccountId xsi:nil="true"/>
        <AccountType/>
      </UserInfo>
    </_x0031_010005470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0239B14884FBB46AB47CE62E6B5D997" ma:contentTypeVersion="24" ma:contentTypeDescription="Crear nuevo documento." ma:contentTypeScope="" ma:versionID="9cceea161467e9937048645b52beb732">
  <xsd:schema xmlns:xsd="http://www.w3.org/2001/XMLSchema" xmlns:xs="http://www.w3.org/2001/XMLSchema" xmlns:p="http://schemas.microsoft.com/office/2006/metadata/properties" xmlns:ns1="http://schemas.microsoft.com/sharepoint/v3" xmlns:ns2="edbb1c21-1b45-407e-8894-c97732534993" xmlns:ns3="41dd0a9e-964d-48c8-9389-7445c2a187f7" targetNamespace="http://schemas.microsoft.com/office/2006/metadata/properties" ma:root="true" ma:fieldsID="ec4adf18d12104a364fbb5a4b0ef5c6a" ns1:_="" ns2:_="" ns3:_="">
    <xsd:import namespace="http://schemas.microsoft.com/sharepoint/v3"/>
    <xsd:import namespace="edbb1c21-1b45-407e-8894-c97732534993"/>
    <xsd:import namespace="41dd0a9e-964d-48c8-9389-7445c2a187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_Flow_SignoffStatus" minOccurs="0"/>
                <xsd:element ref="ns2:FechayHora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1:_ip_UnifiedCompliancePolicyProperties" minOccurs="0"/>
                <xsd:element ref="ns1:_ip_UnifiedCompliancePolicyUIAction" minOccurs="0"/>
                <xsd:element ref="ns2:MediaServiceSearchProperties" minOccurs="0"/>
                <xsd:element ref="ns2:MediaServiceBillingMetadata" minOccurs="0"/>
                <xsd:element ref="ns2:_x0031_010005470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7" nillable="true" ma:displayName="Propiedades de la Directiva de cumplimiento unificado" ma:hidden="true" ma:internalName="_ip_UnifiedCompliancePolicyProperties">
      <xsd:simpleType>
        <xsd:restriction base="dms:Note"/>
      </xsd:simpleType>
    </xsd:element>
    <xsd:element name="_ip_UnifiedCompliancePolicyUIAction" ma:index="28" nillable="true" ma:displayName="Acción de IU de la Directiva de cumplimiento unificado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bb1c21-1b45-407e-8894-c977325349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_Flow_SignoffStatus" ma:index="20" nillable="true" ma:displayName="Estado de aprobación" ma:internalName="Estado_x0020_de_x0020_aprobaci_x00f3_n">
      <xsd:simpleType>
        <xsd:restriction base="dms:Text"/>
      </xsd:simpleType>
    </xsd:element>
    <xsd:element name="FechayHora" ma:index="21" nillable="true" ma:displayName="Fecha y Hora" ma:description="Fecha y Hora" ma:format="DateTime" ma:internalName="FechayHora">
      <xsd:simpleType>
        <xsd:restriction base="dms:DateTime"/>
      </xsd:simpleType>
    </xsd:element>
    <xsd:element name="lcf76f155ced4ddcb4097134ff3c332f" ma:index="23" nillable="true" ma:taxonomy="true" ma:internalName="lcf76f155ced4ddcb4097134ff3c332f" ma:taxonomyFieldName="MediaServiceImageTags" ma:displayName="Etiquetas de imagen" ma:readOnly="false" ma:fieldId="{5cf76f15-5ced-4ddc-b409-7134ff3c332f}" ma:taxonomyMulti="true" ma:sspId="d33c8c81-5745-4931-bcc4-c2aeafe8678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5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0" nillable="true" ma:displayName="MediaServiceBillingMetadata" ma:hidden="true" ma:internalName="MediaServiceBillingMetadata" ma:readOnly="true">
      <xsd:simpleType>
        <xsd:restriction base="dms:Note"/>
      </xsd:simpleType>
    </xsd:element>
    <xsd:element name="_x0031_010005470" ma:index="31" nillable="true" ma:displayName="1010005470" ma:format="Dropdown" ma:list="UserInfo" ma:SharePointGroup="0" ma:internalName="_x0031_010005470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dd0a9e-964d-48c8-9389-7445c2a187f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f955bbf-853c-4bfd-87ed-1b9a3029639f}" ma:internalName="TaxCatchAll" ma:showField="CatchAllData" ma:web="41dd0a9e-964d-48c8-9389-7445c2a187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1DEBE04-A98A-4D4C-98D1-73552E60FEA2}">
  <ds:schemaRefs>
    <ds:schemaRef ds:uri="http://schemas.microsoft.com/office/2006/metadata/properties"/>
    <ds:schemaRef ds:uri="http://schemas.microsoft.com/office/infopath/2007/PartnerControls"/>
    <ds:schemaRef ds:uri="41dd0a9e-964d-48c8-9389-7445c2a187f7"/>
    <ds:schemaRef ds:uri="edbb1c21-1b45-407e-8894-c97732534993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548128BA-66CC-48A1-A4CD-09DAF0B4494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D5B5452-16B2-4692-A255-C0D2F4645381}"/>
</file>

<file path=docProps/app.xml><?xml version="1.0" encoding="utf-8"?>
<Properties xmlns="http://schemas.openxmlformats.org/officeDocument/2006/extended-properties" xmlns:vt="http://schemas.openxmlformats.org/officeDocument/2006/docPropsVTypes">
  <TotalTime>4462</TotalTime>
  <Words>1771</Words>
  <Application>Microsoft Office PowerPoint</Application>
  <PresentationFormat>Widescreen</PresentationFormat>
  <Paragraphs>162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Tema de Office</vt:lpstr>
      <vt:lpstr>Acuerdo No 009 del 05 nov del 2024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Danny Villa</cp:lastModifiedBy>
  <cp:revision>114</cp:revision>
  <dcterms:created xsi:type="dcterms:W3CDTF">2020-10-01T23:51:28Z</dcterms:created>
  <dcterms:modified xsi:type="dcterms:W3CDTF">2025-08-05T18:17:03Z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  <property fmtid="{D5CDD505-2E9C-101B-9397-08002B2CF9AE}" pid="9" name="ContentTypeId">
    <vt:lpwstr>0x01010080239B14884FBB46AB47CE62E6B5D997</vt:lpwstr>
  </property>
  <property fmtid="{D5CDD505-2E9C-101B-9397-08002B2CF9AE}" pid="10" name="MediaServiceImageTags">
    <vt:lpwstr/>
  </property>
</Properties>
</file>