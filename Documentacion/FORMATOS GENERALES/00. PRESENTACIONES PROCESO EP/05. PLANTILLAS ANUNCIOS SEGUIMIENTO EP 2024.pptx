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4"/>
  </p:sldMasterIdLst>
  <p:notesMasterIdLst>
    <p:notesMasterId r:id="rId27"/>
  </p:notesMasterIdLst>
  <p:sldIdLst>
    <p:sldId id="300" r:id="rId5"/>
    <p:sldId id="301" r:id="rId6"/>
    <p:sldId id="315" r:id="rId7"/>
    <p:sldId id="317" r:id="rId8"/>
    <p:sldId id="269" r:id="rId9"/>
    <p:sldId id="319" r:id="rId10"/>
    <p:sldId id="324" r:id="rId11"/>
    <p:sldId id="304" r:id="rId12"/>
    <p:sldId id="306" r:id="rId13"/>
    <p:sldId id="309" r:id="rId14"/>
    <p:sldId id="311" r:id="rId15"/>
    <p:sldId id="312" r:id="rId16"/>
    <p:sldId id="313" r:id="rId17"/>
    <p:sldId id="314" r:id="rId18"/>
    <p:sldId id="316" r:id="rId19"/>
    <p:sldId id="325" r:id="rId20"/>
    <p:sldId id="323" r:id="rId21"/>
    <p:sldId id="327" r:id="rId22"/>
    <p:sldId id="302" r:id="rId23"/>
    <p:sldId id="307" r:id="rId24"/>
    <p:sldId id="308" r:id="rId25"/>
    <p:sldId id="310" r:id="rId26"/>
  </p:sldIdLst>
  <p:sldSz cx="12565063" cy="5689600"/>
  <p:notesSz cx="6858000" cy="9144000"/>
  <p:defaultTextStyle>
    <a:defPPr>
      <a:defRPr lang="es-CO"/>
    </a:defPPr>
    <a:lvl1pPr marL="0" algn="l" defTabSz="1238294" rtl="0" eaLnBrk="1" latinLnBrk="0" hangingPunct="1">
      <a:defRPr sz="2300" kern="1200">
        <a:solidFill>
          <a:schemeClr val="tx1"/>
        </a:solidFill>
        <a:latin typeface="+mn-lt"/>
        <a:ea typeface="+mn-ea"/>
        <a:cs typeface="+mn-cs"/>
      </a:defRPr>
    </a:lvl1pPr>
    <a:lvl2pPr marL="619147" algn="l" defTabSz="1238294" rtl="0" eaLnBrk="1" latinLnBrk="0" hangingPunct="1">
      <a:defRPr sz="2300" kern="1200">
        <a:solidFill>
          <a:schemeClr val="tx1"/>
        </a:solidFill>
        <a:latin typeface="+mn-lt"/>
        <a:ea typeface="+mn-ea"/>
        <a:cs typeface="+mn-cs"/>
      </a:defRPr>
    </a:lvl2pPr>
    <a:lvl3pPr marL="1238294" algn="l" defTabSz="1238294" rtl="0" eaLnBrk="1" latinLnBrk="0" hangingPunct="1">
      <a:defRPr sz="2300" kern="1200">
        <a:solidFill>
          <a:schemeClr val="tx1"/>
        </a:solidFill>
        <a:latin typeface="+mn-lt"/>
        <a:ea typeface="+mn-ea"/>
        <a:cs typeface="+mn-cs"/>
      </a:defRPr>
    </a:lvl3pPr>
    <a:lvl4pPr marL="1857440" algn="l" defTabSz="1238294" rtl="0" eaLnBrk="1" latinLnBrk="0" hangingPunct="1">
      <a:defRPr sz="2300" kern="1200">
        <a:solidFill>
          <a:schemeClr val="tx1"/>
        </a:solidFill>
        <a:latin typeface="+mn-lt"/>
        <a:ea typeface="+mn-ea"/>
        <a:cs typeface="+mn-cs"/>
      </a:defRPr>
    </a:lvl4pPr>
    <a:lvl5pPr marL="2476586" algn="l" defTabSz="1238294" rtl="0" eaLnBrk="1" latinLnBrk="0" hangingPunct="1">
      <a:defRPr sz="2300" kern="1200">
        <a:solidFill>
          <a:schemeClr val="tx1"/>
        </a:solidFill>
        <a:latin typeface="+mn-lt"/>
        <a:ea typeface="+mn-ea"/>
        <a:cs typeface="+mn-cs"/>
      </a:defRPr>
    </a:lvl5pPr>
    <a:lvl6pPr marL="3095733" algn="l" defTabSz="1238294" rtl="0" eaLnBrk="1" latinLnBrk="0" hangingPunct="1">
      <a:defRPr sz="2300" kern="1200">
        <a:solidFill>
          <a:schemeClr val="tx1"/>
        </a:solidFill>
        <a:latin typeface="+mn-lt"/>
        <a:ea typeface="+mn-ea"/>
        <a:cs typeface="+mn-cs"/>
      </a:defRPr>
    </a:lvl6pPr>
    <a:lvl7pPr marL="3714879" algn="l" defTabSz="1238294" rtl="0" eaLnBrk="1" latinLnBrk="0" hangingPunct="1">
      <a:defRPr sz="2300" kern="1200">
        <a:solidFill>
          <a:schemeClr val="tx1"/>
        </a:solidFill>
        <a:latin typeface="+mn-lt"/>
        <a:ea typeface="+mn-ea"/>
        <a:cs typeface="+mn-cs"/>
      </a:defRPr>
    </a:lvl7pPr>
    <a:lvl8pPr marL="4334026" algn="l" defTabSz="1238294" rtl="0" eaLnBrk="1" latinLnBrk="0" hangingPunct="1">
      <a:defRPr sz="2300" kern="1200">
        <a:solidFill>
          <a:schemeClr val="tx1"/>
        </a:solidFill>
        <a:latin typeface="+mn-lt"/>
        <a:ea typeface="+mn-ea"/>
        <a:cs typeface="+mn-cs"/>
      </a:defRPr>
    </a:lvl8pPr>
    <a:lvl9pPr marL="4953173" algn="l" defTabSz="1238294" rtl="0" eaLnBrk="1" latinLnBrk="0" hangingPunct="1">
      <a:defRPr sz="2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92">
          <p15:clr>
            <a:srgbClr val="A4A3A4"/>
          </p15:clr>
        </p15:guide>
        <p15:guide id="2" pos="395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D5D0"/>
    <a:srgbClr val="FDC9C3"/>
    <a:srgbClr val="FA7406"/>
    <a:srgbClr val="41C1FB"/>
    <a:srgbClr val="2A08F6"/>
    <a:srgbClr val="FF0066"/>
    <a:srgbClr val="F5F5F5"/>
    <a:srgbClr val="F6F6F6"/>
    <a:srgbClr val="F7F7F7"/>
    <a:srgbClr val="FBFB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F8E6F6-989C-A7F6-A80E-F9779C5B39BC}" v="476" dt="2025-02-27T23:11:53.1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50" autoAdjust="0"/>
    <p:restoredTop sz="94660"/>
  </p:normalViewPr>
  <p:slideViewPr>
    <p:cSldViewPr>
      <p:cViewPr varScale="1">
        <p:scale>
          <a:sx n="84" d="100"/>
          <a:sy n="84" d="100"/>
        </p:scale>
        <p:origin x="384" y="288"/>
      </p:cViewPr>
      <p:guideLst>
        <p:guide orient="horz" pos="1792"/>
        <p:guide pos="395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tapaproductivacsf" userId="S::etapaproductivacsf@sena.edu.co::1b2c0f37-0ca9-47d4-945e-7af74615f1d4" providerId="AD" clId="Web-{19F8E6F6-989C-A7F6-A80E-F9779C5B39BC}"/>
    <pc:docChg chg="modSld">
      <pc:chgData name="etapaproductivacsf" userId="S::etapaproductivacsf@sena.edu.co::1b2c0f37-0ca9-47d4-945e-7af74615f1d4" providerId="AD" clId="Web-{19F8E6F6-989C-A7F6-A80E-F9779C5B39BC}" dt="2025-02-27T23:11:53.166" v="247" actId="20577"/>
      <pc:docMkLst>
        <pc:docMk/>
      </pc:docMkLst>
      <pc:sldChg chg="addSp delSp modSp">
        <pc:chgData name="etapaproductivacsf" userId="S::etapaproductivacsf@sena.edu.co::1b2c0f37-0ca9-47d4-945e-7af74615f1d4" providerId="AD" clId="Web-{19F8E6F6-989C-A7F6-A80E-F9779C5B39BC}" dt="2025-02-27T23:11:53.166" v="247" actId="20577"/>
        <pc:sldMkLst>
          <pc:docMk/>
          <pc:sldMk cId="3381404383" sldId="324"/>
        </pc:sldMkLst>
        <pc:spChg chg="del mod">
          <ac:chgData name="etapaproductivacsf" userId="S::etapaproductivacsf@sena.edu.co::1b2c0f37-0ca9-47d4-945e-7af74615f1d4" providerId="AD" clId="Web-{19F8E6F6-989C-A7F6-A80E-F9779C5B39BC}" dt="2025-02-27T23:03:06.652" v="215"/>
          <ac:spMkLst>
            <pc:docMk/>
            <pc:sldMk cId="3381404383" sldId="324"/>
            <ac:spMk id="23" creationId="{3898785B-4641-41C5-9C82-14B90555CA29}"/>
          </ac:spMkLst>
        </pc:spChg>
        <pc:spChg chg="del mod">
          <ac:chgData name="etapaproductivacsf" userId="S::etapaproductivacsf@sena.edu.co::1b2c0f37-0ca9-47d4-945e-7af74615f1d4" providerId="AD" clId="Web-{19F8E6F6-989C-A7F6-A80E-F9779C5B39BC}" dt="2025-02-27T23:02:51.151" v="208"/>
          <ac:spMkLst>
            <pc:docMk/>
            <pc:sldMk cId="3381404383" sldId="324"/>
            <ac:spMk id="25" creationId="{1BA553DE-38AE-48AC-95D4-9D5F36CE3CB9}"/>
          </ac:spMkLst>
        </pc:spChg>
        <pc:spChg chg="del mod">
          <ac:chgData name="etapaproductivacsf" userId="S::etapaproductivacsf@sena.edu.co::1b2c0f37-0ca9-47d4-945e-7af74615f1d4" providerId="AD" clId="Web-{19F8E6F6-989C-A7F6-A80E-F9779C5B39BC}" dt="2025-02-27T23:02:43.401" v="203"/>
          <ac:spMkLst>
            <pc:docMk/>
            <pc:sldMk cId="3381404383" sldId="324"/>
            <ac:spMk id="26" creationId="{E7978D98-6F00-4C10-A501-A7CDF6C983FB}"/>
          </ac:spMkLst>
        </pc:spChg>
        <pc:spChg chg="del mod">
          <ac:chgData name="etapaproductivacsf" userId="S::etapaproductivacsf@sena.edu.co::1b2c0f37-0ca9-47d4-945e-7af74615f1d4" providerId="AD" clId="Web-{19F8E6F6-989C-A7F6-A80E-F9779C5B39BC}" dt="2025-02-27T23:03:15.574" v="223"/>
          <ac:spMkLst>
            <pc:docMk/>
            <pc:sldMk cId="3381404383" sldId="324"/>
            <ac:spMk id="29" creationId="{A73D9331-E09A-4705-B236-47A38550492C}"/>
          </ac:spMkLst>
        </pc:spChg>
        <pc:spChg chg="mod">
          <ac:chgData name="etapaproductivacsf" userId="S::etapaproductivacsf@sena.edu.co::1b2c0f37-0ca9-47d4-945e-7af74615f1d4" providerId="AD" clId="Web-{19F8E6F6-989C-A7F6-A80E-F9779C5B39BC}" dt="2025-02-27T22:53:49.434" v="189" actId="20577"/>
          <ac:spMkLst>
            <pc:docMk/>
            <pc:sldMk cId="3381404383" sldId="324"/>
            <ac:spMk id="31" creationId="{D07D3E37-70C2-4400-8DFE-F285D9C0997C}"/>
          </ac:spMkLst>
        </pc:spChg>
        <pc:spChg chg="mod">
          <ac:chgData name="etapaproductivacsf" userId="S::etapaproductivacsf@sena.edu.co::1b2c0f37-0ca9-47d4-945e-7af74615f1d4" providerId="AD" clId="Web-{19F8E6F6-989C-A7F6-A80E-F9779C5B39BC}" dt="2025-02-27T23:11:53.166" v="247" actId="20577"/>
          <ac:spMkLst>
            <pc:docMk/>
            <pc:sldMk cId="3381404383" sldId="324"/>
            <ac:spMk id="33" creationId="{FBC69058-D83A-4367-A722-660EEE53FE38}"/>
          </ac:spMkLst>
        </pc:spChg>
        <pc:spChg chg="mod">
          <ac:chgData name="etapaproductivacsf" userId="S::etapaproductivacsf@sena.edu.co::1b2c0f37-0ca9-47d4-945e-7af74615f1d4" providerId="AD" clId="Web-{19F8E6F6-989C-A7F6-A80E-F9779C5B39BC}" dt="2025-02-27T22:47:56.534" v="181" actId="20577"/>
          <ac:spMkLst>
            <pc:docMk/>
            <pc:sldMk cId="3381404383" sldId="324"/>
            <ac:spMk id="34" creationId="{21819C6E-22BE-4D75-BB28-3039C7132C38}"/>
          </ac:spMkLst>
        </pc:spChg>
        <pc:picChg chg="add mod">
          <ac:chgData name="etapaproductivacsf" userId="S::etapaproductivacsf@sena.edu.co::1b2c0f37-0ca9-47d4-945e-7af74615f1d4" providerId="AD" clId="Web-{19F8E6F6-989C-A7F6-A80E-F9779C5B39BC}" dt="2025-02-27T23:03:38.918" v="227" actId="14100"/>
          <ac:picMkLst>
            <pc:docMk/>
            <pc:sldMk cId="3381404383" sldId="324"/>
            <ac:picMk id="4" creationId="{7EBB745A-D121-46A1-987C-B41D42792754}"/>
          </ac:picMkLst>
        </pc:picChg>
        <pc:picChg chg="del">
          <ac:chgData name="etapaproductivacsf" userId="S::etapaproductivacsf@sena.edu.co::1b2c0f37-0ca9-47d4-945e-7af74615f1d4" providerId="AD" clId="Web-{19F8E6F6-989C-A7F6-A80E-F9779C5B39BC}" dt="2025-02-27T23:01:38.321" v="190"/>
          <ac:picMkLst>
            <pc:docMk/>
            <pc:sldMk cId="3381404383" sldId="324"/>
            <ac:picMk id="12" creationId="{9EDD08F8-6B62-494D-8098-65914D602689}"/>
          </ac:picMkLst>
        </pc:picChg>
        <pc:picChg chg="del">
          <ac:chgData name="etapaproductivacsf" userId="S::etapaproductivacsf@sena.edu.co::1b2c0f37-0ca9-47d4-945e-7af74615f1d4" providerId="AD" clId="Web-{19F8E6F6-989C-A7F6-A80E-F9779C5B39BC}" dt="2025-02-27T23:01:56.462" v="194"/>
          <ac:picMkLst>
            <pc:docMk/>
            <pc:sldMk cId="3381404383" sldId="324"/>
            <ac:picMk id="13" creationId="{40C7869C-0661-4DB1-800E-3B71CFC268B1}"/>
          </ac:picMkLst>
        </pc:picChg>
        <pc:picChg chg="del">
          <ac:chgData name="etapaproductivacsf" userId="S::etapaproductivacsf@sena.edu.co::1b2c0f37-0ca9-47d4-945e-7af74615f1d4" providerId="AD" clId="Web-{19F8E6F6-989C-A7F6-A80E-F9779C5B39BC}" dt="2025-02-27T23:02:02.041" v="195"/>
          <ac:picMkLst>
            <pc:docMk/>
            <pc:sldMk cId="3381404383" sldId="324"/>
            <ac:picMk id="14" creationId="{02068D41-E817-45E1-B095-C8585231ECAE}"/>
          </ac:picMkLst>
        </pc:picChg>
        <pc:picChg chg="del">
          <ac:chgData name="etapaproductivacsf" userId="S::etapaproductivacsf@sena.edu.co::1b2c0f37-0ca9-47d4-945e-7af74615f1d4" providerId="AD" clId="Web-{19F8E6F6-989C-A7F6-A80E-F9779C5B39BC}" dt="2025-02-27T23:02:26.260" v="198"/>
          <ac:picMkLst>
            <pc:docMk/>
            <pc:sldMk cId="3381404383" sldId="324"/>
            <ac:picMk id="15" creationId="{C4A3836A-0F9C-442D-81BB-4E7DD76D7A72}"/>
          </ac:picMkLst>
        </pc:picChg>
        <pc:picChg chg="del">
          <ac:chgData name="etapaproductivacsf" userId="S::etapaproductivacsf@sena.edu.co::1b2c0f37-0ca9-47d4-945e-7af74615f1d4" providerId="AD" clId="Web-{19F8E6F6-989C-A7F6-A80E-F9779C5B39BC}" dt="2025-02-27T23:02:34.432" v="199"/>
          <ac:picMkLst>
            <pc:docMk/>
            <pc:sldMk cId="3381404383" sldId="324"/>
            <ac:picMk id="22" creationId="{6B42B050-95D5-4ED1-BFB8-002F013F9BAC}"/>
          </ac:picMkLst>
        </pc:picChg>
      </pc:sldChg>
    </pc:docChg>
  </pc:docChgLst>
  <pc:docChgLst>
    <pc:chgData name="Indira Margarita Moscote Rivera" userId="S::imoscote@sena.edu.co::b3cacfb1-bc06-4b03-a7d4-5d2c405ba65f" providerId="AD" clId="Web-{7F584831-2A2C-67E0-DCC5-79C947186818}"/>
    <pc:docChg chg="mod">
      <pc:chgData name="Indira Margarita Moscote Rivera" userId="S::imoscote@sena.edu.co::b3cacfb1-bc06-4b03-a7d4-5d2c405ba65f" providerId="AD" clId="Web-{7F584831-2A2C-67E0-DCC5-79C947186818}" dt="2022-07-05T14:59:21.177" v="0" actId="33475"/>
      <pc:docMkLst>
        <pc:docMk/>
      </pc:docMkLst>
    </pc:docChg>
  </pc:docChgLst>
  <pc:docChgLst>
    <pc:chgData name="Caren Andrea Duarte Moreno" userId="be85306c-d55a-45f1-b341-9305e15ce28e" providerId="ADAL" clId="{775ABCC5-B068-4B66-8161-E5EF4C7D6481}"/>
    <pc:docChg chg="undo custSel modSld">
      <pc:chgData name="Caren Andrea Duarte Moreno" userId="be85306c-d55a-45f1-b341-9305e15ce28e" providerId="ADAL" clId="{775ABCC5-B068-4B66-8161-E5EF4C7D6481}" dt="2023-08-15T23:46:42.101" v="378" actId="1076"/>
      <pc:docMkLst>
        <pc:docMk/>
      </pc:docMkLst>
      <pc:sldChg chg="addSp modSp mod">
        <pc:chgData name="Caren Andrea Duarte Moreno" userId="be85306c-d55a-45f1-b341-9305e15ce28e" providerId="ADAL" clId="{775ABCC5-B068-4B66-8161-E5EF4C7D6481}" dt="2023-08-15T23:40:20.147" v="300" actId="1076"/>
        <pc:sldMkLst>
          <pc:docMk/>
          <pc:sldMk cId="3969400285" sldId="269"/>
        </pc:sldMkLst>
        <pc:picChg chg="add mod">
          <ac:chgData name="Caren Andrea Duarte Moreno" userId="be85306c-d55a-45f1-b341-9305e15ce28e" providerId="ADAL" clId="{775ABCC5-B068-4B66-8161-E5EF4C7D6481}" dt="2023-08-15T23:40:20.147" v="300" actId="1076"/>
          <ac:picMkLst>
            <pc:docMk/>
            <pc:sldMk cId="3969400285" sldId="269"/>
            <ac:picMk id="5" creationId="{C0D0A43A-0C2E-5F07-EEEF-D71441460FB2}"/>
          </ac:picMkLst>
        </pc:picChg>
      </pc:sldChg>
      <pc:sldChg chg="addSp modSp mod">
        <pc:chgData name="Caren Andrea Duarte Moreno" userId="be85306c-d55a-45f1-b341-9305e15ce28e" providerId="ADAL" clId="{775ABCC5-B068-4B66-8161-E5EF4C7D6481}" dt="2023-08-15T23:32:21.825" v="6" actId="1076"/>
        <pc:sldMkLst>
          <pc:docMk/>
          <pc:sldMk cId="286085879" sldId="300"/>
        </pc:sldMkLst>
        <pc:spChg chg="mod">
          <ac:chgData name="Caren Andrea Duarte Moreno" userId="be85306c-d55a-45f1-b341-9305e15ce28e" providerId="ADAL" clId="{775ABCC5-B068-4B66-8161-E5EF4C7D6481}" dt="2023-08-15T23:32:06.779" v="2" actId="1076"/>
          <ac:spMkLst>
            <pc:docMk/>
            <pc:sldMk cId="286085879" sldId="300"/>
            <ac:spMk id="12" creationId="{CA26BA22-2385-408A-B155-1413DB404998}"/>
          </ac:spMkLst>
        </pc:spChg>
        <pc:spChg chg="mod">
          <ac:chgData name="Caren Andrea Duarte Moreno" userId="be85306c-d55a-45f1-b341-9305e15ce28e" providerId="ADAL" clId="{775ABCC5-B068-4B66-8161-E5EF4C7D6481}" dt="2023-08-15T23:32:10.393" v="3" actId="1076"/>
          <ac:spMkLst>
            <pc:docMk/>
            <pc:sldMk cId="286085879" sldId="300"/>
            <ac:spMk id="13" creationId="{83FDF96B-3B03-4017-9507-CF066CD67C9D}"/>
          </ac:spMkLst>
        </pc:spChg>
        <pc:picChg chg="add mod">
          <ac:chgData name="Caren Andrea Duarte Moreno" userId="be85306c-d55a-45f1-b341-9305e15ce28e" providerId="ADAL" clId="{775ABCC5-B068-4B66-8161-E5EF4C7D6481}" dt="2023-08-15T23:32:21.825" v="6" actId="1076"/>
          <ac:picMkLst>
            <pc:docMk/>
            <pc:sldMk cId="286085879" sldId="300"/>
            <ac:picMk id="17" creationId="{19CE87B5-E15E-8DA0-5698-993A3E71684B}"/>
          </ac:picMkLst>
        </pc:picChg>
      </pc:sldChg>
      <pc:sldChg chg="addSp delSp modSp mod">
        <pc:chgData name="Caren Andrea Duarte Moreno" userId="be85306c-d55a-45f1-b341-9305e15ce28e" providerId="ADAL" clId="{775ABCC5-B068-4B66-8161-E5EF4C7D6481}" dt="2023-08-15T23:35:41.948" v="45"/>
        <pc:sldMkLst>
          <pc:docMk/>
          <pc:sldMk cId="4038849505" sldId="301"/>
        </pc:sldMkLst>
        <pc:spChg chg="mod">
          <ac:chgData name="Caren Andrea Duarte Moreno" userId="be85306c-d55a-45f1-b341-9305e15ce28e" providerId="ADAL" clId="{775ABCC5-B068-4B66-8161-E5EF4C7D6481}" dt="2023-08-15T23:32:35.201" v="9" actId="1076"/>
          <ac:spMkLst>
            <pc:docMk/>
            <pc:sldMk cId="4038849505" sldId="301"/>
            <ac:spMk id="12" creationId="{CA26BA22-2385-408A-B155-1413DB404998}"/>
          </ac:spMkLst>
        </pc:spChg>
        <pc:spChg chg="mod">
          <ac:chgData name="Caren Andrea Duarte Moreno" userId="be85306c-d55a-45f1-b341-9305e15ce28e" providerId="ADAL" clId="{775ABCC5-B068-4B66-8161-E5EF4C7D6481}" dt="2023-08-15T23:32:38.138" v="10" actId="1076"/>
          <ac:spMkLst>
            <pc:docMk/>
            <pc:sldMk cId="4038849505" sldId="301"/>
            <ac:spMk id="13" creationId="{83FDF96B-3B03-4017-9507-CF066CD67C9D}"/>
          </ac:spMkLst>
        </pc:spChg>
        <pc:picChg chg="add del mod">
          <ac:chgData name="Caren Andrea Duarte Moreno" userId="be85306c-d55a-45f1-b341-9305e15ce28e" providerId="ADAL" clId="{775ABCC5-B068-4B66-8161-E5EF4C7D6481}" dt="2023-08-15T23:35:33.499" v="41" actId="478"/>
          <ac:picMkLst>
            <pc:docMk/>
            <pc:sldMk cId="4038849505" sldId="301"/>
            <ac:picMk id="4" creationId="{6EEE5455-2D1D-38B3-3B0B-01802847DCD4}"/>
          </ac:picMkLst>
        </pc:picChg>
        <pc:picChg chg="add del mod">
          <ac:chgData name="Caren Andrea Duarte Moreno" userId="be85306c-d55a-45f1-b341-9305e15ce28e" providerId="ADAL" clId="{775ABCC5-B068-4B66-8161-E5EF4C7D6481}" dt="2023-08-15T23:35:41.581" v="44" actId="478"/>
          <ac:picMkLst>
            <pc:docMk/>
            <pc:sldMk cId="4038849505" sldId="301"/>
            <ac:picMk id="5" creationId="{CDC51922-1EB4-8656-707E-A0E1D7AED99D}"/>
          </ac:picMkLst>
        </pc:picChg>
        <pc:picChg chg="add mod">
          <ac:chgData name="Caren Andrea Duarte Moreno" userId="be85306c-d55a-45f1-b341-9305e15ce28e" providerId="ADAL" clId="{775ABCC5-B068-4B66-8161-E5EF4C7D6481}" dt="2023-08-15T23:35:41.948" v="45"/>
          <ac:picMkLst>
            <pc:docMk/>
            <pc:sldMk cId="4038849505" sldId="301"/>
            <ac:picMk id="6" creationId="{376EC146-4E1A-288E-88B4-232D76BAA317}"/>
          </ac:picMkLst>
        </pc:picChg>
        <pc:picChg chg="mod">
          <ac:chgData name="Caren Andrea Duarte Moreno" userId="be85306c-d55a-45f1-b341-9305e15ce28e" providerId="ADAL" clId="{775ABCC5-B068-4B66-8161-E5EF4C7D6481}" dt="2023-08-15T23:32:32.042" v="8" actId="1076"/>
          <ac:picMkLst>
            <pc:docMk/>
            <pc:sldMk cId="4038849505" sldId="301"/>
            <ac:picMk id="20" creationId="{E9D156B2-C024-4459-8D41-061BC81DF272}"/>
          </ac:picMkLst>
        </pc:picChg>
      </pc:sldChg>
      <pc:sldChg chg="addSp modSp mod">
        <pc:chgData name="Caren Andrea Duarte Moreno" userId="be85306c-d55a-45f1-b341-9305e15ce28e" providerId="ADAL" clId="{775ABCC5-B068-4B66-8161-E5EF4C7D6481}" dt="2023-08-15T23:46:07.189" v="371" actId="1076"/>
        <pc:sldMkLst>
          <pc:docMk/>
          <pc:sldMk cId="2722704450" sldId="302"/>
        </pc:sldMkLst>
        <pc:picChg chg="add mod">
          <ac:chgData name="Caren Andrea Duarte Moreno" userId="be85306c-d55a-45f1-b341-9305e15ce28e" providerId="ADAL" clId="{775ABCC5-B068-4B66-8161-E5EF4C7D6481}" dt="2023-08-15T23:46:07.189" v="371" actId="1076"/>
          <ac:picMkLst>
            <pc:docMk/>
            <pc:sldMk cId="2722704450" sldId="302"/>
            <ac:picMk id="4" creationId="{92F6919E-41D4-49F6-B4ED-73195196ECC4}"/>
          </ac:picMkLst>
        </pc:picChg>
        <pc:picChg chg="mod">
          <ac:chgData name="Caren Andrea Duarte Moreno" userId="be85306c-d55a-45f1-b341-9305e15ce28e" providerId="ADAL" clId="{775ABCC5-B068-4B66-8161-E5EF4C7D6481}" dt="2023-08-15T23:46:01.428" v="368" actId="1076"/>
          <ac:picMkLst>
            <pc:docMk/>
            <pc:sldMk cId="2722704450" sldId="302"/>
            <ac:picMk id="39" creationId="{51116119-7F35-4E3C-9582-6566D8EBBB45}"/>
          </ac:picMkLst>
        </pc:picChg>
        <pc:picChg chg="mod">
          <ac:chgData name="Caren Andrea Duarte Moreno" userId="be85306c-d55a-45f1-b341-9305e15ce28e" providerId="ADAL" clId="{775ABCC5-B068-4B66-8161-E5EF4C7D6481}" dt="2023-08-15T23:45:58.380" v="366" actId="1076"/>
          <ac:picMkLst>
            <pc:docMk/>
            <pc:sldMk cId="2722704450" sldId="302"/>
            <ac:picMk id="40" creationId="{CB98C22F-6A25-4E25-9601-0C8BF3CD701B}"/>
          </ac:picMkLst>
        </pc:picChg>
        <pc:picChg chg="mod">
          <ac:chgData name="Caren Andrea Duarte Moreno" userId="be85306c-d55a-45f1-b341-9305e15ce28e" providerId="ADAL" clId="{775ABCC5-B068-4B66-8161-E5EF4C7D6481}" dt="2023-08-15T23:45:59.732" v="367" actId="1076"/>
          <ac:picMkLst>
            <pc:docMk/>
            <pc:sldMk cId="2722704450" sldId="302"/>
            <ac:picMk id="46" creationId="{2A2661A6-B42A-496B-9438-2D8803BF56A3}"/>
          </ac:picMkLst>
        </pc:picChg>
      </pc:sldChg>
      <pc:sldChg chg="addSp modSp mod">
        <pc:chgData name="Caren Andrea Duarte Moreno" userId="be85306c-d55a-45f1-b341-9305e15ce28e" providerId="ADAL" clId="{775ABCC5-B068-4B66-8161-E5EF4C7D6481}" dt="2023-08-15T23:42:16.372" v="322" actId="14100"/>
        <pc:sldMkLst>
          <pc:docMk/>
          <pc:sldMk cId="2834321622" sldId="304"/>
        </pc:sldMkLst>
        <pc:picChg chg="add mod">
          <ac:chgData name="Caren Andrea Duarte Moreno" userId="be85306c-d55a-45f1-b341-9305e15ce28e" providerId="ADAL" clId="{775ABCC5-B068-4B66-8161-E5EF4C7D6481}" dt="2023-08-15T23:42:16.372" v="322" actId="14100"/>
          <ac:picMkLst>
            <pc:docMk/>
            <pc:sldMk cId="2834321622" sldId="304"/>
            <ac:picMk id="3" creationId="{BA20EDF3-361F-1EAD-33FF-A8AE85A85FE7}"/>
          </ac:picMkLst>
        </pc:picChg>
      </pc:sldChg>
      <pc:sldChg chg="addSp modSp">
        <pc:chgData name="Caren Andrea Duarte Moreno" userId="be85306c-d55a-45f1-b341-9305e15ce28e" providerId="ADAL" clId="{775ABCC5-B068-4B66-8161-E5EF4C7D6481}" dt="2023-08-15T23:42:22.454" v="323"/>
        <pc:sldMkLst>
          <pc:docMk/>
          <pc:sldMk cId="331677168" sldId="306"/>
        </pc:sldMkLst>
        <pc:picChg chg="add mod">
          <ac:chgData name="Caren Andrea Duarte Moreno" userId="be85306c-d55a-45f1-b341-9305e15ce28e" providerId="ADAL" clId="{775ABCC5-B068-4B66-8161-E5EF4C7D6481}" dt="2023-08-15T23:42:22.454" v="323"/>
          <ac:picMkLst>
            <pc:docMk/>
            <pc:sldMk cId="331677168" sldId="306"/>
            <ac:picMk id="5" creationId="{578FD630-8392-08C9-E87E-2F899CB93F61}"/>
          </ac:picMkLst>
        </pc:picChg>
      </pc:sldChg>
      <pc:sldChg chg="addSp modSp mod">
        <pc:chgData name="Caren Andrea Duarte Moreno" userId="be85306c-d55a-45f1-b341-9305e15ce28e" providerId="ADAL" clId="{775ABCC5-B068-4B66-8161-E5EF4C7D6481}" dt="2023-08-15T23:46:21.597" v="373" actId="14100"/>
        <pc:sldMkLst>
          <pc:docMk/>
          <pc:sldMk cId="624081066" sldId="307"/>
        </pc:sldMkLst>
        <pc:picChg chg="add mod">
          <ac:chgData name="Caren Andrea Duarte Moreno" userId="be85306c-d55a-45f1-b341-9305e15ce28e" providerId="ADAL" clId="{775ABCC5-B068-4B66-8161-E5EF4C7D6481}" dt="2023-08-15T23:46:21.597" v="373" actId="14100"/>
          <ac:picMkLst>
            <pc:docMk/>
            <pc:sldMk cId="624081066" sldId="307"/>
            <ac:picMk id="4" creationId="{7DD5C3A1-0296-EBA2-BB3D-E03F46532B66}"/>
          </ac:picMkLst>
        </pc:picChg>
      </pc:sldChg>
      <pc:sldChg chg="addSp modSp mod">
        <pc:chgData name="Caren Andrea Duarte Moreno" userId="be85306c-d55a-45f1-b341-9305e15ce28e" providerId="ADAL" clId="{775ABCC5-B068-4B66-8161-E5EF4C7D6481}" dt="2023-08-15T23:46:30.772" v="375" actId="1076"/>
        <pc:sldMkLst>
          <pc:docMk/>
          <pc:sldMk cId="3700939238" sldId="308"/>
        </pc:sldMkLst>
        <pc:picChg chg="add mod">
          <ac:chgData name="Caren Andrea Duarte Moreno" userId="be85306c-d55a-45f1-b341-9305e15ce28e" providerId="ADAL" clId="{775ABCC5-B068-4B66-8161-E5EF4C7D6481}" dt="2023-08-15T23:46:30.772" v="375" actId="1076"/>
          <ac:picMkLst>
            <pc:docMk/>
            <pc:sldMk cId="3700939238" sldId="308"/>
            <ac:picMk id="2" creationId="{C42A85EB-415B-F75D-F418-DE4C72E145A0}"/>
          </ac:picMkLst>
        </pc:picChg>
      </pc:sldChg>
      <pc:sldChg chg="addSp modSp mod">
        <pc:chgData name="Caren Andrea Duarte Moreno" userId="be85306c-d55a-45f1-b341-9305e15ce28e" providerId="ADAL" clId="{775ABCC5-B068-4B66-8161-E5EF4C7D6481}" dt="2023-08-15T23:42:33.075" v="326" actId="1076"/>
        <pc:sldMkLst>
          <pc:docMk/>
          <pc:sldMk cId="1544076465" sldId="309"/>
        </pc:sldMkLst>
        <pc:picChg chg="add mod">
          <ac:chgData name="Caren Andrea Duarte Moreno" userId="be85306c-d55a-45f1-b341-9305e15ce28e" providerId="ADAL" clId="{775ABCC5-B068-4B66-8161-E5EF4C7D6481}" dt="2023-08-15T23:42:33.075" v="326" actId="1076"/>
          <ac:picMkLst>
            <pc:docMk/>
            <pc:sldMk cId="1544076465" sldId="309"/>
            <ac:picMk id="3" creationId="{FDC06EEC-E984-5BA6-30A8-75A4C0D0D16B}"/>
          </ac:picMkLst>
        </pc:picChg>
      </pc:sldChg>
      <pc:sldChg chg="addSp modSp mod">
        <pc:chgData name="Caren Andrea Duarte Moreno" userId="be85306c-d55a-45f1-b341-9305e15ce28e" providerId="ADAL" clId="{775ABCC5-B068-4B66-8161-E5EF4C7D6481}" dt="2023-08-15T23:46:42.101" v="378" actId="1076"/>
        <pc:sldMkLst>
          <pc:docMk/>
          <pc:sldMk cId="1243167764" sldId="310"/>
        </pc:sldMkLst>
        <pc:picChg chg="add mod">
          <ac:chgData name="Caren Andrea Duarte Moreno" userId="be85306c-d55a-45f1-b341-9305e15ce28e" providerId="ADAL" clId="{775ABCC5-B068-4B66-8161-E5EF4C7D6481}" dt="2023-08-15T23:46:42.101" v="378" actId="1076"/>
          <ac:picMkLst>
            <pc:docMk/>
            <pc:sldMk cId="1243167764" sldId="310"/>
            <ac:picMk id="6" creationId="{496A3A3E-3B47-7694-E911-CD23E680A758}"/>
          </ac:picMkLst>
        </pc:picChg>
      </pc:sldChg>
      <pc:sldChg chg="addSp modSp">
        <pc:chgData name="Caren Andrea Duarte Moreno" userId="be85306c-d55a-45f1-b341-9305e15ce28e" providerId="ADAL" clId="{775ABCC5-B068-4B66-8161-E5EF4C7D6481}" dt="2023-08-15T23:42:41.523" v="327"/>
        <pc:sldMkLst>
          <pc:docMk/>
          <pc:sldMk cId="1088352661" sldId="311"/>
        </pc:sldMkLst>
        <pc:picChg chg="add mod">
          <ac:chgData name="Caren Andrea Duarte Moreno" userId="be85306c-d55a-45f1-b341-9305e15ce28e" providerId="ADAL" clId="{775ABCC5-B068-4B66-8161-E5EF4C7D6481}" dt="2023-08-15T23:42:41.523" v="327"/>
          <ac:picMkLst>
            <pc:docMk/>
            <pc:sldMk cId="1088352661" sldId="311"/>
            <ac:picMk id="3" creationId="{361C78D0-5601-6DCA-8925-AD1F012FD00E}"/>
          </ac:picMkLst>
        </pc:picChg>
      </pc:sldChg>
      <pc:sldChg chg="addSp modSp">
        <pc:chgData name="Caren Andrea Duarte Moreno" userId="be85306c-d55a-45f1-b341-9305e15ce28e" providerId="ADAL" clId="{775ABCC5-B068-4B66-8161-E5EF4C7D6481}" dt="2023-08-15T23:42:49.882" v="328"/>
        <pc:sldMkLst>
          <pc:docMk/>
          <pc:sldMk cId="3366334378" sldId="312"/>
        </pc:sldMkLst>
        <pc:picChg chg="add mod">
          <ac:chgData name="Caren Andrea Duarte Moreno" userId="be85306c-d55a-45f1-b341-9305e15ce28e" providerId="ADAL" clId="{775ABCC5-B068-4B66-8161-E5EF4C7D6481}" dt="2023-08-15T23:42:49.882" v="328"/>
          <ac:picMkLst>
            <pc:docMk/>
            <pc:sldMk cId="3366334378" sldId="312"/>
            <ac:picMk id="3" creationId="{F7FCD84C-45AC-5106-1BD6-893F6752A2B4}"/>
          </ac:picMkLst>
        </pc:picChg>
      </pc:sldChg>
      <pc:sldChg chg="addSp delSp modSp mod">
        <pc:chgData name="Caren Andrea Duarte Moreno" userId="be85306c-d55a-45f1-b341-9305e15ce28e" providerId="ADAL" clId="{775ABCC5-B068-4B66-8161-E5EF4C7D6481}" dt="2023-08-15T23:43:45.220" v="334" actId="1076"/>
        <pc:sldMkLst>
          <pc:docMk/>
          <pc:sldMk cId="1115999419" sldId="313"/>
        </pc:sldMkLst>
        <pc:picChg chg="add del mod">
          <ac:chgData name="Caren Andrea Duarte Moreno" userId="be85306c-d55a-45f1-b341-9305e15ce28e" providerId="ADAL" clId="{775ABCC5-B068-4B66-8161-E5EF4C7D6481}" dt="2023-08-15T23:43:36.107" v="332" actId="478"/>
          <ac:picMkLst>
            <pc:docMk/>
            <pc:sldMk cId="1115999419" sldId="313"/>
            <ac:picMk id="5" creationId="{00801CE1-1EE3-D65E-EDF6-F7C57901500D}"/>
          </ac:picMkLst>
        </pc:picChg>
        <pc:picChg chg="add mod">
          <ac:chgData name="Caren Andrea Duarte Moreno" userId="be85306c-d55a-45f1-b341-9305e15ce28e" providerId="ADAL" clId="{775ABCC5-B068-4B66-8161-E5EF4C7D6481}" dt="2023-08-15T23:43:45.220" v="334" actId="1076"/>
          <ac:picMkLst>
            <pc:docMk/>
            <pc:sldMk cId="1115999419" sldId="313"/>
            <ac:picMk id="6" creationId="{E5692B8F-D945-0C57-1A47-B27F668905BC}"/>
          </ac:picMkLst>
        </pc:picChg>
      </pc:sldChg>
      <pc:sldChg chg="addSp modSp">
        <pc:chgData name="Caren Andrea Duarte Moreno" userId="be85306c-d55a-45f1-b341-9305e15ce28e" providerId="ADAL" clId="{775ABCC5-B068-4B66-8161-E5EF4C7D6481}" dt="2023-08-15T23:43:48.994" v="335"/>
        <pc:sldMkLst>
          <pc:docMk/>
          <pc:sldMk cId="79306782" sldId="314"/>
        </pc:sldMkLst>
        <pc:picChg chg="add mod">
          <ac:chgData name="Caren Andrea Duarte Moreno" userId="be85306c-d55a-45f1-b341-9305e15ce28e" providerId="ADAL" clId="{775ABCC5-B068-4B66-8161-E5EF4C7D6481}" dt="2023-08-15T23:43:48.994" v="335"/>
          <ac:picMkLst>
            <pc:docMk/>
            <pc:sldMk cId="79306782" sldId="314"/>
            <ac:picMk id="4" creationId="{9E3CDCF3-CE7F-A7BE-F675-E5603AF4E20D}"/>
          </ac:picMkLst>
        </pc:picChg>
      </pc:sldChg>
      <pc:sldChg chg="addSp delSp modSp mod">
        <pc:chgData name="Caren Andrea Duarte Moreno" userId="be85306c-d55a-45f1-b341-9305e15ce28e" providerId="ADAL" clId="{775ABCC5-B068-4B66-8161-E5EF4C7D6481}" dt="2023-08-15T23:39:25.648" v="294" actId="1076"/>
        <pc:sldMkLst>
          <pc:docMk/>
          <pc:sldMk cId="3929849290" sldId="315"/>
        </pc:sldMkLst>
        <pc:spChg chg="mod">
          <ac:chgData name="Caren Andrea Duarte Moreno" userId="be85306c-d55a-45f1-b341-9305e15ce28e" providerId="ADAL" clId="{775ABCC5-B068-4B66-8161-E5EF4C7D6481}" dt="2023-08-15T23:32:58.633" v="17" actId="1076"/>
          <ac:spMkLst>
            <pc:docMk/>
            <pc:sldMk cId="3929849290" sldId="315"/>
            <ac:spMk id="19" creationId="{85EF449E-A4A1-4686-AF9E-E9FDC51A0A1F}"/>
          </ac:spMkLst>
        </pc:spChg>
        <pc:spChg chg="mod">
          <ac:chgData name="Caren Andrea Duarte Moreno" userId="be85306c-d55a-45f1-b341-9305e15ce28e" providerId="ADAL" clId="{775ABCC5-B068-4B66-8161-E5EF4C7D6481}" dt="2023-08-15T23:32:55.913" v="16" actId="1076"/>
          <ac:spMkLst>
            <pc:docMk/>
            <pc:sldMk cId="3929849290" sldId="315"/>
            <ac:spMk id="20" creationId="{F6D36686-9FAC-4A8B-8D13-91F2694762A5}"/>
          </ac:spMkLst>
        </pc:spChg>
        <pc:picChg chg="add del mod">
          <ac:chgData name="Caren Andrea Duarte Moreno" userId="be85306c-d55a-45f1-b341-9305e15ce28e" providerId="ADAL" clId="{775ABCC5-B068-4B66-8161-E5EF4C7D6481}" dt="2023-08-15T23:35:44.268" v="46" actId="478"/>
          <ac:picMkLst>
            <pc:docMk/>
            <pc:sldMk cId="3929849290" sldId="315"/>
            <ac:picMk id="3" creationId="{BA3BC103-B789-5668-31C8-D992233A56AD}"/>
          </ac:picMkLst>
        </pc:picChg>
        <pc:picChg chg="add del mod ord">
          <ac:chgData name="Caren Andrea Duarte Moreno" userId="be85306c-d55a-45f1-b341-9305e15ce28e" providerId="ADAL" clId="{775ABCC5-B068-4B66-8161-E5EF4C7D6481}" dt="2023-08-15T23:39:25.648" v="294" actId="1076"/>
          <ac:picMkLst>
            <pc:docMk/>
            <pc:sldMk cId="3929849290" sldId="315"/>
            <ac:picMk id="5" creationId="{69B64DD2-021E-54C9-6187-07E96A0B1D39}"/>
          </ac:picMkLst>
        </pc:picChg>
      </pc:sldChg>
      <pc:sldChg chg="addSp modSp">
        <pc:chgData name="Caren Andrea Duarte Moreno" userId="be85306c-d55a-45f1-b341-9305e15ce28e" providerId="ADAL" clId="{775ABCC5-B068-4B66-8161-E5EF4C7D6481}" dt="2023-08-15T23:44:21.634" v="338"/>
        <pc:sldMkLst>
          <pc:docMk/>
          <pc:sldMk cId="4264900196" sldId="316"/>
        </pc:sldMkLst>
        <pc:picChg chg="add mod">
          <ac:chgData name="Caren Andrea Duarte Moreno" userId="be85306c-d55a-45f1-b341-9305e15ce28e" providerId="ADAL" clId="{775ABCC5-B068-4B66-8161-E5EF4C7D6481}" dt="2023-08-15T23:44:21.634" v="338"/>
          <ac:picMkLst>
            <pc:docMk/>
            <pc:sldMk cId="4264900196" sldId="316"/>
            <ac:picMk id="5" creationId="{048EC042-2236-C0E2-1783-ED8ED508665B}"/>
          </ac:picMkLst>
        </pc:picChg>
      </pc:sldChg>
      <pc:sldChg chg="addSp modSp mod">
        <pc:chgData name="Caren Andrea Duarte Moreno" userId="be85306c-d55a-45f1-b341-9305e15ce28e" providerId="ADAL" clId="{775ABCC5-B068-4B66-8161-E5EF4C7D6481}" dt="2023-08-15T23:40:08.598" v="298" actId="1076"/>
        <pc:sldMkLst>
          <pc:docMk/>
          <pc:sldMk cId="2751843088" sldId="317"/>
        </pc:sldMkLst>
        <pc:spChg chg="mod">
          <ac:chgData name="Caren Andrea Duarte Moreno" userId="be85306c-d55a-45f1-b341-9305e15ce28e" providerId="ADAL" clId="{775ABCC5-B068-4B66-8161-E5EF4C7D6481}" dt="2023-08-15T23:40:02.291" v="296" actId="1076"/>
          <ac:spMkLst>
            <pc:docMk/>
            <pc:sldMk cId="2751843088" sldId="317"/>
            <ac:spMk id="12" creationId="{B6B60E5F-6B0F-4C3F-BE9B-3C0508C6035E}"/>
          </ac:spMkLst>
        </pc:spChg>
        <pc:spChg chg="mod">
          <ac:chgData name="Caren Andrea Duarte Moreno" userId="be85306c-d55a-45f1-b341-9305e15ce28e" providerId="ADAL" clId="{775ABCC5-B068-4B66-8161-E5EF4C7D6481}" dt="2023-08-15T23:39:59.411" v="295" actId="1076"/>
          <ac:spMkLst>
            <pc:docMk/>
            <pc:sldMk cId="2751843088" sldId="317"/>
            <ac:spMk id="14" creationId="{A5803D85-47F1-4659-A8D1-DC97D9A51D30}"/>
          </ac:spMkLst>
        </pc:spChg>
        <pc:picChg chg="add mod">
          <ac:chgData name="Caren Andrea Duarte Moreno" userId="be85306c-d55a-45f1-b341-9305e15ce28e" providerId="ADAL" clId="{775ABCC5-B068-4B66-8161-E5EF4C7D6481}" dt="2023-08-15T23:40:08.598" v="298" actId="1076"/>
          <ac:picMkLst>
            <pc:docMk/>
            <pc:sldMk cId="2751843088" sldId="317"/>
            <ac:picMk id="3" creationId="{81560EC9-F666-AE26-5FAF-C50E25E162FE}"/>
          </ac:picMkLst>
        </pc:picChg>
      </pc:sldChg>
      <pc:sldChg chg="addSp modSp mod">
        <pc:chgData name="Caren Andrea Duarte Moreno" userId="be85306c-d55a-45f1-b341-9305e15ce28e" providerId="ADAL" clId="{775ABCC5-B068-4B66-8161-E5EF4C7D6481}" dt="2023-08-15T23:40:45.052" v="306" actId="732"/>
        <pc:sldMkLst>
          <pc:docMk/>
          <pc:sldMk cId="3686535910" sldId="319"/>
        </pc:sldMkLst>
        <pc:picChg chg="add mod">
          <ac:chgData name="Caren Andrea Duarte Moreno" userId="be85306c-d55a-45f1-b341-9305e15ce28e" providerId="ADAL" clId="{775ABCC5-B068-4B66-8161-E5EF4C7D6481}" dt="2023-08-15T23:40:24.528" v="301"/>
          <ac:picMkLst>
            <pc:docMk/>
            <pc:sldMk cId="3686535910" sldId="319"/>
            <ac:picMk id="5" creationId="{E0B35E4F-4105-2D46-D04B-519167CACE7A}"/>
          </ac:picMkLst>
        </pc:picChg>
        <pc:picChg chg="mod modCrop">
          <ac:chgData name="Caren Andrea Duarte Moreno" userId="be85306c-d55a-45f1-b341-9305e15ce28e" providerId="ADAL" clId="{775ABCC5-B068-4B66-8161-E5EF4C7D6481}" dt="2023-08-15T23:40:45.052" v="306" actId="732"/>
          <ac:picMkLst>
            <pc:docMk/>
            <pc:sldMk cId="3686535910" sldId="319"/>
            <ac:picMk id="25" creationId="{E0E98D21-68EF-4756-9974-B9691E2F1FAB}"/>
          </ac:picMkLst>
        </pc:picChg>
      </pc:sldChg>
      <pc:sldChg chg="addSp modSp mod">
        <pc:chgData name="Caren Andrea Duarte Moreno" userId="be85306c-d55a-45f1-b341-9305e15ce28e" providerId="ADAL" clId="{775ABCC5-B068-4B66-8161-E5EF4C7D6481}" dt="2023-08-15T23:45:32.221" v="361" actId="1076"/>
        <pc:sldMkLst>
          <pc:docMk/>
          <pc:sldMk cId="1294719042" sldId="323"/>
        </pc:sldMkLst>
        <pc:spChg chg="mod">
          <ac:chgData name="Caren Andrea Duarte Moreno" userId="be85306c-d55a-45f1-b341-9305e15ce28e" providerId="ADAL" clId="{775ABCC5-B068-4B66-8161-E5EF4C7D6481}" dt="2023-08-15T23:45:17.428" v="355" actId="1076"/>
          <ac:spMkLst>
            <pc:docMk/>
            <pc:sldMk cId="1294719042" sldId="323"/>
            <ac:spMk id="17" creationId="{F11140B8-A370-4E19-A367-49438AA9CD27}"/>
          </ac:spMkLst>
        </pc:spChg>
        <pc:spChg chg="mod">
          <ac:chgData name="Caren Andrea Duarte Moreno" userId="be85306c-d55a-45f1-b341-9305e15ce28e" providerId="ADAL" clId="{775ABCC5-B068-4B66-8161-E5EF4C7D6481}" dt="2023-08-15T23:45:21.788" v="356" actId="1076"/>
          <ac:spMkLst>
            <pc:docMk/>
            <pc:sldMk cId="1294719042" sldId="323"/>
            <ac:spMk id="27" creationId="{D6027AF4-C239-45DE-A633-B8601B650B34}"/>
          </ac:spMkLst>
        </pc:spChg>
        <pc:picChg chg="add mod">
          <ac:chgData name="Caren Andrea Duarte Moreno" userId="be85306c-d55a-45f1-b341-9305e15ce28e" providerId="ADAL" clId="{775ABCC5-B068-4B66-8161-E5EF4C7D6481}" dt="2023-08-15T23:45:32.221" v="361" actId="1076"/>
          <ac:picMkLst>
            <pc:docMk/>
            <pc:sldMk cId="1294719042" sldId="323"/>
            <ac:picMk id="3" creationId="{36C16576-691E-0B61-18E6-D18D63097B08}"/>
          </ac:picMkLst>
        </pc:picChg>
      </pc:sldChg>
      <pc:sldChg chg="addSp modSp mod">
        <pc:chgData name="Caren Andrea Duarte Moreno" userId="be85306c-d55a-45f1-b341-9305e15ce28e" providerId="ADAL" clId="{775ABCC5-B068-4B66-8161-E5EF4C7D6481}" dt="2023-08-15T23:41:13.744" v="315" actId="14100"/>
        <pc:sldMkLst>
          <pc:docMk/>
          <pc:sldMk cId="3381404383" sldId="324"/>
        </pc:sldMkLst>
        <pc:spChg chg="mod">
          <ac:chgData name="Caren Andrea Duarte Moreno" userId="be85306c-d55a-45f1-b341-9305e15ce28e" providerId="ADAL" clId="{775ABCC5-B068-4B66-8161-E5EF4C7D6481}" dt="2023-08-15T23:41:11.995" v="314" actId="1076"/>
          <ac:spMkLst>
            <pc:docMk/>
            <pc:sldMk cId="3381404383" sldId="324"/>
            <ac:spMk id="30" creationId="{A0965877-F0E4-4E8E-88D2-3565F483A45E}"/>
          </ac:spMkLst>
        </pc:spChg>
        <pc:spChg chg="mod">
          <ac:chgData name="Caren Andrea Duarte Moreno" userId="be85306c-d55a-45f1-b341-9305e15ce28e" providerId="ADAL" clId="{775ABCC5-B068-4B66-8161-E5EF4C7D6481}" dt="2023-08-15T23:41:04.051" v="311" actId="1076"/>
          <ac:spMkLst>
            <pc:docMk/>
            <pc:sldMk cId="3381404383" sldId="324"/>
            <ac:spMk id="31" creationId="{D07D3E37-70C2-4400-8DFE-F285D9C0997C}"/>
          </ac:spMkLst>
        </pc:spChg>
        <pc:spChg chg="mod">
          <ac:chgData name="Caren Andrea Duarte Moreno" userId="be85306c-d55a-45f1-b341-9305e15ce28e" providerId="ADAL" clId="{775ABCC5-B068-4B66-8161-E5EF4C7D6481}" dt="2023-08-15T23:41:06.031" v="312" actId="1076"/>
          <ac:spMkLst>
            <pc:docMk/>
            <pc:sldMk cId="3381404383" sldId="324"/>
            <ac:spMk id="33" creationId="{FBC69058-D83A-4367-A722-660EEE53FE38}"/>
          </ac:spMkLst>
        </pc:spChg>
        <pc:picChg chg="add mod">
          <ac:chgData name="Caren Andrea Duarte Moreno" userId="be85306c-d55a-45f1-b341-9305e15ce28e" providerId="ADAL" clId="{775ABCC5-B068-4B66-8161-E5EF4C7D6481}" dt="2023-08-15T23:41:13.744" v="315" actId="14100"/>
          <ac:picMkLst>
            <pc:docMk/>
            <pc:sldMk cId="3381404383" sldId="324"/>
            <ac:picMk id="4" creationId="{2049C11C-5327-C144-80E8-D167A4AE5847}"/>
          </ac:picMkLst>
        </pc:picChg>
      </pc:sldChg>
      <pc:sldChg chg="addSp delSp modSp mod">
        <pc:chgData name="Caren Andrea Duarte Moreno" userId="be85306c-d55a-45f1-b341-9305e15ce28e" providerId="ADAL" clId="{775ABCC5-B068-4B66-8161-E5EF4C7D6481}" dt="2023-08-15T23:44:50.587" v="343"/>
        <pc:sldMkLst>
          <pc:docMk/>
          <pc:sldMk cId="4103694865" sldId="325"/>
        </pc:sldMkLst>
        <pc:spChg chg="mod">
          <ac:chgData name="Caren Andrea Duarte Moreno" userId="be85306c-d55a-45f1-b341-9305e15ce28e" providerId="ADAL" clId="{775ABCC5-B068-4B66-8161-E5EF4C7D6481}" dt="2023-08-15T23:44:46.628" v="342" actId="1076"/>
          <ac:spMkLst>
            <pc:docMk/>
            <pc:sldMk cId="4103694865" sldId="325"/>
            <ac:spMk id="12" creationId="{B6B60E5F-6B0F-4C3F-BE9B-3C0508C6035E}"/>
          </ac:spMkLst>
        </pc:spChg>
        <pc:spChg chg="mod">
          <ac:chgData name="Caren Andrea Duarte Moreno" userId="be85306c-d55a-45f1-b341-9305e15ce28e" providerId="ADAL" clId="{775ABCC5-B068-4B66-8161-E5EF4C7D6481}" dt="2023-08-15T23:44:44.060" v="341" actId="1076"/>
          <ac:spMkLst>
            <pc:docMk/>
            <pc:sldMk cId="4103694865" sldId="325"/>
            <ac:spMk id="13" creationId="{A05D7666-17E1-40B8-A1FB-E070CDE0E327}"/>
          </ac:spMkLst>
        </pc:spChg>
        <pc:picChg chg="add del mod">
          <ac:chgData name="Caren Andrea Duarte Moreno" userId="be85306c-d55a-45f1-b341-9305e15ce28e" providerId="ADAL" clId="{775ABCC5-B068-4B66-8161-E5EF4C7D6481}" dt="2023-08-15T23:44:39.999" v="340" actId="478"/>
          <ac:picMkLst>
            <pc:docMk/>
            <pc:sldMk cId="4103694865" sldId="325"/>
            <ac:picMk id="3" creationId="{E373E5E7-C15B-0716-03EC-AE6D42AF54E0}"/>
          </ac:picMkLst>
        </pc:picChg>
        <pc:picChg chg="add mod">
          <ac:chgData name="Caren Andrea Duarte Moreno" userId="be85306c-d55a-45f1-b341-9305e15ce28e" providerId="ADAL" clId="{775ABCC5-B068-4B66-8161-E5EF4C7D6481}" dt="2023-08-15T23:44:50.587" v="343"/>
          <ac:picMkLst>
            <pc:docMk/>
            <pc:sldMk cId="4103694865" sldId="325"/>
            <ac:picMk id="4" creationId="{71198EB4-0CBD-044C-7086-41F88AB3A8D6}"/>
          </ac:picMkLst>
        </pc:picChg>
      </pc:sldChg>
      <pc:sldChg chg="addSp modSp">
        <pc:chgData name="Caren Andrea Duarte Moreno" userId="be85306c-d55a-45f1-b341-9305e15ce28e" providerId="ADAL" clId="{775ABCC5-B068-4B66-8161-E5EF4C7D6481}" dt="2023-08-15T23:45:43.230" v="363"/>
        <pc:sldMkLst>
          <pc:docMk/>
          <pc:sldMk cId="2547407973" sldId="327"/>
        </pc:sldMkLst>
        <pc:picChg chg="add mod">
          <ac:chgData name="Caren Andrea Duarte Moreno" userId="be85306c-d55a-45f1-b341-9305e15ce28e" providerId="ADAL" clId="{775ABCC5-B068-4B66-8161-E5EF4C7D6481}" dt="2023-08-15T23:45:43.230" v="363"/>
          <ac:picMkLst>
            <pc:docMk/>
            <pc:sldMk cId="2547407973" sldId="327"/>
            <ac:picMk id="3" creationId="{D043FC49-BCCB-8834-A0B4-B1FC9DD8AC8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E14874-4104-4A18-9AD4-60B0A46F21C7}" type="datetimeFigureOut">
              <a:rPr lang="es-CO" smtClean="0"/>
              <a:t>27/02/2025</a:t>
            </a:fld>
            <a:endParaRPr lang="es-CO"/>
          </a:p>
        </p:txBody>
      </p:sp>
      <p:sp>
        <p:nvSpPr>
          <p:cNvPr id="4" name="Marcador de imagen de diapositiva 3"/>
          <p:cNvSpPr>
            <a:spLocks noGrp="1" noRot="1" noChangeAspect="1"/>
          </p:cNvSpPr>
          <p:nvPr>
            <p:ph type="sldImg" idx="2"/>
          </p:nvPr>
        </p:nvSpPr>
        <p:spPr>
          <a:xfrm>
            <a:off x="22225" y="1143000"/>
            <a:ext cx="681355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E9C0D5-BFC9-468C-A341-0B317E95837F}" type="slidenum">
              <a:rPr lang="es-CO" smtClean="0"/>
              <a:t>‹Nº›</a:t>
            </a:fld>
            <a:endParaRPr lang="es-CO"/>
          </a:p>
        </p:txBody>
      </p:sp>
    </p:spTree>
    <p:extLst>
      <p:ext uri="{BB962C8B-B14F-4D97-AF65-F5344CB8AC3E}">
        <p14:creationId xmlns:p14="http://schemas.microsoft.com/office/powerpoint/2010/main" val="1281020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E9C0D5-BFC9-468C-A341-0B317E95837F}" type="slidenum">
              <a:rPr lang="es-CO" smtClean="0"/>
              <a:t>22</a:t>
            </a:fld>
            <a:endParaRPr lang="es-CO"/>
          </a:p>
        </p:txBody>
      </p:sp>
    </p:spTree>
    <p:extLst>
      <p:ext uri="{BB962C8B-B14F-4D97-AF65-F5344CB8AC3E}">
        <p14:creationId xmlns:p14="http://schemas.microsoft.com/office/powerpoint/2010/main" val="24000221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ítulo y subtítulo">
    <p:spTree>
      <p:nvGrpSpPr>
        <p:cNvPr id="1" name=""/>
        <p:cNvGrpSpPr/>
        <p:nvPr/>
      </p:nvGrpSpPr>
      <p:grpSpPr>
        <a:xfrm>
          <a:off x="0" y="0"/>
          <a:ext cx="0" cy="0"/>
          <a:chOff x="0" y="0"/>
          <a:chExt cx="0" cy="0"/>
        </a:xfrm>
      </p:grpSpPr>
      <p:sp>
        <p:nvSpPr>
          <p:cNvPr id="11" name="Texto del título"/>
          <p:cNvSpPr txBox="1">
            <a:spLocks noGrp="1"/>
          </p:cNvSpPr>
          <p:nvPr>
            <p:ph type="title"/>
          </p:nvPr>
        </p:nvSpPr>
        <p:spPr>
          <a:xfrm>
            <a:off x="2490926" y="1199433"/>
            <a:ext cx="7583212" cy="1677629"/>
          </a:xfrm>
          <a:prstGeom prst="rect">
            <a:avLst/>
          </a:prstGeom>
        </p:spPr>
        <p:txBody>
          <a:bodyPr anchor="b"/>
          <a:lstStyle/>
          <a:p>
            <a:r>
              <a:t>Texto del título</a:t>
            </a:r>
          </a:p>
        </p:txBody>
      </p:sp>
      <p:sp>
        <p:nvSpPr>
          <p:cNvPr id="12" name="Nivel de texto 1…"/>
          <p:cNvSpPr txBox="1">
            <a:spLocks noGrp="1"/>
          </p:cNvSpPr>
          <p:nvPr>
            <p:ph type="body" sz="quarter" idx="1"/>
          </p:nvPr>
        </p:nvSpPr>
        <p:spPr>
          <a:xfrm>
            <a:off x="2490926" y="2922229"/>
            <a:ext cx="7583212" cy="574266"/>
          </a:xfrm>
          <a:prstGeom prst="rect">
            <a:avLst/>
          </a:prstGeom>
        </p:spPr>
        <p:txBody>
          <a:bodyPr anchor="t"/>
          <a:lstStyle>
            <a:lvl1pPr marL="0" indent="0" algn="ctr">
              <a:spcBef>
                <a:spcPts val="0"/>
              </a:spcBef>
              <a:buSzTx/>
              <a:buNone/>
              <a:defRPr sz="2096"/>
            </a:lvl1pPr>
            <a:lvl2pPr marL="0" indent="0" algn="ctr">
              <a:spcBef>
                <a:spcPts val="0"/>
              </a:spcBef>
              <a:buSzTx/>
              <a:buNone/>
              <a:defRPr sz="2096"/>
            </a:lvl2pPr>
            <a:lvl3pPr marL="0" indent="0" algn="ctr">
              <a:spcBef>
                <a:spcPts val="0"/>
              </a:spcBef>
              <a:buSzTx/>
              <a:buNone/>
              <a:defRPr sz="2096"/>
            </a:lvl3pPr>
            <a:lvl4pPr marL="0" indent="0" algn="ctr">
              <a:spcBef>
                <a:spcPts val="0"/>
              </a:spcBef>
              <a:buSzTx/>
              <a:buNone/>
              <a:defRPr sz="2096"/>
            </a:lvl4pPr>
            <a:lvl5pPr marL="0" indent="0" algn="ctr">
              <a:spcBef>
                <a:spcPts val="0"/>
              </a:spcBef>
              <a:buSzTx/>
              <a:buNone/>
              <a:defRPr sz="2096"/>
            </a:lvl5pPr>
          </a:lstStyle>
          <a:p>
            <a:r>
              <a:t>Nivel de texto 1</a:t>
            </a:r>
          </a:p>
          <a:p>
            <a:pPr lvl="1"/>
            <a:r>
              <a:t>Nivel de texto 2</a:t>
            </a:r>
          </a:p>
          <a:p>
            <a:pPr lvl="2"/>
            <a:r>
              <a:t>Nivel de texto 3</a:t>
            </a:r>
          </a:p>
          <a:p>
            <a:pPr lvl="3"/>
            <a:r>
              <a:t>Nivel de texto 4</a:t>
            </a:r>
          </a:p>
          <a:p>
            <a:pPr lvl="4"/>
            <a:r>
              <a:t>Nivel de texto 5</a:t>
            </a:r>
          </a:p>
        </p:txBody>
      </p:sp>
      <p:sp>
        <p:nvSpPr>
          <p:cNvPr id="13"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extLst>
      <p:ext uri="{BB962C8B-B14F-4D97-AF65-F5344CB8AC3E}">
        <p14:creationId xmlns:p14="http://schemas.microsoft.com/office/powerpoint/2010/main" val="2703078860"/>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Foto (horizontal)">
    <p:spTree>
      <p:nvGrpSpPr>
        <p:cNvPr id="1" name=""/>
        <p:cNvGrpSpPr/>
        <p:nvPr/>
      </p:nvGrpSpPr>
      <p:grpSpPr>
        <a:xfrm>
          <a:off x="0" y="0"/>
          <a:ext cx="0" cy="0"/>
          <a:chOff x="0" y="0"/>
          <a:chExt cx="0" cy="0"/>
        </a:xfrm>
      </p:grpSpPr>
      <p:sp>
        <p:nvSpPr>
          <p:cNvPr id="20" name="Imagen"/>
          <p:cNvSpPr>
            <a:spLocks noGrp="1"/>
          </p:cNvSpPr>
          <p:nvPr>
            <p:ph type="pic" sz="half" idx="13"/>
          </p:nvPr>
        </p:nvSpPr>
        <p:spPr>
          <a:xfrm>
            <a:off x="2744006" y="709049"/>
            <a:ext cx="7071048" cy="3000376"/>
          </a:xfrm>
          <a:prstGeom prst="rect">
            <a:avLst/>
          </a:prstGeom>
        </p:spPr>
        <p:txBody>
          <a:bodyPr lIns="91439" tIns="45719" rIns="91439" bIns="45719" anchor="t">
            <a:noAutofit/>
          </a:bodyPr>
          <a:lstStyle/>
          <a:p>
            <a:endParaRPr/>
          </a:p>
        </p:txBody>
      </p:sp>
      <p:sp>
        <p:nvSpPr>
          <p:cNvPr id="21" name="Texto del título"/>
          <p:cNvSpPr txBox="1">
            <a:spLocks noGrp="1"/>
          </p:cNvSpPr>
          <p:nvPr>
            <p:ph type="title"/>
          </p:nvPr>
        </p:nvSpPr>
        <p:spPr>
          <a:xfrm>
            <a:off x="2490926" y="3780401"/>
            <a:ext cx="7583212" cy="722671"/>
          </a:xfrm>
          <a:prstGeom prst="rect">
            <a:avLst/>
          </a:prstGeom>
        </p:spPr>
        <p:txBody>
          <a:bodyPr/>
          <a:lstStyle/>
          <a:p>
            <a:r>
              <a:t>Texto del título</a:t>
            </a:r>
          </a:p>
        </p:txBody>
      </p:sp>
      <p:sp>
        <p:nvSpPr>
          <p:cNvPr id="22" name="Nivel de texto 1…"/>
          <p:cNvSpPr txBox="1">
            <a:spLocks noGrp="1"/>
          </p:cNvSpPr>
          <p:nvPr>
            <p:ph type="body" sz="quarter" idx="1"/>
          </p:nvPr>
        </p:nvSpPr>
        <p:spPr>
          <a:xfrm>
            <a:off x="2490926" y="4509524"/>
            <a:ext cx="7583212" cy="574266"/>
          </a:xfrm>
          <a:prstGeom prst="rect">
            <a:avLst/>
          </a:prstGeom>
        </p:spPr>
        <p:txBody>
          <a:bodyPr anchor="t"/>
          <a:lstStyle>
            <a:lvl1pPr marL="0" indent="0" algn="ctr">
              <a:spcBef>
                <a:spcPts val="0"/>
              </a:spcBef>
              <a:buSzTx/>
              <a:buNone/>
              <a:defRPr sz="2096"/>
            </a:lvl1pPr>
            <a:lvl2pPr marL="0" indent="0" algn="ctr">
              <a:spcBef>
                <a:spcPts val="0"/>
              </a:spcBef>
              <a:buSzTx/>
              <a:buNone/>
              <a:defRPr sz="2096"/>
            </a:lvl2pPr>
            <a:lvl3pPr marL="0" indent="0" algn="ctr">
              <a:spcBef>
                <a:spcPts val="0"/>
              </a:spcBef>
              <a:buSzTx/>
              <a:buNone/>
              <a:defRPr sz="2096"/>
            </a:lvl3pPr>
            <a:lvl4pPr marL="0" indent="0" algn="ctr">
              <a:spcBef>
                <a:spcPts val="0"/>
              </a:spcBef>
              <a:buSzTx/>
              <a:buNone/>
              <a:defRPr sz="2096"/>
            </a:lvl4pPr>
            <a:lvl5pPr marL="0" indent="0" algn="ctr">
              <a:spcBef>
                <a:spcPts val="0"/>
              </a:spcBef>
              <a:buSzTx/>
              <a:buNone/>
              <a:defRPr sz="2096"/>
            </a:lvl5pPr>
          </a:lstStyle>
          <a:p>
            <a:r>
              <a:t>Nivel de texto 1</a:t>
            </a:r>
          </a:p>
          <a:p>
            <a:pPr lvl="1"/>
            <a:r>
              <a:t>Nivel de texto 2</a:t>
            </a:r>
          </a:p>
          <a:p>
            <a:pPr lvl="2"/>
            <a:r>
              <a:t>Nivel de texto 3</a:t>
            </a:r>
          </a:p>
          <a:p>
            <a:pPr lvl="3"/>
            <a:r>
              <a:t>Nivel de texto 4</a:t>
            </a:r>
          </a:p>
          <a:p>
            <a:pPr lvl="4"/>
            <a:r>
              <a:t>Nivel de texto 5</a:t>
            </a:r>
          </a:p>
        </p:txBody>
      </p:sp>
      <p:sp>
        <p:nvSpPr>
          <p:cNvPr id="23"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extLst>
      <p:ext uri="{BB962C8B-B14F-4D97-AF65-F5344CB8AC3E}">
        <p14:creationId xmlns:p14="http://schemas.microsoft.com/office/powerpoint/2010/main" val="580737164"/>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ítulo (centro)">
    <p:spTree>
      <p:nvGrpSpPr>
        <p:cNvPr id="1" name=""/>
        <p:cNvGrpSpPr/>
        <p:nvPr/>
      </p:nvGrpSpPr>
      <p:grpSpPr>
        <a:xfrm>
          <a:off x="0" y="0"/>
          <a:ext cx="0" cy="0"/>
          <a:chOff x="0" y="0"/>
          <a:chExt cx="0" cy="0"/>
        </a:xfrm>
      </p:grpSpPr>
      <p:sp>
        <p:nvSpPr>
          <p:cNvPr id="30" name="Texto del título"/>
          <p:cNvSpPr txBox="1">
            <a:spLocks noGrp="1"/>
          </p:cNvSpPr>
          <p:nvPr>
            <p:ph type="title"/>
          </p:nvPr>
        </p:nvSpPr>
        <p:spPr>
          <a:xfrm>
            <a:off x="2490926" y="2005986"/>
            <a:ext cx="7583212" cy="1677629"/>
          </a:xfrm>
          <a:prstGeom prst="rect">
            <a:avLst/>
          </a:prstGeom>
        </p:spPr>
        <p:txBody>
          <a:bodyPr/>
          <a:lstStyle/>
          <a:p>
            <a:r>
              <a:t>Texto del título</a:t>
            </a:r>
          </a:p>
        </p:txBody>
      </p:sp>
      <p:sp>
        <p:nvSpPr>
          <p:cNvPr id="31"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extLst>
      <p:ext uri="{BB962C8B-B14F-4D97-AF65-F5344CB8AC3E}">
        <p14:creationId xmlns:p14="http://schemas.microsoft.com/office/powerpoint/2010/main" val="3230381788"/>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Foto (vertical)">
    <p:spTree>
      <p:nvGrpSpPr>
        <p:cNvPr id="1" name=""/>
        <p:cNvGrpSpPr/>
        <p:nvPr/>
      </p:nvGrpSpPr>
      <p:grpSpPr>
        <a:xfrm>
          <a:off x="0" y="0"/>
          <a:ext cx="0" cy="0"/>
          <a:chOff x="0" y="0"/>
          <a:chExt cx="0" cy="0"/>
        </a:xfrm>
      </p:grpSpPr>
      <p:sp>
        <p:nvSpPr>
          <p:cNvPr id="38" name="Imagen"/>
          <p:cNvSpPr>
            <a:spLocks noGrp="1"/>
          </p:cNvSpPr>
          <p:nvPr>
            <p:ph type="pic" sz="half" idx="13"/>
          </p:nvPr>
        </p:nvSpPr>
        <p:spPr>
          <a:xfrm>
            <a:off x="6438981" y="691684"/>
            <a:ext cx="3865230" cy="4174715"/>
          </a:xfrm>
          <a:prstGeom prst="rect">
            <a:avLst/>
          </a:prstGeom>
        </p:spPr>
        <p:txBody>
          <a:bodyPr lIns="91439" tIns="45719" rIns="91439" bIns="45719" anchor="t">
            <a:noAutofit/>
          </a:bodyPr>
          <a:lstStyle/>
          <a:p>
            <a:endParaRPr/>
          </a:p>
        </p:txBody>
      </p:sp>
      <p:sp>
        <p:nvSpPr>
          <p:cNvPr id="39" name="Texto del título"/>
          <p:cNvSpPr txBox="1">
            <a:spLocks noGrp="1"/>
          </p:cNvSpPr>
          <p:nvPr>
            <p:ph type="title"/>
          </p:nvPr>
        </p:nvSpPr>
        <p:spPr>
          <a:xfrm>
            <a:off x="2260852" y="689692"/>
            <a:ext cx="3865230" cy="2026060"/>
          </a:xfrm>
          <a:prstGeom prst="rect">
            <a:avLst/>
          </a:prstGeom>
        </p:spPr>
        <p:txBody>
          <a:bodyPr anchor="b"/>
          <a:lstStyle>
            <a:lvl1pPr>
              <a:defRPr sz="3468"/>
            </a:lvl1pPr>
          </a:lstStyle>
          <a:p>
            <a:r>
              <a:t>Texto del título</a:t>
            </a:r>
          </a:p>
        </p:txBody>
      </p:sp>
      <p:sp>
        <p:nvSpPr>
          <p:cNvPr id="40" name="Nivel de texto 1…"/>
          <p:cNvSpPr txBox="1">
            <a:spLocks noGrp="1"/>
          </p:cNvSpPr>
          <p:nvPr>
            <p:ph type="body" sz="quarter" idx="1"/>
          </p:nvPr>
        </p:nvSpPr>
        <p:spPr>
          <a:xfrm>
            <a:off x="2260852" y="2767371"/>
            <a:ext cx="3865230" cy="2090584"/>
          </a:xfrm>
          <a:prstGeom prst="rect">
            <a:avLst/>
          </a:prstGeom>
        </p:spPr>
        <p:txBody>
          <a:bodyPr anchor="t"/>
          <a:lstStyle>
            <a:lvl1pPr marL="0" indent="0" algn="ctr">
              <a:spcBef>
                <a:spcPts val="0"/>
              </a:spcBef>
              <a:buSzTx/>
              <a:buNone/>
              <a:defRPr sz="2096"/>
            </a:lvl1pPr>
            <a:lvl2pPr marL="0" indent="0" algn="ctr">
              <a:spcBef>
                <a:spcPts val="0"/>
              </a:spcBef>
              <a:buSzTx/>
              <a:buNone/>
              <a:defRPr sz="2096"/>
            </a:lvl2pPr>
            <a:lvl3pPr marL="0" indent="0" algn="ctr">
              <a:spcBef>
                <a:spcPts val="0"/>
              </a:spcBef>
              <a:buSzTx/>
              <a:buNone/>
              <a:defRPr sz="2096"/>
            </a:lvl3pPr>
            <a:lvl4pPr marL="0" indent="0" algn="ctr">
              <a:spcBef>
                <a:spcPts val="0"/>
              </a:spcBef>
              <a:buSzTx/>
              <a:buNone/>
              <a:defRPr sz="2096"/>
            </a:lvl4pPr>
            <a:lvl5pPr marL="0" indent="0" algn="ctr">
              <a:spcBef>
                <a:spcPts val="0"/>
              </a:spcBef>
              <a:buSzTx/>
              <a:buNone/>
              <a:defRPr sz="2096"/>
            </a:lvl5pPr>
          </a:lstStyle>
          <a:p>
            <a:r>
              <a:t>Nivel de texto 1</a:t>
            </a:r>
          </a:p>
          <a:p>
            <a:pPr lvl="1"/>
            <a:r>
              <a:t>Nivel de texto 2</a:t>
            </a:r>
          </a:p>
          <a:p>
            <a:pPr lvl="2"/>
            <a:r>
              <a:t>Nivel de texto 3</a:t>
            </a:r>
          </a:p>
          <a:p>
            <a:pPr lvl="3"/>
            <a:r>
              <a:t>Nivel de texto 4</a:t>
            </a:r>
          </a:p>
          <a:p>
            <a:pPr lvl="4"/>
            <a:r>
              <a:t>Nivel de texto 5</a:t>
            </a:r>
          </a:p>
        </p:txBody>
      </p:sp>
      <p:sp>
        <p:nvSpPr>
          <p:cNvPr id="41"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extLst>
      <p:ext uri="{BB962C8B-B14F-4D97-AF65-F5344CB8AC3E}">
        <p14:creationId xmlns:p14="http://schemas.microsoft.com/office/powerpoint/2010/main" val="3586043396"/>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ítulo (arriba)">
    <p:spTree>
      <p:nvGrpSpPr>
        <p:cNvPr id="1" name=""/>
        <p:cNvGrpSpPr/>
        <p:nvPr/>
      </p:nvGrpSpPr>
      <p:grpSpPr>
        <a:xfrm>
          <a:off x="0" y="0"/>
          <a:ext cx="0" cy="0"/>
          <a:chOff x="0" y="0"/>
          <a:chExt cx="0" cy="0"/>
        </a:xfrm>
      </p:grpSpPr>
      <p:sp>
        <p:nvSpPr>
          <p:cNvPr id="48" name="Texto del título"/>
          <p:cNvSpPr txBox="1">
            <a:spLocks noGrp="1"/>
          </p:cNvSpPr>
          <p:nvPr>
            <p:ph type="title"/>
          </p:nvPr>
        </p:nvSpPr>
        <p:spPr>
          <a:prstGeom prst="rect">
            <a:avLst/>
          </a:prstGeom>
        </p:spPr>
        <p:txBody>
          <a:bodyPr/>
          <a:lstStyle/>
          <a:p>
            <a:r>
              <a:t>Texto del título</a:t>
            </a:r>
          </a:p>
        </p:txBody>
      </p:sp>
      <p:sp>
        <p:nvSpPr>
          <p:cNvPr id="49"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extLst>
      <p:ext uri="{BB962C8B-B14F-4D97-AF65-F5344CB8AC3E}">
        <p14:creationId xmlns:p14="http://schemas.microsoft.com/office/powerpoint/2010/main" val="3826950871"/>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ítulo y viñetas">
    <p:spTree>
      <p:nvGrpSpPr>
        <p:cNvPr id="1" name=""/>
        <p:cNvGrpSpPr/>
        <p:nvPr/>
      </p:nvGrpSpPr>
      <p:grpSpPr>
        <a:xfrm>
          <a:off x="0" y="0"/>
          <a:ext cx="0" cy="0"/>
          <a:chOff x="0" y="0"/>
          <a:chExt cx="0" cy="0"/>
        </a:xfrm>
      </p:grpSpPr>
      <p:sp>
        <p:nvSpPr>
          <p:cNvPr id="56" name="Texto del título"/>
          <p:cNvSpPr txBox="1">
            <a:spLocks noGrp="1"/>
          </p:cNvSpPr>
          <p:nvPr>
            <p:ph type="title"/>
          </p:nvPr>
        </p:nvSpPr>
        <p:spPr>
          <a:prstGeom prst="rect">
            <a:avLst/>
          </a:prstGeom>
        </p:spPr>
        <p:txBody>
          <a:bodyPr/>
          <a:lstStyle/>
          <a:p>
            <a:r>
              <a:t>Texto del título</a:t>
            </a:r>
          </a:p>
        </p:txBody>
      </p:sp>
      <p:sp>
        <p:nvSpPr>
          <p:cNvPr id="57" name="Nivel de texto 1…"/>
          <p:cNvSpPr txBox="1">
            <a:spLocks noGrp="1"/>
          </p:cNvSpPr>
          <p:nvPr>
            <p:ph type="body" sz="half" idx="1"/>
          </p:nvPr>
        </p:nvSpPr>
        <p:spPr>
          <a:xfrm>
            <a:off x="2260853" y="1683364"/>
            <a:ext cx="8043358" cy="3193948"/>
          </a:xfrm>
          <a:prstGeom prst="rect">
            <a:avLst/>
          </a:prstGeom>
        </p:spPr>
        <p:txBody>
          <a:bodyPr/>
          <a:lstStyle/>
          <a:p>
            <a:r>
              <a:t>Nivel de texto 1</a:t>
            </a:r>
          </a:p>
          <a:p>
            <a:pPr lvl="1"/>
            <a:r>
              <a:t>Nivel de texto 2</a:t>
            </a:r>
          </a:p>
          <a:p>
            <a:pPr lvl="2"/>
            <a:r>
              <a:t>Nivel de texto 3</a:t>
            </a:r>
          </a:p>
          <a:p>
            <a:pPr lvl="3"/>
            <a:r>
              <a:t>Nivel de texto 4</a:t>
            </a:r>
          </a:p>
          <a:p>
            <a:pPr lvl="4"/>
            <a:r>
              <a:t>Nivel de texto 5</a:t>
            </a:r>
          </a:p>
        </p:txBody>
      </p:sp>
      <p:sp>
        <p:nvSpPr>
          <p:cNvPr id="58"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extLst>
      <p:ext uri="{BB962C8B-B14F-4D97-AF65-F5344CB8AC3E}">
        <p14:creationId xmlns:p14="http://schemas.microsoft.com/office/powerpoint/2010/main" val="82191570"/>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ítulo, viñetas y foto">
    <p:spTree>
      <p:nvGrpSpPr>
        <p:cNvPr id="1" name=""/>
        <p:cNvGrpSpPr/>
        <p:nvPr/>
      </p:nvGrpSpPr>
      <p:grpSpPr>
        <a:xfrm>
          <a:off x="0" y="0"/>
          <a:ext cx="0" cy="0"/>
          <a:chOff x="0" y="0"/>
          <a:chExt cx="0" cy="0"/>
        </a:xfrm>
      </p:grpSpPr>
      <p:sp>
        <p:nvSpPr>
          <p:cNvPr id="65" name="Imagen"/>
          <p:cNvSpPr>
            <a:spLocks noGrp="1"/>
          </p:cNvSpPr>
          <p:nvPr>
            <p:ph type="pic" sz="quarter" idx="13"/>
          </p:nvPr>
        </p:nvSpPr>
        <p:spPr>
          <a:xfrm>
            <a:off x="6438981" y="1683364"/>
            <a:ext cx="3865230" cy="3193948"/>
          </a:xfrm>
          <a:prstGeom prst="rect">
            <a:avLst/>
          </a:prstGeom>
        </p:spPr>
        <p:txBody>
          <a:bodyPr lIns="91439" tIns="45719" rIns="91439" bIns="45719" anchor="t">
            <a:noAutofit/>
          </a:bodyPr>
          <a:lstStyle/>
          <a:p>
            <a:endParaRPr/>
          </a:p>
        </p:txBody>
      </p:sp>
      <p:sp>
        <p:nvSpPr>
          <p:cNvPr id="66" name="Texto del título"/>
          <p:cNvSpPr txBox="1">
            <a:spLocks noGrp="1"/>
          </p:cNvSpPr>
          <p:nvPr>
            <p:ph type="title"/>
          </p:nvPr>
        </p:nvSpPr>
        <p:spPr>
          <a:prstGeom prst="rect">
            <a:avLst/>
          </a:prstGeom>
        </p:spPr>
        <p:txBody>
          <a:bodyPr/>
          <a:lstStyle/>
          <a:p>
            <a:r>
              <a:t>Texto del título</a:t>
            </a:r>
          </a:p>
        </p:txBody>
      </p:sp>
      <p:sp>
        <p:nvSpPr>
          <p:cNvPr id="67" name="Nivel de texto 1…"/>
          <p:cNvSpPr txBox="1">
            <a:spLocks noGrp="1"/>
          </p:cNvSpPr>
          <p:nvPr>
            <p:ph type="body" sz="quarter" idx="1"/>
          </p:nvPr>
        </p:nvSpPr>
        <p:spPr>
          <a:xfrm>
            <a:off x="2260852" y="1683364"/>
            <a:ext cx="3865230" cy="3193948"/>
          </a:xfrm>
          <a:prstGeom prst="rect">
            <a:avLst/>
          </a:prstGeom>
        </p:spPr>
        <p:txBody>
          <a:bodyPr/>
          <a:lstStyle>
            <a:lvl1pPr marL="185835" indent="-185835">
              <a:spcBef>
                <a:spcPts val="1843"/>
              </a:spcBef>
              <a:defRPr sz="1517"/>
            </a:lvl1pPr>
            <a:lvl2pPr marL="309724" indent="-185835">
              <a:spcBef>
                <a:spcPts val="1843"/>
              </a:spcBef>
              <a:defRPr sz="1517"/>
            </a:lvl2pPr>
            <a:lvl3pPr marL="433614" indent="-185835">
              <a:spcBef>
                <a:spcPts val="1843"/>
              </a:spcBef>
              <a:defRPr sz="1517"/>
            </a:lvl3pPr>
            <a:lvl4pPr marL="557504" indent="-185835">
              <a:spcBef>
                <a:spcPts val="1843"/>
              </a:spcBef>
              <a:defRPr sz="1517"/>
            </a:lvl4pPr>
            <a:lvl5pPr marL="681394" indent="-185835">
              <a:spcBef>
                <a:spcPts val="1843"/>
              </a:spcBef>
              <a:defRPr sz="1517"/>
            </a:lvl5pPr>
          </a:lstStyle>
          <a:p>
            <a:r>
              <a:t>Nivel de texto 1</a:t>
            </a:r>
          </a:p>
          <a:p>
            <a:pPr lvl="1"/>
            <a:r>
              <a:t>Nivel de texto 2</a:t>
            </a:r>
          </a:p>
          <a:p>
            <a:pPr lvl="2"/>
            <a:r>
              <a:t>Nivel de texto 3</a:t>
            </a:r>
          </a:p>
          <a:p>
            <a:pPr lvl="3"/>
            <a:r>
              <a:t>Nivel de texto 4</a:t>
            </a:r>
          </a:p>
          <a:p>
            <a:pPr lvl="4"/>
            <a:r>
              <a:t>Nivel de texto 5</a:t>
            </a:r>
          </a:p>
        </p:txBody>
      </p:sp>
      <p:sp>
        <p:nvSpPr>
          <p:cNvPr id="68"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extLst>
      <p:ext uri="{BB962C8B-B14F-4D97-AF65-F5344CB8AC3E}">
        <p14:creationId xmlns:p14="http://schemas.microsoft.com/office/powerpoint/2010/main" val="302900464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Viñetas">
    <p:spTree>
      <p:nvGrpSpPr>
        <p:cNvPr id="1" name=""/>
        <p:cNvGrpSpPr/>
        <p:nvPr/>
      </p:nvGrpSpPr>
      <p:grpSpPr>
        <a:xfrm>
          <a:off x="0" y="0"/>
          <a:ext cx="0" cy="0"/>
          <a:chOff x="0" y="0"/>
          <a:chExt cx="0" cy="0"/>
        </a:xfrm>
      </p:grpSpPr>
      <p:sp>
        <p:nvSpPr>
          <p:cNvPr id="75" name="Nivel de texto 1…"/>
          <p:cNvSpPr txBox="1">
            <a:spLocks noGrp="1"/>
          </p:cNvSpPr>
          <p:nvPr>
            <p:ph type="body" idx="1"/>
          </p:nvPr>
        </p:nvSpPr>
        <p:spPr>
          <a:prstGeom prst="rect">
            <a:avLst/>
          </a:prstGeom>
        </p:spPr>
        <p:txBody>
          <a:bodyPr/>
          <a:lstStyle/>
          <a:p>
            <a:r>
              <a:t>Nivel de texto 1</a:t>
            </a:r>
          </a:p>
          <a:p>
            <a:pPr lvl="1"/>
            <a:r>
              <a:t>Nivel de texto 2</a:t>
            </a:r>
          </a:p>
          <a:p>
            <a:pPr lvl="2"/>
            <a:r>
              <a:t>Nivel de texto 3</a:t>
            </a:r>
          </a:p>
          <a:p>
            <a:pPr lvl="3"/>
            <a:r>
              <a:t>Nivel de texto 4</a:t>
            </a:r>
          </a:p>
          <a:p>
            <a:pPr lvl="4"/>
            <a:r>
              <a:t>Nivel de texto 5</a:t>
            </a:r>
          </a:p>
        </p:txBody>
      </p:sp>
      <p:sp>
        <p:nvSpPr>
          <p:cNvPr id="76"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extLst>
      <p:ext uri="{BB962C8B-B14F-4D97-AF65-F5344CB8AC3E}">
        <p14:creationId xmlns:p14="http://schemas.microsoft.com/office/powerpoint/2010/main" val="4093436633"/>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3 fotos">
    <p:spTree>
      <p:nvGrpSpPr>
        <p:cNvPr id="1" name=""/>
        <p:cNvGrpSpPr/>
        <p:nvPr/>
      </p:nvGrpSpPr>
      <p:grpSpPr>
        <a:xfrm>
          <a:off x="0" y="0"/>
          <a:ext cx="0" cy="0"/>
          <a:chOff x="0" y="0"/>
          <a:chExt cx="0" cy="0"/>
        </a:xfrm>
      </p:grpSpPr>
      <p:sp>
        <p:nvSpPr>
          <p:cNvPr id="83" name="Imagen"/>
          <p:cNvSpPr>
            <a:spLocks noGrp="1"/>
          </p:cNvSpPr>
          <p:nvPr>
            <p:ph type="pic" sz="quarter" idx="13"/>
          </p:nvPr>
        </p:nvSpPr>
        <p:spPr>
          <a:xfrm>
            <a:off x="6448184" y="2889967"/>
            <a:ext cx="3865230" cy="1980893"/>
          </a:xfrm>
          <a:prstGeom prst="rect">
            <a:avLst/>
          </a:prstGeom>
        </p:spPr>
        <p:txBody>
          <a:bodyPr lIns="91439" tIns="45719" rIns="91439" bIns="45719" anchor="t">
            <a:noAutofit/>
          </a:bodyPr>
          <a:lstStyle/>
          <a:p>
            <a:endParaRPr/>
          </a:p>
        </p:txBody>
      </p:sp>
      <p:sp>
        <p:nvSpPr>
          <p:cNvPr id="84" name="Imagen"/>
          <p:cNvSpPr>
            <a:spLocks noGrp="1"/>
          </p:cNvSpPr>
          <p:nvPr>
            <p:ph type="pic" sz="quarter" idx="14"/>
          </p:nvPr>
        </p:nvSpPr>
        <p:spPr>
          <a:xfrm>
            <a:off x="6448184" y="689692"/>
            <a:ext cx="3865230" cy="1980893"/>
          </a:xfrm>
          <a:prstGeom prst="rect">
            <a:avLst/>
          </a:prstGeom>
        </p:spPr>
        <p:txBody>
          <a:bodyPr lIns="91439" tIns="45719" rIns="91439" bIns="45719" anchor="t">
            <a:noAutofit/>
          </a:bodyPr>
          <a:lstStyle/>
          <a:p>
            <a:endParaRPr/>
          </a:p>
        </p:txBody>
      </p:sp>
      <p:sp>
        <p:nvSpPr>
          <p:cNvPr id="85" name="Imagen"/>
          <p:cNvSpPr>
            <a:spLocks noGrp="1"/>
          </p:cNvSpPr>
          <p:nvPr>
            <p:ph type="pic" sz="half" idx="15"/>
          </p:nvPr>
        </p:nvSpPr>
        <p:spPr>
          <a:xfrm>
            <a:off x="2260852" y="689692"/>
            <a:ext cx="3865230" cy="4181168"/>
          </a:xfrm>
          <a:prstGeom prst="rect">
            <a:avLst/>
          </a:prstGeom>
        </p:spPr>
        <p:txBody>
          <a:bodyPr lIns="91439" tIns="45719" rIns="91439" bIns="45719" anchor="t">
            <a:noAutofit/>
          </a:bodyPr>
          <a:lstStyle/>
          <a:p>
            <a:endParaRPr/>
          </a:p>
        </p:txBody>
      </p:sp>
      <p:sp>
        <p:nvSpPr>
          <p:cNvPr id="86"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extLst>
      <p:ext uri="{BB962C8B-B14F-4D97-AF65-F5344CB8AC3E}">
        <p14:creationId xmlns:p14="http://schemas.microsoft.com/office/powerpoint/2010/main" val="884964993"/>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Cita">
    <p:spTree>
      <p:nvGrpSpPr>
        <p:cNvPr id="1" name=""/>
        <p:cNvGrpSpPr/>
        <p:nvPr/>
      </p:nvGrpSpPr>
      <p:grpSpPr>
        <a:xfrm>
          <a:off x="0" y="0"/>
          <a:ext cx="0" cy="0"/>
          <a:chOff x="0" y="0"/>
          <a:chExt cx="0" cy="0"/>
        </a:xfrm>
      </p:grpSpPr>
      <p:sp>
        <p:nvSpPr>
          <p:cNvPr id="93" name="– Juan Pérez"/>
          <p:cNvSpPr txBox="1">
            <a:spLocks noGrp="1"/>
          </p:cNvSpPr>
          <p:nvPr>
            <p:ph type="body" sz="quarter" idx="13"/>
          </p:nvPr>
        </p:nvSpPr>
        <p:spPr>
          <a:xfrm>
            <a:off x="2490926" y="3599733"/>
            <a:ext cx="7583212" cy="344452"/>
          </a:xfrm>
          <a:prstGeom prst="rect">
            <a:avLst/>
          </a:prstGeom>
        </p:spPr>
        <p:txBody>
          <a:bodyPr anchor="t">
            <a:spAutoFit/>
          </a:bodyPr>
          <a:lstStyle>
            <a:lvl1pPr marL="0" indent="0" algn="ctr">
              <a:spcBef>
                <a:spcPts val="0"/>
              </a:spcBef>
              <a:buSzTx/>
              <a:buNone/>
              <a:defRPr sz="1301" i="1"/>
            </a:lvl1pPr>
          </a:lstStyle>
          <a:p>
            <a:r>
              <a:t>– Juan Pérez</a:t>
            </a:r>
          </a:p>
        </p:txBody>
      </p:sp>
      <p:sp>
        <p:nvSpPr>
          <p:cNvPr id="94" name="“Escribe una cita aquí”"/>
          <p:cNvSpPr txBox="1">
            <a:spLocks noGrp="1"/>
          </p:cNvSpPr>
          <p:nvPr>
            <p:ph type="body" sz="quarter" idx="14"/>
          </p:nvPr>
        </p:nvSpPr>
        <p:spPr>
          <a:xfrm>
            <a:off x="2490926" y="2494295"/>
            <a:ext cx="7583212" cy="433451"/>
          </a:xfrm>
          <a:prstGeom prst="rect">
            <a:avLst/>
          </a:prstGeom>
        </p:spPr>
        <p:txBody>
          <a:bodyPr>
            <a:spAutoFit/>
          </a:bodyPr>
          <a:lstStyle>
            <a:lvl1pPr marL="0" indent="0" algn="ctr">
              <a:spcBef>
                <a:spcPts val="0"/>
              </a:spcBef>
              <a:buSzTx/>
              <a:buNone/>
              <a:defRPr sz="1879">
                <a:latin typeface="+mn-lt"/>
                <a:ea typeface="+mn-ea"/>
                <a:cs typeface="+mn-cs"/>
                <a:sym typeface="Helvetica Neue Medium"/>
              </a:defRPr>
            </a:lvl1pPr>
          </a:lstStyle>
          <a:p>
            <a:r>
              <a:t>“Escribe una cita aquí” </a:t>
            </a:r>
          </a:p>
        </p:txBody>
      </p:sp>
      <p:sp>
        <p:nvSpPr>
          <p:cNvPr id="95"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extLst>
      <p:ext uri="{BB962C8B-B14F-4D97-AF65-F5344CB8AC3E}">
        <p14:creationId xmlns:p14="http://schemas.microsoft.com/office/powerpoint/2010/main" val="92823860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Foto">
    <p:spTree>
      <p:nvGrpSpPr>
        <p:cNvPr id="1" name=""/>
        <p:cNvGrpSpPr/>
        <p:nvPr/>
      </p:nvGrpSpPr>
      <p:grpSpPr>
        <a:xfrm>
          <a:off x="0" y="0"/>
          <a:ext cx="0" cy="0"/>
          <a:chOff x="0" y="0"/>
          <a:chExt cx="0" cy="0"/>
        </a:xfrm>
      </p:grpSpPr>
      <p:sp>
        <p:nvSpPr>
          <p:cNvPr id="102" name="Imagen"/>
          <p:cNvSpPr>
            <a:spLocks noGrp="1"/>
          </p:cNvSpPr>
          <p:nvPr>
            <p:ph type="pic" idx="13"/>
          </p:nvPr>
        </p:nvSpPr>
        <p:spPr>
          <a:xfrm>
            <a:off x="1570633" y="367071"/>
            <a:ext cx="9423797" cy="4955458"/>
          </a:xfrm>
          <a:prstGeom prst="rect">
            <a:avLst/>
          </a:prstGeom>
        </p:spPr>
        <p:txBody>
          <a:bodyPr lIns="91439" tIns="45719" rIns="91439" bIns="45719" anchor="t">
            <a:noAutofit/>
          </a:bodyPr>
          <a:lstStyle/>
          <a:p>
            <a:endParaRPr/>
          </a:p>
        </p:txBody>
      </p:sp>
      <p:sp>
        <p:nvSpPr>
          <p:cNvPr id="103"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extLst>
      <p:ext uri="{BB962C8B-B14F-4D97-AF65-F5344CB8AC3E}">
        <p14:creationId xmlns:p14="http://schemas.microsoft.com/office/powerpoint/2010/main" val="3534477131"/>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En blanco">
    <p:spTree>
      <p:nvGrpSpPr>
        <p:cNvPr id="1" name=""/>
        <p:cNvGrpSpPr/>
        <p:nvPr/>
      </p:nvGrpSpPr>
      <p:grpSpPr>
        <a:xfrm>
          <a:off x="0" y="0"/>
          <a:ext cx="0" cy="0"/>
          <a:chOff x="0" y="0"/>
          <a:chExt cx="0" cy="0"/>
        </a:xfrm>
      </p:grpSpPr>
      <p:sp>
        <p:nvSpPr>
          <p:cNvPr id="110"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extLst>
      <p:ext uri="{BB962C8B-B14F-4D97-AF65-F5344CB8AC3E}">
        <p14:creationId xmlns:p14="http://schemas.microsoft.com/office/powerpoint/2010/main" val="289893117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Nivel de texto 1…"/>
          <p:cNvSpPr txBox="1">
            <a:spLocks noGrp="1"/>
          </p:cNvSpPr>
          <p:nvPr>
            <p:ph type="body" idx="1"/>
          </p:nvPr>
        </p:nvSpPr>
        <p:spPr>
          <a:xfrm>
            <a:off x="2260853" y="1012313"/>
            <a:ext cx="8043358" cy="3664975"/>
          </a:xfrm>
          <a:prstGeom prst="rect">
            <a:avLst/>
          </a:prstGeom>
          <a:ln w="12700">
            <a:miter lim="400000"/>
          </a:ln>
          <a:extLst>
            <a:ext uri="{C572A759-6A51-4108-AA02-DFA0A04FC94B}">
              <ma14:wrappingTextBoxFlag xmlns:ma14="http://schemas.microsoft.com/office/mac/drawingml/2011/main" xmlns="" val="1"/>
            </a:ext>
          </a:extLst>
        </p:spPr>
        <p:txBody>
          <a:bodyPr lIns="71437" tIns="71437" rIns="71437" bIns="71437" anchor="ctr">
            <a:normAutofit/>
          </a:bodyPr>
          <a:lstStyle/>
          <a:p>
            <a:r>
              <a:t>Nivel de texto 1</a:t>
            </a:r>
          </a:p>
          <a:p>
            <a:pPr lvl="1"/>
            <a:r>
              <a:t>Nivel de texto 2</a:t>
            </a:r>
          </a:p>
          <a:p>
            <a:pPr lvl="2"/>
            <a:r>
              <a:t>Nivel de texto 3</a:t>
            </a:r>
          </a:p>
          <a:p>
            <a:pPr lvl="3"/>
            <a:r>
              <a:t>Nivel de texto 4</a:t>
            </a:r>
          </a:p>
          <a:p>
            <a:pPr lvl="4"/>
            <a:r>
              <a:t>Nivel de texto 5</a:t>
            </a:r>
          </a:p>
        </p:txBody>
      </p:sp>
      <p:sp>
        <p:nvSpPr>
          <p:cNvPr id="3" name="Texto del título"/>
          <p:cNvSpPr txBox="1">
            <a:spLocks noGrp="1"/>
          </p:cNvSpPr>
          <p:nvPr>
            <p:ph type="title"/>
          </p:nvPr>
        </p:nvSpPr>
        <p:spPr>
          <a:xfrm>
            <a:off x="2260853" y="496119"/>
            <a:ext cx="8043358" cy="1096912"/>
          </a:xfrm>
          <a:prstGeom prst="rect">
            <a:avLst/>
          </a:prstGeom>
          <a:ln w="12700">
            <a:miter lim="400000"/>
          </a:ln>
          <a:extLst>
            <a:ext uri="{C572A759-6A51-4108-AA02-DFA0A04FC94B}">
              <ma14:wrappingTextBoxFlag xmlns:ma14="http://schemas.microsoft.com/office/mac/drawingml/2011/main" xmlns="" val="1"/>
            </a:ext>
          </a:extLst>
        </p:spPr>
        <p:txBody>
          <a:bodyPr lIns="71437" tIns="71437" rIns="71437" bIns="71437" anchor="ctr">
            <a:normAutofit/>
          </a:bodyPr>
          <a:lstStyle/>
          <a:p>
            <a:r>
              <a:t>Texto del título</a:t>
            </a:r>
          </a:p>
        </p:txBody>
      </p:sp>
      <p:sp>
        <p:nvSpPr>
          <p:cNvPr id="4" name="Número de diapositiva"/>
          <p:cNvSpPr txBox="1">
            <a:spLocks noGrp="1"/>
          </p:cNvSpPr>
          <p:nvPr>
            <p:ph type="sldNum" sz="quarter" idx="2"/>
          </p:nvPr>
        </p:nvSpPr>
        <p:spPr>
          <a:xfrm>
            <a:off x="6152667" y="5090242"/>
            <a:ext cx="338233" cy="277704"/>
          </a:xfrm>
          <a:prstGeom prst="rect">
            <a:avLst/>
          </a:prstGeom>
          <a:ln w="12700">
            <a:miter lim="400000"/>
          </a:ln>
        </p:spPr>
        <p:txBody>
          <a:bodyPr wrap="none" lIns="71437" tIns="71437" rIns="71437" bIns="71437">
            <a:spAutoFit/>
          </a:bodyPr>
          <a:lstStyle>
            <a:lvl1pPr>
              <a:defRPr sz="867" b="0">
                <a:latin typeface="Helvetica Neue Light"/>
                <a:ea typeface="Helvetica Neue Light"/>
                <a:cs typeface="Helvetica Neue Light"/>
                <a:sym typeface="Helvetica Neue Light"/>
              </a:defRPr>
            </a:lvl1pPr>
          </a:lstStyle>
          <a:p>
            <a:fld id="{86CB4B4D-7CA3-9044-876B-883B54F8677D}" type="slidenum">
              <a:t>‹Nº›</a:t>
            </a:fld>
            <a:endParaRPr/>
          </a:p>
        </p:txBody>
      </p:sp>
    </p:spTree>
    <p:extLst>
      <p:ext uri="{BB962C8B-B14F-4D97-AF65-F5344CB8AC3E}">
        <p14:creationId xmlns:p14="http://schemas.microsoft.com/office/powerpoint/2010/main" val="985713022"/>
      </p:ext>
    </p:extLst>
  </p:cSld>
  <p:clrMap bg1="dk1" tx1="lt1" bg2="dk2" tx2="lt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Lst>
  <p:transition spd="med"/>
  <p:txStyles>
    <p:titleStyle>
      <a:lvl1pPr marL="0" marR="0" indent="0" algn="ctr" defTabSz="340792" rtl="0" latinLnBrk="0">
        <a:lnSpc>
          <a:spcPct val="100000"/>
        </a:lnSpc>
        <a:spcBef>
          <a:spcPts val="0"/>
        </a:spcBef>
        <a:spcAft>
          <a:spcPts val="0"/>
        </a:spcAft>
        <a:buClrTx/>
        <a:buSzTx/>
        <a:buFontTx/>
        <a:buNone/>
        <a:tabLst/>
        <a:defRPr sz="4625" b="0" i="0" u="none" strike="noStrike" cap="none" spc="0" baseline="0">
          <a:ln>
            <a:noFill/>
          </a:ln>
          <a:solidFill>
            <a:srgbClr val="FFFFFF"/>
          </a:solidFill>
          <a:uFillTx/>
          <a:latin typeface="+mn-lt"/>
          <a:ea typeface="+mn-ea"/>
          <a:cs typeface="+mn-cs"/>
          <a:sym typeface="Helvetica Neue Medium"/>
        </a:defRPr>
      </a:lvl1pPr>
      <a:lvl2pPr marL="0" marR="0" indent="0" algn="ctr" defTabSz="340792" rtl="0" latinLnBrk="0">
        <a:lnSpc>
          <a:spcPct val="100000"/>
        </a:lnSpc>
        <a:spcBef>
          <a:spcPts val="0"/>
        </a:spcBef>
        <a:spcAft>
          <a:spcPts val="0"/>
        </a:spcAft>
        <a:buClrTx/>
        <a:buSzTx/>
        <a:buFontTx/>
        <a:buNone/>
        <a:tabLst/>
        <a:defRPr sz="4625" b="0" i="0" u="none" strike="noStrike" cap="none" spc="0" baseline="0">
          <a:ln>
            <a:noFill/>
          </a:ln>
          <a:solidFill>
            <a:srgbClr val="FFFFFF"/>
          </a:solidFill>
          <a:uFillTx/>
          <a:latin typeface="+mn-lt"/>
          <a:ea typeface="+mn-ea"/>
          <a:cs typeface="+mn-cs"/>
          <a:sym typeface="Helvetica Neue Medium"/>
        </a:defRPr>
      </a:lvl2pPr>
      <a:lvl3pPr marL="0" marR="0" indent="0" algn="ctr" defTabSz="340792" rtl="0" latinLnBrk="0">
        <a:lnSpc>
          <a:spcPct val="100000"/>
        </a:lnSpc>
        <a:spcBef>
          <a:spcPts val="0"/>
        </a:spcBef>
        <a:spcAft>
          <a:spcPts val="0"/>
        </a:spcAft>
        <a:buClrTx/>
        <a:buSzTx/>
        <a:buFontTx/>
        <a:buNone/>
        <a:tabLst/>
        <a:defRPr sz="4625" b="0" i="0" u="none" strike="noStrike" cap="none" spc="0" baseline="0">
          <a:ln>
            <a:noFill/>
          </a:ln>
          <a:solidFill>
            <a:srgbClr val="FFFFFF"/>
          </a:solidFill>
          <a:uFillTx/>
          <a:latin typeface="+mn-lt"/>
          <a:ea typeface="+mn-ea"/>
          <a:cs typeface="+mn-cs"/>
          <a:sym typeface="Helvetica Neue Medium"/>
        </a:defRPr>
      </a:lvl3pPr>
      <a:lvl4pPr marL="0" marR="0" indent="0" algn="ctr" defTabSz="340792" rtl="0" latinLnBrk="0">
        <a:lnSpc>
          <a:spcPct val="100000"/>
        </a:lnSpc>
        <a:spcBef>
          <a:spcPts val="0"/>
        </a:spcBef>
        <a:spcAft>
          <a:spcPts val="0"/>
        </a:spcAft>
        <a:buClrTx/>
        <a:buSzTx/>
        <a:buFontTx/>
        <a:buNone/>
        <a:tabLst/>
        <a:defRPr sz="4625" b="0" i="0" u="none" strike="noStrike" cap="none" spc="0" baseline="0">
          <a:ln>
            <a:noFill/>
          </a:ln>
          <a:solidFill>
            <a:srgbClr val="FFFFFF"/>
          </a:solidFill>
          <a:uFillTx/>
          <a:latin typeface="+mn-lt"/>
          <a:ea typeface="+mn-ea"/>
          <a:cs typeface="+mn-cs"/>
          <a:sym typeface="Helvetica Neue Medium"/>
        </a:defRPr>
      </a:lvl4pPr>
      <a:lvl5pPr marL="0" marR="0" indent="0" algn="ctr" defTabSz="340792" rtl="0" latinLnBrk="0">
        <a:lnSpc>
          <a:spcPct val="100000"/>
        </a:lnSpc>
        <a:spcBef>
          <a:spcPts val="0"/>
        </a:spcBef>
        <a:spcAft>
          <a:spcPts val="0"/>
        </a:spcAft>
        <a:buClrTx/>
        <a:buSzTx/>
        <a:buFontTx/>
        <a:buNone/>
        <a:tabLst/>
        <a:defRPr sz="4625" b="0" i="0" u="none" strike="noStrike" cap="none" spc="0" baseline="0">
          <a:ln>
            <a:noFill/>
          </a:ln>
          <a:solidFill>
            <a:srgbClr val="FFFFFF"/>
          </a:solidFill>
          <a:uFillTx/>
          <a:latin typeface="+mn-lt"/>
          <a:ea typeface="+mn-ea"/>
          <a:cs typeface="+mn-cs"/>
          <a:sym typeface="Helvetica Neue Medium"/>
        </a:defRPr>
      </a:lvl5pPr>
      <a:lvl6pPr marL="0" marR="0" indent="0" algn="ctr" defTabSz="340792" rtl="0" latinLnBrk="0">
        <a:lnSpc>
          <a:spcPct val="100000"/>
        </a:lnSpc>
        <a:spcBef>
          <a:spcPts val="0"/>
        </a:spcBef>
        <a:spcAft>
          <a:spcPts val="0"/>
        </a:spcAft>
        <a:buClrTx/>
        <a:buSzTx/>
        <a:buFontTx/>
        <a:buNone/>
        <a:tabLst/>
        <a:defRPr sz="4625" b="0" i="0" u="none" strike="noStrike" cap="none" spc="0" baseline="0">
          <a:ln>
            <a:noFill/>
          </a:ln>
          <a:solidFill>
            <a:srgbClr val="FFFFFF"/>
          </a:solidFill>
          <a:uFillTx/>
          <a:latin typeface="+mn-lt"/>
          <a:ea typeface="+mn-ea"/>
          <a:cs typeface="+mn-cs"/>
          <a:sym typeface="Helvetica Neue Medium"/>
        </a:defRPr>
      </a:lvl6pPr>
      <a:lvl7pPr marL="0" marR="0" indent="0" algn="ctr" defTabSz="340792" rtl="0" latinLnBrk="0">
        <a:lnSpc>
          <a:spcPct val="100000"/>
        </a:lnSpc>
        <a:spcBef>
          <a:spcPts val="0"/>
        </a:spcBef>
        <a:spcAft>
          <a:spcPts val="0"/>
        </a:spcAft>
        <a:buClrTx/>
        <a:buSzTx/>
        <a:buFontTx/>
        <a:buNone/>
        <a:tabLst/>
        <a:defRPr sz="4625" b="0" i="0" u="none" strike="noStrike" cap="none" spc="0" baseline="0">
          <a:ln>
            <a:noFill/>
          </a:ln>
          <a:solidFill>
            <a:srgbClr val="FFFFFF"/>
          </a:solidFill>
          <a:uFillTx/>
          <a:latin typeface="+mn-lt"/>
          <a:ea typeface="+mn-ea"/>
          <a:cs typeface="+mn-cs"/>
          <a:sym typeface="Helvetica Neue Medium"/>
        </a:defRPr>
      </a:lvl7pPr>
      <a:lvl8pPr marL="0" marR="0" indent="0" algn="ctr" defTabSz="340792" rtl="0" latinLnBrk="0">
        <a:lnSpc>
          <a:spcPct val="100000"/>
        </a:lnSpc>
        <a:spcBef>
          <a:spcPts val="0"/>
        </a:spcBef>
        <a:spcAft>
          <a:spcPts val="0"/>
        </a:spcAft>
        <a:buClrTx/>
        <a:buSzTx/>
        <a:buFontTx/>
        <a:buNone/>
        <a:tabLst/>
        <a:defRPr sz="4625" b="0" i="0" u="none" strike="noStrike" cap="none" spc="0" baseline="0">
          <a:ln>
            <a:noFill/>
          </a:ln>
          <a:solidFill>
            <a:srgbClr val="FFFFFF"/>
          </a:solidFill>
          <a:uFillTx/>
          <a:latin typeface="+mn-lt"/>
          <a:ea typeface="+mn-ea"/>
          <a:cs typeface="+mn-cs"/>
          <a:sym typeface="Helvetica Neue Medium"/>
        </a:defRPr>
      </a:lvl8pPr>
      <a:lvl9pPr marL="0" marR="0" indent="0" algn="ctr" defTabSz="340792" rtl="0" latinLnBrk="0">
        <a:lnSpc>
          <a:spcPct val="100000"/>
        </a:lnSpc>
        <a:spcBef>
          <a:spcPts val="0"/>
        </a:spcBef>
        <a:spcAft>
          <a:spcPts val="0"/>
        </a:spcAft>
        <a:buClrTx/>
        <a:buSzTx/>
        <a:buFontTx/>
        <a:buNone/>
        <a:tabLst/>
        <a:defRPr sz="4625" b="0" i="0" u="none" strike="noStrike" cap="none" spc="0" baseline="0">
          <a:ln>
            <a:noFill/>
          </a:ln>
          <a:solidFill>
            <a:srgbClr val="FFFFFF"/>
          </a:solidFill>
          <a:uFillTx/>
          <a:latin typeface="+mn-lt"/>
          <a:ea typeface="+mn-ea"/>
          <a:cs typeface="+mn-cs"/>
          <a:sym typeface="Helvetica Neue Medium"/>
        </a:defRPr>
      </a:lvl9pPr>
    </p:titleStyle>
    <p:bodyStyle>
      <a:lvl1pPr marL="250934" marR="0" indent="-250934" algn="l" defTabSz="340792" rtl="0" latinLnBrk="0">
        <a:lnSpc>
          <a:spcPct val="100000"/>
        </a:lnSpc>
        <a:spcBef>
          <a:spcPts val="2421"/>
        </a:spcBef>
        <a:spcAft>
          <a:spcPts val="0"/>
        </a:spcAft>
        <a:buClrTx/>
        <a:buSzPct val="145000"/>
        <a:buFontTx/>
        <a:buChar char="•"/>
        <a:tabLst/>
        <a:defRPr sz="1807" b="0" i="0" u="none" strike="noStrike" cap="none" spc="0" baseline="0">
          <a:ln>
            <a:noFill/>
          </a:ln>
          <a:solidFill>
            <a:srgbClr val="FFFFFF"/>
          </a:solidFill>
          <a:uFillTx/>
          <a:latin typeface="Helvetica Neue"/>
          <a:ea typeface="Helvetica Neue"/>
          <a:cs typeface="Helvetica Neue"/>
          <a:sym typeface="Helvetica Neue"/>
        </a:defRPr>
      </a:lvl1pPr>
      <a:lvl2pPr marL="411532" marR="0" indent="-250934" algn="l" defTabSz="340792" rtl="0" latinLnBrk="0">
        <a:lnSpc>
          <a:spcPct val="100000"/>
        </a:lnSpc>
        <a:spcBef>
          <a:spcPts val="2421"/>
        </a:spcBef>
        <a:spcAft>
          <a:spcPts val="0"/>
        </a:spcAft>
        <a:buClrTx/>
        <a:buSzPct val="145000"/>
        <a:buFontTx/>
        <a:buChar char="•"/>
        <a:tabLst/>
        <a:defRPr sz="1807" b="0" i="0" u="none" strike="noStrike" cap="none" spc="0" baseline="0">
          <a:ln>
            <a:noFill/>
          </a:ln>
          <a:solidFill>
            <a:srgbClr val="FFFFFF"/>
          </a:solidFill>
          <a:uFillTx/>
          <a:latin typeface="Helvetica Neue"/>
          <a:ea typeface="Helvetica Neue"/>
          <a:cs typeface="Helvetica Neue"/>
          <a:sym typeface="Helvetica Neue"/>
        </a:defRPr>
      </a:lvl2pPr>
      <a:lvl3pPr marL="572130" marR="0" indent="-250934" algn="l" defTabSz="340792" rtl="0" latinLnBrk="0">
        <a:lnSpc>
          <a:spcPct val="100000"/>
        </a:lnSpc>
        <a:spcBef>
          <a:spcPts val="2421"/>
        </a:spcBef>
        <a:spcAft>
          <a:spcPts val="0"/>
        </a:spcAft>
        <a:buClrTx/>
        <a:buSzPct val="145000"/>
        <a:buFontTx/>
        <a:buChar char="•"/>
        <a:tabLst/>
        <a:defRPr sz="1807" b="0" i="0" u="none" strike="noStrike" cap="none" spc="0" baseline="0">
          <a:ln>
            <a:noFill/>
          </a:ln>
          <a:solidFill>
            <a:srgbClr val="FFFFFF"/>
          </a:solidFill>
          <a:uFillTx/>
          <a:latin typeface="Helvetica Neue"/>
          <a:ea typeface="Helvetica Neue"/>
          <a:cs typeface="Helvetica Neue"/>
          <a:sym typeface="Helvetica Neue"/>
        </a:defRPr>
      </a:lvl3pPr>
      <a:lvl4pPr marL="732728" marR="0" indent="-250934" algn="l" defTabSz="340792" rtl="0" latinLnBrk="0">
        <a:lnSpc>
          <a:spcPct val="100000"/>
        </a:lnSpc>
        <a:spcBef>
          <a:spcPts val="2421"/>
        </a:spcBef>
        <a:spcAft>
          <a:spcPts val="0"/>
        </a:spcAft>
        <a:buClrTx/>
        <a:buSzPct val="145000"/>
        <a:buFontTx/>
        <a:buChar char="•"/>
        <a:tabLst/>
        <a:defRPr sz="1807" b="0" i="0" u="none" strike="noStrike" cap="none" spc="0" baseline="0">
          <a:ln>
            <a:noFill/>
          </a:ln>
          <a:solidFill>
            <a:srgbClr val="FFFFFF"/>
          </a:solidFill>
          <a:uFillTx/>
          <a:latin typeface="Helvetica Neue"/>
          <a:ea typeface="Helvetica Neue"/>
          <a:cs typeface="Helvetica Neue"/>
          <a:sym typeface="Helvetica Neue"/>
        </a:defRPr>
      </a:lvl4pPr>
      <a:lvl5pPr marL="893325" marR="0" indent="-250934" algn="l" defTabSz="340792" rtl="0" latinLnBrk="0">
        <a:lnSpc>
          <a:spcPct val="100000"/>
        </a:lnSpc>
        <a:spcBef>
          <a:spcPts val="2421"/>
        </a:spcBef>
        <a:spcAft>
          <a:spcPts val="0"/>
        </a:spcAft>
        <a:buClrTx/>
        <a:buSzPct val="145000"/>
        <a:buFontTx/>
        <a:buChar char="•"/>
        <a:tabLst/>
        <a:defRPr sz="1807" b="0" i="0" u="none" strike="noStrike" cap="none" spc="0" baseline="0">
          <a:ln>
            <a:noFill/>
          </a:ln>
          <a:solidFill>
            <a:srgbClr val="FFFFFF"/>
          </a:solidFill>
          <a:uFillTx/>
          <a:latin typeface="Helvetica Neue"/>
          <a:ea typeface="Helvetica Neue"/>
          <a:cs typeface="Helvetica Neue"/>
          <a:sym typeface="Helvetica Neue"/>
        </a:defRPr>
      </a:lvl5pPr>
      <a:lvl6pPr marL="1053923" marR="0" indent="-250934" algn="l" defTabSz="340792" rtl="0" latinLnBrk="0">
        <a:lnSpc>
          <a:spcPct val="100000"/>
        </a:lnSpc>
        <a:spcBef>
          <a:spcPts val="2421"/>
        </a:spcBef>
        <a:spcAft>
          <a:spcPts val="0"/>
        </a:spcAft>
        <a:buClrTx/>
        <a:buSzPct val="145000"/>
        <a:buFontTx/>
        <a:buChar char="•"/>
        <a:tabLst/>
        <a:defRPr sz="1807" b="0" i="0" u="none" strike="noStrike" cap="none" spc="0" baseline="0">
          <a:ln>
            <a:noFill/>
          </a:ln>
          <a:solidFill>
            <a:srgbClr val="FFFFFF"/>
          </a:solidFill>
          <a:uFillTx/>
          <a:latin typeface="Helvetica Neue"/>
          <a:ea typeface="Helvetica Neue"/>
          <a:cs typeface="Helvetica Neue"/>
          <a:sym typeface="Helvetica Neue"/>
        </a:defRPr>
      </a:lvl6pPr>
      <a:lvl7pPr marL="1214521" marR="0" indent="-250934" algn="l" defTabSz="340792" rtl="0" latinLnBrk="0">
        <a:lnSpc>
          <a:spcPct val="100000"/>
        </a:lnSpc>
        <a:spcBef>
          <a:spcPts val="2421"/>
        </a:spcBef>
        <a:spcAft>
          <a:spcPts val="0"/>
        </a:spcAft>
        <a:buClrTx/>
        <a:buSzPct val="145000"/>
        <a:buFontTx/>
        <a:buChar char="•"/>
        <a:tabLst/>
        <a:defRPr sz="1807" b="0" i="0" u="none" strike="noStrike" cap="none" spc="0" baseline="0">
          <a:ln>
            <a:noFill/>
          </a:ln>
          <a:solidFill>
            <a:srgbClr val="FFFFFF"/>
          </a:solidFill>
          <a:uFillTx/>
          <a:latin typeface="Helvetica Neue"/>
          <a:ea typeface="Helvetica Neue"/>
          <a:cs typeface="Helvetica Neue"/>
          <a:sym typeface="Helvetica Neue"/>
        </a:defRPr>
      </a:lvl7pPr>
      <a:lvl8pPr marL="1375119" marR="0" indent="-250934" algn="l" defTabSz="340792" rtl="0" latinLnBrk="0">
        <a:lnSpc>
          <a:spcPct val="100000"/>
        </a:lnSpc>
        <a:spcBef>
          <a:spcPts val="2421"/>
        </a:spcBef>
        <a:spcAft>
          <a:spcPts val="0"/>
        </a:spcAft>
        <a:buClrTx/>
        <a:buSzPct val="145000"/>
        <a:buFontTx/>
        <a:buChar char="•"/>
        <a:tabLst/>
        <a:defRPr sz="1807" b="0" i="0" u="none" strike="noStrike" cap="none" spc="0" baseline="0">
          <a:ln>
            <a:noFill/>
          </a:ln>
          <a:solidFill>
            <a:srgbClr val="FFFFFF"/>
          </a:solidFill>
          <a:uFillTx/>
          <a:latin typeface="Helvetica Neue"/>
          <a:ea typeface="Helvetica Neue"/>
          <a:cs typeface="Helvetica Neue"/>
          <a:sym typeface="Helvetica Neue"/>
        </a:defRPr>
      </a:lvl8pPr>
      <a:lvl9pPr marL="1535717" marR="0" indent="-250934" algn="l" defTabSz="340792" rtl="0" latinLnBrk="0">
        <a:lnSpc>
          <a:spcPct val="100000"/>
        </a:lnSpc>
        <a:spcBef>
          <a:spcPts val="2421"/>
        </a:spcBef>
        <a:spcAft>
          <a:spcPts val="0"/>
        </a:spcAft>
        <a:buClrTx/>
        <a:buSzPct val="145000"/>
        <a:buFontTx/>
        <a:buChar char="•"/>
        <a:tabLst/>
        <a:defRPr sz="1807" b="0" i="0" u="none" strike="noStrike" cap="none" spc="0" baseline="0">
          <a:ln>
            <a:noFill/>
          </a:ln>
          <a:solidFill>
            <a:srgbClr val="FFFFFF"/>
          </a:solidFill>
          <a:uFillTx/>
          <a:latin typeface="Helvetica Neue"/>
          <a:ea typeface="Helvetica Neue"/>
          <a:cs typeface="Helvetica Neue"/>
          <a:sym typeface="Helvetica Neue"/>
        </a:defRPr>
      </a:lvl9pPr>
    </p:bodyStyle>
    <p:otherStyle>
      <a:lvl1pPr marL="0" marR="0" indent="0" algn="ctr" defTabSz="340792" latinLnBrk="0">
        <a:lnSpc>
          <a:spcPct val="100000"/>
        </a:lnSpc>
        <a:spcBef>
          <a:spcPts val="0"/>
        </a:spcBef>
        <a:spcAft>
          <a:spcPts val="0"/>
        </a:spcAft>
        <a:buClrTx/>
        <a:buSzTx/>
        <a:buFontTx/>
        <a:buNone/>
        <a:tabLst/>
        <a:defRPr sz="867" b="0" i="0" u="none" strike="noStrike" cap="none" spc="0" baseline="0">
          <a:ln>
            <a:noFill/>
          </a:ln>
          <a:solidFill>
            <a:schemeClr val="tx1"/>
          </a:solidFill>
          <a:uFillTx/>
          <a:latin typeface="+mn-lt"/>
          <a:ea typeface="+mn-ea"/>
          <a:cs typeface="+mn-cs"/>
          <a:sym typeface="Helvetica Neue Light"/>
        </a:defRPr>
      </a:lvl1pPr>
      <a:lvl2pPr marL="0" marR="0" indent="82593" algn="ctr" defTabSz="340792" latinLnBrk="0">
        <a:lnSpc>
          <a:spcPct val="100000"/>
        </a:lnSpc>
        <a:spcBef>
          <a:spcPts val="0"/>
        </a:spcBef>
        <a:spcAft>
          <a:spcPts val="0"/>
        </a:spcAft>
        <a:buClrTx/>
        <a:buSzTx/>
        <a:buFontTx/>
        <a:buNone/>
        <a:tabLst/>
        <a:defRPr sz="867" b="0" i="0" u="none" strike="noStrike" cap="none" spc="0" baseline="0">
          <a:ln>
            <a:noFill/>
          </a:ln>
          <a:solidFill>
            <a:schemeClr val="tx1"/>
          </a:solidFill>
          <a:uFillTx/>
          <a:latin typeface="+mn-lt"/>
          <a:ea typeface="+mn-ea"/>
          <a:cs typeface="+mn-cs"/>
          <a:sym typeface="Helvetica Neue Light"/>
        </a:defRPr>
      </a:lvl2pPr>
      <a:lvl3pPr marL="0" marR="0" indent="165186" algn="ctr" defTabSz="340792" latinLnBrk="0">
        <a:lnSpc>
          <a:spcPct val="100000"/>
        </a:lnSpc>
        <a:spcBef>
          <a:spcPts val="0"/>
        </a:spcBef>
        <a:spcAft>
          <a:spcPts val="0"/>
        </a:spcAft>
        <a:buClrTx/>
        <a:buSzTx/>
        <a:buFontTx/>
        <a:buNone/>
        <a:tabLst/>
        <a:defRPr sz="867" b="0" i="0" u="none" strike="noStrike" cap="none" spc="0" baseline="0">
          <a:ln>
            <a:noFill/>
          </a:ln>
          <a:solidFill>
            <a:schemeClr val="tx1"/>
          </a:solidFill>
          <a:uFillTx/>
          <a:latin typeface="+mn-lt"/>
          <a:ea typeface="+mn-ea"/>
          <a:cs typeface="+mn-cs"/>
          <a:sym typeface="Helvetica Neue Light"/>
        </a:defRPr>
      </a:lvl3pPr>
      <a:lvl4pPr marL="0" marR="0" indent="247780" algn="ctr" defTabSz="340792" latinLnBrk="0">
        <a:lnSpc>
          <a:spcPct val="100000"/>
        </a:lnSpc>
        <a:spcBef>
          <a:spcPts val="0"/>
        </a:spcBef>
        <a:spcAft>
          <a:spcPts val="0"/>
        </a:spcAft>
        <a:buClrTx/>
        <a:buSzTx/>
        <a:buFontTx/>
        <a:buNone/>
        <a:tabLst/>
        <a:defRPr sz="867" b="0" i="0" u="none" strike="noStrike" cap="none" spc="0" baseline="0">
          <a:ln>
            <a:noFill/>
          </a:ln>
          <a:solidFill>
            <a:schemeClr val="tx1"/>
          </a:solidFill>
          <a:uFillTx/>
          <a:latin typeface="+mn-lt"/>
          <a:ea typeface="+mn-ea"/>
          <a:cs typeface="+mn-cs"/>
          <a:sym typeface="Helvetica Neue Light"/>
        </a:defRPr>
      </a:lvl4pPr>
      <a:lvl5pPr marL="0" marR="0" indent="330373" algn="ctr" defTabSz="340792" latinLnBrk="0">
        <a:lnSpc>
          <a:spcPct val="100000"/>
        </a:lnSpc>
        <a:spcBef>
          <a:spcPts val="0"/>
        </a:spcBef>
        <a:spcAft>
          <a:spcPts val="0"/>
        </a:spcAft>
        <a:buClrTx/>
        <a:buSzTx/>
        <a:buFontTx/>
        <a:buNone/>
        <a:tabLst/>
        <a:defRPr sz="867" b="0" i="0" u="none" strike="noStrike" cap="none" spc="0" baseline="0">
          <a:ln>
            <a:noFill/>
          </a:ln>
          <a:solidFill>
            <a:schemeClr val="tx1"/>
          </a:solidFill>
          <a:uFillTx/>
          <a:latin typeface="+mn-lt"/>
          <a:ea typeface="+mn-ea"/>
          <a:cs typeface="+mn-cs"/>
          <a:sym typeface="Helvetica Neue Light"/>
        </a:defRPr>
      </a:lvl5pPr>
      <a:lvl6pPr marL="0" marR="0" indent="412966" algn="ctr" defTabSz="340792" latinLnBrk="0">
        <a:lnSpc>
          <a:spcPct val="100000"/>
        </a:lnSpc>
        <a:spcBef>
          <a:spcPts val="0"/>
        </a:spcBef>
        <a:spcAft>
          <a:spcPts val="0"/>
        </a:spcAft>
        <a:buClrTx/>
        <a:buSzTx/>
        <a:buFontTx/>
        <a:buNone/>
        <a:tabLst/>
        <a:defRPr sz="867" b="0" i="0" u="none" strike="noStrike" cap="none" spc="0" baseline="0">
          <a:ln>
            <a:noFill/>
          </a:ln>
          <a:solidFill>
            <a:schemeClr val="tx1"/>
          </a:solidFill>
          <a:uFillTx/>
          <a:latin typeface="+mn-lt"/>
          <a:ea typeface="+mn-ea"/>
          <a:cs typeface="+mn-cs"/>
          <a:sym typeface="Helvetica Neue Light"/>
        </a:defRPr>
      </a:lvl6pPr>
      <a:lvl7pPr marL="0" marR="0" indent="495559" algn="ctr" defTabSz="340792" latinLnBrk="0">
        <a:lnSpc>
          <a:spcPct val="100000"/>
        </a:lnSpc>
        <a:spcBef>
          <a:spcPts val="0"/>
        </a:spcBef>
        <a:spcAft>
          <a:spcPts val="0"/>
        </a:spcAft>
        <a:buClrTx/>
        <a:buSzTx/>
        <a:buFontTx/>
        <a:buNone/>
        <a:tabLst/>
        <a:defRPr sz="867" b="0" i="0" u="none" strike="noStrike" cap="none" spc="0" baseline="0">
          <a:ln>
            <a:noFill/>
          </a:ln>
          <a:solidFill>
            <a:schemeClr val="tx1"/>
          </a:solidFill>
          <a:uFillTx/>
          <a:latin typeface="+mn-lt"/>
          <a:ea typeface="+mn-ea"/>
          <a:cs typeface="+mn-cs"/>
          <a:sym typeface="Helvetica Neue Light"/>
        </a:defRPr>
      </a:lvl7pPr>
      <a:lvl8pPr marL="0" marR="0" indent="578152" algn="ctr" defTabSz="340792" latinLnBrk="0">
        <a:lnSpc>
          <a:spcPct val="100000"/>
        </a:lnSpc>
        <a:spcBef>
          <a:spcPts val="0"/>
        </a:spcBef>
        <a:spcAft>
          <a:spcPts val="0"/>
        </a:spcAft>
        <a:buClrTx/>
        <a:buSzTx/>
        <a:buFontTx/>
        <a:buNone/>
        <a:tabLst/>
        <a:defRPr sz="867" b="0" i="0" u="none" strike="noStrike" cap="none" spc="0" baseline="0">
          <a:ln>
            <a:noFill/>
          </a:ln>
          <a:solidFill>
            <a:schemeClr val="tx1"/>
          </a:solidFill>
          <a:uFillTx/>
          <a:latin typeface="+mn-lt"/>
          <a:ea typeface="+mn-ea"/>
          <a:cs typeface="+mn-cs"/>
          <a:sym typeface="Helvetica Neue Light"/>
        </a:defRPr>
      </a:lvl8pPr>
      <a:lvl9pPr marL="0" marR="0" indent="660745" algn="ctr" defTabSz="340792" latinLnBrk="0">
        <a:lnSpc>
          <a:spcPct val="100000"/>
        </a:lnSpc>
        <a:spcBef>
          <a:spcPts val="0"/>
        </a:spcBef>
        <a:spcAft>
          <a:spcPts val="0"/>
        </a:spcAft>
        <a:buClrTx/>
        <a:buSzTx/>
        <a:buFontTx/>
        <a:buNone/>
        <a:tabLst/>
        <a:defRPr sz="867" b="0" i="0" u="none" strike="noStrike" cap="none" spc="0" baseline="0">
          <a:ln>
            <a:noFill/>
          </a:ln>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5.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jpe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5.png"/><Relationship Id="rId3" Type="http://schemas.openxmlformats.org/officeDocument/2006/relationships/image" Target="../media/image27.png"/><Relationship Id="rId7" Type="http://schemas.openxmlformats.org/officeDocument/2006/relationships/image" Target="../media/image30.png"/><Relationship Id="rId12"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4.png"/><Relationship Id="rId9"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hyperlink" Target="mailto:lyparrap@misena.edu.co" TargetMode="External"/><Relationship Id="rId4" Type="http://schemas.openxmlformats.org/officeDocument/2006/relationships/hyperlink" Target="https://docs.google.com/forms/d/1MlgDdy5_YNMMyCryOQY_MIQnQPy3CX0seEnN34mxdkQ/edi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grpSp>
        <p:nvGrpSpPr>
          <p:cNvPr id="14" name="Grupo 13">
            <a:extLst>
              <a:ext uri="{FF2B5EF4-FFF2-40B4-BE49-F238E27FC236}">
                <a16:creationId xmlns:a16="http://schemas.microsoft.com/office/drawing/2014/main" id="{3CF12551-888E-4C03-B74D-796FD31F58FB}"/>
              </a:ext>
            </a:extLst>
          </p:cNvPr>
          <p:cNvGrpSpPr/>
          <p:nvPr/>
        </p:nvGrpSpPr>
        <p:grpSpPr>
          <a:xfrm>
            <a:off x="6264886" y="4799796"/>
            <a:ext cx="1975555" cy="821757"/>
            <a:chOff x="6264886" y="4799796"/>
            <a:chExt cx="1975555" cy="821757"/>
          </a:xfrm>
        </p:grpSpPr>
        <p:cxnSp>
          <p:nvCxnSpPr>
            <p:cNvPr id="4" name="Conector recto 3">
              <a:extLst>
                <a:ext uri="{FF2B5EF4-FFF2-40B4-BE49-F238E27FC236}">
                  <a16:creationId xmlns:a16="http://schemas.microsoft.com/office/drawing/2014/main" id="{0C3452B5-59FB-4E14-ABD5-1B9DFBE0E131}"/>
                </a:ext>
              </a:extLst>
            </p:cNvPr>
            <p:cNvCxnSpPr/>
            <p:nvPr/>
          </p:nvCxnSpPr>
          <p:spPr>
            <a:xfrm>
              <a:off x="6264886" y="4891638"/>
              <a:ext cx="0" cy="648072"/>
            </a:xfrm>
            <a:prstGeom prst="line">
              <a:avLst/>
            </a:prstGeom>
            <a:ln>
              <a:solidFill>
                <a:schemeClr val="bg1">
                  <a:lumMod val="75000"/>
                  <a:lumOff val="25000"/>
                </a:schemeClr>
              </a:solidFill>
            </a:ln>
          </p:spPr>
          <p:style>
            <a:lnRef idx="1">
              <a:schemeClr val="accent2"/>
            </a:lnRef>
            <a:fillRef idx="0">
              <a:schemeClr val="accent2"/>
            </a:fillRef>
            <a:effectRef idx="0">
              <a:schemeClr val="accent2"/>
            </a:effectRef>
            <a:fontRef idx="minor">
              <a:schemeClr val="tx1"/>
            </a:fontRef>
          </p:style>
        </p:cxnSp>
        <p:sp>
          <p:nvSpPr>
            <p:cNvPr id="7" name="CuadroTexto 6">
              <a:extLst>
                <a:ext uri="{FF2B5EF4-FFF2-40B4-BE49-F238E27FC236}">
                  <a16:creationId xmlns:a16="http://schemas.microsoft.com/office/drawing/2014/main" id="{B001EF32-C4C5-4AF2-A738-45B5459C1B82}"/>
                </a:ext>
              </a:extLst>
            </p:cNvPr>
            <p:cNvSpPr txBox="1"/>
            <p:nvPr/>
          </p:nvSpPr>
          <p:spPr>
            <a:xfrm>
              <a:off x="6284163" y="4799796"/>
              <a:ext cx="1798568" cy="42126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8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Centro de Servicios</a:t>
              </a:r>
              <a:endParaRPr kumimoji="0" lang="es-CO" sz="18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sp>
          <p:nvSpPr>
            <p:cNvPr id="9" name="CuadroTexto 8">
              <a:extLst>
                <a:ext uri="{FF2B5EF4-FFF2-40B4-BE49-F238E27FC236}">
                  <a16:creationId xmlns:a16="http://schemas.microsoft.com/office/drawing/2014/main" id="{209ACE96-BC1E-4DDE-96DD-D305C75554B5}"/>
                </a:ext>
              </a:extLst>
            </p:cNvPr>
            <p:cNvSpPr txBox="1"/>
            <p:nvPr/>
          </p:nvSpPr>
          <p:spPr>
            <a:xfrm>
              <a:off x="6298004" y="5005040"/>
              <a:ext cx="1208663" cy="42126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800" b="1"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Financieros</a:t>
              </a:r>
              <a:endParaRPr kumimoji="0" lang="es-CO" sz="1800" b="1"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sp>
          <p:nvSpPr>
            <p:cNvPr id="10" name="CuadroTexto 9">
              <a:extLst>
                <a:ext uri="{FF2B5EF4-FFF2-40B4-BE49-F238E27FC236}">
                  <a16:creationId xmlns:a16="http://schemas.microsoft.com/office/drawing/2014/main" id="{F86DBEB4-4810-4578-B99B-25BD220B9FBD}"/>
                </a:ext>
              </a:extLst>
            </p:cNvPr>
            <p:cNvSpPr txBox="1"/>
            <p:nvPr/>
          </p:nvSpPr>
          <p:spPr>
            <a:xfrm>
              <a:off x="6299205" y="5231062"/>
              <a:ext cx="1941236" cy="3904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6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Regional Distrito Capital</a:t>
              </a:r>
              <a:endParaRPr kumimoji="0" lang="es-CO" sz="16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grpSp>
      <p:sp>
        <p:nvSpPr>
          <p:cNvPr id="12" name="12 CuadroTexto">
            <a:extLst>
              <a:ext uri="{FF2B5EF4-FFF2-40B4-BE49-F238E27FC236}">
                <a16:creationId xmlns:a16="http://schemas.microsoft.com/office/drawing/2014/main" id="{CA26BA22-2385-408A-B155-1413DB404998}"/>
              </a:ext>
            </a:extLst>
          </p:cNvPr>
          <p:cNvSpPr txBox="1"/>
          <p:nvPr/>
        </p:nvSpPr>
        <p:spPr>
          <a:xfrm>
            <a:off x="399451" y="1516061"/>
            <a:ext cx="7403960" cy="3000821"/>
          </a:xfrm>
          <a:prstGeom prst="rect">
            <a:avLst/>
          </a:prstGeom>
          <a:noFill/>
        </p:spPr>
        <p:txBody>
          <a:bodyPr wrap="square" rtlCol="0">
            <a:spAutoFit/>
          </a:bodyPr>
          <a:lstStyle/>
          <a:p>
            <a:pPr algn="just"/>
            <a:r>
              <a:rPr lang="es-CO" sz="2100" dirty="0">
                <a:solidFill>
                  <a:schemeClr val="bg2"/>
                </a:solidFill>
                <a:latin typeface="Malgun Gothic" panose="020B0503020000020004" pitchFamily="34" charset="-127"/>
                <a:ea typeface="Malgun Gothic" panose="020B0503020000020004" pitchFamily="34" charset="-127"/>
                <a:cs typeface="Malgun Gothic Semilight" panose="020B0502040204020203" pitchFamily="34" charset="-128"/>
              </a:rPr>
              <a:t>Cordial Saludo</a:t>
            </a:r>
          </a:p>
          <a:p>
            <a:pPr algn="just"/>
            <a:endParaRPr lang="es-CO" sz="2100" dirty="0">
              <a:solidFill>
                <a:schemeClr val="bg2"/>
              </a:solidFill>
              <a:latin typeface="Malgun Gothic" panose="020B0503020000020004" pitchFamily="34" charset="-127"/>
              <a:ea typeface="Malgun Gothic" panose="020B0503020000020004" pitchFamily="34" charset="-127"/>
              <a:cs typeface="Malgun Gothic Semilight" panose="020B0502040204020203" pitchFamily="34" charset="-128"/>
            </a:endParaRPr>
          </a:p>
          <a:p>
            <a:pPr algn="just"/>
            <a:r>
              <a:rPr lang="es-CO" sz="2100" dirty="0">
                <a:solidFill>
                  <a:schemeClr val="bg2"/>
                </a:solidFill>
                <a:latin typeface="Malgun Gothic" panose="020B0503020000020004" pitchFamily="34" charset="-127"/>
                <a:ea typeface="Malgun Gothic" panose="020B0503020000020004" pitchFamily="34" charset="-127"/>
                <a:cs typeface="Malgun Gothic Semilight" panose="020B0502040204020203" pitchFamily="34" charset="-128"/>
              </a:rPr>
              <a:t>Mi nombre es </a:t>
            </a:r>
            <a:r>
              <a:rPr lang="es-CO" sz="2100" b="1" dirty="0" err="1">
                <a:solidFill>
                  <a:schemeClr val="bg2"/>
                </a:solidFill>
                <a:latin typeface="Malgun Gothic" panose="020B0503020000020004" pitchFamily="34" charset="-127"/>
                <a:ea typeface="Malgun Gothic" panose="020B0503020000020004" pitchFamily="34" charset="-127"/>
                <a:cs typeface="Malgun Gothic Semilight" panose="020B0502040204020203" pitchFamily="34" charset="-128"/>
              </a:rPr>
              <a:t>xxxxxxxx</a:t>
            </a:r>
            <a:r>
              <a:rPr lang="es-CO" sz="2100" dirty="0">
                <a:solidFill>
                  <a:schemeClr val="bg2"/>
                </a:solidFill>
                <a:latin typeface="Malgun Gothic" panose="020B0503020000020004" pitchFamily="34" charset="-127"/>
                <a:ea typeface="Malgun Gothic" panose="020B0503020000020004" pitchFamily="34" charset="-127"/>
                <a:cs typeface="Malgun Gothic Semilight" panose="020B0502040204020203" pitchFamily="34" charset="-128"/>
              </a:rPr>
              <a:t>, su instructor de </a:t>
            </a:r>
            <a:r>
              <a:rPr lang="es-CO" sz="2100" b="1" dirty="0">
                <a:solidFill>
                  <a:schemeClr val="bg2"/>
                </a:solidFill>
                <a:latin typeface="Malgun Gothic" panose="020B0503020000020004" pitchFamily="34" charset="-127"/>
                <a:ea typeface="Malgun Gothic" panose="020B0503020000020004" pitchFamily="34" charset="-127"/>
                <a:cs typeface="Malgun Gothic Semilight" panose="020B0502040204020203" pitchFamily="34" charset="-128"/>
              </a:rPr>
              <a:t>Evaluación y Seguimiento a Etapa Productiva</a:t>
            </a:r>
            <a:r>
              <a:rPr lang="es-CO" sz="2100" dirty="0">
                <a:solidFill>
                  <a:schemeClr val="bg2"/>
                </a:solidFill>
                <a:latin typeface="Malgun Gothic" panose="020B0503020000020004" pitchFamily="34" charset="-127"/>
                <a:ea typeface="Malgun Gothic" panose="020B0503020000020004" pitchFamily="34" charset="-127"/>
                <a:cs typeface="Malgun Gothic Semilight" panose="020B0502040204020203" pitchFamily="34" charset="-128"/>
              </a:rPr>
              <a:t>, es un gusto para mi acompañarlos en su proceso de formación, me pueden contactar en el horario de lunes a viernes de 8:00 a.m. a 5:00 p.m. vía correo electrónico  </a:t>
            </a:r>
            <a:r>
              <a:rPr lang="es-CO" sz="2100" u="sng" dirty="0">
                <a:solidFill>
                  <a:srgbClr val="2A08F6"/>
                </a:solidFill>
                <a:latin typeface="Malgun Gothic" panose="020B0503020000020004" pitchFamily="34" charset="-127"/>
                <a:ea typeface="Malgun Gothic" panose="020B0503020000020004" pitchFamily="34" charset="-127"/>
                <a:cs typeface="Malgun Gothic Semilight" panose="020B0502040204020203" pitchFamily="34" charset="-128"/>
              </a:rPr>
              <a:t>xxxxxx@sena.edu.co</a:t>
            </a:r>
            <a:r>
              <a:rPr lang="es-CO" sz="2100" dirty="0">
                <a:solidFill>
                  <a:srgbClr val="2A08F6"/>
                </a:solidFill>
                <a:latin typeface="Malgun Gothic" panose="020B0503020000020004" pitchFamily="34" charset="-127"/>
                <a:ea typeface="Malgun Gothic" panose="020B0503020000020004" pitchFamily="34" charset="-127"/>
                <a:cs typeface="Malgun Gothic Semilight" panose="020B0502040204020203" pitchFamily="34" charset="-128"/>
              </a:rPr>
              <a:t>  </a:t>
            </a:r>
          </a:p>
          <a:p>
            <a:pPr algn="just"/>
            <a:endParaRPr lang="es-CO" sz="2100" dirty="0">
              <a:solidFill>
                <a:schemeClr val="bg2"/>
              </a:solidFill>
              <a:latin typeface="Malgun Gothic" panose="020B0503020000020004" pitchFamily="34" charset="-127"/>
              <a:ea typeface="Malgun Gothic" panose="020B0503020000020004" pitchFamily="34" charset="-127"/>
              <a:cs typeface="Malgun Gothic Semilight" panose="020B0502040204020203" pitchFamily="34" charset="-128"/>
            </a:endParaRPr>
          </a:p>
          <a:p>
            <a:pPr algn="just"/>
            <a:r>
              <a:rPr lang="es-CO" sz="2100" dirty="0">
                <a:solidFill>
                  <a:schemeClr val="bg2"/>
                </a:solidFill>
                <a:latin typeface="Malgun Gothic" panose="020B0503020000020004" pitchFamily="34" charset="-127"/>
                <a:ea typeface="Malgun Gothic" panose="020B0503020000020004" pitchFamily="34" charset="-127"/>
                <a:cs typeface="Malgun Gothic Semilight" panose="020B0502040204020203" pitchFamily="34" charset="-128"/>
              </a:rPr>
              <a:t>Quedo atenta a cualquier inquietud.</a:t>
            </a:r>
          </a:p>
        </p:txBody>
      </p:sp>
      <p:sp>
        <p:nvSpPr>
          <p:cNvPr id="13" name="9 Rectángulo">
            <a:extLst>
              <a:ext uri="{FF2B5EF4-FFF2-40B4-BE49-F238E27FC236}">
                <a16:creationId xmlns:a16="http://schemas.microsoft.com/office/drawing/2014/main" id="{83FDF96B-3B03-4017-9507-CF066CD67C9D}"/>
              </a:ext>
            </a:extLst>
          </p:cNvPr>
          <p:cNvSpPr/>
          <p:nvPr/>
        </p:nvSpPr>
        <p:spPr>
          <a:xfrm>
            <a:off x="294475" y="726166"/>
            <a:ext cx="6493955" cy="817757"/>
          </a:xfrm>
          <a:prstGeom prst="rect">
            <a:avLst/>
          </a:prstGeom>
          <a:noFill/>
        </p:spPr>
        <p:txBody>
          <a:bodyPr wrap="square" lIns="78328" tIns="39164" rIns="78328" bIns="39164">
            <a:spAutoFit/>
          </a:bodyPr>
          <a:lstStyle/>
          <a:p>
            <a:pPr algn="ctr"/>
            <a:r>
              <a:rPr lang="es-ES" sz="48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Berlin Sans FB Demi" panose="020E0802020502020306" pitchFamily="34" charset="0"/>
                <a:ea typeface="Malgun Gothic" panose="020B0503020000020004" pitchFamily="34" charset="-127"/>
                <a:cs typeface="Malgun Gothic Semilight" panose="020B0502040204020203" pitchFamily="34" charset="-128"/>
              </a:rPr>
              <a:t>Apreciados Aprendices</a:t>
            </a:r>
          </a:p>
        </p:txBody>
      </p:sp>
      <p:grpSp>
        <p:nvGrpSpPr>
          <p:cNvPr id="5" name="Grupo 4">
            <a:extLst>
              <a:ext uri="{FF2B5EF4-FFF2-40B4-BE49-F238E27FC236}">
                <a16:creationId xmlns:a16="http://schemas.microsoft.com/office/drawing/2014/main" id="{CC5FD63E-1D6F-4073-82C2-21BC0FDD83AC}"/>
              </a:ext>
            </a:extLst>
          </p:cNvPr>
          <p:cNvGrpSpPr/>
          <p:nvPr/>
        </p:nvGrpSpPr>
        <p:grpSpPr>
          <a:xfrm>
            <a:off x="7803411" y="100566"/>
            <a:ext cx="4928729" cy="5552546"/>
            <a:chOff x="7803411" y="100566"/>
            <a:chExt cx="4928729" cy="5552546"/>
          </a:xfrm>
        </p:grpSpPr>
        <p:pic>
          <p:nvPicPr>
            <p:cNvPr id="16" name="Picture 12" descr="Pin de Gera en 1?????????????? | Dibujo ventana, Ventanas, Dibujo ...">
              <a:extLst>
                <a:ext uri="{FF2B5EF4-FFF2-40B4-BE49-F238E27FC236}">
                  <a16:creationId xmlns:a16="http://schemas.microsoft.com/office/drawing/2014/main" id="{5F2A1EF3-F057-4598-81D1-46C7838C71D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0498"/>
            <a:stretch/>
          </p:blipFill>
          <p:spPr bwMode="auto">
            <a:xfrm>
              <a:off x="9883608" y="879132"/>
              <a:ext cx="2520281" cy="2964812"/>
            </a:xfrm>
            <a:prstGeom prst="rect">
              <a:avLst/>
            </a:prstGeom>
            <a:noFill/>
            <a:extLst>
              <a:ext uri="{909E8E84-426E-40DD-AFC4-6F175D3DCCD1}">
                <a14:hiddenFill xmlns:a14="http://schemas.microsoft.com/office/drawing/2010/main">
                  <a:solidFill>
                    <a:srgbClr val="FFFFFF"/>
                  </a:solidFill>
                </a14:hiddenFill>
              </a:ext>
            </a:extLst>
          </p:spPr>
        </p:pic>
        <p:sp>
          <p:nvSpPr>
            <p:cNvPr id="3" name="Elipse 2">
              <a:extLst>
                <a:ext uri="{FF2B5EF4-FFF2-40B4-BE49-F238E27FC236}">
                  <a16:creationId xmlns:a16="http://schemas.microsoft.com/office/drawing/2014/main" id="{088F8979-3677-4A43-8744-E4FB1275B0B3}"/>
                </a:ext>
              </a:extLst>
            </p:cNvPr>
            <p:cNvSpPr/>
            <p:nvPr/>
          </p:nvSpPr>
          <p:spPr>
            <a:xfrm>
              <a:off x="9240968" y="5365080"/>
              <a:ext cx="3234251" cy="198698"/>
            </a:xfrm>
            <a:prstGeom prst="ellipse">
              <a:avLst/>
            </a:prstGeom>
            <a:solidFill>
              <a:schemeClr val="bg2">
                <a:lumMod val="40000"/>
                <a:lumOff val="60000"/>
                <a:alpha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endParaRPr kumimoji="0" lang="es-CO" sz="3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2" name="Rectángulo 1">
              <a:extLst>
                <a:ext uri="{FF2B5EF4-FFF2-40B4-BE49-F238E27FC236}">
                  <a16:creationId xmlns:a16="http://schemas.microsoft.com/office/drawing/2014/main" id="{DAA2919E-23BD-463F-B3D6-44999B088820}"/>
                </a:ext>
              </a:extLst>
            </p:cNvPr>
            <p:cNvSpPr/>
            <p:nvPr/>
          </p:nvSpPr>
          <p:spPr>
            <a:xfrm>
              <a:off x="11107067" y="180504"/>
              <a:ext cx="1008112" cy="698628"/>
            </a:xfrm>
            <a:prstGeom prst="rect">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endParaRPr kumimoji="0" lang="es-CO" sz="3400" b="0" i="0" u="none" strike="noStrike" cap="none" spc="0" normalizeH="0" baseline="0">
                <a:ln>
                  <a:noFill/>
                </a:ln>
                <a:solidFill>
                  <a:srgbClr val="FFFFFF"/>
                </a:solidFill>
                <a:effectLst/>
                <a:uFillTx/>
                <a:latin typeface="+mn-lt"/>
                <a:ea typeface="+mn-ea"/>
                <a:cs typeface="+mn-cs"/>
                <a:sym typeface="Helvetica Neue Medium"/>
              </a:endParaRPr>
            </a:p>
          </p:txBody>
        </p:sp>
        <p:pic>
          <p:nvPicPr>
            <p:cNvPr id="8" name="Picture 2" descr="C:\Users\AprendizCDA\Pictures\e38c5fa43f601dc723500cb48c5a2df3.jpg">
              <a:extLst>
                <a:ext uri="{FF2B5EF4-FFF2-40B4-BE49-F238E27FC236}">
                  <a16:creationId xmlns:a16="http://schemas.microsoft.com/office/drawing/2014/main" id="{D5DF1C78-0FE6-407F-B498-7EB07CA5579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2349"/>
            <a:stretch/>
          </p:blipFill>
          <p:spPr bwMode="auto">
            <a:xfrm>
              <a:off x="7803411" y="100566"/>
              <a:ext cx="3524881" cy="538481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ina de planta de flor plana - Descargar PNG/SVG transparente">
              <a:extLst>
                <a:ext uri="{FF2B5EF4-FFF2-40B4-BE49-F238E27FC236}">
                  <a16:creationId xmlns:a16="http://schemas.microsoft.com/office/drawing/2014/main" id="{06631E85-5068-4038-ACBC-783C7E757F1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059148" y="3980120"/>
              <a:ext cx="1672992" cy="1672992"/>
            </a:xfrm>
            <a:prstGeom prst="rect">
              <a:avLst/>
            </a:prstGeom>
            <a:noFill/>
            <a:extLst>
              <a:ext uri="{909E8E84-426E-40DD-AFC4-6F175D3DCCD1}">
                <a14:hiddenFill xmlns:a14="http://schemas.microsoft.com/office/drawing/2010/main">
                  <a:solidFill>
                    <a:srgbClr val="FFFFFF"/>
                  </a:solidFill>
                </a14:hiddenFill>
              </a:ext>
            </a:extLst>
          </p:spPr>
        </p:pic>
      </p:grpSp>
      <p:pic>
        <p:nvPicPr>
          <p:cNvPr id="11" name="Picture 4" descr="▷ Logo del SENA: cómo es, significado y descargar »【2023】">
            <a:extLst>
              <a:ext uri="{FF2B5EF4-FFF2-40B4-BE49-F238E27FC236}">
                <a16:creationId xmlns:a16="http://schemas.microsoft.com/office/drawing/2014/main" id="{DF35BD61-1BCA-BA36-646B-2759D85FCA3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361210" y="4730809"/>
            <a:ext cx="827338" cy="80890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 Logo del SENA: cómo es, significado y descargar »【2023】">
            <a:extLst>
              <a:ext uri="{FF2B5EF4-FFF2-40B4-BE49-F238E27FC236}">
                <a16:creationId xmlns:a16="http://schemas.microsoft.com/office/drawing/2014/main" id="{049B6582-0CC4-DCCD-6251-C46947C6DDC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098955" y="3204840"/>
            <a:ext cx="294597" cy="288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08587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2" name="12 CuadroTexto">
            <a:extLst>
              <a:ext uri="{FF2B5EF4-FFF2-40B4-BE49-F238E27FC236}">
                <a16:creationId xmlns:a16="http://schemas.microsoft.com/office/drawing/2014/main" id="{CA26BA22-2385-408A-B155-1413DB404998}"/>
              </a:ext>
            </a:extLst>
          </p:cNvPr>
          <p:cNvSpPr txBox="1"/>
          <p:nvPr/>
        </p:nvSpPr>
        <p:spPr>
          <a:xfrm>
            <a:off x="305868" y="1517167"/>
            <a:ext cx="7675852" cy="3477875"/>
          </a:xfrm>
          <a:prstGeom prst="rect">
            <a:avLst/>
          </a:prstGeom>
          <a:noFill/>
        </p:spPr>
        <p:txBody>
          <a:bodyPr wrap="square" rtlCol="0">
            <a:spAutoFit/>
          </a:bodyPr>
          <a:lstStyle/>
          <a:p>
            <a:pPr algn="just"/>
            <a:r>
              <a:rPr lang="es-CO" sz="2200" dirty="0">
                <a:solidFill>
                  <a:schemeClr val="bg2"/>
                </a:solidFill>
                <a:latin typeface="Malgun Gothic" panose="020B0503020000020004" pitchFamily="34" charset="-127"/>
                <a:ea typeface="Malgun Gothic" panose="020B0503020000020004" pitchFamily="34" charset="-127"/>
                <a:cs typeface="Malgun Gothic Semilight" panose="020B0502040204020203" pitchFamily="34" charset="-128"/>
              </a:rPr>
              <a:t>Cordial Saludo</a:t>
            </a:r>
          </a:p>
          <a:p>
            <a:pPr algn="just"/>
            <a:endParaRPr lang="es-CO" sz="2200" dirty="0">
              <a:solidFill>
                <a:schemeClr val="bg2"/>
              </a:solidFill>
              <a:latin typeface="Malgun Gothic" panose="020B0503020000020004" pitchFamily="34" charset="-127"/>
              <a:ea typeface="Malgun Gothic" panose="020B0503020000020004" pitchFamily="34" charset="-127"/>
              <a:cs typeface="Malgun Gothic Semilight" panose="020B0502040204020203" pitchFamily="34" charset="-128"/>
            </a:endParaRPr>
          </a:p>
          <a:p>
            <a:pPr algn="just"/>
            <a:r>
              <a:rPr lang="es-CO" sz="2200" dirty="0">
                <a:solidFill>
                  <a:schemeClr val="bg2"/>
                </a:solidFill>
                <a:latin typeface="Malgun Gothic" panose="020B0503020000020004" pitchFamily="34" charset="-127"/>
                <a:ea typeface="Malgun Gothic" panose="020B0503020000020004" pitchFamily="34" charset="-127"/>
                <a:cs typeface="Malgun Gothic Semilight" panose="020B0502040204020203" pitchFamily="34" charset="-128"/>
              </a:rPr>
              <a:t>Mi nombre es </a:t>
            </a:r>
            <a:r>
              <a:rPr lang="es-CO" sz="2200" b="1" dirty="0">
                <a:solidFill>
                  <a:schemeClr val="bg2"/>
                </a:solidFill>
                <a:latin typeface="Malgun Gothic" panose="020B0503020000020004" pitchFamily="34" charset="-127"/>
                <a:ea typeface="Malgun Gothic" panose="020B0503020000020004" pitchFamily="34" charset="-127"/>
                <a:cs typeface="Malgun Gothic Semilight" panose="020B0502040204020203" pitchFamily="34" charset="-128"/>
              </a:rPr>
              <a:t>XXXXX XXXXXXX</a:t>
            </a:r>
            <a:r>
              <a:rPr lang="es-CO" sz="2200" dirty="0">
                <a:solidFill>
                  <a:schemeClr val="bg2"/>
                </a:solidFill>
                <a:latin typeface="Malgun Gothic" panose="020B0503020000020004" pitchFamily="34" charset="-127"/>
                <a:ea typeface="Malgun Gothic" panose="020B0503020000020004" pitchFamily="34" charset="-127"/>
                <a:cs typeface="Malgun Gothic Semilight" panose="020B0502040204020203" pitchFamily="34" charset="-128"/>
              </a:rPr>
              <a:t>, su instructor de Evaluación y Seguimiento a Etapa Productiva, es un gusto para mi acompañarles es su proceso de formación, me pueden contactar en el horario de lunes a viernes de 8:00 a.m. a 5:00 p.m. en el numero de teléfono 000 0000 00 00, o vía correo electrónico  </a:t>
            </a:r>
            <a:r>
              <a:rPr lang="es-CO" sz="2200" u="sng" dirty="0">
                <a:solidFill>
                  <a:srgbClr val="2A08F6"/>
                </a:solidFill>
                <a:latin typeface="Malgun Gothic" panose="020B0503020000020004" pitchFamily="34" charset="-127"/>
                <a:ea typeface="Malgun Gothic" panose="020B0503020000020004" pitchFamily="34" charset="-127"/>
                <a:cs typeface="Malgun Gothic Semilight" panose="020B0502040204020203" pitchFamily="34" charset="-128"/>
              </a:rPr>
              <a:t>xxxxxxx@sena.edu.co</a:t>
            </a:r>
            <a:r>
              <a:rPr lang="es-CO" sz="2200" dirty="0">
                <a:solidFill>
                  <a:srgbClr val="2A08F6"/>
                </a:solidFill>
                <a:latin typeface="Malgun Gothic" panose="020B0503020000020004" pitchFamily="34" charset="-127"/>
                <a:ea typeface="Malgun Gothic" panose="020B0503020000020004" pitchFamily="34" charset="-127"/>
                <a:cs typeface="Malgun Gothic Semilight" panose="020B0502040204020203" pitchFamily="34" charset="-128"/>
              </a:rPr>
              <a:t>  </a:t>
            </a:r>
          </a:p>
          <a:p>
            <a:pPr algn="just"/>
            <a:endParaRPr lang="es-CO" sz="2200" dirty="0">
              <a:solidFill>
                <a:schemeClr val="bg2"/>
              </a:solidFill>
              <a:latin typeface="Malgun Gothic" panose="020B0503020000020004" pitchFamily="34" charset="-127"/>
              <a:ea typeface="Malgun Gothic" panose="020B0503020000020004" pitchFamily="34" charset="-127"/>
              <a:cs typeface="Malgun Gothic Semilight" panose="020B0502040204020203" pitchFamily="34" charset="-128"/>
            </a:endParaRPr>
          </a:p>
          <a:p>
            <a:pPr algn="just"/>
            <a:r>
              <a:rPr lang="es-CO" sz="2200" dirty="0">
                <a:solidFill>
                  <a:schemeClr val="bg2"/>
                </a:solidFill>
                <a:latin typeface="Malgun Gothic" panose="020B0503020000020004" pitchFamily="34" charset="-127"/>
                <a:ea typeface="Malgun Gothic" panose="020B0503020000020004" pitchFamily="34" charset="-127"/>
                <a:cs typeface="Malgun Gothic Semilight" panose="020B0502040204020203" pitchFamily="34" charset="-128"/>
              </a:rPr>
              <a:t>Quedo atento a cualquier inquietud.</a:t>
            </a:r>
          </a:p>
        </p:txBody>
      </p:sp>
      <p:sp>
        <p:nvSpPr>
          <p:cNvPr id="13" name="9 Rectángulo">
            <a:extLst>
              <a:ext uri="{FF2B5EF4-FFF2-40B4-BE49-F238E27FC236}">
                <a16:creationId xmlns:a16="http://schemas.microsoft.com/office/drawing/2014/main" id="{83FDF96B-3B03-4017-9507-CF066CD67C9D}"/>
              </a:ext>
            </a:extLst>
          </p:cNvPr>
          <p:cNvSpPr/>
          <p:nvPr/>
        </p:nvSpPr>
        <p:spPr>
          <a:xfrm>
            <a:off x="224647" y="828576"/>
            <a:ext cx="6493955" cy="817757"/>
          </a:xfrm>
          <a:prstGeom prst="rect">
            <a:avLst/>
          </a:prstGeom>
          <a:noFill/>
        </p:spPr>
        <p:txBody>
          <a:bodyPr wrap="square" lIns="78328" tIns="39164" rIns="78328" bIns="39164">
            <a:spAutoFit/>
          </a:bodyPr>
          <a:lstStyle/>
          <a:p>
            <a:pPr algn="ctr"/>
            <a:r>
              <a:rPr lang="es-ES" sz="48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Berlin Sans FB Demi" panose="020E0802020502020306" pitchFamily="34" charset="0"/>
                <a:ea typeface="Malgun Gothic" panose="020B0503020000020004" pitchFamily="34" charset="-127"/>
                <a:cs typeface="Malgun Gothic Semilight" panose="020B0502040204020203" pitchFamily="34" charset="-128"/>
              </a:rPr>
              <a:t>Apreciados Aprendices</a:t>
            </a:r>
          </a:p>
        </p:txBody>
      </p:sp>
      <p:sp>
        <p:nvSpPr>
          <p:cNvPr id="17" name="Rectángulo 16">
            <a:extLst>
              <a:ext uri="{FF2B5EF4-FFF2-40B4-BE49-F238E27FC236}">
                <a16:creationId xmlns:a16="http://schemas.microsoft.com/office/drawing/2014/main" id="{981492D6-BF5F-494E-8C63-D12EE64EAF1F}"/>
              </a:ext>
            </a:extLst>
          </p:cNvPr>
          <p:cNvSpPr/>
          <p:nvPr/>
        </p:nvSpPr>
        <p:spPr>
          <a:xfrm>
            <a:off x="11107067" y="180504"/>
            <a:ext cx="1152128" cy="792088"/>
          </a:xfrm>
          <a:prstGeom prst="rect">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endParaRPr kumimoji="0" lang="es-CO" sz="3400" b="0" i="0" u="none" strike="noStrike" cap="none" spc="0" normalizeH="0" baseline="0">
              <a:ln>
                <a:noFill/>
              </a:ln>
              <a:solidFill>
                <a:srgbClr val="FFFFFF"/>
              </a:solidFill>
              <a:effectLst/>
              <a:uFillTx/>
              <a:latin typeface="+mn-lt"/>
              <a:ea typeface="+mn-ea"/>
              <a:cs typeface="+mn-cs"/>
              <a:sym typeface="Helvetica Neue Medium"/>
            </a:endParaRPr>
          </a:p>
        </p:txBody>
      </p:sp>
      <p:pic>
        <p:nvPicPr>
          <p:cNvPr id="20" name="Picture 14" descr="Florales Verde Planta - Gráficos vectoriales gratis en Pixabay">
            <a:extLst>
              <a:ext uri="{FF2B5EF4-FFF2-40B4-BE49-F238E27FC236}">
                <a16:creationId xmlns:a16="http://schemas.microsoft.com/office/drawing/2014/main" id="{E9D156B2-C024-4459-8D41-061BC81DF27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2692"/>
          <a:stretch/>
        </p:blipFill>
        <p:spPr bwMode="auto">
          <a:xfrm rot="5400000" flipH="1">
            <a:off x="613809" y="4112904"/>
            <a:ext cx="973862" cy="2471132"/>
          </a:xfrm>
          <a:prstGeom prst="rect">
            <a:avLst/>
          </a:prstGeom>
          <a:noFill/>
          <a:extLst>
            <a:ext uri="{909E8E84-426E-40DD-AFC4-6F175D3DCCD1}">
              <a14:hiddenFill xmlns:a14="http://schemas.microsoft.com/office/drawing/2010/main">
                <a:solidFill>
                  <a:srgbClr val="FFFFFF"/>
                </a:solidFill>
              </a14:hiddenFill>
            </a:ext>
          </a:extLst>
        </p:spPr>
      </p:pic>
      <p:pic>
        <p:nvPicPr>
          <p:cNvPr id="19" name="Imagen 18">
            <a:extLst>
              <a:ext uri="{FF2B5EF4-FFF2-40B4-BE49-F238E27FC236}">
                <a16:creationId xmlns:a16="http://schemas.microsoft.com/office/drawing/2014/main" id="{0B35F38F-972F-400D-9817-129D428C72CE}"/>
              </a:ext>
            </a:extLst>
          </p:cNvPr>
          <p:cNvPicPr>
            <a:picLocks noChangeAspect="1"/>
          </p:cNvPicPr>
          <p:nvPr/>
        </p:nvPicPr>
        <p:blipFill>
          <a:blip r:embed="rId4"/>
          <a:stretch>
            <a:fillRect/>
          </a:stretch>
        </p:blipFill>
        <p:spPr>
          <a:xfrm>
            <a:off x="12053937" y="4913566"/>
            <a:ext cx="205258" cy="182947"/>
          </a:xfrm>
          <a:prstGeom prst="rect">
            <a:avLst/>
          </a:prstGeom>
        </p:spPr>
      </p:pic>
      <p:pic>
        <p:nvPicPr>
          <p:cNvPr id="18" name="Picture 6" descr="Resultado de imagen para PROFESOR PNG">
            <a:extLst>
              <a:ext uri="{FF2B5EF4-FFF2-40B4-BE49-F238E27FC236}">
                <a16:creationId xmlns:a16="http://schemas.microsoft.com/office/drawing/2014/main" id="{754894AC-A140-4773-8D98-39F79FDD25E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6930613" y="180505"/>
            <a:ext cx="5615181" cy="5509096"/>
          </a:xfrm>
          <a:prstGeom prst="rect">
            <a:avLst/>
          </a:prstGeom>
          <a:noFill/>
          <a:extLst>
            <a:ext uri="{909E8E84-426E-40DD-AFC4-6F175D3DCCD1}">
              <a14:hiddenFill xmlns:a14="http://schemas.microsoft.com/office/drawing/2010/main">
                <a:solidFill>
                  <a:srgbClr val="FFFFFF"/>
                </a:solidFill>
              </a14:hiddenFill>
            </a:ext>
          </a:extLst>
        </p:spPr>
      </p:pic>
      <p:grpSp>
        <p:nvGrpSpPr>
          <p:cNvPr id="15" name="Grupo 14">
            <a:extLst>
              <a:ext uri="{FF2B5EF4-FFF2-40B4-BE49-F238E27FC236}">
                <a16:creationId xmlns:a16="http://schemas.microsoft.com/office/drawing/2014/main" id="{2B63BF8C-62E2-4190-9F53-1056D42FD550}"/>
              </a:ext>
            </a:extLst>
          </p:cNvPr>
          <p:cNvGrpSpPr/>
          <p:nvPr/>
        </p:nvGrpSpPr>
        <p:grpSpPr>
          <a:xfrm>
            <a:off x="6264886" y="4799796"/>
            <a:ext cx="1975555" cy="821757"/>
            <a:chOff x="6264886" y="4799796"/>
            <a:chExt cx="1975555" cy="821757"/>
          </a:xfrm>
        </p:grpSpPr>
        <p:cxnSp>
          <p:nvCxnSpPr>
            <p:cNvPr id="21" name="Conector recto 20">
              <a:extLst>
                <a:ext uri="{FF2B5EF4-FFF2-40B4-BE49-F238E27FC236}">
                  <a16:creationId xmlns:a16="http://schemas.microsoft.com/office/drawing/2014/main" id="{BC2C2058-6407-4FF2-9343-13D9FAAE2881}"/>
                </a:ext>
              </a:extLst>
            </p:cNvPr>
            <p:cNvCxnSpPr/>
            <p:nvPr/>
          </p:nvCxnSpPr>
          <p:spPr>
            <a:xfrm>
              <a:off x="6264886" y="4891638"/>
              <a:ext cx="0" cy="648072"/>
            </a:xfrm>
            <a:prstGeom prst="line">
              <a:avLst/>
            </a:prstGeom>
            <a:ln>
              <a:solidFill>
                <a:schemeClr val="bg1">
                  <a:lumMod val="75000"/>
                  <a:lumOff val="25000"/>
                </a:schemeClr>
              </a:solidFill>
            </a:ln>
          </p:spPr>
          <p:style>
            <a:lnRef idx="1">
              <a:schemeClr val="accent2"/>
            </a:lnRef>
            <a:fillRef idx="0">
              <a:schemeClr val="accent2"/>
            </a:fillRef>
            <a:effectRef idx="0">
              <a:schemeClr val="accent2"/>
            </a:effectRef>
            <a:fontRef idx="minor">
              <a:schemeClr val="tx1"/>
            </a:fontRef>
          </p:style>
        </p:cxnSp>
        <p:sp>
          <p:nvSpPr>
            <p:cNvPr id="22" name="CuadroTexto 21">
              <a:extLst>
                <a:ext uri="{FF2B5EF4-FFF2-40B4-BE49-F238E27FC236}">
                  <a16:creationId xmlns:a16="http://schemas.microsoft.com/office/drawing/2014/main" id="{4758AF88-8B30-487B-9146-EACFE5CB9D2C}"/>
                </a:ext>
              </a:extLst>
            </p:cNvPr>
            <p:cNvSpPr txBox="1"/>
            <p:nvPr/>
          </p:nvSpPr>
          <p:spPr>
            <a:xfrm>
              <a:off x="6284163" y="4799796"/>
              <a:ext cx="1798568" cy="42126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8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Centro de Servicios</a:t>
              </a:r>
              <a:endParaRPr kumimoji="0" lang="es-CO" sz="18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sp>
          <p:nvSpPr>
            <p:cNvPr id="23" name="CuadroTexto 22">
              <a:extLst>
                <a:ext uri="{FF2B5EF4-FFF2-40B4-BE49-F238E27FC236}">
                  <a16:creationId xmlns:a16="http://schemas.microsoft.com/office/drawing/2014/main" id="{AFF96F20-814A-408E-BCE2-44E7CB336619}"/>
                </a:ext>
              </a:extLst>
            </p:cNvPr>
            <p:cNvSpPr txBox="1"/>
            <p:nvPr/>
          </p:nvSpPr>
          <p:spPr>
            <a:xfrm>
              <a:off x="6298004" y="5005040"/>
              <a:ext cx="1208663" cy="42126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800" b="1"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Financieros</a:t>
              </a:r>
              <a:endParaRPr kumimoji="0" lang="es-CO" sz="1800" b="1"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sp>
          <p:nvSpPr>
            <p:cNvPr id="24" name="CuadroTexto 23">
              <a:extLst>
                <a:ext uri="{FF2B5EF4-FFF2-40B4-BE49-F238E27FC236}">
                  <a16:creationId xmlns:a16="http://schemas.microsoft.com/office/drawing/2014/main" id="{6D1D83D9-6672-4BE3-912E-10304DA6464A}"/>
                </a:ext>
              </a:extLst>
            </p:cNvPr>
            <p:cNvSpPr txBox="1"/>
            <p:nvPr/>
          </p:nvSpPr>
          <p:spPr>
            <a:xfrm>
              <a:off x="6299205" y="5231062"/>
              <a:ext cx="1941236" cy="3904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6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Regional Distrito Capital</a:t>
              </a:r>
              <a:endParaRPr kumimoji="0" lang="es-CO" sz="16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grpSp>
      <p:pic>
        <p:nvPicPr>
          <p:cNvPr id="2" name="Picture 4" descr="▷ Logo del SENA: cómo es, significado y descargar »【2023】">
            <a:extLst>
              <a:ext uri="{FF2B5EF4-FFF2-40B4-BE49-F238E27FC236}">
                <a16:creationId xmlns:a16="http://schemas.microsoft.com/office/drawing/2014/main" id="{A1DEDC19-7977-C00D-04A2-5ECAE9B820C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361210" y="4730809"/>
            <a:ext cx="827338" cy="808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8849505"/>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21" name="Imagen 20">
            <a:extLst>
              <a:ext uri="{FF2B5EF4-FFF2-40B4-BE49-F238E27FC236}">
                <a16:creationId xmlns:a16="http://schemas.microsoft.com/office/drawing/2014/main" id="{3EA8BE11-6DED-4276-873B-E27C26DA0A24}"/>
              </a:ext>
            </a:extLst>
          </p:cNvPr>
          <p:cNvPicPr>
            <a:picLocks noChangeAspect="1"/>
          </p:cNvPicPr>
          <p:nvPr/>
        </p:nvPicPr>
        <p:blipFill rotWithShape="1">
          <a:blip r:embed="rId3"/>
          <a:srcRect r="14550"/>
          <a:stretch/>
        </p:blipFill>
        <p:spPr>
          <a:xfrm>
            <a:off x="-1" y="0"/>
            <a:ext cx="12565063" cy="5689600"/>
          </a:xfrm>
          <a:prstGeom prst="rect">
            <a:avLst/>
          </a:prstGeom>
        </p:spPr>
      </p:pic>
      <p:sp>
        <p:nvSpPr>
          <p:cNvPr id="4" name="AutoShape 6" descr="Clases particulares de: Matemáticas-Física-Química">
            <a:extLst>
              <a:ext uri="{FF2B5EF4-FFF2-40B4-BE49-F238E27FC236}">
                <a16:creationId xmlns:a16="http://schemas.microsoft.com/office/drawing/2014/main" id="{22ACA0FA-E9C7-4568-918F-2FD729D7BA72}"/>
              </a:ext>
            </a:extLst>
          </p:cNvPr>
          <p:cNvSpPr>
            <a:spLocks noChangeAspect="1" noChangeArrowheads="1"/>
          </p:cNvSpPr>
          <p:nvPr/>
        </p:nvSpPr>
        <p:spPr bwMode="auto">
          <a:xfrm>
            <a:off x="6129338" y="269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9" name="9 Rectángulo">
            <a:extLst>
              <a:ext uri="{FF2B5EF4-FFF2-40B4-BE49-F238E27FC236}">
                <a16:creationId xmlns:a16="http://schemas.microsoft.com/office/drawing/2014/main" id="{85EF449E-A4A1-4686-AF9E-E9FDC51A0A1F}"/>
              </a:ext>
            </a:extLst>
          </p:cNvPr>
          <p:cNvSpPr/>
          <p:nvPr/>
        </p:nvSpPr>
        <p:spPr>
          <a:xfrm>
            <a:off x="187286" y="684560"/>
            <a:ext cx="6493955" cy="817757"/>
          </a:xfrm>
          <a:prstGeom prst="rect">
            <a:avLst/>
          </a:prstGeom>
          <a:noFill/>
        </p:spPr>
        <p:txBody>
          <a:bodyPr wrap="square" lIns="78328" tIns="39164" rIns="78328" bIns="39164">
            <a:spAutoFit/>
          </a:bodyPr>
          <a:lstStyle/>
          <a:p>
            <a:pPr algn="ctr"/>
            <a:r>
              <a:rPr lang="es-ES" sz="48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Berlin Sans FB Demi" panose="020E0802020502020306" pitchFamily="34" charset="0"/>
                <a:ea typeface="Malgun Gothic" panose="020B0503020000020004" pitchFamily="34" charset="-127"/>
                <a:cs typeface="Malgun Gothic Semilight" panose="020B0502040204020203" pitchFamily="34" charset="-128"/>
              </a:rPr>
              <a:t>Apreciados Aprendices</a:t>
            </a:r>
          </a:p>
        </p:txBody>
      </p:sp>
      <p:sp>
        <p:nvSpPr>
          <p:cNvPr id="20" name="CuadroTexto 1">
            <a:extLst>
              <a:ext uri="{FF2B5EF4-FFF2-40B4-BE49-F238E27FC236}">
                <a16:creationId xmlns:a16="http://schemas.microsoft.com/office/drawing/2014/main" id="{F6D36686-9FAC-4A8B-8D13-91F2694762A5}"/>
              </a:ext>
            </a:extLst>
          </p:cNvPr>
          <p:cNvSpPr txBox="1"/>
          <p:nvPr/>
        </p:nvSpPr>
        <p:spPr>
          <a:xfrm>
            <a:off x="313010" y="1563973"/>
            <a:ext cx="5503318" cy="3477875"/>
          </a:xfrm>
          <a:prstGeom prst="rect">
            <a:avLst/>
          </a:prstGeom>
          <a:noFill/>
        </p:spPr>
        <p:txBody>
          <a:bodyPr wrap="square" rtlCol="0">
            <a:spAutoFit/>
          </a:bodyPr>
          <a:lstStyle/>
          <a:p>
            <a:pPr algn="just">
              <a:buClr>
                <a:srgbClr val="FF0000"/>
              </a:buClr>
            </a:pPr>
            <a:r>
              <a:rPr lang="es-ES" sz="2200" b="1" dirty="0">
                <a:solidFill>
                  <a:schemeClr val="bg1">
                    <a:lumMod val="65000"/>
                    <a:lumOff val="35000"/>
                  </a:schemeClr>
                </a:solidFill>
                <a:cs typeface="Arial" panose="020B0604020202020204" pitchFamily="34" charset="0"/>
              </a:rPr>
              <a:t>Les deseo muchos éxitos en esta nueva etapa que inician, es un reto que deben asumir con responsabilidad, compromiso y dedicación. </a:t>
            </a:r>
          </a:p>
          <a:p>
            <a:pPr algn="just">
              <a:buClr>
                <a:srgbClr val="FF0000"/>
              </a:buClr>
            </a:pPr>
            <a:endParaRPr lang="es-ES" sz="2200" b="1" dirty="0">
              <a:solidFill>
                <a:schemeClr val="bg1">
                  <a:lumMod val="65000"/>
                  <a:lumOff val="35000"/>
                </a:schemeClr>
              </a:solidFill>
              <a:cs typeface="Arial" panose="020B0604020202020204" pitchFamily="34" charset="0"/>
            </a:endParaRPr>
          </a:p>
          <a:p>
            <a:pPr algn="just">
              <a:buClr>
                <a:srgbClr val="FF0000"/>
              </a:buClr>
            </a:pPr>
            <a:r>
              <a:rPr lang="es-ES" sz="2200" b="1" dirty="0">
                <a:solidFill>
                  <a:schemeClr val="bg1">
                    <a:lumMod val="65000"/>
                    <a:lumOff val="35000"/>
                  </a:schemeClr>
                </a:solidFill>
                <a:cs typeface="Arial" panose="020B0604020202020204" pitchFamily="34" charset="0"/>
              </a:rPr>
              <a:t>Recuerden que cuentan con mi apoyo en este proceso.</a:t>
            </a:r>
          </a:p>
          <a:p>
            <a:pPr algn="just">
              <a:buClr>
                <a:srgbClr val="FF0000"/>
              </a:buClr>
            </a:pPr>
            <a:endParaRPr lang="es-ES" sz="2200" b="1" dirty="0">
              <a:solidFill>
                <a:schemeClr val="bg1">
                  <a:lumMod val="65000"/>
                  <a:lumOff val="35000"/>
                </a:schemeClr>
              </a:solidFill>
              <a:cs typeface="Arial" panose="020B0604020202020204" pitchFamily="34" charset="0"/>
            </a:endParaRPr>
          </a:p>
          <a:p>
            <a:pPr algn="just">
              <a:buClr>
                <a:srgbClr val="FF0000"/>
              </a:buClr>
            </a:pPr>
            <a:r>
              <a:rPr lang="es-ES" sz="2200" b="1" dirty="0">
                <a:solidFill>
                  <a:schemeClr val="bg1">
                    <a:lumMod val="65000"/>
                    <a:lumOff val="35000"/>
                  </a:schemeClr>
                </a:solidFill>
                <a:cs typeface="Arial" panose="020B0604020202020204" pitchFamily="34" charset="0"/>
              </a:rPr>
              <a:t>Cualquier inquietud estaré atenta.</a:t>
            </a:r>
          </a:p>
          <a:p>
            <a:pPr algn="just">
              <a:buClr>
                <a:srgbClr val="FF0000"/>
              </a:buClr>
            </a:pPr>
            <a:endParaRPr lang="es-ES" sz="2200" b="1" u="sng" dirty="0">
              <a:solidFill>
                <a:schemeClr val="bg1">
                  <a:lumMod val="65000"/>
                  <a:lumOff val="35000"/>
                </a:schemeClr>
              </a:solidFill>
              <a:cs typeface="Arial" panose="020B0604020202020204" pitchFamily="34" charset="0"/>
            </a:endParaRPr>
          </a:p>
        </p:txBody>
      </p:sp>
      <p:cxnSp>
        <p:nvCxnSpPr>
          <p:cNvPr id="11" name="Conector recto 10">
            <a:extLst>
              <a:ext uri="{FF2B5EF4-FFF2-40B4-BE49-F238E27FC236}">
                <a16:creationId xmlns:a16="http://schemas.microsoft.com/office/drawing/2014/main" id="{CBED466E-767E-49F9-B9CA-5F2073D30CE0}"/>
              </a:ext>
            </a:extLst>
          </p:cNvPr>
          <p:cNvCxnSpPr/>
          <p:nvPr/>
        </p:nvCxnSpPr>
        <p:spPr>
          <a:xfrm>
            <a:off x="1097955" y="4933032"/>
            <a:ext cx="0" cy="648072"/>
          </a:xfrm>
          <a:prstGeom prst="line">
            <a:avLst/>
          </a:prstGeom>
          <a:ln>
            <a:solidFill>
              <a:schemeClr val="bg1">
                <a:lumMod val="75000"/>
                <a:lumOff val="25000"/>
              </a:schemeClr>
            </a:solidFill>
          </a:ln>
        </p:spPr>
        <p:style>
          <a:lnRef idx="1">
            <a:schemeClr val="accent2"/>
          </a:lnRef>
          <a:fillRef idx="0">
            <a:schemeClr val="accent2"/>
          </a:fillRef>
          <a:effectRef idx="0">
            <a:schemeClr val="accent2"/>
          </a:effectRef>
          <a:fontRef idx="minor">
            <a:schemeClr val="tx1"/>
          </a:fontRef>
        </p:style>
      </p:cxnSp>
      <p:sp>
        <p:nvSpPr>
          <p:cNvPr id="13" name="CuadroTexto 12">
            <a:extLst>
              <a:ext uri="{FF2B5EF4-FFF2-40B4-BE49-F238E27FC236}">
                <a16:creationId xmlns:a16="http://schemas.microsoft.com/office/drawing/2014/main" id="{D700A19E-D124-4F63-A658-861D79357EA1}"/>
              </a:ext>
            </a:extLst>
          </p:cNvPr>
          <p:cNvSpPr txBox="1"/>
          <p:nvPr/>
        </p:nvSpPr>
        <p:spPr>
          <a:xfrm>
            <a:off x="1169963" y="5046597"/>
            <a:ext cx="3218829" cy="3597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400" b="1"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Instructor de Seguimiento Etapa Productiva</a:t>
            </a:r>
            <a:endParaRPr kumimoji="0" lang="es-CO" sz="1400" b="1"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sp>
        <p:nvSpPr>
          <p:cNvPr id="14" name="CuadroTexto 13">
            <a:extLst>
              <a:ext uri="{FF2B5EF4-FFF2-40B4-BE49-F238E27FC236}">
                <a16:creationId xmlns:a16="http://schemas.microsoft.com/office/drawing/2014/main" id="{D10A9E79-CDEF-4285-9A7D-AB0358A6B8C7}"/>
              </a:ext>
            </a:extLst>
          </p:cNvPr>
          <p:cNvSpPr txBox="1"/>
          <p:nvPr/>
        </p:nvSpPr>
        <p:spPr>
          <a:xfrm>
            <a:off x="1182561" y="5272620"/>
            <a:ext cx="1931618" cy="3289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2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Centro de Servicios Financieros</a:t>
            </a:r>
            <a:endParaRPr kumimoji="0" lang="es-CO" sz="12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pic>
        <p:nvPicPr>
          <p:cNvPr id="2" name="Picture 4" descr="▷ Logo del SENA: cómo es, significado y descargar »【2023】">
            <a:extLst>
              <a:ext uri="{FF2B5EF4-FFF2-40B4-BE49-F238E27FC236}">
                <a16:creationId xmlns:a16="http://schemas.microsoft.com/office/drawing/2014/main" id="{80031734-5BD4-F9CC-35F3-58B35D7AAFC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8610" y="4772203"/>
            <a:ext cx="827338" cy="808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9849290"/>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4098" name="Picture 2" descr="Diseño de marcas ha publicado en Instagram: &quot;¿Sabéis qué? ⁣ ⁣ Vuelvo a estar en un pico de trabajo, pero todo es distinto a como lo viví hace…&quot; • Consulta 1,756 fotos y vídeos en su perfil.">
            <a:extLst>
              <a:ext uri="{FF2B5EF4-FFF2-40B4-BE49-F238E27FC236}">
                <a16:creationId xmlns:a16="http://schemas.microsoft.com/office/drawing/2014/main" id="{B7A6F061-C235-4F2D-884C-DC37A2B130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6588" y="0"/>
            <a:ext cx="5778475" cy="56896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Diseño de marcas ha publicado en Instagram: &quot;¿Sabéis qué? ⁣ ⁣ Vuelvo a estar en un pico de trabajo, pero todo es distinto a como lo viví hace…&quot; • Consulta 1,756 fotos y vídeos en su perfil.">
            <a:extLst>
              <a:ext uri="{FF2B5EF4-FFF2-40B4-BE49-F238E27FC236}">
                <a16:creationId xmlns:a16="http://schemas.microsoft.com/office/drawing/2014/main" id="{069AAE0D-4590-4464-86E2-370A64AC09D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89699" b="23422"/>
          <a:stretch/>
        </p:blipFill>
        <p:spPr bwMode="auto">
          <a:xfrm>
            <a:off x="0" y="0"/>
            <a:ext cx="6786588" cy="5689600"/>
          </a:xfrm>
          <a:prstGeom prst="rect">
            <a:avLst/>
          </a:prstGeom>
          <a:noFill/>
          <a:extLst>
            <a:ext uri="{909E8E84-426E-40DD-AFC4-6F175D3DCCD1}">
              <a14:hiddenFill xmlns:a14="http://schemas.microsoft.com/office/drawing/2010/main">
                <a:solidFill>
                  <a:srgbClr val="FFFFFF"/>
                </a:solidFill>
              </a14:hiddenFill>
            </a:ext>
          </a:extLst>
        </p:spPr>
      </p:pic>
      <p:sp>
        <p:nvSpPr>
          <p:cNvPr id="12" name="9 Rectángulo">
            <a:extLst>
              <a:ext uri="{FF2B5EF4-FFF2-40B4-BE49-F238E27FC236}">
                <a16:creationId xmlns:a16="http://schemas.microsoft.com/office/drawing/2014/main" id="{B6B60E5F-6B0F-4C3F-BE9B-3C0508C6035E}"/>
              </a:ext>
            </a:extLst>
          </p:cNvPr>
          <p:cNvSpPr/>
          <p:nvPr/>
        </p:nvSpPr>
        <p:spPr>
          <a:xfrm>
            <a:off x="0" y="832698"/>
            <a:ext cx="7187490" cy="817757"/>
          </a:xfrm>
          <a:prstGeom prst="rect">
            <a:avLst/>
          </a:prstGeom>
          <a:noFill/>
        </p:spPr>
        <p:txBody>
          <a:bodyPr wrap="square" lIns="78328" tIns="39164" rIns="78328" bIns="39164">
            <a:spAutoFit/>
          </a:bodyPr>
          <a:lstStyle/>
          <a:p>
            <a:pPr algn="ctr"/>
            <a:r>
              <a:rPr lang="es-ES" sz="4800" dirty="0">
                <a:ln w="0"/>
                <a:solidFill>
                  <a:srgbClr val="00B050"/>
                </a:solidFill>
                <a:effectLst>
                  <a:reflection blurRad="6350" stA="53000" endA="300" endPos="35500" dir="5400000" sy="-90000" algn="bl" rotWithShape="0"/>
                </a:effectLst>
                <a:latin typeface="Berlin Sans FB Demi" panose="020E0802020502020306" pitchFamily="34" charset="0"/>
                <a:ea typeface="Malgun Gothic" panose="020B0503020000020004" pitchFamily="34" charset="-127"/>
                <a:cs typeface="Malgun Gothic Semilight" panose="020B0502040204020203" pitchFamily="34" charset="-128"/>
              </a:rPr>
              <a:t>Apreciados Aprendices</a:t>
            </a:r>
          </a:p>
        </p:txBody>
      </p:sp>
      <p:sp>
        <p:nvSpPr>
          <p:cNvPr id="14" name="CuadroTexto 1">
            <a:extLst>
              <a:ext uri="{FF2B5EF4-FFF2-40B4-BE49-F238E27FC236}">
                <a16:creationId xmlns:a16="http://schemas.microsoft.com/office/drawing/2014/main" id="{A5803D85-47F1-4659-A8D1-DC97D9A51D30}"/>
              </a:ext>
            </a:extLst>
          </p:cNvPr>
          <p:cNvSpPr txBox="1"/>
          <p:nvPr/>
        </p:nvSpPr>
        <p:spPr>
          <a:xfrm>
            <a:off x="575312" y="1758951"/>
            <a:ext cx="7112851" cy="3416320"/>
          </a:xfrm>
          <a:prstGeom prst="rect">
            <a:avLst/>
          </a:prstGeom>
          <a:noFill/>
        </p:spPr>
        <p:txBody>
          <a:bodyPr wrap="square" rtlCol="0">
            <a:spAutoFit/>
          </a:bodyPr>
          <a:lstStyle/>
          <a:p>
            <a:pPr algn="just">
              <a:buClr>
                <a:srgbClr val="FF0000"/>
              </a:buClr>
            </a:pPr>
            <a:r>
              <a:rPr lang="es-ES" sz="2400" b="1" dirty="0">
                <a:solidFill>
                  <a:schemeClr val="bg1">
                    <a:lumMod val="65000"/>
                    <a:lumOff val="35000"/>
                  </a:schemeClr>
                </a:solidFill>
                <a:cs typeface="Arial" panose="020B0604020202020204" pitchFamily="34" charset="0"/>
              </a:rPr>
              <a:t>Les deseo muchos éxitos en esta nueva etapa que inician, es un reto que deben asumir con responsabilidad, compromiso y dedicación. </a:t>
            </a:r>
          </a:p>
          <a:p>
            <a:pPr algn="just">
              <a:buClr>
                <a:srgbClr val="FF0000"/>
              </a:buClr>
            </a:pPr>
            <a:endParaRPr lang="es-ES" sz="2400" b="1" dirty="0">
              <a:solidFill>
                <a:schemeClr val="bg1">
                  <a:lumMod val="65000"/>
                  <a:lumOff val="35000"/>
                </a:schemeClr>
              </a:solidFill>
              <a:cs typeface="Arial" panose="020B0604020202020204" pitchFamily="34" charset="0"/>
            </a:endParaRPr>
          </a:p>
          <a:p>
            <a:pPr algn="just">
              <a:buClr>
                <a:srgbClr val="FF0000"/>
              </a:buClr>
            </a:pPr>
            <a:r>
              <a:rPr lang="es-ES" sz="2400" b="1" dirty="0">
                <a:solidFill>
                  <a:schemeClr val="bg1">
                    <a:lumMod val="65000"/>
                    <a:lumOff val="35000"/>
                  </a:schemeClr>
                </a:solidFill>
                <a:cs typeface="Arial" panose="020B0604020202020204" pitchFamily="34" charset="0"/>
              </a:rPr>
              <a:t>Recuerden que cuentan con mi apoyo en este proceso.</a:t>
            </a:r>
          </a:p>
          <a:p>
            <a:pPr algn="just">
              <a:buClr>
                <a:srgbClr val="FF0000"/>
              </a:buClr>
            </a:pPr>
            <a:endParaRPr lang="es-ES" sz="2400" b="1" dirty="0">
              <a:solidFill>
                <a:schemeClr val="bg1">
                  <a:lumMod val="65000"/>
                  <a:lumOff val="35000"/>
                </a:schemeClr>
              </a:solidFill>
              <a:cs typeface="Arial" panose="020B0604020202020204" pitchFamily="34" charset="0"/>
            </a:endParaRPr>
          </a:p>
          <a:p>
            <a:pPr algn="just">
              <a:buClr>
                <a:srgbClr val="FF0000"/>
              </a:buClr>
            </a:pPr>
            <a:r>
              <a:rPr lang="es-ES" sz="2400" b="1" dirty="0">
                <a:solidFill>
                  <a:schemeClr val="bg1">
                    <a:lumMod val="65000"/>
                    <a:lumOff val="35000"/>
                  </a:schemeClr>
                </a:solidFill>
                <a:cs typeface="Arial" panose="020B0604020202020204" pitchFamily="34" charset="0"/>
              </a:rPr>
              <a:t>Cualquier inquietud estaré atenta.</a:t>
            </a:r>
          </a:p>
          <a:p>
            <a:pPr algn="just">
              <a:buClr>
                <a:srgbClr val="FF0000"/>
              </a:buClr>
            </a:pPr>
            <a:endParaRPr lang="es-ES" sz="2400" b="1" u="sng" dirty="0">
              <a:solidFill>
                <a:schemeClr val="bg1">
                  <a:lumMod val="65000"/>
                  <a:lumOff val="35000"/>
                </a:schemeClr>
              </a:solidFill>
              <a:cs typeface="Arial" panose="020B0604020202020204" pitchFamily="34" charset="0"/>
            </a:endParaRPr>
          </a:p>
        </p:txBody>
      </p:sp>
      <p:cxnSp>
        <p:nvCxnSpPr>
          <p:cNvPr id="16" name="Conector recto 15">
            <a:extLst>
              <a:ext uri="{FF2B5EF4-FFF2-40B4-BE49-F238E27FC236}">
                <a16:creationId xmlns:a16="http://schemas.microsoft.com/office/drawing/2014/main" id="{A1571009-0E00-412D-B24F-C80396987AF9}"/>
              </a:ext>
            </a:extLst>
          </p:cNvPr>
          <p:cNvCxnSpPr/>
          <p:nvPr/>
        </p:nvCxnSpPr>
        <p:spPr>
          <a:xfrm>
            <a:off x="1097955" y="4933032"/>
            <a:ext cx="0" cy="648072"/>
          </a:xfrm>
          <a:prstGeom prst="line">
            <a:avLst/>
          </a:prstGeom>
          <a:ln>
            <a:solidFill>
              <a:schemeClr val="bg1">
                <a:lumMod val="75000"/>
                <a:lumOff val="25000"/>
              </a:schemeClr>
            </a:solidFill>
          </a:ln>
        </p:spPr>
        <p:style>
          <a:lnRef idx="1">
            <a:schemeClr val="accent2"/>
          </a:lnRef>
          <a:fillRef idx="0">
            <a:schemeClr val="accent2"/>
          </a:fillRef>
          <a:effectRef idx="0">
            <a:schemeClr val="accent2"/>
          </a:effectRef>
          <a:fontRef idx="minor">
            <a:schemeClr val="tx1"/>
          </a:fontRef>
        </p:style>
      </p:cxnSp>
      <p:sp>
        <p:nvSpPr>
          <p:cNvPr id="18" name="CuadroTexto 17">
            <a:extLst>
              <a:ext uri="{FF2B5EF4-FFF2-40B4-BE49-F238E27FC236}">
                <a16:creationId xmlns:a16="http://schemas.microsoft.com/office/drawing/2014/main" id="{88910A95-85C8-4F86-B1F2-642039C37CF0}"/>
              </a:ext>
            </a:extLst>
          </p:cNvPr>
          <p:cNvSpPr txBox="1"/>
          <p:nvPr/>
        </p:nvSpPr>
        <p:spPr>
          <a:xfrm>
            <a:off x="1169963" y="5046597"/>
            <a:ext cx="3218829" cy="3597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400" b="1"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Instructor de Seguimiento Etapa Productiva</a:t>
            </a:r>
            <a:endParaRPr kumimoji="0" lang="es-CO" sz="1400" b="1"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sp>
        <p:nvSpPr>
          <p:cNvPr id="19" name="CuadroTexto 18">
            <a:extLst>
              <a:ext uri="{FF2B5EF4-FFF2-40B4-BE49-F238E27FC236}">
                <a16:creationId xmlns:a16="http://schemas.microsoft.com/office/drawing/2014/main" id="{4BC5681C-0F14-40DD-8D8D-FFD7E488182A}"/>
              </a:ext>
            </a:extLst>
          </p:cNvPr>
          <p:cNvSpPr txBox="1"/>
          <p:nvPr/>
        </p:nvSpPr>
        <p:spPr>
          <a:xfrm>
            <a:off x="1182561" y="5272620"/>
            <a:ext cx="1931618" cy="3289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2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Centro de Servicios Financieros</a:t>
            </a:r>
            <a:endParaRPr kumimoji="0" lang="es-CO" sz="12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pic>
        <p:nvPicPr>
          <p:cNvPr id="2" name="Picture 4" descr="▷ Logo del SENA: cómo es, significado y descargar »【2023】">
            <a:extLst>
              <a:ext uri="{FF2B5EF4-FFF2-40B4-BE49-F238E27FC236}">
                <a16:creationId xmlns:a16="http://schemas.microsoft.com/office/drawing/2014/main" id="{63092B95-A4C2-BE5B-C680-86C76FAD248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6330" y="4804505"/>
            <a:ext cx="827338" cy="808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1843088"/>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DAA2919E-23BD-463F-B3D6-44999B088820}"/>
              </a:ext>
            </a:extLst>
          </p:cNvPr>
          <p:cNvSpPr/>
          <p:nvPr/>
        </p:nvSpPr>
        <p:spPr>
          <a:xfrm>
            <a:off x="11107067" y="180504"/>
            <a:ext cx="1152128" cy="792088"/>
          </a:xfrm>
          <a:prstGeom prst="rect">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endParaRPr kumimoji="0" lang="es-CO" sz="3400" b="0" i="0" u="none" strike="noStrike" cap="none" spc="0" normalizeH="0" baseline="0">
              <a:ln>
                <a:noFill/>
              </a:ln>
              <a:solidFill>
                <a:srgbClr val="FFFFFF"/>
              </a:solidFill>
              <a:effectLst/>
              <a:uFillTx/>
              <a:latin typeface="+mn-lt"/>
              <a:ea typeface="+mn-ea"/>
              <a:cs typeface="+mn-cs"/>
              <a:sym typeface="Helvetica Neue Medium"/>
            </a:endParaRPr>
          </a:p>
        </p:txBody>
      </p:sp>
      <p:cxnSp>
        <p:nvCxnSpPr>
          <p:cNvPr id="4" name="Conector recto 3">
            <a:extLst>
              <a:ext uri="{FF2B5EF4-FFF2-40B4-BE49-F238E27FC236}">
                <a16:creationId xmlns:a16="http://schemas.microsoft.com/office/drawing/2014/main" id="{0C3452B5-59FB-4E14-ABD5-1B9DFBE0E131}"/>
              </a:ext>
            </a:extLst>
          </p:cNvPr>
          <p:cNvCxnSpPr/>
          <p:nvPr/>
        </p:nvCxnSpPr>
        <p:spPr>
          <a:xfrm>
            <a:off x="6282531" y="4933032"/>
            <a:ext cx="0" cy="648072"/>
          </a:xfrm>
          <a:prstGeom prst="line">
            <a:avLst/>
          </a:prstGeom>
          <a:ln>
            <a:solidFill>
              <a:schemeClr val="bg1">
                <a:lumMod val="75000"/>
                <a:lumOff val="25000"/>
              </a:schemeClr>
            </a:solidFill>
          </a:ln>
        </p:spPr>
        <p:style>
          <a:lnRef idx="1">
            <a:schemeClr val="accent2"/>
          </a:lnRef>
          <a:fillRef idx="0">
            <a:schemeClr val="accent2"/>
          </a:fillRef>
          <a:effectRef idx="0">
            <a:schemeClr val="accent2"/>
          </a:effectRef>
          <a:fontRef idx="minor">
            <a:schemeClr val="tx1"/>
          </a:fontRef>
        </p:style>
      </p:cxnSp>
      <p:sp>
        <p:nvSpPr>
          <p:cNvPr id="9" name="CuadroTexto 8">
            <a:extLst>
              <a:ext uri="{FF2B5EF4-FFF2-40B4-BE49-F238E27FC236}">
                <a16:creationId xmlns:a16="http://schemas.microsoft.com/office/drawing/2014/main" id="{209ACE96-BC1E-4DDE-96DD-D305C75554B5}"/>
              </a:ext>
            </a:extLst>
          </p:cNvPr>
          <p:cNvSpPr txBox="1"/>
          <p:nvPr/>
        </p:nvSpPr>
        <p:spPr>
          <a:xfrm>
            <a:off x="6282529" y="5015820"/>
            <a:ext cx="4092466" cy="42126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800" b="1"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Instructor de Seguimiento Etapa Productiva</a:t>
            </a:r>
            <a:endParaRPr kumimoji="0" lang="es-CO" sz="1800" b="1"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sp>
        <p:nvSpPr>
          <p:cNvPr id="10" name="CuadroTexto 9">
            <a:extLst>
              <a:ext uri="{FF2B5EF4-FFF2-40B4-BE49-F238E27FC236}">
                <a16:creationId xmlns:a16="http://schemas.microsoft.com/office/drawing/2014/main" id="{F86DBEB4-4810-4578-B99B-25BD220B9FBD}"/>
              </a:ext>
            </a:extLst>
          </p:cNvPr>
          <p:cNvSpPr txBox="1"/>
          <p:nvPr/>
        </p:nvSpPr>
        <p:spPr>
          <a:xfrm>
            <a:off x="6282531" y="5241842"/>
            <a:ext cx="2523127" cy="3904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6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Centro de Servicios Financieros</a:t>
            </a:r>
            <a:endParaRPr kumimoji="0" lang="es-CO" sz="16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sp>
        <p:nvSpPr>
          <p:cNvPr id="20" name="9 Rectángulo">
            <a:extLst>
              <a:ext uri="{FF2B5EF4-FFF2-40B4-BE49-F238E27FC236}">
                <a16:creationId xmlns:a16="http://schemas.microsoft.com/office/drawing/2014/main" id="{AF2EB81F-DDEC-4D51-A4D7-828D5DE117A3}"/>
              </a:ext>
            </a:extLst>
          </p:cNvPr>
          <p:cNvSpPr/>
          <p:nvPr/>
        </p:nvSpPr>
        <p:spPr>
          <a:xfrm>
            <a:off x="4172579" y="302020"/>
            <a:ext cx="7358760" cy="910090"/>
          </a:xfrm>
          <a:prstGeom prst="rect">
            <a:avLst/>
          </a:prstGeom>
          <a:noFill/>
        </p:spPr>
        <p:txBody>
          <a:bodyPr wrap="square" lIns="78328" tIns="39164" rIns="78328" bIns="39164">
            <a:spAutoFit/>
          </a:bodyPr>
          <a:lstStyle/>
          <a:p>
            <a:pPr algn="ctr"/>
            <a:r>
              <a:rPr lang="es-ES" sz="5400" b="1" dirty="0">
                <a:ln w="12700">
                  <a:solidFill>
                    <a:schemeClr val="bg1">
                      <a:lumMod val="50000"/>
                      <a:lumOff val="50000"/>
                    </a:schemeClr>
                  </a:solidFill>
                  <a:prstDash val="solid"/>
                </a:ln>
                <a:solidFill>
                  <a:srgbClr val="00B050"/>
                </a:solidFill>
                <a:latin typeface="Berlin Sans FB Demi" panose="020E0802020502020306" pitchFamily="34" charset="0"/>
                <a:ea typeface="Malgun Gothic" panose="020B0503020000020004" pitchFamily="34" charset="-127"/>
                <a:cs typeface="Malgun Gothic Semilight" panose="020B0502040204020203" pitchFamily="34" charset="-128"/>
              </a:rPr>
              <a:t>Estimados</a:t>
            </a:r>
            <a:r>
              <a:rPr lang="es-ES" sz="5400" b="1" dirty="0">
                <a:ln w="12700">
                  <a:solidFill>
                    <a:schemeClr val="bg1">
                      <a:lumMod val="50000"/>
                      <a:lumOff val="50000"/>
                    </a:schemeClr>
                  </a:solidFill>
                  <a:prstDash val="solid"/>
                </a:ln>
                <a:solidFill>
                  <a:srgbClr val="92D050"/>
                </a:solidFill>
                <a:latin typeface="Berlin Sans FB Demi" panose="020E0802020502020306" pitchFamily="34" charset="0"/>
                <a:ea typeface="Malgun Gothic" panose="020B0503020000020004" pitchFamily="34" charset="-127"/>
                <a:cs typeface="Malgun Gothic Semilight" panose="020B0502040204020203" pitchFamily="34" charset="-128"/>
              </a:rPr>
              <a:t> Aprendices</a:t>
            </a:r>
          </a:p>
        </p:txBody>
      </p:sp>
      <p:sp>
        <p:nvSpPr>
          <p:cNvPr id="21" name="12 CuadroTexto">
            <a:extLst>
              <a:ext uri="{FF2B5EF4-FFF2-40B4-BE49-F238E27FC236}">
                <a16:creationId xmlns:a16="http://schemas.microsoft.com/office/drawing/2014/main" id="{F834C1B5-708A-4604-A624-961FBC814B04}"/>
              </a:ext>
            </a:extLst>
          </p:cNvPr>
          <p:cNvSpPr txBox="1"/>
          <p:nvPr/>
        </p:nvSpPr>
        <p:spPr>
          <a:xfrm>
            <a:off x="6303877" y="1417314"/>
            <a:ext cx="5923121" cy="2123658"/>
          </a:xfrm>
          <a:prstGeom prst="rect">
            <a:avLst/>
          </a:prstGeom>
          <a:noFill/>
        </p:spPr>
        <p:txBody>
          <a:bodyPr wrap="square" rtlCol="0">
            <a:spAutoFit/>
          </a:bodyPr>
          <a:lstStyle/>
          <a:p>
            <a:pPr algn="just"/>
            <a:r>
              <a:rPr lang="es-CO" sz="2200" dirty="0">
                <a:solidFill>
                  <a:schemeClr val="bg2"/>
                </a:solidFill>
                <a:latin typeface="Malgun Gothic" panose="020B0503020000020004" pitchFamily="34" charset="-127"/>
                <a:ea typeface="Malgun Gothic" panose="020B0503020000020004" pitchFamily="34" charset="-127"/>
                <a:cs typeface="Malgun Gothic Semilight" panose="020B0502040204020203" pitchFamily="34" charset="-128"/>
              </a:rPr>
              <a:t>Ya se encuentran creados los espacios para el envío de sus evidencias de Etapa Practica.</a:t>
            </a:r>
          </a:p>
          <a:p>
            <a:pPr algn="just"/>
            <a:endParaRPr lang="es-CO" sz="2200" dirty="0">
              <a:solidFill>
                <a:schemeClr val="bg2"/>
              </a:solidFill>
              <a:latin typeface="Malgun Gothic" panose="020B0503020000020004" pitchFamily="34" charset="-127"/>
              <a:ea typeface="Malgun Gothic" panose="020B0503020000020004" pitchFamily="34" charset="-127"/>
              <a:cs typeface="Malgun Gothic Semilight" panose="020B0502040204020203" pitchFamily="34" charset="-128"/>
            </a:endParaRPr>
          </a:p>
          <a:p>
            <a:pPr algn="just"/>
            <a:r>
              <a:rPr lang="es-CO" sz="2200" dirty="0">
                <a:solidFill>
                  <a:schemeClr val="bg2"/>
                </a:solidFill>
                <a:latin typeface="Malgun Gothic" panose="020B0503020000020004" pitchFamily="34" charset="-127"/>
                <a:ea typeface="Malgun Gothic" panose="020B0503020000020004" pitchFamily="34" charset="-127"/>
                <a:cs typeface="Malgun Gothic Semilight" panose="020B0502040204020203" pitchFamily="34" charset="-128"/>
              </a:rPr>
              <a:t>Te invito a adelantar y a dar cumplimiento a las actividades de Seguimiento Etapa Productiva.</a:t>
            </a:r>
          </a:p>
        </p:txBody>
      </p:sp>
      <p:sp>
        <p:nvSpPr>
          <p:cNvPr id="22" name="12 CuadroTexto">
            <a:extLst>
              <a:ext uri="{FF2B5EF4-FFF2-40B4-BE49-F238E27FC236}">
                <a16:creationId xmlns:a16="http://schemas.microsoft.com/office/drawing/2014/main" id="{15655C44-DAB4-4FD3-9BD9-5F28A8A7E29D}"/>
              </a:ext>
            </a:extLst>
          </p:cNvPr>
          <p:cNvSpPr txBox="1"/>
          <p:nvPr/>
        </p:nvSpPr>
        <p:spPr>
          <a:xfrm>
            <a:off x="6303877" y="3642940"/>
            <a:ext cx="5637544" cy="769441"/>
          </a:xfrm>
          <a:prstGeom prst="rect">
            <a:avLst/>
          </a:prstGeom>
          <a:noFill/>
        </p:spPr>
        <p:txBody>
          <a:bodyPr wrap="square" rtlCol="0">
            <a:spAutoFit/>
          </a:bodyPr>
          <a:lstStyle/>
          <a:p>
            <a:pPr algn="just"/>
            <a:r>
              <a:rPr lang="es-CO" sz="2200" dirty="0">
                <a:solidFill>
                  <a:schemeClr val="bg2"/>
                </a:solidFill>
                <a:latin typeface="Malgun Gothic" panose="020B0503020000020004" pitchFamily="34" charset="-127"/>
                <a:ea typeface="Malgun Gothic" panose="020B0503020000020004" pitchFamily="34" charset="-127"/>
                <a:cs typeface="Malgun Gothic Semilight" panose="020B0502040204020203" pitchFamily="34" charset="-128"/>
              </a:rPr>
              <a:t>Si presentas alguna inquietud no dudes en contactarme.</a:t>
            </a:r>
          </a:p>
        </p:txBody>
      </p:sp>
      <p:pic>
        <p:nvPicPr>
          <p:cNvPr id="2068" name="Picture 20" descr="Vector Color Cartoon Playing Computer Girl - Girl Play Computer ...">
            <a:extLst>
              <a:ext uri="{FF2B5EF4-FFF2-40B4-BE49-F238E27FC236}">
                <a16:creationId xmlns:a16="http://schemas.microsoft.com/office/drawing/2014/main" id="{38177372-1308-4DF2-BDE7-2EA824FF858B}"/>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9397" b="91865" l="5349" r="95814">
                        <a14:foregroundMark x1="16628" y1="30295" x2="16628" y2="30295"/>
                        <a14:foregroundMark x1="5349" y1="28191" x2="5349" y2="28191"/>
                        <a14:foregroundMark x1="49302" y1="10659" x2="49302" y2="10659"/>
                        <a14:foregroundMark x1="92791" y1="84712" x2="92791" y2="75035"/>
                        <a14:foregroundMark x1="95930" y1="83029" x2="95930" y2="77139"/>
                        <a14:foregroundMark x1="15349" y1="66480" x2="14884" y2="52174"/>
                        <a14:foregroundMark x1="40814" y1="9397" x2="48140" y2="11360"/>
                        <a14:foregroundMark x1="48140" y1="11360" x2="49535" y2="10379"/>
                        <a14:foregroundMark x1="56163" y1="91304" x2="66628" y2="91865"/>
                        <a14:backgroundMark x1="88140" y1="27910" x2="81047" y2="17532"/>
                        <a14:backgroundMark x1="81047" y1="17532" x2="77558" y2="15849"/>
                        <a14:backgroundMark x1="77558" y1="34642" x2="80349" y2="19916"/>
                        <a14:backgroundMark x1="76279" y1="17391" x2="83023" y2="26788"/>
                        <a14:backgroundMark x1="83023" y1="26788" x2="86860" y2="29734"/>
                        <a14:backgroundMark x1="86860" y1="23703" x2="81628" y2="15428"/>
                        <a14:backgroundMark x1="76628" y1="14727" x2="87791" y2="21879"/>
                        <a14:backgroundMark x1="87791" y1="21879" x2="79302" y2="28612"/>
                        <a14:backgroundMark x1="79302" y1="28612" x2="72558" y2="30435"/>
                        <a14:backgroundMark x1="73837" y1="27489" x2="83953" y2="25526"/>
                        <a14:backgroundMark x1="83953" y1="25526" x2="85000" y2="24123"/>
                        <a14:backgroundMark x1="80698" y1="15147" x2="81860" y2="15147"/>
                        <a14:backgroundMark x1="87209" y1="24123" x2="87209" y2="26367"/>
                        <a14:backgroundMark x1="80000" y1="25947" x2="78140" y2="23703"/>
                        <a14:backgroundMark x1="80000" y1="21459" x2="83721" y2="21459"/>
                      </a14:backgroundRemoval>
                    </a14:imgEffect>
                  </a14:imgLayer>
                </a14:imgProps>
              </a:ext>
              <a:ext uri="{28A0092B-C50C-407E-A947-70E740481C1C}">
                <a14:useLocalDpi xmlns:a14="http://schemas.microsoft.com/office/drawing/2010/main" val="0"/>
              </a:ext>
            </a:extLst>
          </a:blip>
          <a:srcRect/>
          <a:stretch>
            <a:fillRect/>
          </a:stretch>
        </p:blipFill>
        <p:spPr bwMode="auto">
          <a:xfrm>
            <a:off x="-67394" y="-75953"/>
            <a:ext cx="6493941" cy="532991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 Logo del SENA: cómo es, significado y descargar »【2023】">
            <a:extLst>
              <a:ext uri="{FF2B5EF4-FFF2-40B4-BE49-F238E27FC236}">
                <a16:creationId xmlns:a16="http://schemas.microsoft.com/office/drawing/2014/main" id="{9CBD4AB6-4F44-05A6-B917-2AA5929BC8F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61210" y="4730809"/>
            <a:ext cx="827338" cy="808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9400285"/>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6" name="CuadroTexto 16">
            <a:extLst>
              <a:ext uri="{FF2B5EF4-FFF2-40B4-BE49-F238E27FC236}">
                <a16:creationId xmlns:a16="http://schemas.microsoft.com/office/drawing/2014/main" id="{247AD641-3BF0-415C-82B3-0CEE1DB2145D}"/>
              </a:ext>
            </a:extLst>
          </p:cNvPr>
          <p:cNvSpPr txBox="1"/>
          <p:nvPr/>
        </p:nvSpPr>
        <p:spPr>
          <a:xfrm>
            <a:off x="5850483" y="1791310"/>
            <a:ext cx="5978624" cy="2703288"/>
          </a:xfrm>
          <a:prstGeom prst="rect">
            <a:avLst/>
          </a:prstGeom>
          <a:noFill/>
        </p:spPr>
        <p:txBody>
          <a:bodyPr wrap="square" lIns="116824" tIns="58412" rIns="116824" bIns="58412" rtlCol="0">
            <a:spAutoFit/>
          </a:bodyPr>
          <a:lstStyle/>
          <a:p>
            <a:pPr algn="just"/>
            <a:r>
              <a:rPr lang="es-CO" sz="2400" b="1" dirty="0">
                <a:solidFill>
                  <a:schemeClr val="bg1">
                    <a:lumMod val="65000"/>
                    <a:lumOff val="35000"/>
                  </a:schemeClr>
                </a:solidFill>
                <a:latin typeface="Arial" panose="020B0604020202020204" pitchFamily="34" charset="0"/>
                <a:cs typeface="Arial" panose="020B0604020202020204" pitchFamily="34" charset="0"/>
              </a:rPr>
              <a:t>Les informo que en el espacio Contenido del curso - Fase Etapa Productiva, encontrarán información importante para el desarrollo de su etapa práctica, así como los espacios correspondientes para el envío de las evidencias.</a:t>
            </a:r>
          </a:p>
        </p:txBody>
      </p:sp>
      <p:sp>
        <p:nvSpPr>
          <p:cNvPr id="2" name="Rectángulo 1">
            <a:extLst>
              <a:ext uri="{FF2B5EF4-FFF2-40B4-BE49-F238E27FC236}">
                <a16:creationId xmlns:a16="http://schemas.microsoft.com/office/drawing/2014/main" id="{8D023FCE-6097-4E4E-B92D-6CF3BCD8F46D}"/>
              </a:ext>
            </a:extLst>
          </p:cNvPr>
          <p:cNvSpPr/>
          <p:nvPr/>
        </p:nvSpPr>
        <p:spPr>
          <a:xfrm>
            <a:off x="11179075" y="108496"/>
            <a:ext cx="1080121" cy="807201"/>
          </a:xfrm>
          <a:prstGeom prst="rect">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endParaRPr kumimoji="0" lang="es-CO" sz="3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7" name="9 Rectángulo">
            <a:extLst>
              <a:ext uri="{FF2B5EF4-FFF2-40B4-BE49-F238E27FC236}">
                <a16:creationId xmlns:a16="http://schemas.microsoft.com/office/drawing/2014/main" id="{F11140B8-A370-4E19-A367-49438AA9CD27}"/>
              </a:ext>
            </a:extLst>
          </p:cNvPr>
          <p:cNvSpPr/>
          <p:nvPr/>
        </p:nvSpPr>
        <p:spPr>
          <a:xfrm>
            <a:off x="4121669" y="231778"/>
            <a:ext cx="6493955" cy="817757"/>
          </a:xfrm>
          <a:prstGeom prst="rect">
            <a:avLst/>
          </a:prstGeom>
          <a:noFill/>
        </p:spPr>
        <p:txBody>
          <a:bodyPr wrap="square" lIns="78328" tIns="39164" rIns="78328" bIns="39164">
            <a:spAutoFit/>
          </a:bodyPr>
          <a:lstStyle/>
          <a:p>
            <a:pPr algn="ctr"/>
            <a:r>
              <a:rPr lang="es-ES" sz="4800" b="1" dirty="0">
                <a:ln w="6600">
                  <a:solidFill>
                    <a:schemeClr val="accent3">
                      <a:lumMod val="75000"/>
                    </a:schemeClr>
                  </a:solidFill>
                  <a:prstDash val="solid"/>
                </a:ln>
                <a:solidFill>
                  <a:srgbClr val="FFFFFF"/>
                </a:solidFill>
                <a:effectLst>
                  <a:outerShdw dist="38100" dir="2700000" algn="tl" rotWithShape="0">
                    <a:schemeClr val="accent2"/>
                  </a:outerShdw>
                </a:effectLst>
                <a:latin typeface="Berlin Sans FB Demi" panose="020E0802020502020306" pitchFamily="34" charset="0"/>
                <a:ea typeface="Malgun Gothic" panose="020B0503020000020004" pitchFamily="34" charset="-127"/>
                <a:cs typeface="Malgun Gothic Semilight" panose="020B0502040204020203" pitchFamily="34" charset="-128"/>
              </a:rPr>
              <a:t>Estimados</a:t>
            </a:r>
          </a:p>
        </p:txBody>
      </p:sp>
      <p:sp>
        <p:nvSpPr>
          <p:cNvPr id="19" name="CuadroTexto 18">
            <a:extLst>
              <a:ext uri="{FF2B5EF4-FFF2-40B4-BE49-F238E27FC236}">
                <a16:creationId xmlns:a16="http://schemas.microsoft.com/office/drawing/2014/main" id="{0C95A258-043E-49D0-BC34-66114B9C5EAD}"/>
              </a:ext>
            </a:extLst>
          </p:cNvPr>
          <p:cNvSpPr txBox="1"/>
          <p:nvPr/>
        </p:nvSpPr>
        <p:spPr>
          <a:xfrm>
            <a:off x="9932072" y="4819304"/>
            <a:ext cx="1564530" cy="3597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r" defTabSz="943239" rtl="0" fontAlgn="auto" latinLnBrk="0" hangingPunct="0">
              <a:lnSpc>
                <a:spcPct val="100000"/>
              </a:lnSpc>
              <a:spcBef>
                <a:spcPts val="0"/>
              </a:spcBef>
              <a:spcAft>
                <a:spcPts val="0"/>
              </a:spcAft>
              <a:buClrTx/>
              <a:buSzTx/>
              <a:buFontTx/>
              <a:buNone/>
              <a:tabLst/>
            </a:pPr>
            <a:r>
              <a:rPr kumimoji="0" lang="es-ES" sz="1400" i="0" u="none" strike="noStrike" cap="none" spc="0" normalizeH="0" baseline="0" dirty="0">
                <a:ln>
                  <a:noFill/>
                </a:ln>
                <a:solidFill>
                  <a:schemeClr val="bg1">
                    <a:lumMod val="65000"/>
                    <a:lumOff val="35000"/>
                  </a:schemeClr>
                </a:solidFill>
                <a:effectLst/>
                <a:uFillTx/>
                <a:latin typeface="Arial Narrow" panose="020B0606020202030204" pitchFamily="34" charset="0"/>
                <a:ea typeface="Helvetica Neue"/>
                <a:cs typeface="Helvetica Neue"/>
                <a:sym typeface="Helvetica Neue"/>
              </a:rPr>
              <a:t>Nombre del Instructor</a:t>
            </a:r>
            <a:endParaRPr kumimoji="0" lang="es-CO" sz="1400" i="0" u="none" strike="noStrike" cap="none" spc="0" normalizeH="0" baseline="0" dirty="0">
              <a:ln>
                <a:noFill/>
              </a:ln>
              <a:solidFill>
                <a:schemeClr val="bg1">
                  <a:lumMod val="65000"/>
                  <a:lumOff val="35000"/>
                </a:schemeClr>
              </a:solidFill>
              <a:effectLst/>
              <a:uFillTx/>
              <a:latin typeface="Arial Narrow" panose="020B0606020202030204" pitchFamily="34" charset="0"/>
              <a:ea typeface="Helvetica Neue"/>
              <a:cs typeface="Helvetica Neue"/>
              <a:sym typeface="Helvetica Neue"/>
            </a:endParaRPr>
          </a:p>
        </p:txBody>
      </p:sp>
      <p:sp>
        <p:nvSpPr>
          <p:cNvPr id="20" name="CuadroTexto 19">
            <a:extLst>
              <a:ext uri="{FF2B5EF4-FFF2-40B4-BE49-F238E27FC236}">
                <a16:creationId xmlns:a16="http://schemas.microsoft.com/office/drawing/2014/main" id="{080C7A05-9200-4FD0-AB66-C2CB4091FCD0}"/>
              </a:ext>
            </a:extLst>
          </p:cNvPr>
          <p:cNvSpPr txBox="1"/>
          <p:nvPr/>
        </p:nvSpPr>
        <p:spPr>
          <a:xfrm>
            <a:off x="8283886" y="4999615"/>
            <a:ext cx="3218829" cy="3597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r" defTabSz="943239" rtl="0" fontAlgn="auto" latinLnBrk="0" hangingPunct="0">
              <a:lnSpc>
                <a:spcPct val="100000"/>
              </a:lnSpc>
              <a:spcBef>
                <a:spcPts val="0"/>
              </a:spcBef>
              <a:spcAft>
                <a:spcPts val="0"/>
              </a:spcAft>
              <a:buClrTx/>
              <a:buSzTx/>
              <a:buFontTx/>
              <a:buNone/>
              <a:tabLst/>
            </a:pPr>
            <a:r>
              <a:rPr kumimoji="0" lang="es-ES" sz="1400" b="1" i="0" u="none" strike="noStrike" cap="none" spc="0" normalizeH="0" baseline="0" dirty="0">
                <a:ln>
                  <a:noFill/>
                </a:ln>
                <a:solidFill>
                  <a:schemeClr val="bg1">
                    <a:lumMod val="65000"/>
                    <a:lumOff val="35000"/>
                  </a:schemeClr>
                </a:solidFill>
                <a:effectLst/>
                <a:uFillTx/>
                <a:latin typeface="Arial Narrow" panose="020B0606020202030204" pitchFamily="34" charset="0"/>
                <a:ea typeface="Helvetica Neue"/>
                <a:cs typeface="Helvetica Neue"/>
                <a:sym typeface="Helvetica Neue"/>
              </a:rPr>
              <a:t>Instructor de Seguimiento Etapa Productiva</a:t>
            </a:r>
            <a:endParaRPr kumimoji="0" lang="es-CO" sz="1400" b="1" i="0" u="none" strike="noStrike" cap="none" spc="0" normalizeH="0" baseline="0" dirty="0">
              <a:ln>
                <a:noFill/>
              </a:ln>
              <a:solidFill>
                <a:schemeClr val="bg1">
                  <a:lumMod val="65000"/>
                  <a:lumOff val="35000"/>
                </a:schemeClr>
              </a:solidFill>
              <a:effectLst/>
              <a:uFillTx/>
              <a:latin typeface="Arial Narrow" panose="020B0606020202030204" pitchFamily="34" charset="0"/>
              <a:ea typeface="Helvetica Neue"/>
              <a:cs typeface="Helvetica Neue"/>
              <a:sym typeface="Helvetica Neue"/>
            </a:endParaRPr>
          </a:p>
        </p:txBody>
      </p:sp>
      <p:sp>
        <p:nvSpPr>
          <p:cNvPr id="21" name="CuadroTexto 20">
            <a:extLst>
              <a:ext uri="{FF2B5EF4-FFF2-40B4-BE49-F238E27FC236}">
                <a16:creationId xmlns:a16="http://schemas.microsoft.com/office/drawing/2014/main" id="{9DDD1498-0422-4090-A599-4DA5F63B67D7}"/>
              </a:ext>
            </a:extLst>
          </p:cNvPr>
          <p:cNvSpPr txBox="1"/>
          <p:nvPr/>
        </p:nvSpPr>
        <p:spPr>
          <a:xfrm>
            <a:off x="9564984" y="5180161"/>
            <a:ext cx="1931618" cy="3289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r" defTabSz="943239" rtl="0" fontAlgn="auto" latinLnBrk="0" hangingPunct="0">
              <a:lnSpc>
                <a:spcPct val="100000"/>
              </a:lnSpc>
              <a:spcBef>
                <a:spcPts val="0"/>
              </a:spcBef>
              <a:spcAft>
                <a:spcPts val="0"/>
              </a:spcAft>
              <a:buClrTx/>
              <a:buSzTx/>
              <a:buFontTx/>
              <a:buNone/>
              <a:tabLst/>
            </a:pPr>
            <a:r>
              <a:rPr kumimoji="0" lang="es-ES" sz="1200" i="0" u="none" strike="noStrike" cap="none" spc="0" normalizeH="0" baseline="0" dirty="0">
                <a:ln>
                  <a:noFill/>
                </a:ln>
                <a:solidFill>
                  <a:schemeClr val="bg1">
                    <a:lumMod val="65000"/>
                    <a:lumOff val="35000"/>
                  </a:schemeClr>
                </a:solidFill>
                <a:effectLst/>
                <a:uFillTx/>
                <a:latin typeface="Arial Narrow" panose="020B0606020202030204" pitchFamily="34" charset="0"/>
                <a:ea typeface="Helvetica Neue"/>
                <a:cs typeface="Helvetica Neue"/>
                <a:sym typeface="Helvetica Neue"/>
              </a:rPr>
              <a:t>Centro </a:t>
            </a:r>
            <a:r>
              <a:rPr lang="es-ES" sz="1200" dirty="0">
                <a:solidFill>
                  <a:schemeClr val="bg1">
                    <a:lumMod val="65000"/>
                    <a:lumOff val="35000"/>
                  </a:schemeClr>
                </a:solidFill>
                <a:latin typeface="Arial Narrow" panose="020B0606020202030204" pitchFamily="34" charset="0"/>
                <a:ea typeface="Helvetica Neue"/>
                <a:cs typeface="Helvetica Neue"/>
                <a:sym typeface="Helvetica Neue"/>
              </a:rPr>
              <a:t>de Servicios Financieros</a:t>
            </a:r>
            <a:endParaRPr kumimoji="0" lang="es-CO" sz="1200" i="0" u="none" strike="noStrike" cap="none" spc="0" normalizeH="0" baseline="0" dirty="0">
              <a:ln>
                <a:noFill/>
              </a:ln>
              <a:solidFill>
                <a:schemeClr val="bg1">
                  <a:lumMod val="65000"/>
                  <a:lumOff val="35000"/>
                </a:schemeClr>
              </a:solidFill>
              <a:effectLst/>
              <a:uFillTx/>
              <a:latin typeface="Arial Narrow" panose="020B0606020202030204" pitchFamily="34" charset="0"/>
              <a:ea typeface="Helvetica Neue"/>
              <a:cs typeface="Helvetica Neue"/>
              <a:sym typeface="Helvetica Neue"/>
            </a:endParaRPr>
          </a:p>
        </p:txBody>
      </p:sp>
      <p:cxnSp>
        <p:nvCxnSpPr>
          <p:cNvPr id="4" name="Conector recto 3">
            <a:extLst>
              <a:ext uri="{FF2B5EF4-FFF2-40B4-BE49-F238E27FC236}">
                <a16:creationId xmlns:a16="http://schemas.microsoft.com/office/drawing/2014/main" id="{A7A84B2F-6493-40E4-96B6-937EE451705F}"/>
              </a:ext>
            </a:extLst>
          </p:cNvPr>
          <p:cNvCxnSpPr>
            <a:cxnSpLocks/>
          </p:cNvCxnSpPr>
          <p:nvPr/>
        </p:nvCxnSpPr>
        <p:spPr>
          <a:xfrm>
            <a:off x="11573719" y="4752591"/>
            <a:ext cx="0" cy="689792"/>
          </a:xfrm>
          <a:prstGeom prst="line">
            <a:avLst/>
          </a:prstGeom>
          <a:ln w="19050">
            <a:solidFill>
              <a:schemeClr val="bg1">
                <a:lumMod val="50000"/>
                <a:lumOff val="50000"/>
              </a:schemeClr>
            </a:solidFill>
          </a:ln>
        </p:spPr>
        <p:style>
          <a:lnRef idx="1">
            <a:schemeClr val="dk1"/>
          </a:lnRef>
          <a:fillRef idx="0">
            <a:schemeClr val="dk1"/>
          </a:fillRef>
          <a:effectRef idx="0">
            <a:schemeClr val="dk1"/>
          </a:effectRef>
          <a:fontRef idx="minor">
            <a:schemeClr val="tx1"/>
          </a:fontRef>
        </p:style>
      </p:cxnSp>
      <p:pic>
        <p:nvPicPr>
          <p:cNvPr id="23" name="Imagen 22" descr="Imagen que contiene dibujo&#10;&#10;Descripción generada automáticamente">
            <a:extLst>
              <a:ext uri="{FF2B5EF4-FFF2-40B4-BE49-F238E27FC236}">
                <a16:creationId xmlns:a16="http://schemas.microsoft.com/office/drawing/2014/main" id="{7AD4D6FA-C14F-46C0-AF89-1BF273BC2743}"/>
              </a:ext>
            </a:extLst>
          </p:cNvPr>
          <p:cNvPicPr>
            <a:picLocks noChangeAspect="1"/>
          </p:cNvPicPr>
          <p:nvPr/>
        </p:nvPicPr>
        <p:blipFill rotWithShape="1">
          <a:blip r:embed="rId3">
            <a:extLst>
              <a:ext uri="{28A0092B-C50C-407E-A947-70E740481C1C}">
                <a14:useLocalDpi xmlns:a14="http://schemas.microsoft.com/office/drawing/2010/main" val="0"/>
              </a:ext>
            </a:extLst>
          </a:blip>
          <a:srcRect l="23792" r="21776"/>
          <a:stretch/>
        </p:blipFill>
        <p:spPr>
          <a:xfrm rot="16607514" flipH="1">
            <a:off x="10817231" y="-344395"/>
            <a:ext cx="950325" cy="1855510"/>
          </a:xfrm>
          <a:prstGeom prst="rect">
            <a:avLst/>
          </a:prstGeom>
        </p:spPr>
      </p:pic>
      <p:sp>
        <p:nvSpPr>
          <p:cNvPr id="22" name="9 Rectángulo">
            <a:extLst>
              <a:ext uri="{FF2B5EF4-FFF2-40B4-BE49-F238E27FC236}">
                <a16:creationId xmlns:a16="http://schemas.microsoft.com/office/drawing/2014/main" id="{6479C038-A1E6-4FA8-89E5-D027B43D1659}"/>
              </a:ext>
            </a:extLst>
          </p:cNvPr>
          <p:cNvSpPr/>
          <p:nvPr/>
        </p:nvSpPr>
        <p:spPr>
          <a:xfrm>
            <a:off x="6646322" y="785358"/>
            <a:ext cx="6493955" cy="817757"/>
          </a:xfrm>
          <a:prstGeom prst="rect">
            <a:avLst/>
          </a:prstGeom>
          <a:noFill/>
        </p:spPr>
        <p:txBody>
          <a:bodyPr wrap="square" lIns="78328" tIns="39164" rIns="78328" bIns="39164">
            <a:spAutoFit/>
          </a:bodyPr>
          <a:lstStyle/>
          <a:p>
            <a:pPr algn="ctr"/>
            <a:r>
              <a:rPr lang="es-ES" sz="4800" b="1" dirty="0">
                <a:ln w="6600">
                  <a:solidFill>
                    <a:schemeClr val="accent3">
                      <a:lumMod val="75000"/>
                    </a:schemeClr>
                  </a:solidFill>
                  <a:prstDash val="solid"/>
                </a:ln>
                <a:solidFill>
                  <a:srgbClr val="FFFFFF"/>
                </a:solidFill>
                <a:effectLst>
                  <a:outerShdw dist="38100" dir="2700000" algn="tl" rotWithShape="0">
                    <a:schemeClr val="accent2"/>
                  </a:outerShdw>
                </a:effectLst>
                <a:latin typeface="Berlin Sans FB Demi" panose="020E0802020502020306" pitchFamily="34" charset="0"/>
                <a:ea typeface="Malgun Gothic" panose="020B0503020000020004" pitchFamily="34" charset="-127"/>
                <a:cs typeface="Malgun Gothic Semilight" panose="020B0502040204020203" pitchFamily="34" charset="-128"/>
              </a:rPr>
              <a:t>Aprendices</a:t>
            </a:r>
          </a:p>
        </p:txBody>
      </p:sp>
      <p:pic>
        <p:nvPicPr>
          <p:cNvPr id="5122" name="Picture 2" descr="Concepto de landing page de búsquedas vector gratuito | Free Vector #Freepik #vector #freenegocios #freetecnologia #freeordenador #freeplantilla">
            <a:extLst>
              <a:ext uri="{FF2B5EF4-FFF2-40B4-BE49-F238E27FC236}">
                <a16:creationId xmlns:a16="http://schemas.microsoft.com/office/drawing/2014/main" id="{1C2AAD4C-7792-4E45-995C-4F50B949C28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362" t="8363" r="3490" b="9871"/>
          <a:stretch/>
        </p:blipFill>
        <p:spPr bwMode="auto">
          <a:xfrm>
            <a:off x="299253" y="468536"/>
            <a:ext cx="5544616" cy="4973847"/>
          </a:xfrm>
          <a:prstGeom prst="rect">
            <a:avLst/>
          </a:prstGeom>
          <a:noFill/>
          <a:extLst>
            <a:ext uri="{909E8E84-426E-40DD-AFC4-6F175D3DCCD1}">
              <a14:hiddenFill xmlns:a14="http://schemas.microsoft.com/office/drawing/2010/main">
                <a:solidFill>
                  <a:srgbClr val="FFFFFF"/>
                </a:solidFill>
              </a14:hiddenFill>
            </a:ext>
          </a:extLst>
        </p:spPr>
      </p:pic>
      <p:pic>
        <p:nvPicPr>
          <p:cNvPr id="26" name="Imagen 25" descr="Imagen que contiene dibujo&#10;&#10;Descripción generada automáticamente">
            <a:extLst>
              <a:ext uri="{FF2B5EF4-FFF2-40B4-BE49-F238E27FC236}">
                <a16:creationId xmlns:a16="http://schemas.microsoft.com/office/drawing/2014/main" id="{CEF9589C-5D2A-47EE-82C3-1D1DF0E63A36}"/>
              </a:ext>
            </a:extLst>
          </p:cNvPr>
          <p:cNvPicPr>
            <a:picLocks noChangeAspect="1"/>
          </p:cNvPicPr>
          <p:nvPr/>
        </p:nvPicPr>
        <p:blipFill rotWithShape="1">
          <a:blip r:embed="rId3">
            <a:extLst>
              <a:ext uri="{28A0092B-C50C-407E-A947-70E740481C1C}">
                <a14:useLocalDpi xmlns:a14="http://schemas.microsoft.com/office/drawing/2010/main" val="0"/>
              </a:ext>
            </a:extLst>
          </a:blip>
          <a:srcRect l="23792" r="21776"/>
          <a:stretch/>
        </p:blipFill>
        <p:spPr>
          <a:xfrm rot="4637149" flipH="1">
            <a:off x="5715419" y="4329168"/>
            <a:ext cx="750808" cy="1604431"/>
          </a:xfrm>
          <a:prstGeom prst="rect">
            <a:avLst/>
          </a:prstGeom>
        </p:spPr>
      </p:pic>
      <p:pic>
        <p:nvPicPr>
          <p:cNvPr id="25" name="Imagen 24" descr="Imagen que contiene dibujo&#10;&#10;Descripción generada automáticamente">
            <a:extLst>
              <a:ext uri="{FF2B5EF4-FFF2-40B4-BE49-F238E27FC236}">
                <a16:creationId xmlns:a16="http://schemas.microsoft.com/office/drawing/2014/main" id="{E0E98D21-68EF-4756-9974-B9691E2F1FAB}"/>
              </a:ext>
            </a:extLst>
          </p:cNvPr>
          <p:cNvPicPr>
            <a:picLocks noChangeAspect="1"/>
          </p:cNvPicPr>
          <p:nvPr/>
        </p:nvPicPr>
        <p:blipFill rotWithShape="1">
          <a:blip r:embed="rId3">
            <a:extLst>
              <a:ext uri="{28A0092B-C50C-407E-A947-70E740481C1C}">
                <a14:useLocalDpi xmlns:a14="http://schemas.microsoft.com/office/drawing/2010/main" val="0"/>
              </a:ext>
            </a:extLst>
          </a:blip>
          <a:srcRect l="23792" r="26106" b="5229"/>
          <a:stretch/>
        </p:blipFill>
        <p:spPr>
          <a:xfrm rot="14945015" flipH="1">
            <a:off x="828689" y="-122159"/>
            <a:ext cx="874731" cy="1758475"/>
          </a:xfrm>
          <a:prstGeom prst="rect">
            <a:avLst/>
          </a:prstGeom>
        </p:spPr>
      </p:pic>
      <p:pic>
        <p:nvPicPr>
          <p:cNvPr id="3" name="Picture 4" descr="▷ Logo del SENA: cómo es, significado y descargar »【2023】">
            <a:extLst>
              <a:ext uri="{FF2B5EF4-FFF2-40B4-BE49-F238E27FC236}">
                <a16:creationId xmlns:a16="http://schemas.microsoft.com/office/drawing/2014/main" id="{64C372A0-33EB-71E3-7E0C-BDD0287E5FF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675088" y="4682793"/>
            <a:ext cx="827338" cy="808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653591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4" name="Rectángulo 23">
            <a:extLst>
              <a:ext uri="{FF2B5EF4-FFF2-40B4-BE49-F238E27FC236}">
                <a16:creationId xmlns:a16="http://schemas.microsoft.com/office/drawing/2014/main" id="{13DC46FA-9971-49C2-827C-62B9C2CA5551}"/>
              </a:ext>
            </a:extLst>
          </p:cNvPr>
          <p:cNvSpPr/>
          <p:nvPr/>
        </p:nvSpPr>
        <p:spPr>
          <a:xfrm>
            <a:off x="11179075" y="108496"/>
            <a:ext cx="1080121" cy="807201"/>
          </a:xfrm>
          <a:prstGeom prst="rect">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endParaRPr kumimoji="0" lang="es-CO" sz="3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30" name="9 Rectángulo">
            <a:extLst>
              <a:ext uri="{FF2B5EF4-FFF2-40B4-BE49-F238E27FC236}">
                <a16:creationId xmlns:a16="http://schemas.microsoft.com/office/drawing/2014/main" id="{A0965877-F0E4-4E8E-88D2-3565F483A45E}"/>
              </a:ext>
            </a:extLst>
          </p:cNvPr>
          <p:cNvSpPr/>
          <p:nvPr/>
        </p:nvSpPr>
        <p:spPr>
          <a:xfrm>
            <a:off x="180610" y="426890"/>
            <a:ext cx="6493955" cy="817757"/>
          </a:xfrm>
          <a:prstGeom prst="rect">
            <a:avLst/>
          </a:prstGeom>
          <a:noFill/>
        </p:spPr>
        <p:txBody>
          <a:bodyPr wrap="square" lIns="78328" tIns="39164" rIns="78328" bIns="39164">
            <a:spAutoFit/>
          </a:bodyPr>
          <a:lstStyle/>
          <a:p>
            <a:pPr algn="ctr"/>
            <a:r>
              <a:rPr lang="es-ES" sz="48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reflection blurRad="6350" stA="60000" endA="900" endPos="58000" dir="5400000" sy="-100000" algn="bl" rotWithShape="0"/>
                </a:effectLst>
                <a:latin typeface="Berlin Sans FB Demi" panose="020E0802020502020306" pitchFamily="34" charset="0"/>
                <a:ea typeface="Malgun Gothic" panose="020B0503020000020004" pitchFamily="34" charset="-127"/>
                <a:cs typeface="Malgun Gothic Semilight" panose="020B0502040204020203" pitchFamily="34" charset="-128"/>
              </a:rPr>
              <a:t>Apreciado Aprendiz</a:t>
            </a:r>
          </a:p>
        </p:txBody>
      </p:sp>
      <p:sp>
        <p:nvSpPr>
          <p:cNvPr id="31" name="CuadroTexto 16">
            <a:extLst>
              <a:ext uri="{FF2B5EF4-FFF2-40B4-BE49-F238E27FC236}">
                <a16:creationId xmlns:a16="http://schemas.microsoft.com/office/drawing/2014/main" id="{D07D3E37-70C2-4400-8DFE-F285D9C0997C}"/>
              </a:ext>
            </a:extLst>
          </p:cNvPr>
          <p:cNvSpPr txBox="1"/>
          <p:nvPr/>
        </p:nvSpPr>
        <p:spPr>
          <a:xfrm>
            <a:off x="541253" y="1372028"/>
            <a:ext cx="5963258" cy="1964624"/>
          </a:xfrm>
          <a:prstGeom prst="rect">
            <a:avLst/>
          </a:prstGeom>
          <a:noFill/>
        </p:spPr>
        <p:txBody>
          <a:bodyPr wrap="square" lIns="116824" tIns="58412" rIns="116824" bIns="58412" rtlCol="0" anchor="t">
            <a:spAutoFit/>
          </a:bodyPr>
          <a:lstStyle/>
          <a:p>
            <a:pPr algn="just"/>
            <a:endParaRPr lang="es-CO" sz="2400" b="1" dirty="0">
              <a:solidFill>
                <a:schemeClr val="bg1">
                  <a:lumMod val="65000"/>
                  <a:lumOff val="35000"/>
                </a:schemeClr>
              </a:solidFill>
              <a:effectLst>
                <a:outerShdw blurRad="38100" dist="38100" dir="2700000" algn="tl">
                  <a:srgbClr val="000000">
                    <a:alpha val="43137"/>
                  </a:srgbClr>
                </a:outerShdw>
              </a:effectLst>
              <a:latin typeface="Ink Free"/>
              <a:cs typeface="Arial"/>
            </a:endParaRPr>
          </a:p>
          <a:p>
            <a:pPr algn="just"/>
            <a:r>
              <a:rPr lang="es-CO" sz="2400" b="1" dirty="0">
                <a:solidFill>
                  <a:schemeClr val="bg1">
                    <a:lumMod val="65000"/>
                    <a:lumOff val="35000"/>
                  </a:schemeClr>
                </a:solidFill>
                <a:effectLst>
                  <a:outerShdw blurRad="38100" dist="38100" dir="2700000" algn="tl">
                    <a:srgbClr val="000000">
                      <a:alpha val="43137"/>
                    </a:srgbClr>
                  </a:outerShdw>
                </a:effectLst>
                <a:latin typeface="Ink Free"/>
                <a:cs typeface="Arial"/>
              </a:rPr>
              <a:t>¿Sabias que tienes una alternativa interesante llamada proyecto productivo para hacer el desarrollo de tu Epata Productiva?</a:t>
            </a:r>
            <a:endParaRPr lang="es-CO" dirty="0">
              <a:solidFill>
                <a:schemeClr val="bg1">
                  <a:lumMod val="65000"/>
                  <a:lumOff val="35000"/>
                </a:schemeClr>
              </a:solidFill>
            </a:endParaRPr>
          </a:p>
        </p:txBody>
      </p:sp>
      <p:sp>
        <p:nvSpPr>
          <p:cNvPr id="33" name="CuadroTexto 32">
            <a:extLst>
              <a:ext uri="{FF2B5EF4-FFF2-40B4-BE49-F238E27FC236}">
                <a16:creationId xmlns:a16="http://schemas.microsoft.com/office/drawing/2014/main" id="{FBC69058-D83A-4367-A722-660EEE53FE38}"/>
              </a:ext>
            </a:extLst>
          </p:cNvPr>
          <p:cNvSpPr txBox="1"/>
          <p:nvPr/>
        </p:nvSpPr>
        <p:spPr>
          <a:xfrm>
            <a:off x="366130" y="2364878"/>
            <a:ext cx="6282046"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pPr algn="just"/>
            <a:r>
              <a:rPr lang="es-ES" sz="2400" b="1" dirty="0">
                <a:solidFill>
                  <a:schemeClr val="bg2"/>
                </a:solidFill>
                <a:latin typeface="Ink Free"/>
              </a:rPr>
              <a:t>                                                             </a:t>
            </a:r>
          </a:p>
        </p:txBody>
      </p:sp>
      <p:sp>
        <p:nvSpPr>
          <p:cNvPr id="34" name="CuadroTexto 33">
            <a:extLst>
              <a:ext uri="{FF2B5EF4-FFF2-40B4-BE49-F238E27FC236}">
                <a16:creationId xmlns:a16="http://schemas.microsoft.com/office/drawing/2014/main" id="{21819C6E-22BE-4D75-BB28-3039C7132C38}"/>
              </a:ext>
            </a:extLst>
          </p:cNvPr>
          <p:cNvSpPr txBox="1"/>
          <p:nvPr/>
        </p:nvSpPr>
        <p:spPr>
          <a:xfrm>
            <a:off x="349511" y="3272441"/>
            <a:ext cx="6282046" cy="4001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pPr algn="just"/>
            <a:endParaRPr lang="es-ES" sz="2000" b="1" dirty="0">
              <a:solidFill>
                <a:schemeClr val="bg2"/>
              </a:solidFill>
              <a:latin typeface="Ink Free"/>
            </a:endParaRPr>
          </a:p>
        </p:txBody>
      </p:sp>
      <p:sp>
        <p:nvSpPr>
          <p:cNvPr id="28" name="CuadroTexto 27">
            <a:extLst>
              <a:ext uri="{FF2B5EF4-FFF2-40B4-BE49-F238E27FC236}">
                <a16:creationId xmlns:a16="http://schemas.microsoft.com/office/drawing/2014/main" id="{911CA2B4-2138-4EB5-9EA3-251BDE0DF584}"/>
              </a:ext>
            </a:extLst>
          </p:cNvPr>
          <p:cNvSpPr txBox="1"/>
          <p:nvPr/>
        </p:nvSpPr>
        <p:spPr>
          <a:xfrm>
            <a:off x="4330317" y="4963320"/>
            <a:ext cx="1564530" cy="3597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r" defTabSz="943239" rtl="0" fontAlgn="auto" latinLnBrk="0" hangingPunct="0">
              <a:lnSpc>
                <a:spcPct val="100000"/>
              </a:lnSpc>
              <a:spcBef>
                <a:spcPts val="0"/>
              </a:spcBef>
              <a:spcAft>
                <a:spcPts val="0"/>
              </a:spcAft>
              <a:buClrTx/>
              <a:buSzTx/>
              <a:buFontTx/>
              <a:buNone/>
              <a:tabLst/>
            </a:pPr>
            <a:r>
              <a:rPr kumimoji="0" lang="es-ES" sz="1400" i="0" u="none" strike="noStrike" cap="none" spc="0" normalizeH="0" baseline="0" dirty="0">
                <a:ln>
                  <a:noFill/>
                </a:ln>
                <a:solidFill>
                  <a:schemeClr val="bg1">
                    <a:lumMod val="65000"/>
                    <a:lumOff val="35000"/>
                  </a:schemeClr>
                </a:solidFill>
                <a:effectLst/>
                <a:uFillTx/>
                <a:latin typeface="Arial Narrow" panose="020B0606020202030204" pitchFamily="34" charset="0"/>
                <a:ea typeface="Helvetica Neue"/>
                <a:cs typeface="Helvetica Neue"/>
                <a:sym typeface="Helvetica Neue"/>
              </a:rPr>
              <a:t>Nombre del Instructor</a:t>
            </a:r>
            <a:endParaRPr kumimoji="0" lang="es-CO" sz="1400" i="0" u="none" strike="noStrike" cap="none" spc="0" normalizeH="0" baseline="0" dirty="0">
              <a:ln>
                <a:noFill/>
              </a:ln>
              <a:solidFill>
                <a:schemeClr val="bg1">
                  <a:lumMod val="65000"/>
                  <a:lumOff val="35000"/>
                </a:schemeClr>
              </a:solidFill>
              <a:effectLst/>
              <a:uFillTx/>
              <a:latin typeface="Arial Narrow" panose="020B0606020202030204" pitchFamily="34" charset="0"/>
              <a:ea typeface="Helvetica Neue"/>
              <a:cs typeface="Helvetica Neue"/>
              <a:sym typeface="Helvetica Neue"/>
            </a:endParaRPr>
          </a:p>
        </p:txBody>
      </p:sp>
      <p:sp>
        <p:nvSpPr>
          <p:cNvPr id="32" name="CuadroTexto 31">
            <a:extLst>
              <a:ext uri="{FF2B5EF4-FFF2-40B4-BE49-F238E27FC236}">
                <a16:creationId xmlns:a16="http://schemas.microsoft.com/office/drawing/2014/main" id="{20520C3C-9B61-4C2C-93D8-CC8CC593FAF6}"/>
              </a:ext>
            </a:extLst>
          </p:cNvPr>
          <p:cNvSpPr txBox="1"/>
          <p:nvPr/>
        </p:nvSpPr>
        <p:spPr>
          <a:xfrm>
            <a:off x="2682131" y="5143631"/>
            <a:ext cx="3218829" cy="3597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r" defTabSz="943239" rtl="0" fontAlgn="auto" latinLnBrk="0" hangingPunct="0">
              <a:lnSpc>
                <a:spcPct val="100000"/>
              </a:lnSpc>
              <a:spcBef>
                <a:spcPts val="0"/>
              </a:spcBef>
              <a:spcAft>
                <a:spcPts val="0"/>
              </a:spcAft>
              <a:buClrTx/>
              <a:buSzTx/>
              <a:buFontTx/>
              <a:buNone/>
              <a:tabLst/>
            </a:pPr>
            <a:r>
              <a:rPr kumimoji="0" lang="es-ES" sz="1400" b="1" i="0" u="none" strike="noStrike" cap="none" spc="0" normalizeH="0" baseline="0" dirty="0">
                <a:ln>
                  <a:noFill/>
                </a:ln>
                <a:solidFill>
                  <a:schemeClr val="bg1">
                    <a:lumMod val="65000"/>
                    <a:lumOff val="35000"/>
                  </a:schemeClr>
                </a:solidFill>
                <a:effectLst/>
                <a:uFillTx/>
                <a:latin typeface="Arial Narrow" panose="020B0606020202030204" pitchFamily="34" charset="0"/>
                <a:ea typeface="Helvetica Neue"/>
                <a:cs typeface="Helvetica Neue"/>
                <a:sym typeface="Helvetica Neue"/>
              </a:rPr>
              <a:t>Instructor de Seguimiento Etapa Productiva</a:t>
            </a:r>
            <a:endParaRPr kumimoji="0" lang="es-CO" sz="1400" b="1" i="0" u="none" strike="noStrike" cap="none" spc="0" normalizeH="0" baseline="0" dirty="0">
              <a:ln>
                <a:noFill/>
              </a:ln>
              <a:solidFill>
                <a:schemeClr val="bg1">
                  <a:lumMod val="65000"/>
                  <a:lumOff val="35000"/>
                </a:schemeClr>
              </a:solidFill>
              <a:effectLst/>
              <a:uFillTx/>
              <a:latin typeface="Arial Narrow" panose="020B0606020202030204" pitchFamily="34" charset="0"/>
              <a:ea typeface="Helvetica Neue"/>
              <a:cs typeface="Helvetica Neue"/>
              <a:sym typeface="Helvetica Neue"/>
            </a:endParaRPr>
          </a:p>
        </p:txBody>
      </p:sp>
      <p:sp>
        <p:nvSpPr>
          <p:cNvPr id="36" name="CuadroTexto 35">
            <a:extLst>
              <a:ext uri="{FF2B5EF4-FFF2-40B4-BE49-F238E27FC236}">
                <a16:creationId xmlns:a16="http://schemas.microsoft.com/office/drawing/2014/main" id="{DC217E56-1126-4294-AF68-28FED25FAF62}"/>
              </a:ext>
            </a:extLst>
          </p:cNvPr>
          <p:cNvSpPr txBox="1"/>
          <p:nvPr/>
        </p:nvSpPr>
        <p:spPr>
          <a:xfrm>
            <a:off x="3963229" y="5324177"/>
            <a:ext cx="1931618" cy="3289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r" defTabSz="943239" rtl="0" fontAlgn="auto" latinLnBrk="0" hangingPunct="0">
              <a:lnSpc>
                <a:spcPct val="100000"/>
              </a:lnSpc>
              <a:spcBef>
                <a:spcPts val="0"/>
              </a:spcBef>
              <a:spcAft>
                <a:spcPts val="0"/>
              </a:spcAft>
              <a:buClrTx/>
              <a:buSzTx/>
              <a:buFontTx/>
              <a:buNone/>
              <a:tabLst/>
            </a:pPr>
            <a:r>
              <a:rPr kumimoji="0" lang="es-ES" sz="1200" i="0" u="none" strike="noStrike" cap="none" spc="0" normalizeH="0" baseline="0" dirty="0">
                <a:ln>
                  <a:noFill/>
                </a:ln>
                <a:solidFill>
                  <a:schemeClr val="bg1">
                    <a:lumMod val="65000"/>
                    <a:lumOff val="35000"/>
                  </a:schemeClr>
                </a:solidFill>
                <a:effectLst/>
                <a:uFillTx/>
                <a:latin typeface="Arial Narrow" panose="020B0606020202030204" pitchFamily="34" charset="0"/>
                <a:ea typeface="Helvetica Neue"/>
                <a:cs typeface="Helvetica Neue"/>
                <a:sym typeface="Helvetica Neue"/>
              </a:rPr>
              <a:t>Centro </a:t>
            </a:r>
            <a:r>
              <a:rPr lang="es-ES" sz="1200" dirty="0">
                <a:solidFill>
                  <a:schemeClr val="bg1">
                    <a:lumMod val="65000"/>
                    <a:lumOff val="35000"/>
                  </a:schemeClr>
                </a:solidFill>
                <a:latin typeface="Arial Narrow" panose="020B0606020202030204" pitchFamily="34" charset="0"/>
                <a:ea typeface="Helvetica Neue"/>
                <a:cs typeface="Helvetica Neue"/>
                <a:sym typeface="Helvetica Neue"/>
              </a:rPr>
              <a:t>de Servicios Financieros</a:t>
            </a:r>
            <a:endParaRPr kumimoji="0" lang="es-CO" sz="1200" i="0" u="none" strike="noStrike" cap="none" spc="0" normalizeH="0" baseline="0" dirty="0">
              <a:ln>
                <a:noFill/>
              </a:ln>
              <a:solidFill>
                <a:schemeClr val="bg1">
                  <a:lumMod val="65000"/>
                  <a:lumOff val="35000"/>
                </a:schemeClr>
              </a:solidFill>
              <a:effectLst/>
              <a:uFillTx/>
              <a:latin typeface="Arial Narrow" panose="020B0606020202030204" pitchFamily="34" charset="0"/>
              <a:ea typeface="Helvetica Neue"/>
              <a:cs typeface="Helvetica Neue"/>
              <a:sym typeface="Helvetica Neue"/>
            </a:endParaRPr>
          </a:p>
        </p:txBody>
      </p:sp>
      <p:cxnSp>
        <p:nvCxnSpPr>
          <p:cNvPr id="37" name="Conector recto 36">
            <a:extLst>
              <a:ext uri="{FF2B5EF4-FFF2-40B4-BE49-F238E27FC236}">
                <a16:creationId xmlns:a16="http://schemas.microsoft.com/office/drawing/2014/main" id="{16C7DA4B-20DA-450C-ADE2-AE5722DFC15E}"/>
              </a:ext>
            </a:extLst>
          </p:cNvPr>
          <p:cNvCxnSpPr>
            <a:cxnSpLocks/>
          </p:cNvCxnSpPr>
          <p:nvPr/>
        </p:nvCxnSpPr>
        <p:spPr>
          <a:xfrm>
            <a:off x="5971964" y="4896607"/>
            <a:ext cx="0" cy="689792"/>
          </a:xfrm>
          <a:prstGeom prst="line">
            <a:avLst/>
          </a:prstGeom>
          <a:ln w="19050">
            <a:solidFill>
              <a:schemeClr val="bg1">
                <a:lumMod val="50000"/>
                <a:lumOff val="50000"/>
              </a:schemeClr>
            </a:solidFill>
          </a:ln>
        </p:spPr>
        <p:style>
          <a:lnRef idx="1">
            <a:schemeClr val="dk1"/>
          </a:lnRef>
          <a:fillRef idx="0">
            <a:schemeClr val="dk1"/>
          </a:fillRef>
          <a:effectRef idx="0">
            <a:schemeClr val="dk1"/>
          </a:effectRef>
          <a:fontRef idx="minor">
            <a:schemeClr val="tx1"/>
          </a:fontRef>
        </p:style>
      </p:cxnSp>
      <p:pic>
        <p:nvPicPr>
          <p:cNvPr id="2" name="Picture 4" descr="▷ Logo del SENA: cómo es, significado y descargar »【2023】">
            <a:extLst>
              <a:ext uri="{FF2B5EF4-FFF2-40B4-BE49-F238E27FC236}">
                <a16:creationId xmlns:a16="http://schemas.microsoft.com/office/drawing/2014/main" id="{541FCB10-BDEC-5437-775A-BA866A0615B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66443" y="4738725"/>
            <a:ext cx="827338" cy="80890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 Logo del SENA: cómo es, significado y descargar »【2023】">
            <a:extLst>
              <a:ext uri="{FF2B5EF4-FFF2-40B4-BE49-F238E27FC236}">
                <a16:creationId xmlns:a16="http://schemas.microsoft.com/office/drawing/2014/main" id="{ECD7E55E-FAD7-BD9B-51B4-A979A26B05B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736392" y="5004105"/>
            <a:ext cx="413202" cy="403994"/>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n 3">
            <a:extLst>
              <a:ext uri="{FF2B5EF4-FFF2-40B4-BE49-F238E27FC236}">
                <a16:creationId xmlns:a16="http://schemas.microsoft.com/office/drawing/2014/main" id="{7EBB745A-D121-46A1-987C-B41D42792754}"/>
              </a:ext>
            </a:extLst>
          </p:cNvPr>
          <p:cNvPicPr>
            <a:picLocks noChangeAspect="1"/>
          </p:cNvPicPr>
          <p:nvPr/>
        </p:nvPicPr>
        <p:blipFill>
          <a:blip r:embed="rId4"/>
          <a:stretch>
            <a:fillRect/>
          </a:stretch>
        </p:blipFill>
        <p:spPr>
          <a:xfrm>
            <a:off x="7348195" y="241078"/>
            <a:ext cx="4651416" cy="4767518"/>
          </a:xfrm>
          <a:prstGeom prst="rect">
            <a:avLst/>
          </a:prstGeom>
        </p:spPr>
      </p:pic>
    </p:spTree>
    <p:extLst>
      <p:ext uri="{BB962C8B-B14F-4D97-AF65-F5344CB8AC3E}">
        <p14:creationId xmlns:p14="http://schemas.microsoft.com/office/powerpoint/2010/main" val="3381404383"/>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1026" name="Picture 2" descr="Megáfono con fondo 3d de burbujas de dis... | Premium Photo #Freepik #photo #fondo #musica #abstracto #habla-burbuja">
            <a:extLst>
              <a:ext uri="{FF2B5EF4-FFF2-40B4-BE49-F238E27FC236}">
                <a16:creationId xmlns:a16="http://schemas.microsoft.com/office/drawing/2014/main" id="{91090014-79FB-419F-9C08-EC63B22B9D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2" y="-152"/>
            <a:ext cx="12559114" cy="5689752"/>
          </a:xfrm>
          <a:prstGeom prst="rect">
            <a:avLst/>
          </a:prstGeom>
          <a:noFill/>
          <a:extLst>
            <a:ext uri="{909E8E84-426E-40DD-AFC4-6F175D3DCCD1}">
              <a14:hiddenFill xmlns:a14="http://schemas.microsoft.com/office/drawing/2010/main">
                <a:solidFill>
                  <a:srgbClr val="FFFFFF"/>
                </a:solidFill>
              </a14:hiddenFill>
            </a:ext>
          </a:extLst>
        </p:spPr>
      </p:pic>
      <p:sp>
        <p:nvSpPr>
          <p:cNvPr id="53" name="9 Rectángulo">
            <a:extLst>
              <a:ext uri="{FF2B5EF4-FFF2-40B4-BE49-F238E27FC236}">
                <a16:creationId xmlns:a16="http://schemas.microsoft.com/office/drawing/2014/main" id="{DB07AF99-7A48-4D8A-B91C-532659C18C18}"/>
              </a:ext>
            </a:extLst>
          </p:cNvPr>
          <p:cNvSpPr/>
          <p:nvPr/>
        </p:nvSpPr>
        <p:spPr>
          <a:xfrm>
            <a:off x="6274845" y="110577"/>
            <a:ext cx="6493955" cy="694646"/>
          </a:xfrm>
          <a:prstGeom prst="rect">
            <a:avLst/>
          </a:prstGeom>
          <a:noFill/>
        </p:spPr>
        <p:txBody>
          <a:bodyPr wrap="square" lIns="78328" tIns="39164" rIns="78328" bIns="39164">
            <a:spAutoFit/>
          </a:bodyPr>
          <a:lstStyle/>
          <a:p>
            <a:pPr algn="ctr"/>
            <a:r>
              <a:rPr lang="es-ES" sz="4000" b="1" dirty="0">
                <a:ln w="12700">
                  <a:solidFill>
                    <a:srgbClr val="00B050"/>
                  </a:solidFill>
                  <a:prstDash val="solid"/>
                </a:ln>
                <a:solidFill>
                  <a:schemeClr val="accent3">
                    <a:lumMod val="60000"/>
                    <a:lumOff val="40000"/>
                  </a:schemeClr>
                </a:solidFill>
                <a:latin typeface="Berlin Sans FB Demi" panose="020E0802020502020306" pitchFamily="34" charset="0"/>
                <a:ea typeface="Malgun Gothic" panose="020B0503020000020004" pitchFamily="34" charset="-127"/>
                <a:cs typeface="Malgun Gothic Semilight" panose="020B0502040204020203" pitchFamily="34" charset="-128"/>
              </a:rPr>
              <a:t>Apreciados Aprendices</a:t>
            </a:r>
          </a:p>
        </p:txBody>
      </p:sp>
      <p:sp>
        <p:nvSpPr>
          <p:cNvPr id="27" name="11 CuadroTexto">
            <a:extLst>
              <a:ext uri="{FF2B5EF4-FFF2-40B4-BE49-F238E27FC236}">
                <a16:creationId xmlns:a16="http://schemas.microsoft.com/office/drawing/2014/main" id="{20017403-23CA-447D-A476-940EE621CE79}"/>
              </a:ext>
            </a:extLst>
          </p:cNvPr>
          <p:cNvSpPr txBox="1"/>
          <p:nvPr/>
        </p:nvSpPr>
        <p:spPr>
          <a:xfrm>
            <a:off x="6041610" y="1004161"/>
            <a:ext cx="6377409" cy="2677656"/>
          </a:xfrm>
          <a:prstGeom prst="rect">
            <a:avLst/>
          </a:prstGeom>
          <a:noFill/>
        </p:spPr>
        <p:txBody>
          <a:bodyPr wrap="square" rtlCol="0">
            <a:spAutoFit/>
          </a:bodyPr>
          <a:lstStyle/>
          <a:p>
            <a:pPr algn="just"/>
            <a:r>
              <a:rPr lang="es-ES" sz="2400" b="1" dirty="0">
                <a:solidFill>
                  <a:schemeClr val="bg1">
                    <a:lumMod val="50000"/>
                    <a:lumOff val="50000"/>
                  </a:schemeClr>
                </a:solidFill>
                <a:latin typeface="Ink Free" panose="03080402000500000000" pitchFamily="66" charset="0"/>
              </a:rPr>
              <a:t>Los invito a adelantar y enviar sus evidencias a más tardar el </a:t>
            </a:r>
            <a:r>
              <a:rPr lang="es-ES" sz="2400" b="1" dirty="0" err="1">
                <a:ln>
                  <a:solidFill>
                    <a:schemeClr val="accent3">
                      <a:lumMod val="60000"/>
                      <a:lumOff val="40000"/>
                    </a:schemeClr>
                  </a:solidFill>
                </a:ln>
                <a:solidFill>
                  <a:schemeClr val="accent3">
                    <a:lumMod val="60000"/>
                    <a:lumOff val="40000"/>
                  </a:schemeClr>
                </a:solidFill>
                <a:effectLst>
                  <a:outerShdw blurRad="38100" dist="38100" dir="2700000" algn="tl">
                    <a:srgbClr val="000000">
                      <a:alpha val="43137"/>
                    </a:srgbClr>
                  </a:outerShdw>
                </a:effectLst>
                <a:latin typeface="Ink Free" panose="03080402000500000000" pitchFamily="66" charset="0"/>
              </a:rPr>
              <a:t>xx</a:t>
            </a:r>
            <a:r>
              <a:rPr lang="es-ES" sz="2400" b="1" dirty="0">
                <a:ln>
                  <a:solidFill>
                    <a:schemeClr val="accent3">
                      <a:lumMod val="60000"/>
                      <a:lumOff val="40000"/>
                    </a:schemeClr>
                  </a:solidFill>
                </a:ln>
                <a:solidFill>
                  <a:schemeClr val="accent3">
                    <a:lumMod val="60000"/>
                    <a:lumOff val="40000"/>
                  </a:schemeClr>
                </a:solidFill>
                <a:effectLst>
                  <a:outerShdw blurRad="38100" dist="38100" dir="2700000" algn="tl">
                    <a:srgbClr val="000000">
                      <a:alpha val="43137"/>
                    </a:srgbClr>
                  </a:outerShdw>
                </a:effectLst>
                <a:latin typeface="Ink Free" panose="03080402000500000000" pitchFamily="66" charset="0"/>
              </a:rPr>
              <a:t> de </a:t>
            </a:r>
            <a:r>
              <a:rPr lang="es-ES" sz="2400" b="1" dirty="0" err="1">
                <a:ln>
                  <a:solidFill>
                    <a:schemeClr val="accent3">
                      <a:lumMod val="60000"/>
                      <a:lumOff val="40000"/>
                    </a:schemeClr>
                  </a:solidFill>
                </a:ln>
                <a:solidFill>
                  <a:schemeClr val="accent3">
                    <a:lumMod val="60000"/>
                    <a:lumOff val="40000"/>
                  </a:schemeClr>
                </a:solidFill>
                <a:effectLst>
                  <a:outerShdw blurRad="38100" dist="38100" dir="2700000" algn="tl">
                    <a:srgbClr val="000000">
                      <a:alpha val="43137"/>
                    </a:srgbClr>
                  </a:outerShdw>
                </a:effectLst>
                <a:latin typeface="Ink Free" panose="03080402000500000000" pitchFamily="66" charset="0"/>
              </a:rPr>
              <a:t>Dxx</a:t>
            </a:r>
            <a:r>
              <a:rPr lang="es-ES" sz="2400" b="1" dirty="0">
                <a:ln>
                  <a:solidFill>
                    <a:schemeClr val="accent3">
                      <a:lumMod val="60000"/>
                      <a:lumOff val="40000"/>
                    </a:schemeClr>
                  </a:solidFill>
                </a:ln>
                <a:solidFill>
                  <a:schemeClr val="accent3">
                    <a:lumMod val="60000"/>
                    <a:lumOff val="40000"/>
                  </a:schemeClr>
                </a:solidFill>
                <a:effectLst>
                  <a:outerShdw blurRad="38100" dist="38100" dir="2700000" algn="tl">
                    <a:srgbClr val="000000">
                      <a:alpha val="43137"/>
                    </a:srgbClr>
                  </a:outerShdw>
                </a:effectLst>
                <a:latin typeface="Ink Free" panose="03080402000500000000" pitchFamily="66" charset="0"/>
              </a:rPr>
              <a:t> de 202x,</a:t>
            </a:r>
            <a:r>
              <a:rPr lang="es-ES" sz="2400" b="1" dirty="0">
                <a:ln>
                  <a:solidFill>
                    <a:schemeClr val="accent3">
                      <a:lumMod val="60000"/>
                      <a:lumOff val="40000"/>
                    </a:schemeClr>
                  </a:solidFill>
                </a:ln>
                <a:solidFill>
                  <a:schemeClr val="accent3">
                    <a:lumMod val="60000"/>
                    <a:lumOff val="40000"/>
                  </a:schemeClr>
                </a:solidFill>
                <a:latin typeface="Ink Free" panose="03080402000500000000" pitchFamily="66" charset="0"/>
              </a:rPr>
              <a:t> </a:t>
            </a:r>
            <a:r>
              <a:rPr lang="es-ES" sz="2400" b="1" dirty="0">
                <a:solidFill>
                  <a:schemeClr val="bg1">
                    <a:lumMod val="50000"/>
                    <a:lumOff val="50000"/>
                  </a:schemeClr>
                </a:solidFill>
                <a:latin typeface="Ink Free" panose="03080402000500000000" pitchFamily="66" charset="0"/>
              </a:rPr>
              <a:t>quienes han dado cumplimiento a las actividades, revisen sus calificaciones y realicen los ajustes pertinentes.</a:t>
            </a:r>
          </a:p>
          <a:p>
            <a:pPr algn="just"/>
            <a:endParaRPr lang="es-ES" sz="2400" b="1" dirty="0">
              <a:solidFill>
                <a:schemeClr val="bg1">
                  <a:lumMod val="50000"/>
                  <a:lumOff val="50000"/>
                </a:schemeClr>
              </a:solidFill>
              <a:latin typeface="Ink Free" panose="03080402000500000000" pitchFamily="66" charset="0"/>
            </a:endParaRPr>
          </a:p>
          <a:p>
            <a:pPr algn="just"/>
            <a:r>
              <a:rPr lang="es-ES" sz="2400" b="1" dirty="0">
                <a:solidFill>
                  <a:schemeClr val="bg1">
                    <a:lumMod val="50000"/>
                    <a:lumOff val="50000"/>
                  </a:schemeClr>
                </a:solidFill>
                <a:latin typeface="Ink Free" panose="03080402000500000000" pitchFamily="66" charset="0"/>
              </a:rPr>
              <a:t>Recuerden que el incumplimiento a estas actividades es objeto de Comité Académico.</a:t>
            </a:r>
          </a:p>
        </p:txBody>
      </p:sp>
      <p:cxnSp>
        <p:nvCxnSpPr>
          <p:cNvPr id="21" name="Conector recto 20">
            <a:extLst>
              <a:ext uri="{FF2B5EF4-FFF2-40B4-BE49-F238E27FC236}">
                <a16:creationId xmlns:a16="http://schemas.microsoft.com/office/drawing/2014/main" id="{BBE14FC7-B7ED-446C-BC33-48F2033025C1}"/>
              </a:ext>
            </a:extLst>
          </p:cNvPr>
          <p:cNvCxnSpPr/>
          <p:nvPr/>
        </p:nvCxnSpPr>
        <p:spPr>
          <a:xfrm>
            <a:off x="6086757" y="4933032"/>
            <a:ext cx="0" cy="648072"/>
          </a:xfrm>
          <a:prstGeom prst="line">
            <a:avLst/>
          </a:prstGeom>
          <a:ln>
            <a:solidFill>
              <a:schemeClr val="bg1">
                <a:lumMod val="75000"/>
                <a:lumOff val="25000"/>
              </a:schemeClr>
            </a:solidFill>
          </a:ln>
        </p:spPr>
        <p:style>
          <a:lnRef idx="1">
            <a:schemeClr val="accent2"/>
          </a:lnRef>
          <a:fillRef idx="0">
            <a:schemeClr val="accent2"/>
          </a:fillRef>
          <a:effectRef idx="0">
            <a:schemeClr val="accent2"/>
          </a:effectRef>
          <a:fontRef idx="minor">
            <a:schemeClr val="tx1"/>
          </a:fontRef>
        </p:style>
      </p:cxnSp>
      <p:sp>
        <p:nvSpPr>
          <p:cNvPr id="23" name="CuadroTexto 22">
            <a:extLst>
              <a:ext uri="{FF2B5EF4-FFF2-40B4-BE49-F238E27FC236}">
                <a16:creationId xmlns:a16="http://schemas.microsoft.com/office/drawing/2014/main" id="{4D52C1F5-2191-41B8-AE37-BA2ABB37EE5F}"/>
              </a:ext>
            </a:extLst>
          </p:cNvPr>
          <p:cNvSpPr txBox="1"/>
          <p:nvPr/>
        </p:nvSpPr>
        <p:spPr>
          <a:xfrm>
            <a:off x="6086755" y="5015820"/>
            <a:ext cx="4092466" cy="42126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800" b="1"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Instructor de Seguimiento Etapa Productiva</a:t>
            </a:r>
            <a:endParaRPr kumimoji="0" lang="es-CO" sz="1800" b="1"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sp>
        <p:nvSpPr>
          <p:cNvPr id="24" name="CuadroTexto 23">
            <a:extLst>
              <a:ext uri="{FF2B5EF4-FFF2-40B4-BE49-F238E27FC236}">
                <a16:creationId xmlns:a16="http://schemas.microsoft.com/office/drawing/2014/main" id="{80E38717-20DD-4CE6-B79A-076988ADFF79}"/>
              </a:ext>
            </a:extLst>
          </p:cNvPr>
          <p:cNvSpPr txBox="1"/>
          <p:nvPr/>
        </p:nvSpPr>
        <p:spPr>
          <a:xfrm>
            <a:off x="6086757" y="5241842"/>
            <a:ext cx="2523127" cy="3904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6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Centro de Servicios Financieros</a:t>
            </a:r>
            <a:endParaRPr kumimoji="0" lang="es-CO" sz="16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pic>
        <p:nvPicPr>
          <p:cNvPr id="2" name="Picture 4" descr="▷ Logo del SENA: cómo es, significado y descargar »【2023】">
            <a:extLst>
              <a:ext uri="{FF2B5EF4-FFF2-40B4-BE49-F238E27FC236}">
                <a16:creationId xmlns:a16="http://schemas.microsoft.com/office/drawing/2014/main" id="{1C9FF25E-3054-D0B4-93B4-37A2065F0AF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59418" y="4724381"/>
            <a:ext cx="827338" cy="808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432162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8E6ACA31-37E0-4E9F-BF2E-FF402FCB8C9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0934"/>
          <a:stretch/>
        </p:blipFill>
        <p:spPr bwMode="auto">
          <a:xfrm>
            <a:off x="4735228" y="2867106"/>
            <a:ext cx="3337587" cy="2822494"/>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0AA6B2A9-6542-4603-A753-EFCB2B206410}"/>
              </a:ext>
            </a:extLst>
          </p:cNvPr>
          <p:cNvSpPr/>
          <p:nvPr/>
        </p:nvSpPr>
        <p:spPr>
          <a:xfrm>
            <a:off x="11251083" y="131993"/>
            <a:ext cx="1167936" cy="872167"/>
          </a:xfrm>
          <a:prstGeom prst="rect">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endParaRPr kumimoji="0" lang="es-CO" sz="3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6" name="CuadroTexto 1">
            <a:extLst>
              <a:ext uri="{FF2B5EF4-FFF2-40B4-BE49-F238E27FC236}">
                <a16:creationId xmlns:a16="http://schemas.microsoft.com/office/drawing/2014/main" id="{9DB0AB9C-3441-4E8E-8CEC-2E3931204A29}"/>
              </a:ext>
            </a:extLst>
          </p:cNvPr>
          <p:cNvSpPr txBox="1"/>
          <p:nvPr/>
        </p:nvSpPr>
        <p:spPr>
          <a:xfrm>
            <a:off x="477655" y="1385394"/>
            <a:ext cx="11597838" cy="2308324"/>
          </a:xfrm>
          <a:prstGeom prst="rect">
            <a:avLst/>
          </a:prstGeom>
          <a:noFill/>
        </p:spPr>
        <p:txBody>
          <a:bodyPr wrap="square" rtlCol="0">
            <a:spAutoFit/>
          </a:bodyPr>
          <a:lstStyle/>
          <a:p>
            <a:pPr algn="just"/>
            <a:r>
              <a:rPr lang="es-ES" sz="3600" b="1" dirty="0">
                <a:solidFill>
                  <a:schemeClr val="bg1">
                    <a:lumMod val="65000"/>
                    <a:lumOff val="35000"/>
                  </a:schemeClr>
                </a:solidFill>
                <a:latin typeface="Ink Free" panose="03080402000500000000" pitchFamily="66" charset="0"/>
                <a:cs typeface="Arial" panose="020B0604020202020204" pitchFamily="34" charset="0"/>
              </a:rPr>
              <a:t>Los invito a adelantar y enviar sus evidencias de etapa productiva, </a:t>
            </a:r>
            <a:r>
              <a:rPr lang="es-CO" sz="3600" b="1" dirty="0">
                <a:solidFill>
                  <a:schemeClr val="bg1">
                    <a:lumMod val="65000"/>
                    <a:lumOff val="35000"/>
                  </a:schemeClr>
                </a:solidFill>
                <a:latin typeface="Ink Free" panose="03080402000500000000" pitchFamily="66" charset="0"/>
                <a:cs typeface="Arial" panose="020B0604020202020204" pitchFamily="34" charset="0"/>
              </a:rPr>
              <a:t>recuerden que para acceder a la certificación es importante que las actividades estén evaluadas sobre</a:t>
            </a:r>
            <a:endParaRPr lang="es-ES" sz="3600" b="1" dirty="0">
              <a:solidFill>
                <a:schemeClr val="bg1">
                  <a:lumMod val="65000"/>
                  <a:lumOff val="35000"/>
                </a:schemeClr>
              </a:solidFill>
              <a:latin typeface="Ink Free" panose="03080402000500000000" pitchFamily="66" charset="0"/>
              <a:cs typeface="Arial" panose="020B0604020202020204" pitchFamily="34" charset="0"/>
            </a:endParaRPr>
          </a:p>
          <a:p>
            <a:pPr algn="just"/>
            <a:endParaRPr lang="es-ES" sz="3600" b="1" dirty="0">
              <a:solidFill>
                <a:schemeClr val="bg1">
                  <a:lumMod val="65000"/>
                  <a:lumOff val="35000"/>
                </a:schemeClr>
              </a:solidFill>
              <a:effectLst>
                <a:outerShdw blurRad="38100" dist="38100" dir="2700000" algn="tl">
                  <a:srgbClr val="000000">
                    <a:alpha val="43137"/>
                  </a:srgbClr>
                </a:outerShdw>
              </a:effectLst>
              <a:latin typeface="Ink Free" panose="03080402000500000000" pitchFamily="66" charset="0"/>
              <a:cs typeface="Arial" panose="020B0604020202020204" pitchFamily="34" charset="0"/>
            </a:endParaRPr>
          </a:p>
        </p:txBody>
      </p:sp>
      <p:sp>
        <p:nvSpPr>
          <p:cNvPr id="18" name="9 Rectángulo">
            <a:extLst>
              <a:ext uri="{FF2B5EF4-FFF2-40B4-BE49-F238E27FC236}">
                <a16:creationId xmlns:a16="http://schemas.microsoft.com/office/drawing/2014/main" id="{2250B7E5-A66B-4C13-BA2E-244D2ED2275E}"/>
              </a:ext>
            </a:extLst>
          </p:cNvPr>
          <p:cNvSpPr/>
          <p:nvPr/>
        </p:nvSpPr>
        <p:spPr>
          <a:xfrm>
            <a:off x="2636862" y="357697"/>
            <a:ext cx="7279424" cy="910090"/>
          </a:xfrm>
          <a:prstGeom prst="rect">
            <a:avLst/>
          </a:prstGeom>
          <a:noFill/>
        </p:spPr>
        <p:txBody>
          <a:bodyPr wrap="square" lIns="78328" tIns="39164" rIns="78328" bIns="39164">
            <a:spAutoFit/>
          </a:bodyPr>
          <a:lstStyle/>
          <a:p>
            <a:pPr algn="ctr"/>
            <a:r>
              <a:rPr lang="es-ES" sz="54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Berlin Sans FB Demi" panose="020E0802020502020306" pitchFamily="34" charset="0"/>
                <a:ea typeface="Malgun Gothic" panose="020B0503020000020004" pitchFamily="34" charset="-127"/>
                <a:cs typeface="Malgun Gothic Semilight" panose="020B0502040204020203" pitchFamily="34" charset="-128"/>
              </a:rPr>
              <a:t>Apreciados Aprendices</a:t>
            </a:r>
          </a:p>
        </p:txBody>
      </p:sp>
      <p:pic>
        <p:nvPicPr>
          <p:cNvPr id="3" name="Picture 4">
            <a:extLst>
              <a:ext uri="{FF2B5EF4-FFF2-40B4-BE49-F238E27FC236}">
                <a16:creationId xmlns:a16="http://schemas.microsoft.com/office/drawing/2014/main" id="{1CA5919F-32F7-4FA4-AF1B-4D3C4D5FE2A7}"/>
              </a:ext>
            </a:extLst>
          </p:cNvPr>
          <p:cNvPicPr>
            <a:picLocks noChangeAspect="1" noChangeArrowheads="1"/>
          </p:cNvPicPr>
          <p:nvPr/>
        </p:nvPicPr>
        <p:blipFill>
          <a:blip r:embed="rId4"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11107067" y="2488211"/>
            <a:ext cx="788637" cy="788637"/>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Conector recto 16">
            <a:extLst>
              <a:ext uri="{FF2B5EF4-FFF2-40B4-BE49-F238E27FC236}">
                <a16:creationId xmlns:a16="http://schemas.microsoft.com/office/drawing/2014/main" id="{D7BCFBFB-B579-40B5-B0FC-512E33F0D8AB}"/>
              </a:ext>
            </a:extLst>
          </p:cNvPr>
          <p:cNvCxnSpPr/>
          <p:nvPr/>
        </p:nvCxnSpPr>
        <p:spPr>
          <a:xfrm>
            <a:off x="8802811" y="4933032"/>
            <a:ext cx="0" cy="648072"/>
          </a:xfrm>
          <a:prstGeom prst="line">
            <a:avLst/>
          </a:prstGeom>
          <a:ln>
            <a:solidFill>
              <a:schemeClr val="bg1">
                <a:lumMod val="75000"/>
                <a:lumOff val="25000"/>
              </a:schemeClr>
            </a:solidFill>
          </a:ln>
        </p:spPr>
        <p:style>
          <a:lnRef idx="1">
            <a:schemeClr val="accent2"/>
          </a:lnRef>
          <a:fillRef idx="0">
            <a:schemeClr val="accent2"/>
          </a:fillRef>
          <a:effectRef idx="0">
            <a:schemeClr val="accent2"/>
          </a:effectRef>
          <a:fontRef idx="minor">
            <a:schemeClr val="tx1"/>
          </a:fontRef>
        </p:style>
      </p:cxnSp>
      <p:sp>
        <p:nvSpPr>
          <p:cNvPr id="20" name="CuadroTexto 19">
            <a:extLst>
              <a:ext uri="{FF2B5EF4-FFF2-40B4-BE49-F238E27FC236}">
                <a16:creationId xmlns:a16="http://schemas.microsoft.com/office/drawing/2014/main" id="{E08AC7BA-F0F8-4525-8415-C314A8FAB59C}"/>
              </a:ext>
            </a:extLst>
          </p:cNvPr>
          <p:cNvSpPr txBox="1"/>
          <p:nvPr/>
        </p:nvSpPr>
        <p:spPr>
          <a:xfrm>
            <a:off x="8874819" y="5046597"/>
            <a:ext cx="3218829" cy="3597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400" b="1"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Instructor de Seguimiento Etapa Productiva</a:t>
            </a:r>
            <a:endParaRPr kumimoji="0" lang="es-CO" sz="1400" b="1"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sp>
        <p:nvSpPr>
          <p:cNvPr id="21" name="CuadroTexto 20">
            <a:extLst>
              <a:ext uri="{FF2B5EF4-FFF2-40B4-BE49-F238E27FC236}">
                <a16:creationId xmlns:a16="http://schemas.microsoft.com/office/drawing/2014/main" id="{BA69C2F3-E67A-4D7B-8B13-2D97283142F2}"/>
              </a:ext>
            </a:extLst>
          </p:cNvPr>
          <p:cNvSpPr txBox="1"/>
          <p:nvPr/>
        </p:nvSpPr>
        <p:spPr>
          <a:xfrm>
            <a:off x="8887417" y="5272620"/>
            <a:ext cx="1931618" cy="3289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2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Centro de Servicios Financieros</a:t>
            </a:r>
            <a:endParaRPr kumimoji="0" lang="es-CO" sz="12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pic>
        <p:nvPicPr>
          <p:cNvPr id="4" name="Picture 4" descr="▷ Logo del SENA: cómo es, significado y descargar »【2023】">
            <a:extLst>
              <a:ext uri="{FF2B5EF4-FFF2-40B4-BE49-F238E27FC236}">
                <a16:creationId xmlns:a16="http://schemas.microsoft.com/office/drawing/2014/main" id="{10CCA4A1-AC22-9633-2567-FFCBDA035F6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882783" y="4792654"/>
            <a:ext cx="827338" cy="808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677168"/>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5122" name="Picture 2" descr="Lugar de trabajo moderno con teclado y m... | Premium Photo #Freepik #photo #fondo #negocios #arbol #cafe">
            <a:extLst>
              <a:ext uri="{FF2B5EF4-FFF2-40B4-BE49-F238E27FC236}">
                <a16:creationId xmlns:a16="http://schemas.microsoft.com/office/drawing/2014/main" id="{F4A59CDB-BD05-4F8D-B9CE-454B78A327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5" y="-23235"/>
            <a:ext cx="12572838" cy="5712835"/>
          </a:xfrm>
          <a:prstGeom prst="rect">
            <a:avLst/>
          </a:prstGeom>
          <a:noFill/>
          <a:extLst>
            <a:ext uri="{909E8E84-426E-40DD-AFC4-6F175D3DCCD1}">
              <a14:hiddenFill xmlns:a14="http://schemas.microsoft.com/office/drawing/2010/main">
                <a:solidFill>
                  <a:srgbClr val="FFFFFF"/>
                </a:solidFill>
              </a14:hiddenFill>
            </a:ext>
          </a:extLst>
        </p:spPr>
      </p:pic>
      <p:sp>
        <p:nvSpPr>
          <p:cNvPr id="16" name="CuadroTexto 1">
            <a:extLst>
              <a:ext uri="{FF2B5EF4-FFF2-40B4-BE49-F238E27FC236}">
                <a16:creationId xmlns:a16="http://schemas.microsoft.com/office/drawing/2014/main" id="{9DB0AB9C-3441-4E8E-8CEC-2E3931204A29}"/>
              </a:ext>
            </a:extLst>
          </p:cNvPr>
          <p:cNvSpPr txBox="1"/>
          <p:nvPr/>
        </p:nvSpPr>
        <p:spPr>
          <a:xfrm>
            <a:off x="1926342" y="1037154"/>
            <a:ext cx="8463299" cy="3539430"/>
          </a:xfrm>
          <a:prstGeom prst="rect">
            <a:avLst/>
          </a:prstGeom>
          <a:noFill/>
        </p:spPr>
        <p:txBody>
          <a:bodyPr wrap="square" rtlCol="0">
            <a:spAutoFit/>
          </a:bodyPr>
          <a:lstStyle/>
          <a:p>
            <a:pPr algn="just"/>
            <a:r>
              <a:rPr lang="es-CO" sz="2800" b="1" dirty="0">
                <a:solidFill>
                  <a:schemeClr val="bg1">
                    <a:lumMod val="65000"/>
                    <a:lumOff val="35000"/>
                  </a:schemeClr>
                </a:solidFill>
                <a:latin typeface="Ink Free" panose="03080402000500000000" pitchFamily="66" charset="0"/>
                <a:cs typeface="Arial" panose="020B0604020202020204" pitchFamily="34" charset="0"/>
              </a:rPr>
              <a:t>Por favor revisen las calificaciones de sus evidencias, recuerden que para acceder a la certificación es importante que las actividades estén evaluadas </a:t>
            </a:r>
          </a:p>
          <a:p>
            <a:pPr algn="just"/>
            <a:r>
              <a:rPr lang="es-CO" sz="2800" b="1" dirty="0">
                <a:solidFill>
                  <a:schemeClr val="bg1">
                    <a:lumMod val="65000"/>
                    <a:lumOff val="35000"/>
                  </a:schemeClr>
                </a:solidFill>
                <a:latin typeface="Ink Free" panose="03080402000500000000" pitchFamily="66" charset="0"/>
                <a:cs typeface="Arial" panose="020B0604020202020204" pitchFamily="34" charset="0"/>
              </a:rPr>
              <a:t>sobre        . </a:t>
            </a:r>
            <a:endParaRPr lang="es-CO" sz="2800" b="1" dirty="0">
              <a:solidFill>
                <a:schemeClr val="bg1">
                  <a:lumMod val="65000"/>
                  <a:lumOff val="35000"/>
                </a:schemeClr>
              </a:solidFill>
              <a:effectLst>
                <a:outerShdw blurRad="38100" dist="38100" dir="2700000" algn="tl">
                  <a:srgbClr val="000000">
                    <a:alpha val="43137"/>
                  </a:srgbClr>
                </a:outerShdw>
              </a:effectLst>
              <a:latin typeface="Ink Free" panose="03080402000500000000" pitchFamily="66" charset="0"/>
              <a:cs typeface="Arial" panose="020B0604020202020204" pitchFamily="34" charset="0"/>
            </a:endParaRPr>
          </a:p>
          <a:p>
            <a:pPr algn="just"/>
            <a:endParaRPr lang="es-ES" sz="2800" b="1" dirty="0">
              <a:solidFill>
                <a:schemeClr val="bg1">
                  <a:lumMod val="65000"/>
                  <a:lumOff val="35000"/>
                </a:schemeClr>
              </a:solidFill>
              <a:latin typeface="Ink Free" panose="03080402000500000000" pitchFamily="66" charset="0"/>
              <a:cs typeface="Arial" panose="020B0604020202020204" pitchFamily="34" charset="0"/>
            </a:endParaRPr>
          </a:p>
          <a:p>
            <a:pPr algn="just"/>
            <a:r>
              <a:rPr lang="es-ES" sz="2800" b="1" dirty="0">
                <a:solidFill>
                  <a:schemeClr val="bg1">
                    <a:lumMod val="65000"/>
                    <a:lumOff val="35000"/>
                  </a:schemeClr>
                </a:solidFill>
                <a:latin typeface="Ink Free" panose="03080402000500000000" pitchFamily="66" charset="0"/>
                <a:cs typeface="Arial" panose="020B0604020202020204" pitchFamily="34" charset="0"/>
              </a:rPr>
              <a:t>Realicen el ajuste a sus actividades, de acuerdo </a:t>
            </a:r>
          </a:p>
          <a:p>
            <a:pPr algn="just"/>
            <a:r>
              <a:rPr lang="es-ES" sz="2800" b="1" dirty="0">
                <a:solidFill>
                  <a:schemeClr val="bg1">
                    <a:lumMod val="65000"/>
                    <a:lumOff val="35000"/>
                  </a:schemeClr>
                </a:solidFill>
                <a:latin typeface="Ink Free" panose="03080402000500000000" pitchFamily="66" charset="0"/>
                <a:cs typeface="Arial" panose="020B0604020202020204" pitchFamily="34" charset="0"/>
              </a:rPr>
              <a:t>con las observaciones  realizadas.</a:t>
            </a:r>
          </a:p>
          <a:p>
            <a:pPr algn="just"/>
            <a:endParaRPr lang="es-ES" sz="2800" b="1" dirty="0">
              <a:solidFill>
                <a:schemeClr val="bg1">
                  <a:lumMod val="65000"/>
                  <a:lumOff val="35000"/>
                </a:schemeClr>
              </a:solidFill>
              <a:effectLst>
                <a:outerShdw blurRad="38100" dist="38100" dir="2700000" algn="tl">
                  <a:srgbClr val="000000">
                    <a:alpha val="43137"/>
                  </a:srgbClr>
                </a:outerShdw>
              </a:effectLst>
              <a:latin typeface="Ink Free" panose="03080402000500000000" pitchFamily="66" charset="0"/>
              <a:cs typeface="Arial" panose="020B0604020202020204" pitchFamily="34" charset="0"/>
            </a:endParaRPr>
          </a:p>
        </p:txBody>
      </p:sp>
      <p:pic>
        <p:nvPicPr>
          <p:cNvPr id="2052" name="Picture 4">
            <a:extLst>
              <a:ext uri="{FF2B5EF4-FFF2-40B4-BE49-F238E27FC236}">
                <a16:creationId xmlns:a16="http://schemas.microsoft.com/office/drawing/2014/main" id="{F3C51D83-2AE5-4736-B8AA-F82B69B046FB}"/>
              </a:ext>
            </a:extLst>
          </p:cNvPr>
          <p:cNvPicPr>
            <a:picLocks noChangeAspect="1" noChangeArrowheads="1"/>
          </p:cNvPicPr>
          <p:nvPr/>
        </p:nvPicPr>
        <p:blipFill>
          <a:blip r:embed="rId4"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2943645" y="2340744"/>
            <a:ext cx="530574" cy="530574"/>
          </a:xfrm>
          <a:prstGeom prst="rect">
            <a:avLst/>
          </a:prstGeom>
          <a:noFill/>
          <a:extLst>
            <a:ext uri="{909E8E84-426E-40DD-AFC4-6F175D3DCCD1}">
              <a14:hiddenFill xmlns:a14="http://schemas.microsoft.com/office/drawing/2010/main">
                <a:solidFill>
                  <a:srgbClr val="FFFFFF"/>
                </a:solidFill>
              </a14:hiddenFill>
            </a:ext>
          </a:extLst>
        </p:spPr>
      </p:pic>
      <p:sp>
        <p:nvSpPr>
          <p:cNvPr id="18" name="9 Rectángulo">
            <a:extLst>
              <a:ext uri="{FF2B5EF4-FFF2-40B4-BE49-F238E27FC236}">
                <a16:creationId xmlns:a16="http://schemas.microsoft.com/office/drawing/2014/main" id="{2250B7E5-A66B-4C13-BA2E-244D2ED2275E}"/>
              </a:ext>
            </a:extLst>
          </p:cNvPr>
          <p:cNvSpPr/>
          <p:nvPr/>
        </p:nvSpPr>
        <p:spPr>
          <a:xfrm>
            <a:off x="3035553" y="117014"/>
            <a:ext cx="6493955" cy="817757"/>
          </a:xfrm>
          <a:prstGeom prst="rect">
            <a:avLst/>
          </a:prstGeom>
          <a:noFill/>
        </p:spPr>
        <p:txBody>
          <a:bodyPr wrap="square" lIns="78328" tIns="39164" rIns="78328" bIns="39164">
            <a:spAutoFit/>
          </a:bodyPr>
          <a:lstStyle/>
          <a:p>
            <a:pPr algn="ctr"/>
            <a:r>
              <a:rPr lang="es-ES" sz="48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Berlin Sans FB Demi" panose="020E0802020502020306" pitchFamily="34" charset="0"/>
                <a:ea typeface="Malgun Gothic" panose="020B0503020000020004" pitchFamily="34" charset="-127"/>
                <a:cs typeface="Malgun Gothic Semilight" panose="020B0502040204020203" pitchFamily="34" charset="-128"/>
              </a:rPr>
              <a:t>Apreciados Aprendices</a:t>
            </a:r>
          </a:p>
        </p:txBody>
      </p:sp>
      <p:cxnSp>
        <p:nvCxnSpPr>
          <p:cNvPr id="15" name="Conector recto 14">
            <a:extLst>
              <a:ext uri="{FF2B5EF4-FFF2-40B4-BE49-F238E27FC236}">
                <a16:creationId xmlns:a16="http://schemas.microsoft.com/office/drawing/2014/main" id="{441756AC-3422-4D55-A1F5-B4426B8B76D1}"/>
              </a:ext>
            </a:extLst>
          </p:cNvPr>
          <p:cNvCxnSpPr/>
          <p:nvPr/>
        </p:nvCxnSpPr>
        <p:spPr>
          <a:xfrm>
            <a:off x="6282531" y="4902255"/>
            <a:ext cx="0" cy="648072"/>
          </a:xfrm>
          <a:prstGeom prst="line">
            <a:avLst/>
          </a:prstGeom>
          <a:ln>
            <a:solidFill>
              <a:schemeClr val="bg1">
                <a:lumMod val="75000"/>
                <a:lumOff val="25000"/>
              </a:schemeClr>
            </a:solidFill>
          </a:ln>
        </p:spPr>
        <p:style>
          <a:lnRef idx="1">
            <a:schemeClr val="accent2"/>
          </a:lnRef>
          <a:fillRef idx="0">
            <a:schemeClr val="accent2"/>
          </a:fillRef>
          <a:effectRef idx="0">
            <a:schemeClr val="accent2"/>
          </a:effectRef>
          <a:fontRef idx="minor">
            <a:schemeClr val="tx1"/>
          </a:fontRef>
        </p:style>
      </p:cxnSp>
      <p:sp>
        <p:nvSpPr>
          <p:cNvPr id="20" name="CuadroTexto 19">
            <a:extLst>
              <a:ext uri="{FF2B5EF4-FFF2-40B4-BE49-F238E27FC236}">
                <a16:creationId xmlns:a16="http://schemas.microsoft.com/office/drawing/2014/main" id="{DE33D2C4-1058-47EE-9FF2-58D3D1425F57}"/>
              </a:ext>
            </a:extLst>
          </p:cNvPr>
          <p:cNvSpPr txBox="1"/>
          <p:nvPr/>
        </p:nvSpPr>
        <p:spPr>
          <a:xfrm>
            <a:off x="6354539" y="5015820"/>
            <a:ext cx="3218829" cy="3597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400" b="1"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Instructor de Seguimiento Etapa Productiva</a:t>
            </a:r>
            <a:endParaRPr kumimoji="0" lang="es-CO" sz="1400" b="1"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sp>
        <p:nvSpPr>
          <p:cNvPr id="21" name="CuadroTexto 20">
            <a:extLst>
              <a:ext uri="{FF2B5EF4-FFF2-40B4-BE49-F238E27FC236}">
                <a16:creationId xmlns:a16="http://schemas.microsoft.com/office/drawing/2014/main" id="{2810CD8A-28A3-4161-B6A0-1D9332D7151A}"/>
              </a:ext>
            </a:extLst>
          </p:cNvPr>
          <p:cNvSpPr txBox="1"/>
          <p:nvPr/>
        </p:nvSpPr>
        <p:spPr>
          <a:xfrm>
            <a:off x="6367137" y="5241843"/>
            <a:ext cx="1931618" cy="3289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2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Centro de Servicios Financieros</a:t>
            </a:r>
            <a:endParaRPr kumimoji="0" lang="es-CO" sz="12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pic>
        <p:nvPicPr>
          <p:cNvPr id="2" name="Picture 4" descr="▷ Logo del SENA: cómo es, significado y descargar »【2023】">
            <a:extLst>
              <a:ext uri="{FF2B5EF4-FFF2-40B4-BE49-F238E27FC236}">
                <a16:creationId xmlns:a16="http://schemas.microsoft.com/office/drawing/2014/main" id="{7B479ACE-3154-F916-E958-98D97B333E3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412891" y="4791225"/>
            <a:ext cx="827338" cy="808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4076465"/>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Lugar de trabajo moderno con teclado y m... | Premium Photo #Freepik #photo #fondo #negocios #arbol #cafe">
            <a:extLst>
              <a:ext uri="{FF2B5EF4-FFF2-40B4-BE49-F238E27FC236}">
                <a16:creationId xmlns:a16="http://schemas.microsoft.com/office/drawing/2014/main" id="{F4A59CDB-BD05-4F8D-B9CE-454B78A327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5" y="-23235"/>
            <a:ext cx="12572838" cy="5712835"/>
          </a:xfrm>
          <a:prstGeom prst="rect">
            <a:avLst/>
          </a:prstGeom>
          <a:noFill/>
          <a:extLst>
            <a:ext uri="{909E8E84-426E-40DD-AFC4-6F175D3DCCD1}">
              <a14:hiddenFill xmlns:a14="http://schemas.microsoft.com/office/drawing/2010/main">
                <a:solidFill>
                  <a:srgbClr val="FFFFFF"/>
                </a:solidFill>
              </a14:hiddenFill>
            </a:ext>
          </a:extLst>
        </p:spPr>
      </p:pic>
      <p:sp>
        <p:nvSpPr>
          <p:cNvPr id="16" name="CuadroTexto 1">
            <a:extLst>
              <a:ext uri="{FF2B5EF4-FFF2-40B4-BE49-F238E27FC236}">
                <a16:creationId xmlns:a16="http://schemas.microsoft.com/office/drawing/2014/main" id="{9DB0AB9C-3441-4E8E-8CEC-2E3931204A29}"/>
              </a:ext>
            </a:extLst>
          </p:cNvPr>
          <p:cNvSpPr txBox="1"/>
          <p:nvPr/>
        </p:nvSpPr>
        <p:spPr>
          <a:xfrm>
            <a:off x="1818035" y="1424068"/>
            <a:ext cx="7251276" cy="3046988"/>
          </a:xfrm>
          <a:prstGeom prst="rect">
            <a:avLst/>
          </a:prstGeom>
          <a:noFill/>
        </p:spPr>
        <p:txBody>
          <a:bodyPr wrap="square" rtlCol="0">
            <a:spAutoFit/>
          </a:bodyPr>
          <a:lstStyle/>
          <a:p>
            <a:pPr algn="just"/>
            <a:r>
              <a:rPr lang="es-CO" sz="2400" b="1" dirty="0">
                <a:solidFill>
                  <a:schemeClr val="bg1">
                    <a:lumMod val="65000"/>
                    <a:lumOff val="35000"/>
                  </a:schemeClr>
                </a:solidFill>
                <a:latin typeface="Ink Free" panose="03080402000500000000" pitchFamily="66" charset="0"/>
                <a:cs typeface="Arial" panose="020B0604020202020204" pitchFamily="34" charset="0"/>
              </a:rPr>
              <a:t>El Jueves </a:t>
            </a:r>
            <a:r>
              <a:rPr lang="es-CO" sz="2400" b="1" u="sng" dirty="0">
                <a:solidFill>
                  <a:schemeClr val="bg1">
                    <a:lumMod val="65000"/>
                    <a:lumOff val="35000"/>
                  </a:schemeClr>
                </a:solidFill>
                <a:latin typeface="Ink Free" panose="03080402000500000000" pitchFamily="66" charset="0"/>
                <a:cs typeface="Arial" panose="020B0604020202020204" pitchFamily="34" charset="0"/>
              </a:rPr>
              <a:t>02 de XXX de 202X a la 1:50 p.m. </a:t>
            </a:r>
            <a:r>
              <a:rPr lang="es-CO" sz="2400" b="1" dirty="0">
                <a:solidFill>
                  <a:schemeClr val="bg1">
                    <a:lumMod val="65000"/>
                    <a:lumOff val="35000"/>
                  </a:schemeClr>
                </a:solidFill>
                <a:latin typeface="Ink Free" panose="03080402000500000000" pitchFamily="66" charset="0"/>
                <a:cs typeface="Arial" panose="020B0604020202020204" pitchFamily="34" charset="0"/>
              </a:rPr>
              <a:t>se realizará el segundo taller de etapa productiva, es importante su asistencia teniendo en cuenta que en este espacio se brindará información indispensable para el desarrollo de su practica.</a:t>
            </a:r>
            <a:endParaRPr lang="es-CO" sz="2400" b="1" dirty="0">
              <a:solidFill>
                <a:schemeClr val="bg1">
                  <a:lumMod val="65000"/>
                  <a:lumOff val="35000"/>
                </a:schemeClr>
              </a:solidFill>
              <a:effectLst>
                <a:outerShdw blurRad="38100" dist="38100" dir="2700000" algn="tl">
                  <a:srgbClr val="000000">
                    <a:alpha val="43137"/>
                  </a:srgbClr>
                </a:outerShdw>
              </a:effectLst>
              <a:latin typeface="Ink Free" panose="03080402000500000000" pitchFamily="66" charset="0"/>
              <a:cs typeface="Arial" panose="020B0604020202020204" pitchFamily="34" charset="0"/>
            </a:endParaRPr>
          </a:p>
          <a:p>
            <a:pPr algn="just"/>
            <a:endParaRPr lang="es-ES" sz="2400" b="1" dirty="0">
              <a:solidFill>
                <a:schemeClr val="bg1">
                  <a:lumMod val="65000"/>
                  <a:lumOff val="35000"/>
                </a:schemeClr>
              </a:solidFill>
              <a:latin typeface="Ink Free" panose="03080402000500000000" pitchFamily="66" charset="0"/>
              <a:cs typeface="Arial" panose="020B0604020202020204" pitchFamily="34" charset="0"/>
            </a:endParaRPr>
          </a:p>
          <a:p>
            <a:pPr algn="just"/>
            <a:r>
              <a:rPr lang="es-ES" sz="2400" b="1" dirty="0">
                <a:solidFill>
                  <a:schemeClr val="bg1">
                    <a:lumMod val="65000"/>
                    <a:lumOff val="35000"/>
                  </a:schemeClr>
                </a:solidFill>
                <a:latin typeface="Ink Free" panose="03080402000500000000" pitchFamily="66" charset="0"/>
                <a:cs typeface="Arial" panose="020B0604020202020204" pitchFamily="34" charset="0"/>
              </a:rPr>
              <a:t>Les agradezco su puntual asistencia.</a:t>
            </a:r>
          </a:p>
          <a:p>
            <a:pPr algn="just"/>
            <a:endParaRPr lang="es-ES" sz="2400" b="1" dirty="0">
              <a:solidFill>
                <a:schemeClr val="bg1">
                  <a:lumMod val="65000"/>
                  <a:lumOff val="35000"/>
                </a:schemeClr>
              </a:solidFill>
              <a:effectLst>
                <a:outerShdw blurRad="38100" dist="38100" dir="2700000" algn="tl">
                  <a:srgbClr val="000000">
                    <a:alpha val="43137"/>
                  </a:srgbClr>
                </a:outerShdw>
              </a:effectLst>
              <a:latin typeface="Ink Free" panose="03080402000500000000" pitchFamily="66" charset="0"/>
              <a:cs typeface="Arial" panose="020B0604020202020204" pitchFamily="34" charset="0"/>
            </a:endParaRPr>
          </a:p>
        </p:txBody>
      </p:sp>
      <p:sp>
        <p:nvSpPr>
          <p:cNvPr id="18" name="9 Rectángulo">
            <a:extLst>
              <a:ext uri="{FF2B5EF4-FFF2-40B4-BE49-F238E27FC236}">
                <a16:creationId xmlns:a16="http://schemas.microsoft.com/office/drawing/2014/main" id="{2250B7E5-A66B-4C13-BA2E-244D2ED2275E}"/>
              </a:ext>
            </a:extLst>
          </p:cNvPr>
          <p:cNvSpPr/>
          <p:nvPr/>
        </p:nvSpPr>
        <p:spPr>
          <a:xfrm>
            <a:off x="3031666" y="373357"/>
            <a:ext cx="6493955" cy="817757"/>
          </a:xfrm>
          <a:prstGeom prst="rect">
            <a:avLst/>
          </a:prstGeom>
          <a:noFill/>
        </p:spPr>
        <p:txBody>
          <a:bodyPr wrap="square" lIns="78328" tIns="39164" rIns="78328" bIns="39164">
            <a:spAutoFit/>
          </a:bodyPr>
          <a:lstStyle/>
          <a:p>
            <a:pPr algn="ctr"/>
            <a:r>
              <a:rPr lang="es-ES" sz="48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Berlin Sans FB Demi" panose="020E0802020502020306" pitchFamily="34" charset="0"/>
                <a:ea typeface="Malgun Gothic" panose="020B0503020000020004" pitchFamily="34" charset="-127"/>
                <a:cs typeface="Malgun Gothic Semilight" panose="020B0502040204020203" pitchFamily="34" charset="-128"/>
              </a:rPr>
              <a:t>Apreciados Aprendices</a:t>
            </a:r>
          </a:p>
        </p:txBody>
      </p:sp>
      <p:cxnSp>
        <p:nvCxnSpPr>
          <p:cNvPr id="11" name="Conector recto 10">
            <a:extLst>
              <a:ext uri="{FF2B5EF4-FFF2-40B4-BE49-F238E27FC236}">
                <a16:creationId xmlns:a16="http://schemas.microsoft.com/office/drawing/2014/main" id="{31E802A7-C355-411D-8C74-86D2977134DD}"/>
              </a:ext>
            </a:extLst>
          </p:cNvPr>
          <p:cNvCxnSpPr/>
          <p:nvPr/>
        </p:nvCxnSpPr>
        <p:spPr>
          <a:xfrm>
            <a:off x="6210523" y="4933032"/>
            <a:ext cx="0" cy="648072"/>
          </a:xfrm>
          <a:prstGeom prst="line">
            <a:avLst/>
          </a:prstGeom>
          <a:ln>
            <a:solidFill>
              <a:schemeClr val="bg1">
                <a:lumMod val="75000"/>
                <a:lumOff val="25000"/>
              </a:schemeClr>
            </a:solidFill>
          </a:ln>
        </p:spPr>
        <p:style>
          <a:lnRef idx="1">
            <a:schemeClr val="accent2"/>
          </a:lnRef>
          <a:fillRef idx="0">
            <a:schemeClr val="accent2"/>
          </a:fillRef>
          <a:effectRef idx="0">
            <a:schemeClr val="accent2"/>
          </a:effectRef>
          <a:fontRef idx="minor">
            <a:schemeClr val="tx1"/>
          </a:fontRef>
        </p:style>
      </p:cxnSp>
      <p:sp>
        <p:nvSpPr>
          <p:cNvPr id="19" name="CuadroTexto 18">
            <a:extLst>
              <a:ext uri="{FF2B5EF4-FFF2-40B4-BE49-F238E27FC236}">
                <a16:creationId xmlns:a16="http://schemas.microsoft.com/office/drawing/2014/main" id="{3A39204E-2707-421A-8BD4-2324BD9BB8B1}"/>
              </a:ext>
            </a:extLst>
          </p:cNvPr>
          <p:cNvSpPr txBox="1"/>
          <p:nvPr/>
        </p:nvSpPr>
        <p:spPr>
          <a:xfrm>
            <a:off x="6282531" y="5046597"/>
            <a:ext cx="3218829" cy="3597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400" b="1"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Instructor de Seguimiento Etapa Productiva</a:t>
            </a:r>
            <a:endParaRPr kumimoji="0" lang="es-CO" sz="1400" b="1"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sp>
        <p:nvSpPr>
          <p:cNvPr id="20" name="CuadroTexto 19">
            <a:extLst>
              <a:ext uri="{FF2B5EF4-FFF2-40B4-BE49-F238E27FC236}">
                <a16:creationId xmlns:a16="http://schemas.microsoft.com/office/drawing/2014/main" id="{6BBA60FB-28D0-4A78-A77B-720E95346A88}"/>
              </a:ext>
            </a:extLst>
          </p:cNvPr>
          <p:cNvSpPr txBox="1"/>
          <p:nvPr/>
        </p:nvSpPr>
        <p:spPr>
          <a:xfrm>
            <a:off x="6295129" y="5272620"/>
            <a:ext cx="1931618" cy="3289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2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Centro de Servicios Financieros</a:t>
            </a:r>
            <a:endParaRPr kumimoji="0" lang="es-CO" sz="12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pic>
        <p:nvPicPr>
          <p:cNvPr id="2" name="Picture 4" descr="▷ Logo del SENA: cómo es, significado y descargar »【2023】">
            <a:extLst>
              <a:ext uri="{FF2B5EF4-FFF2-40B4-BE49-F238E27FC236}">
                <a16:creationId xmlns:a16="http://schemas.microsoft.com/office/drawing/2014/main" id="{D4903A16-43BB-02BC-502D-5CF68A1294A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12891" y="4791225"/>
            <a:ext cx="827338" cy="808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8352661"/>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Lugar de trabajo moderno con teclado y m... | Premium Photo #Freepik #photo #fondo #negocios #arbol #cafe">
            <a:extLst>
              <a:ext uri="{FF2B5EF4-FFF2-40B4-BE49-F238E27FC236}">
                <a16:creationId xmlns:a16="http://schemas.microsoft.com/office/drawing/2014/main" id="{F4A59CDB-BD05-4F8D-B9CE-454B78A327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5" y="-23235"/>
            <a:ext cx="12572838" cy="5712835"/>
          </a:xfrm>
          <a:prstGeom prst="rect">
            <a:avLst/>
          </a:prstGeom>
          <a:noFill/>
          <a:extLst>
            <a:ext uri="{909E8E84-426E-40DD-AFC4-6F175D3DCCD1}">
              <a14:hiddenFill xmlns:a14="http://schemas.microsoft.com/office/drawing/2010/main">
                <a:solidFill>
                  <a:srgbClr val="FFFFFF"/>
                </a:solidFill>
              </a14:hiddenFill>
            </a:ext>
          </a:extLst>
        </p:spPr>
      </p:pic>
      <p:sp>
        <p:nvSpPr>
          <p:cNvPr id="16" name="CuadroTexto 1">
            <a:extLst>
              <a:ext uri="{FF2B5EF4-FFF2-40B4-BE49-F238E27FC236}">
                <a16:creationId xmlns:a16="http://schemas.microsoft.com/office/drawing/2014/main" id="{9DB0AB9C-3441-4E8E-8CEC-2E3931204A29}"/>
              </a:ext>
            </a:extLst>
          </p:cNvPr>
          <p:cNvSpPr txBox="1"/>
          <p:nvPr/>
        </p:nvSpPr>
        <p:spPr>
          <a:xfrm>
            <a:off x="1818035" y="1424068"/>
            <a:ext cx="7707586" cy="4154984"/>
          </a:xfrm>
          <a:prstGeom prst="rect">
            <a:avLst/>
          </a:prstGeom>
          <a:noFill/>
        </p:spPr>
        <p:txBody>
          <a:bodyPr wrap="square" rtlCol="0">
            <a:spAutoFit/>
          </a:bodyPr>
          <a:lstStyle/>
          <a:p>
            <a:r>
              <a:rPr lang="es-CO" sz="2400" b="1" dirty="0">
                <a:solidFill>
                  <a:schemeClr val="bg1">
                    <a:lumMod val="65000"/>
                    <a:lumOff val="35000"/>
                  </a:schemeClr>
                </a:solidFill>
                <a:latin typeface="Ink Free" panose="03080402000500000000" pitchFamily="66" charset="0"/>
                <a:cs typeface="Arial" panose="020B0604020202020204" pitchFamily="34" charset="0"/>
              </a:rPr>
              <a:t>Recuerden, hoy </a:t>
            </a:r>
            <a:r>
              <a:rPr lang="es-CO" sz="2400" b="1" u="sng" dirty="0">
                <a:solidFill>
                  <a:schemeClr val="bg1">
                    <a:lumMod val="65000"/>
                    <a:lumOff val="35000"/>
                  </a:schemeClr>
                </a:solidFill>
                <a:latin typeface="Ink Free" panose="03080402000500000000" pitchFamily="66" charset="0"/>
                <a:cs typeface="Arial" panose="020B0604020202020204" pitchFamily="34" charset="0"/>
              </a:rPr>
              <a:t>xx de xx de 2024 a la 1:50 p.m.</a:t>
            </a:r>
            <a:r>
              <a:rPr lang="es-CO" sz="2400" b="1" dirty="0">
                <a:solidFill>
                  <a:schemeClr val="bg1">
                    <a:lumMod val="65000"/>
                    <a:lumOff val="35000"/>
                  </a:schemeClr>
                </a:solidFill>
                <a:latin typeface="Ink Free" panose="03080402000500000000" pitchFamily="66" charset="0"/>
                <a:cs typeface="Arial" panose="020B0604020202020204" pitchFamily="34" charset="0"/>
              </a:rPr>
              <a:t> por la herramienta Teams       se realizará el segundo taller de etapa productiva, es importante su asistencia teniendo en cuenta que en este espacio se brindará información indispensable para el desarrollo de su practica.</a:t>
            </a:r>
          </a:p>
          <a:p>
            <a:endParaRPr lang="es-CO" sz="2400" b="1" dirty="0">
              <a:solidFill>
                <a:schemeClr val="bg1">
                  <a:lumMod val="65000"/>
                  <a:lumOff val="35000"/>
                </a:schemeClr>
              </a:solidFill>
              <a:effectLst>
                <a:outerShdw blurRad="38100" dist="38100" dir="2700000" algn="tl">
                  <a:srgbClr val="000000">
                    <a:alpha val="43137"/>
                  </a:srgbClr>
                </a:outerShdw>
              </a:effectLst>
              <a:latin typeface="Ink Free" panose="03080402000500000000" pitchFamily="66" charset="0"/>
              <a:cs typeface="Arial" panose="020B0604020202020204" pitchFamily="34" charset="0"/>
            </a:endParaRPr>
          </a:p>
          <a:p>
            <a:r>
              <a:rPr lang="es-CO" sz="2400" b="1" dirty="0">
                <a:solidFill>
                  <a:schemeClr val="bg1">
                    <a:lumMod val="65000"/>
                    <a:lumOff val="35000"/>
                  </a:schemeClr>
                </a:solidFill>
                <a:effectLst>
                  <a:outerShdw blurRad="38100" dist="38100" dir="2700000" algn="tl">
                    <a:srgbClr val="000000">
                      <a:alpha val="43137"/>
                    </a:srgbClr>
                  </a:outerShdw>
                </a:effectLst>
                <a:latin typeface="Ink Free" panose="03080402000500000000" pitchFamily="66" charset="0"/>
                <a:cs typeface="Arial" panose="020B0604020202020204" pitchFamily="34" charset="0"/>
              </a:rPr>
              <a:t>El Link para el ingreso a la sesión ya lo tienen en sus correos.</a:t>
            </a:r>
          </a:p>
          <a:p>
            <a:pPr algn="just"/>
            <a:endParaRPr lang="es-ES" sz="2400" b="1" dirty="0">
              <a:solidFill>
                <a:schemeClr val="bg1">
                  <a:lumMod val="65000"/>
                  <a:lumOff val="35000"/>
                </a:schemeClr>
              </a:solidFill>
              <a:latin typeface="Ink Free" panose="03080402000500000000" pitchFamily="66" charset="0"/>
              <a:cs typeface="Arial" panose="020B0604020202020204" pitchFamily="34" charset="0"/>
            </a:endParaRPr>
          </a:p>
          <a:p>
            <a:pPr algn="just"/>
            <a:r>
              <a:rPr lang="es-ES" sz="2400" b="1" dirty="0">
                <a:solidFill>
                  <a:schemeClr val="bg1">
                    <a:lumMod val="65000"/>
                    <a:lumOff val="35000"/>
                  </a:schemeClr>
                </a:solidFill>
                <a:latin typeface="Ink Free" panose="03080402000500000000" pitchFamily="66" charset="0"/>
                <a:cs typeface="Arial" panose="020B0604020202020204" pitchFamily="34" charset="0"/>
              </a:rPr>
              <a:t>Les agradezco su puntual asistencia.</a:t>
            </a:r>
          </a:p>
          <a:p>
            <a:pPr algn="just"/>
            <a:endParaRPr lang="es-ES" sz="2400" b="1" dirty="0">
              <a:solidFill>
                <a:schemeClr val="bg1">
                  <a:lumMod val="65000"/>
                  <a:lumOff val="35000"/>
                </a:schemeClr>
              </a:solidFill>
              <a:effectLst>
                <a:outerShdw blurRad="38100" dist="38100" dir="2700000" algn="tl">
                  <a:srgbClr val="000000">
                    <a:alpha val="43137"/>
                  </a:srgbClr>
                </a:outerShdw>
              </a:effectLst>
              <a:latin typeface="Ink Free" panose="03080402000500000000" pitchFamily="66" charset="0"/>
              <a:cs typeface="Arial" panose="020B0604020202020204" pitchFamily="34" charset="0"/>
            </a:endParaRPr>
          </a:p>
        </p:txBody>
      </p:sp>
      <p:sp>
        <p:nvSpPr>
          <p:cNvPr id="18" name="9 Rectángulo">
            <a:extLst>
              <a:ext uri="{FF2B5EF4-FFF2-40B4-BE49-F238E27FC236}">
                <a16:creationId xmlns:a16="http://schemas.microsoft.com/office/drawing/2014/main" id="{2250B7E5-A66B-4C13-BA2E-244D2ED2275E}"/>
              </a:ext>
            </a:extLst>
          </p:cNvPr>
          <p:cNvSpPr/>
          <p:nvPr/>
        </p:nvSpPr>
        <p:spPr>
          <a:xfrm>
            <a:off x="3031666" y="373357"/>
            <a:ext cx="6493955" cy="817757"/>
          </a:xfrm>
          <a:prstGeom prst="rect">
            <a:avLst/>
          </a:prstGeom>
          <a:noFill/>
        </p:spPr>
        <p:txBody>
          <a:bodyPr wrap="square" lIns="78328" tIns="39164" rIns="78328" bIns="39164">
            <a:spAutoFit/>
          </a:bodyPr>
          <a:lstStyle/>
          <a:p>
            <a:pPr algn="ctr"/>
            <a:r>
              <a:rPr lang="es-ES" sz="48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Berlin Sans FB Demi" panose="020E0802020502020306" pitchFamily="34" charset="0"/>
                <a:ea typeface="Malgun Gothic" panose="020B0503020000020004" pitchFamily="34" charset="-127"/>
                <a:cs typeface="Malgun Gothic Semilight" panose="020B0502040204020203" pitchFamily="34" charset="-128"/>
              </a:rPr>
              <a:t>Apreciados Aprendices</a:t>
            </a:r>
          </a:p>
        </p:txBody>
      </p:sp>
      <p:pic>
        <p:nvPicPr>
          <p:cNvPr id="1026" name="Picture 2" descr="Microsoft Teams - Wikipedia, la enciclopedia libre">
            <a:extLst>
              <a:ext uri="{FF2B5EF4-FFF2-40B4-BE49-F238E27FC236}">
                <a16:creationId xmlns:a16="http://schemas.microsoft.com/office/drawing/2014/main" id="{33FC50BF-8BB4-4EC4-9409-227473755D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26347" y="1836688"/>
            <a:ext cx="391120" cy="363719"/>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Conector recto 14">
            <a:extLst>
              <a:ext uri="{FF2B5EF4-FFF2-40B4-BE49-F238E27FC236}">
                <a16:creationId xmlns:a16="http://schemas.microsoft.com/office/drawing/2014/main" id="{0842698D-B0E2-43F0-A409-B12B8BA022AE}"/>
              </a:ext>
            </a:extLst>
          </p:cNvPr>
          <p:cNvCxnSpPr/>
          <p:nvPr/>
        </p:nvCxnSpPr>
        <p:spPr>
          <a:xfrm>
            <a:off x="7434659" y="4933032"/>
            <a:ext cx="0" cy="648072"/>
          </a:xfrm>
          <a:prstGeom prst="line">
            <a:avLst/>
          </a:prstGeom>
          <a:ln>
            <a:solidFill>
              <a:schemeClr val="bg1">
                <a:lumMod val="75000"/>
                <a:lumOff val="25000"/>
              </a:schemeClr>
            </a:solidFill>
          </a:ln>
        </p:spPr>
        <p:style>
          <a:lnRef idx="1">
            <a:schemeClr val="accent2"/>
          </a:lnRef>
          <a:fillRef idx="0">
            <a:schemeClr val="accent2"/>
          </a:fillRef>
          <a:effectRef idx="0">
            <a:schemeClr val="accent2"/>
          </a:effectRef>
          <a:fontRef idx="minor">
            <a:schemeClr val="tx1"/>
          </a:fontRef>
        </p:style>
      </p:cxnSp>
      <p:sp>
        <p:nvSpPr>
          <p:cNvPr id="20" name="CuadroTexto 19">
            <a:extLst>
              <a:ext uri="{FF2B5EF4-FFF2-40B4-BE49-F238E27FC236}">
                <a16:creationId xmlns:a16="http://schemas.microsoft.com/office/drawing/2014/main" id="{46C75A25-2904-45D5-9C7A-0C73100CB00C}"/>
              </a:ext>
            </a:extLst>
          </p:cNvPr>
          <p:cNvSpPr txBox="1"/>
          <p:nvPr/>
        </p:nvSpPr>
        <p:spPr>
          <a:xfrm>
            <a:off x="7506667" y="5046597"/>
            <a:ext cx="3218829" cy="3597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400" b="1"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Instructor de Seguimiento Etapa Productiva</a:t>
            </a:r>
            <a:endParaRPr kumimoji="0" lang="es-CO" sz="1400" b="1"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sp>
        <p:nvSpPr>
          <p:cNvPr id="21" name="CuadroTexto 20">
            <a:extLst>
              <a:ext uri="{FF2B5EF4-FFF2-40B4-BE49-F238E27FC236}">
                <a16:creationId xmlns:a16="http://schemas.microsoft.com/office/drawing/2014/main" id="{67E788CC-3823-497F-A40D-B6E4FE47D987}"/>
              </a:ext>
            </a:extLst>
          </p:cNvPr>
          <p:cNvSpPr txBox="1"/>
          <p:nvPr/>
        </p:nvSpPr>
        <p:spPr>
          <a:xfrm>
            <a:off x="7519265" y="5272620"/>
            <a:ext cx="1931618" cy="3289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2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Centro de Servicios Financieros</a:t>
            </a:r>
            <a:endParaRPr kumimoji="0" lang="es-CO" sz="12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pic>
        <p:nvPicPr>
          <p:cNvPr id="2" name="Picture 4" descr="▷ Logo del SENA: cómo es, significado y descargar »【2023】">
            <a:extLst>
              <a:ext uri="{FF2B5EF4-FFF2-40B4-BE49-F238E27FC236}">
                <a16:creationId xmlns:a16="http://schemas.microsoft.com/office/drawing/2014/main" id="{36C093A8-4CCF-6F6C-3397-3A2C3546334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44172" y="4781402"/>
            <a:ext cx="827338" cy="808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6334378"/>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19" name="Picture 2" descr="Hand holding megaphone with balloon chat... | Premium Vector #Freepik #vector #background #banner #business #icon">
            <a:extLst>
              <a:ext uri="{FF2B5EF4-FFF2-40B4-BE49-F238E27FC236}">
                <a16:creationId xmlns:a16="http://schemas.microsoft.com/office/drawing/2014/main" id="{CAE60FF2-9013-4742-9BB2-F2AA0075805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8324" b="48110"/>
          <a:stretch/>
        </p:blipFill>
        <p:spPr bwMode="auto">
          <a:xfrm rot="16200000">
            <a:off x="8219089" y="1379144"/>
            <a:ext cx="1476648" cy="721530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Hand holding megaphone with balloon chat... | Premium Vector #Freepik #vector #background #banner #business #icon">
            <a:extLst>
              <a:ext uri="{FF2B5EF4-FFF2-40B4-BE49-F238E27FC236}">
                <a16:creationId xmlns:a16="http://schemas.microsoft.com/office/drawing/2014/main" id="{4B76AB5D-57AF-450F-914B-DAD2D2E50F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8" y="0"/>
            <a:ext cx="5372100" cy="5797128"/>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0AA6B2A9-6542-4603-A753-EFCB2B206410}"/>
              </a:ext>
            </a:extLst>
          </p:cNvPr>
          <p:cNvSpPr/>
          <p:nvPr/>
        </p:nvSpPr>
        <p:spPr>
          <a:xfrm>
            <a:off x="11251083" y="131993"/>
            <a:ext cx="1167936" cy="872167"/>
          </a:xfrm>
          <a:prstGeom prst="rect">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endParaRPr kumimoji="0" lang="es-CO" sz="3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8" name="9 Rectángulo">
            <a:extLst>
              <a:ext uri="{FF2B5EF4-FFF2-40B4-BE49-F238E27FC236}">
                <a16:creationId xmlns:a16="http://schemas.microsoft.com/office/drawing/2014/main" id="{2250B7E5-A66B-4C13-BA2E-244D2ED2275E}"/>
              </a:ext>
            </a:extLst>
          </p:cNvPr>
          <p:cNvSpPr/>
          <p:nvPr/>
        </p:nvSpPr>
        <p:spPr>
          <a:xfrm>
            <a:off x="4509209" y="154880"/>
            <a:ext cx="6493955" cy="817757"/>
          </a:xfrm>
          <a:prstGeom prst="rect">
            <a:avLst/>
          </a:prstGeom>
          <a:noFill/>
        </p:spPr>
        <p:txBody>
          <a:bodyPr wrap="square" lIns="78328" tIns="39164" rIns="78328" bIns="39164">
            <a:spAutoFit/>
          </a:bodyPr>
          <a:lstStyle/>
          <a:p>
            <a:pPr algn="ctr"/>
            <a:r>
              <a:rPr lang="es-ES" sz="48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Berlin Sans FB Demi" panose="020E0802020502020306" pitchFamily="34" charset="0"/>
                <a:ea typeface="Malgun Gothic" panose="020B0503020000020004" pitchFamily="34" charset="-127"/>
                <a:cs typeface="Malgun Gothic Semilight" panose="020B0502040204020203" pitchFamily="34" charset="-128"/>
              </a:rPr>
              <a:t>Apreciados Aprendices</a:t>
            </a:r>
          </a:p>
        </p:txBody>
      </p:sp>
      <p:sp>
        <p:nvSpPr>
          <p:cNvPr id="11" name="CuadroTexto 1">
            <a:extLst>
              <a:ext uri="{FF2B5EF4-FFF2-40B4-BE49-F238E27FC236}">
                <a16:creationId xmlns:a16="http://schemas.microsoft.com/office/drawing/2014/main" id="{E70922C1-82D9-4885-A671-3741E793DB94}"/>
              </a:ext>
            </a:extLst>
          </p:cNvPr>
          <p:cNvSpPr txBox="1"/>
          <p:nvPr/>
        </p:nvSpPr>
        <p:spPr>
          <a:xfrm>
            <a:off x="3466125" y="1127517"/>
            <a:ext cx="8368926" cy="1938992"/>
          </a:xfrm>
          <a:prstGeom prst="rect">
            <a:avLst/>
          </a:prstGeom>
          <a:noFill/>
        </p:spPr>
        <p:txBody>
          <a:bodyPr wrap="square" rtlCol="0">
            <a:spAutoFit/>
          </a:bodyPr>
          <a:lstStyle/>
          <a:p>
            <a:r>
              <a:rPr lang="es-CO" sz="2400" b="1" dirty="0">
                <a:solidFill>
                  <a:schemeClr val="bg1">
                    <a:lumMod val="65000"/>
                    <a:lumOff val="35000"/>
                  </a:schemeClr>
                </a:solidFill>
                <a:latin typeface="Ink Free" panose="03080402000500000000" pitchFamily="66" charset="0"/>
                <a:cs typeface="Arial" panose="020B0604020202020204" pitchFamily="34" charset="0"/>
              </a:rPr>
              <a:t>El </a:t>
            </a:r>
            <a:r>
              <a:rPr lang="es-CO" sz="2400" b="1" u="sng" dirty="0">
                <a:solidFill>
                  <a:schemeClr val="bg1">
                    <a:lumMod val="65000"/>
                    <a:lumOff val="35000"/>
                  </a:schemeClr>
                </a:solidFill>
                <a:latin typeface="Ink Free" panose="03080402000500000000" pitchFamily="66" charset="0"/>
                <a:cs typeface="Arial" panose="020B0604020202020204" pitchFamily="34" charset="0"/>
              </a:rPr>
              <a:t>04 de diciembre de 2020 a las 1:00 p.m.</a:t>
            </a:r>
            <a:r>
              <a:rPr lang="es-CO" sz="2400" b="1" dirty="0">
                <a:solidFill>
                  <a:schemeClr val="bg1">
                    <a:lumMod val="65000"/>
                    <a:lumOff val="35000"/>
                  </a:schemeClr>
                </a:solidFill>
                <a:latin typeface="Ink Free" panose="03080402000500000000" pitchFamily="66" charset="0"/>
                <a:cs typeface="Arial" panose="020B0604020202020204" pitchFamily="34" charset="0"/>
              </a:rPr>
              <a:t> por la herramienta </a:t>
            </a:r>
            <a:r>
              <a:rPr lang="es-CO" sz="2400" b="1" dirty="0" err="1">
                <a:solidFill>
                  <a:schemeClr val="bg1">
                    <a:lumMod val="65000"/>
                    <a:lumOff val="35000"/>
                  </a:schemeClr>
                </a:solidFill>
                <a:latin typeface="Ink Free" panose="03080402000500000000" pitchFamily="66" charset="0"/>
                <a:cs typeface="Arial" panose="020B0604020202020204" pitchFamily="34" charset="0"/>
              </a:rPr>
              <a:t>teams</a:t>
            </a:r>
            <a:r>
              <a:rPr lang="es-CO" sz="2400" b="1" dirty="0">
                <a:solidFill>
                  <a:schemeClr val="bg1">
                    <a:lumMod val="65000"/>
                    <a:lumOff val="35000"/>
                  </a:schemeClr>
                </a:solidFill>
                <a:latin typeface="Ink Free" panose="03080402000500000000" pitchFamily="66" charset="0"/>
                <a:cs typeface="Arial" panose="020B0604020202020204" pitchFamily="34" charset="0"/>
              </a:rPr>
              <a:t> se realizará el taller de etapa productiva, es importante la asistencia teniendo en cuenta que en este espacio se brindará información indispensable para el desarrollo de la practica.</a:t>
            </a:r>
          </a:p>
        </p:txBody>
      </p:sp>
      <p:sp>
        <p:nvSpPr>
          <p:cNvPr id="17" name="CuadroTexto 1">
            <a:extLst>
              <a:ext uri="{FF2B5EF4-FFF2-40B4-BE49-F238E27FC236}">
                <a16:creationId xmlns:a16="http://schemas.microsoft.com/office/drawing/2014/main" id="{0A9CDFCB-3AB7-45D0-815F-320788BB27A0}"/>
              </a:ext>
            </a:extLst>
          </p:cNvPr>
          <p:cNvSpPr txBox="1"/>
          <p:nvPr/>
        </p:nvSpPr>
        <p:spPr>
          <a:xfrm>
            <a:off x="5365732" y="3189866"/>
            <a:ext cx="8137760" cy="1323439"/>
          </a:xfrm>
          <a:prstGeom prst="rect">
            <a:avLst/>
          </a:prstGeom>
          <a:noFill/>
        </p:spPr>
        <p:txBody>
          <a:bodyPr wrap="square" rtlCol="0">
            <a:spAutoFit/>
          </a:bodyPr>
          <a:lstStyle/>
          <a:p>
            <a:r>
              <a:rPr lang="es-CO" sz="2000" b="1" dirty="0">
                <a:solidFill>
                  <a:schemeClr val="bg1">
                    <a:lumMod val="65000"/>
                    <a:lumOff val="35000"/>
                  </a:schemeClr>
                </a:solidFill>
                <a:effectLst>
                  <a:outerShdw blurRad="38100" dist="38100" dir="2700000" algn="tl">
                    <a:srgbClr val="000000">
                      <a:alpha val="43137"/>
                    </a:srgbClr>
                  </a:outerShdw>
                </a:effectLst>
                <a:latin typeface="Ink Free" panose="03080402000500000000" pitchFamily="66" charset="0"/>
                <a:cs typeface="Arial" panose="020B0604020202020204" pitchFamily="34" charset="0"/>
              </a:rPr>
              <a:t>El Link para el ingreso a la sesión ya lo tienen en sus correos.</a:t>
            </a:r>
          </a:p>
          <a:p>
            <a:pPr algn="just"/>
            <a:endParaRPr lang="es-ES" sz="2000" b="1" dirty="0">
              <a:solidFill>
                <a:schemeClr val="bg1">
                  <a:lumMod val="65000"/>
                  <a:lumOff val="35000"/>
                </a:schemeClr>
              </a:solidFill>
              <a:latin typeface="Ink Free" panose="03080402000500000000" pitchFamily="66" charset="0"/>
              <a:cs typeface="Arial" panose="020B0604020202020204" pitchFamily="34" charset="0"/>
            </a:endParaRPr>
          </a:p>
          <a:p>
            <a:pPr algn="just"/>
            <a:r>
              <a:rPr lang="es-ES" sz="2000" b="1" dirty="0">
                <a:solidFill>
                  <a:schemeClr val="bg1">
                    <a:lumMod val="65000"/>
                    <a:lumOff val="35000"/>
                  </a:schemeClr>
                </a:solidFill>
                <a:latin typeface="Ink Free" panose="03080402000500000000" pitchFamily="66" charset="0"/>
                <a:cs typeface="Arial" panose="020B0604020202020204" pitchFamily="34" charset="0"/>
              </a:rPr>
              <a:t>Les agradezco puntual asistencia.</a:t>
            </a:r>
          </a:p>
          <a:p>
            <a:pPr algn="just"/>
            <a:endParaRPr lang="es-ES" sz="2000" b="1" dirty="0">
              <a:solidFill>
                <a:schemeClr val="bg1">
                  <a:lumMod val="65000"/>
                  <a:lumOff val="35000"/>
                </a:schemeClr>
              </a:solidFill>
              <a:effectLst>
                <a:outerShdw blurRad="38100" dist="38100" dir="2700000" algn="tl">
                  <a:srgbClr val="000000">
                    <a:alpha val="43137"/>
                  </a:srgbClr>
                </a:outerShdw>
              </a:effectLst>
              <a:latin typeface="Ink Free" panose="03080402000500000000" pitchFamily="66" charset="0"/>
              <a:cs typeface="Arial" panose="020B0604020202020204" pitchFamily="34" charset="0"/>
            </a:endParaRPr>
          </a:p>
        </p:txBody>
      </p:sp>
      <p:cxnSp>
        <p:nvCxnSpPr>
          <p:cNvPr id="20" name="Conector recto 19">
            <a:extLst>
              <a:ext uri="{FF2B5EF4-FFF2-40B4-BE49-F238E27FC236}">
                <a16:creationId xmlns:a16="http://schemas.microsoft.com/office/drawing/2014/main" id="{BCDF5274-A425-44CD-97B1-82D1BE669ED5}"/>
              </a:ext>
            </a:extLst>
          </p:cNvPr>
          <p:cNvCxnSpPr/>
          <p:nvPr/>
        </p:nvCxnSpPr>
        <p:spPr>
          <a:xfrm>
            <a:off x="8802811" y="4933032"/>
            <a:ext cx="0" cy="648072"/>
          </a:xfrm>
          <a:prstGeom prst="line">
            <a:avLst/>
          </a:prstGeom>
          <a:ln>
            <a:solidFill>
              <a:schemeClr val="bg1">
                <a:lumMod val="75000"/>
                <a:lumOff val="25000"/>
              </a:schemeClr>
            </a:solidFill>
          </a:ln>
        </p:spPr>
        <p:style>
          <a:lnRef idx="1">
            <a:schemeClr val="accent2"/>
          </a:lnRef>
          <a:fillRef idx="0">
            <a:schemeClr val="accent2"/>
          </a:fillRef>
          <a:effectRef idx="0">
            <a:schemeClr val="accent2"/>
          </a:effectRef>
          <a:fontRef idx="minor">
            <a:schemeClr val="tx1"/>
          </a:fontRef>
        </p:style>
      </p:cxnSp>
      <p:sp>
        <p:nvSpPr>
          <p:cNvPr id="21" name="CuadroTexto 20">
            <a:extLst>
              <a:ext uri="{FF2B5EF4-FFF2-40B4-BE49-F238E27FC236}">
                <a16:creationId xmlns:a16="http://schemas.microsoft.com/office/drawing/2014/main" id="{AB1B051E-E3C8-4EFE-A473-120C284687F7}"/>
              </a:ext>
            </a:extLst>
          </p:cNvPr>
          <p:cNvSpPr txBox="1"/>
          <p:nvPr/>
        </p:nvSpPr>
        <p:spPr>
          <a:xfrm>
            <a:off x="8881964" y="4819793"/>
            <a:ext cx="1564530" cy="3597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400" i="0" u="none" strike="noStrike" cap="none" spc="0" normalizeH="0" baseline="0" dirty="0">
                <a:ln>
                  <a:noFill/>
                </a:ln>
                <a:effectLst/>
                <a:uFillTx/>
                <a:latin typeface="Arial Narrow" panose="020B0606020202030204" pitchFamily="34" charset="0"/>
                <a:ea typeface="Helvetica Neue"/>
                <a:cs typeface="Helvetica Neue"/>
                <a:sym typeface="Helvetica Neue"/>
              </a:rPr>
              <a:t>Nombre del Instructor</a:t>
            </a:r>
            <a:endParaRPr kumimoji="0" lang="es-CO" sz="1400" i="0" u="none" strike="noStrike" cap="none" spc="0" normalizeH="0" baseline="0" dirty="0">
              <a:ln>
                <a:noFill/>
              </a:ln>
              <a:effectLst/>
              <a:uFillTx/>
              <a:latin typeface="Arial Narrow" panose="020B0606020202030204" pitchFamily="34" charset="0"/>
              <a:ea typeface="Helvetica Neue"/>
              <a:cs typeface="Helvetica Neue"/>
              <a:sym typeface="Helvetica Neue"/>
            </a:endParaRPr>
          </a:p>
        </p:txBody>
      </p:sp>
      <p:sp>
        <p:nvSpPr>
          <p:cNvPr id="22" name="CuadroTexto 21">
            <a:extLst>
              <a:ext uri="{FF2B5EF4-FFF2-40B4-BE49-F238E27FC236}">
                <a16:creationId xmlns:a16="http://schemas.microsoft.com/office/drawing/2014/main" id="{EB66C322-55E8-4E9C-A0D2-561FFD3EC061}"/>
              </a:ext>
            </a:extLst>
          </p:cNvPr>
          <p:cNvSpPr txBox="1"/>
          <p:nvPr/>
        </p:nvSpPr>
        <p:spPr>
          <a:xfrm>
            <a:off x="8874819" y="5046597"/>
            <a:ext cx="3218829" cy="3597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400" b="1" i="0" u="none" strike="noStrike" cap="none" spc="0" normalizeH="0" baseline="0" dirty="0">
                <a:ln>
                  <a:noFill/>
                </a:ln>
                <a:effectLst/>
                <a:uFillTx/>
                <a:latin typeface="Arial Narrow" panose="020B0606020202030204" pitchFamily="34" charset="0"/>
                <a:ea typeface="Helvetica Neue"/>
                <a:cs typeface="Helvetica Neue"/>
                <a:sym typeface="Helvetica Neue"/>
              </a:rPr>
              <a:t>Instructor de Seguimiento Etapa Productiva</a:t>
            </a:r>
            <a:endParaRPr kumimoji="0" lang="es-CO" sz="1400" b="1" i="0" u="none" strike="noStrike" cap="none" spc="0" normalizeH="0" baseline="0" dirty="0">
              <a:ln>
                <a:noFill/>
              </a:ln>
              <a:effectLst/>
              <a:uFillTx/>
              <a:latin typeface="Arial Narrow" panose="020B0606020202030204" pitchFamily="34" charset="0"/>
              <a:ea typeface="Helvetica Neue"/>
              <a:cs typeface="Helvetica Neue"/>
              <a:sym typeface="Helvetica Neue"/>
            </a:endParaRPr>
          </a:p>
        </p:txBody>
      </p:sp>
      <p:sp>
        <p:nvSpPr>
          <p:cNvPr id="23" name="CuadroTexto 22">
            <a:extLst>
              <a:ext uri="{FF2B5EF4-FFF2-40B4-BE49-F238E27FC236}">
                <a16:creationId xmlns:a16="http://schemas.microsoft.com/office/drawing/2014/main" id="{C2204D26-2F49-4E7F-9851-3DE5965EE35D}"/>
              </a:ext>
            </a:extLst>
          </p:cNvPr>
          <p:cNvSpPr txBox="1"/>
          <p:nvPr/>
        </p:nvSpPr>
        <p:spPr>
          <a:xfrm>
            <a:off x="8887417" y="5272620"/>
            <a:ext cx="1931618" cy="3289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200" i="0" u="none" strike="noStrike" cap="none" spc="0" normalizeH="0" baseline="0" dirty="0">
                <a:ln>
                  <a:noFill/>
                </a:ln>
                <a:effectLst/>
                <a:uFillTx/>
                <a:latin typeface="Arial Narrow" panose="020B0606020202030204" pitchFamily="34" charset="0"/>
                <a:ea typeface="Helvetica Neue"/>
                <a:cs typeface="Helvetica Neue"/>
                <a:sym typeface="Helvetica Neue"/>
              </a:rPr>
              <a:t>Centro de Servicios Financieros</a:t>
            </a:r>
            <a:endParaRPr kumimoji="0" lang="es-CO" sz="1200" i="0" u="none" strike="noStrike" cap="none" spc="0" normalizeH="0" baseline="0" dirty="0">
              <a:ln>
                <a:noFill/>
              </a:ln>
              <a:effectLst/>
              <a:uFillTx/>
              <a:latin typeface="Arial Narrow" panose="020B0606020202030204" pitchFamily="34" charset="0"/>
              <a:ea typeface="Helvetica Neue"/>
              <a:cs typeface="Helvetica Neue"/>
              <a:sym typeface="Helvetica Neue"/>
            </a:endParaRPr>
          </a:p>
        </p:txBody>
      </p:sp>
      <p:pic>
        <p:nvPicPr>
          <p:cNvPr id="4" name="Picture 4" descr="▷ Logo del SENA: cómo es, significado y descargar »【2023】">
            <a:extLst>
              <a:ext uri="{FF2B5EF4-FFF2-40B4-BE49-F238E27FC236}">
                <a16:creationId xmlns:a16="http://schemas.microsoft.com/office/drawing/2014/main" id="{11C1911F-848D-B3F3-47A8-965E2560F2E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64384" y="4763009"/>
            <a:ext cx="827338" cy="808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5999419"/>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12" name="CuadroTexto 11">
            <a:extLst>
              <a:ext uri="{FF2B5EF4-FFF2-40B4-BE49-F238E27FC236}">
                <a16:creationId xmlns:a16="http://schemas.microsoft.com/office/drawing/2014/main" id="{AFF1BA00-F9EA-43D3-92CD-BD88C40C03FE}"/>
              </a:ext>
            </a:extLst>
          </p:cNvPr>
          <p:cNvSpPr txBox="1"/>
          <p:nvPr/>
        </p:nvSpPr>
        <p:spPr>
          <a:xfrm>
            <a:off x="9256422" y="4933032"/>
            <a:ext cx="1698156" cy="3597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400" i="0" u="none" strike="noStrike" cap="none" spc="0" normalizeH="0" baseline="0" dirty="0">
                <a:ln>
                  <a:noFill/>
                </a:ln>
                <a:effectLst/>
                <a:uFillTx/>
                <a:latin typeface="Arial Narrow" panose="020B0606020202030204" pitchFamily="34" charset="0"/>
                <a:ea typeface="Helvetica Neue"/>
                <a:cs typeface="Helvetica Neue"/>
                <a:sym typeface="Helvetica Neue"/>
              </a:rPr>
              <a:t>Lady Yurani Parra Pinto</a:t>
            </a:r>
            <a:endParaRPr kumimoji="0" lang="es-CO" sz="1400" i="0" u="none" strike="noStrike" cap="none" spc="0" normalizeH="0" baseline="0" dirty="0">
              <a:ln>
                <a:noFill/>
              </a:ln>
              <a:effectLst/>
              <a:uFillTx/>
              <a:latin typeface="Arial Narrow" panose="020B0606020202030204" pitchFamily="34" charset="0"/>
              <a:ea typeface="Helvetica Neue"/>
              <a:cs typeface="Helvetica Neue"/>
              <a:sym typeface="Helvetica Neue"/>
            </a:endParaRPr>
          </a:p>
        </p:txBody>
      </p:sp>
      <p:sp>
        <p:nvSpPr>
          <p:cNvPr id="13" name="CuadroTexto 12">
            <a:extLst>
              <a:ext uri="{FF2B5EF4-FFF2-40B4-BE49-F238E27FC236}">
                <a16:creationId xmlns:a16="http://schemas.microsoft.com/office/drawing/2014/main" id="{0E2319C1-D3E2-491C-87F0-6727BFF4C061}"/>
              </a:ext>
            </a:extLst>
          </p:cNvPr>
          <p:cNvSpPr txBox="1"/>
          <p:nvPr/>
        </p:nvSpPr>
        <p:spPr>
          <a:xfrm>
            <a:off x="9256390" y="5112888"/>
            <a:ext cx="3218829" cy="3597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400" b="1" i="0" u="none" strike="noStrike" cap="none" spc="0" normalizeH="0" baseline="0" dirty="0">
                <a:ln>
                  <a:noFill/>
                </a:ln>
                <a:effectLst/>
                <a:uFillTx/>
                <a:latin typeface="Arial Narrow" panose="020B0606020202030204" pitchFamily="34" charset="0"/>
                <a:ea typeface="Helvetica Neue"/>
                <a:cs typeface="Helvetica Neue"/>
                <a:sym typeface="Helvetica Neue"/>
              </a:rPr>
              <a:t>Instructor de Seguimiento Etapa Productiva</a:t>
            </a:r>
            <a:endParaRPr kumimoji="0" lang="es-CO" sz="1400" b="1" i="0" u="none" strike="noStrike" cap="none" spc="0" normalizeH="0" baseline="0" dirty="0">
              <a:ln>
                <a:noFill/>
              </a:ln>
              <a:effectLst/>
              <a:uFillTx/>
              <a:latin typeface="Arial Narrow" panose="020B0606020202030204" pitchFamily="34" charset="0"/>
              <a:ea typeface="Helvetica Neue"/>
              <a:cs typeface="Helvetica Neue"/>
              <a:sym typeface="Helvetica Neue"/>
            </a:endParaRPr>
          </a:p>
        </p:txBody>
      </p:sp>
      <p:sp>
        <p:nvSpPr>
          <p:cNvPr id="14" name="CuadroTexto 13">
            <a:extLst>
              <a:ext uri="{FF2B5EF4-FFF2-40B4-BE49-F238E27FC236}">
                <a16:creationId xmlns:a16="http://schemas.microsoft.com/office/drawing/2014/main" id="{40FF43B5-A472-492C-A06A-1EAC64D5A2EC}"/>
              </a:ext>
            </a:extLst>
          </p:cNvPr>
          <p:cNvSpPr txBox="1"/>
          <p:nvPr/>
        </p:nvSpPr>
        <p:spPr>
          <a:xfrm>
            <a:off x="9256390" y="5292744"/>
            <a:ext cx="2264529" cy="3289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200" i="0" u="none" strike="noStrike" cap="none" spc="0" normalizeH="0" baseline="0" dirty="0">
                <a:ln>
                  <a:noFill/>
                </a:ln>
                <a:effectLst/>
                <a:uFillTx/>
                <a:latin typeface="Arial Narrow" panose="020B0606020202030204" pitchFamily="34" charset="0"/>
                <a:ea typeface="Helvetica Neue"/>
                <a:cs typeface="Helvetica Neue"/>
                <a:sym typeface="Helvetica Neue"/>
              </a:rPr>
              <a:t>Centro de Desarrollo Agroempresarial</a:t>
            </a:r>
            <a:endParaRPr kumimoji="0" lang="es-CO" sz="1200" i="0" u="none" strike="noStrike" cap="none" spc="0" normalizeH="0" baseline="0" dirty="0">
              <a:ln>
                <a:noFill/>
              </a:ln>
              <a:effectLst/>
              <a:uFillTx/>
              <a:latin typeface="Arial Narrow" panose="020B0606020202030204" pitchFamily="34" charset="0"/>
              <a:ea typeface="Helvetica Neue"/>
              <a:cs typeface="Helvetica Neue"/>
              <a:sym typeface="Helvetica Neue"/>
            </a:endParaRPr>
          </a:p>
        </p:txBody>
      </p:sp>
      <p:sp>
        <p:nvSpPr>
          <p:cNvPr id="2" name="Rectángulo 1">
            <a:extLst>
              <a:ext uri="{FF2B5EF4-FFF2-40B4-BE49-F238E27FC236}">
                <a16:creationId xmlns:a16="http://schemas.microsoft.com/office/drawing/2014/main" id="{0AA6B2A9-6542-4603-A753-EFCB2B206410}"/>
              </a:ext>
            </a:extLst>
          </p:cNvPr>
          <p:cNvSpPr/>
          <p:nvPr/>
        </p:nvSpPr>
        <p:spPr>
          <a:xfrm>
            <a:off x="11251083" y="131993"/>
            <a:ext cx="1167936" cy="872167"/>
          </a:xfrm>
          <a:prstGeom prst="rect">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endParaRPr kumimoji="0" lang="es-CO" sz="3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8" name="9 Rectángulo">
            <a:extLst>
              <a:ext uri="{FF2B5EF4-FFF2-40B4-BE49-F238E27FC236}">
                <a16:creationId xmlns:a16="http://schemas.microsoft.com/office/drawing/2014/main" id="{2250B7E5-A66B-4C13-BA2E-244D2ED2275E}"/>
              </a:ext>
            </a:extLst>
          </p:cNvPr>
          <p:cNvSpPr/>
          <p:nvPr/>
        </p:nvSpPr>
        <p:spPr>
          <a:xfrm>
            <a:off x="4842371" y="142111"/>
            <a:ext cx="6493955" cy="817757"/>
          </a:xfrm>
          <a:prstGeom prst="rect">
            <a:avLst/>
          </a:prstGeom>
          <a:noFill/>
        </p:spPr>
        <p:txBody>
          <a:bodyPr wrap="square" lIns="78328" tIns="39164" rIns="78328" bIns="39164">
            <a:spAutoFit/>
          </a:bodyPr>
          <a:lstStyle/>
          <a:p>
            <a:pPr algn="ctr"/>
            <a:r>
              <a:rPr lang="es-ES" sz="4800" b="1" dirty="0">
                <a:ln w="6600">
                  <a:solidFill>
                    <a:schemeClr val="accent3">
                      <a:lumMod val="75000"/>
                    </a:schemeClr>
                  </a:solidFill>
                  <a:prstDash val="solid"/>
                </a:ln>
                <a:solidFill>
                  <a:srgbClr val="FFFFFF"/>
                </a:solidFill>
                <a:effectLst>
                  <a:outerShdw dist="38100" dir="2700000" algn="tl" rotWithShape="0">
                    <a:schemeClr val="accent2"/>
                  </a:outerShdw>
                </a:effectLst>
                <a:latin typeface="Berlin Sans FB Demi" panose="020E0802020502020306" pitchFamily="34" charset="0"/>
                <a:ea typeface="Malgun Gothic" panose="020B0503020000020004" pitchFamily="34" charset="-127"/>
                <a:cs typeface="Malgun Gothic Semilight" panose="020B0502040204020203" pitchFamily="34" charset="-128"/>
              </a:rPr>
              <a:t>Apreciados Aprendices</a:t>
            </a:r>
          </a:p>
        </p:txBody>
      </p:sp>
      <p:sp>
        <p:nvSpPr>
          <p:cNvPr id="11" name="CuadroTexto 1">
            <a:extLst>
              <a:ext uri="{FF2B5EF4-FFF2-40B4-BE49-F238E27FC236}">
                <a16:creationId xmlns:a16="http://schemas.microsoft.com/office/drawing/2014/main" id="{E70922C1-82D9-4885-A671-3741E793DB94}"/>
              </a:ext>
            </a:extLst>
          </p:cNvPr>
          <p:cNvSpPr txBox="1"/>
          <p:nvPr/>
        </p:nvSpPr>
        <p:spPr>
          <a:xfrm>
            <a:off x="4842371" y="1127517"/>
            <a:ext cx="6992680" cy="2308324"/>
          </a:xfrm>
          <a:prstGeom prst="rect">
            <a:avLst/>
          </a:prstGeom>
          <a:noFill/>
        </p:spPr>
        <p:txBody>
          <a:bodyPr wrap="square" rtlCol="0">
            <a:spAutoFit/>
          </a:bodyPr>
          <a:lstStyle/>
          <a:p>
            <a:r>
              <a:rPr lang="es-CO" sz="2400" b="1" dirty="0">
                <a:solidFill>
                  <a:schemeClr val="bg1">
                    <a:lumMod val="65000"/>
                    <a:lumOff val="35000"/>
                  </a:schemeClr>
                </a:solidFill>
                <a:latin typeface="Ink Free" panose="03080402000500000000" pitchFamily="66" charset="0"/>
                <a:cs typeface="Arial" panose="020B0604020202020204" pitchFamily="34" charset="0"/>
              </a:rPr>
              <a:t>Recuerden, hoy </a:t>
            </a:r>
            <a:r>
              <a:rPr lang="es-CO" sz="2400" b="1" u="sng" dirty="0">
                <a:solidFill>
                  <a:schemeClr val="bg1">
                    <a:lumMod val="65000"/>
                    <a:lumOff val="35000"/>
                  </a:schemeClr>
                </a:solidFill>
                <a:latin typeface="Ink Free" panose="03080402000500000000" pitchFamily="66" charset="0"/>
                <a:cs typeface="Arial" panose="020B0604020202020204" pitchFamily="34" charset="0"/>
              </a:rPr>
              <a:t>02 de Julio de 2020 a la 1:50 p.m.</a:t>
            </a:r>
            <a:r>
              <a:rPr lang="es-CO" sz="2400" b="1" dirty="0">
                <a:solidFill>
                  <a:schemeClr val="bg1">
                    <a:lumMod val="65000"/>
                    <a:lumOff val="35000"/>
                  </a:schemeClr>
                </a:solidFill>
                <a:latin typeface="Ink Free" panose="03080402000500000000" pitchFamily="66" charset="0"/>
                <a:cs typeface="Arial" panose="020B0604020202020204" pitchFamily="34" charset="0"/>
              </a:rPr>
              <a:t> por la herramienta Teams       se realizará el segundo taller de etapa productiva, es importante su asistencia teniendo en cuenta que en este espacio se brindará información indispensable para el desarrollo de su practica.</a:t>
            </a:r>
          </a:p>
        </p:txBody>
      </p:sp>
      <p:sp>
        <p:nvSpPr>
          <p:cNvPr id="17" name="CuadroTexto 1">
            <a:extLst>
              <a:ext uri="{FF2B5EF4-FFF2-40B4-BE49-F238E27FC236}">
                <a16:creationId xmlns:a16="http://schemas.microsoft.com/office/drawing/2014/main" id="{0A9CDFCB-3AB7-45D0-815F-320788BB27A0}"/>
              </a:ext>
            </a:extLst>
          </p:cNvPr>
          <p:cNvSpPr txBox="1"/>
          <p:nvPr/>
        </p:nvSpPr>
        <p:spPr>
          <a:xfrm>
            <a:off x="4842371" y="3460515"/>
            <a:ext cx="8137760" cy="1323439"/>
          </a:xfrm>
          <a:prstGeom prst="rect">
            <a:avLst/>
          </a:prstGeom>
          <a:noFill/>
        </p:spPr>
        <p:txBody>
          <a:bodyPr wrap="square" rtlCol="0">
            <a:spAutoFit/>
          </a:bodyPr>
          <a:lstStyle/>
          <a:p>
            <a:r>
              <a:rPr lang="es-CO" sz="2000" b="1" dirty="0">
                <a:solidFill>
                  <a:schemeClr val="bg1">
                    <a:lumMod val="65000"/>
                    <a:lumOff val="35000"/>
                  </a:schemeClr>
                </a:solidFill>
                <a:effectLst>
                  <a:outerShdw blurRad="38100" dist="38100" dir="2700000" algn="tl">
                    <a:srgbClr val="000000">
                      <a:alpha val="43137"/>
                    </a:srgbClr>
                  </a:outerShdw>
                </a:effectLst>
                <a:latin typeface="Ink Free" panose="03080402000500000000" pitchFamily="66" charset="0"/>
                <a:cs typeface="Arial" panose="020B0604020202020204" pitchFamily="34" charset="0"/>
              </a:rPr>
              <a:t>El Link para el ingreso a la sesión ya lo tienen en sus correos.</a:t>
            </a:r>
          </a:p>
          <a:p>
            <a:pPr algn="just"/>
            <a:endParaRPr lang="es-ES" sz="2000" b="1" dirty="0">
              <a:solidFill>
                <a:schemeClr val="bg1">
                  <a:lumMod val="65000"/>
                  <a:lumOff val="35000"/>
                </a:schemeClr>
              </a:solidFill>
              <a:latin typeface="Ink Free" panose="03080402000500000000" pitchFamily="66" charset="0"/>
              <a:cs typeface="Arial" panose="020B0604020202020204" pitchFamily="34" charset="0"/>
            </a:endParaRPr>
          </a:p>
          <a:p>
            <a:pPr algn="just"/>
            <a:r>
              <a:rPr lang="es-ES" sz="2000" b="1" dirty="0">
                <a:solidFill>
                  <a:schemeClr val="bg1">
                    <a:lumMod val="65000"/>
                    <a:lumOff val="35000"/>
                  </a:schemeClr>
                </a:solidFill>
                <a:latin typeface="Ink Free" panose="03080402000500000000" pitchFamily="66" charset="0"/>
                <a:cs typeface="Arial" panose="020B0604020202020204" pitchFamily="34" charset="0"/>
              </a:rPr>
              <a:t>Les agradezco su puntual asistencia.</a:t>
            </a:r>
          </a:p>
          <a:p>
            <a:pPr algn="just"/>
            <a:endParaRPr lang="es-ES" sz="2000" b="1" dirty="0">
              <a:solidFill>
                <a:schemeClr val="bg1">
                  <a:lumMod val="65000"/>
                  <a:lumOff val="35000"/>
                </a:schemeClr>
              </a:solidFill>
              <a:effectLst>
                <a:outerShdw blurRad="38100" dist="38100" dir="2700000" algn="tl">
                  <a:srgbClr val="000000">
                    <a:alpha val="43137"/>
                  </a:srgbClr>
                </a:outerShdw>
              </a:effectLst>
              <a:latin typeface="Ink Free" panose="03080402000500000000" pitchFamily="66" charset="0"/>
              <a:cs typeface="Arial" panose="020B0604020202020204" pitchFamily="34" charset="0"/>
            </a:endParaRPr>
          </a:p>
        </p:txBody>
      </p:sp>
      <p:pic>
        <p:nvPicPr>
          <p:cNvPr id="1026" name="Picture 2" descr="customer support page illustration by indianpix">
            <a:extLst>
              <a:ext uri="{FF2B5EF4-FFF2-40B4-BE49-F238E27FC236}">
                <a16:creationId xmlns:a16="http://schemas.microsoft.com/office/drawing/2014/main" id="{76AABF59-5E59-4EE9-90DA-35868EB3E15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798" t="8786" r="8835" b="10644"/>
          <a:stretch/>
        </p:blipFill>
        <p:spPr bwMode="auto">
          <a:xfrm>
            <a:off x="104132" y="972637"/>
            <a:ext cx="4614280" cy="3432846"/>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Conector recto 18">
            <a:extLst>
              <a:ext uri="{FF2B5EF4-FFF2-40B4-BE49-F238E27FC236}">
                <a16:creationId xmlns:a16="http://schemas.microsoft.com/office/drawing/2014/main" id="{417B31E6-6CA6-4D9D-A700-9A611766C5D1}"/>
              </a:ext>
            </a:extLst>
          </p:cNvPr>
          <p:cNvCxnSpPr/>
          <p:nvPr/>
        </p:nvCxnSpPr>
        <p:spPr>
          <a:xfrm>
            <a:off x="8802811" y="4933032"/>
            <a:ext cx="0" cy="648072"/>
          </a:xfrm>
          <a:prstGeom prst="line">
            <a:avLst/>
          </a:prstGeom>
          <a:ln>
            <a:solidFill>
              <a:schemeClr val="bg1">
                <a:lumMod val="75000"/>
                <a:lumOff val="25000"/>
              </a:schemeClr>
            </a:solidFill>
          </a:ln>
        </p:spPr>
        <p:style>
          <a:lnRef idx="1">
            <a:schemeClr val="accent2"/>
          </a:lnRef>
          <a:fillRef idx="0">
            <a:schemeClr val="accent2"/>
          </a:fillRef>
          <a:effectRef idx="0">
            <a:schemeClr val="accent2"/>
          </a:effectRef>
          <a:fontRef idx="minor">
            <a:schemeClr val="tx1"/>
          </a:fontRef>
        </p:style>
      </p:cxnSp>
      <p:sp>
        <p:nvSpPr>
          <p:cNvPr id="21" name="CuadroTexto 20">
            <a:extLst>
              <a:ext uri="{FF2B5EF4-FFF2-40B4-BE49-F238E27FC236}">
                <a16:creationId xmlns:a16="http://schemas.microsoft.com/office/drawing/2014/main" id="{DE4A4C8F-E355-4F2C-B6C7-2EFB34DFAFB9}"/>
              </a:ext>
            </a:extLst>
          </p:cNvPr>
          <p:cNvSpPr txBox="1"/>
          <p:nvPr/>
        </p:nvSpPr>
        <p:spPr>
          <a:xfrm>
            <a:off x="8874819" y="5046597"/>
            <a:ext cx="3218829" cy="3597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400" b="1"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Instructor de Seguimiento Etapa Productiva</a:t>
            </a:r>
            <a:endParaRPr kumimoji="0" lang="es-CO" sz="1400" b="1"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sp>
        <p:nvSpPr>
          <p:cNvPr id="22" name="CuadroTexto 21">
            <a:extLst>
              <a:ext uri="{FF2B5EF4-FFF2-40B4-BE49-F238E27FC236}">
                <a16:creationId xmlns:a16="http://schemas.microsoft.com/office/drawing/2014/main" id="{5572E872-A8C7-47EB-BD1E-E99DCE862878}"/>
              </a:ext>
            </a:extLst>
          </p:cNvPr>
          <p:cNvSpPr txBox="1"/>
          <p:nvPr/>
        </p:nvSpPr>
        <p:spPr>
          <a:xfrm>
            <a:off x="8887417" y="5272620"/>
            <a:ext cx="1931618" cy="3289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2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Centro de Servicios Financieros</a:t>
            </a:r>
            <a:endParaRPr kumimoji="0" lang="es-CO" sz="12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pic>
        <p:nvPicPr>
          <p:cNvPr id="3" name="Picture 4" descr="▷ Logo del SENA: cómo es, significado y descargar »【2023】">
            <a:extLst>
              <a:ext uri="{FF2B5EF4-FFF2-40B4-BE49-F238E27FC236}">
                <a16:creationId xmlns:a16="http://schemas.microsoft.com/office/drawing/2014/main" id="{1F783F40-F492-5816-5742-3AA5DE42B2B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63841" y="4772203"/>
            <a:ext cx="827338" cy="808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306782"/>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13" name="Picture 8" descr="My Biggest Tips on Growing Your Blog &amp; Instagram | Blondie in the City by Hayley Larue">
            <a:extLst>
              <a:ext uri="{FF2B5EF4-FFF2-40B4-BE49-F238E27FC236}">
                <a16:creationId xmlns:a16="http://schemas.microsoft.com/office/drawing/2014/main" id="{EDBCDA56-CF6C-455E-AF30-1456856793C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5450" t="83530"/>
          <a:stretch/>
        </p:blipFill>
        <p:spPr bwMode="auto">
          <a:xfrm>
            <a:off x="507729" y="0"/>
            <a:ext cx="12073913" cy="568960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My Biggest Tips on Growing Your Blog &amp; Instagram | Blondie in the City by Hayley Larue">
            <a:extLst>
              <a:ext uri="{FF2B5EF4-FFF2-40B4-BE49-F238E27FC236}">
                <a16:creationId xmlns:a16="http://schemas.microsoft.com/office/drawing/2014/main" id="{99E3A6E3-B082-4787-963F-9D3CDCB915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058395" cy="5689600"/>
          </a:xfrm>
          <a:prstGeom prst="rect">
            <a:avLst/>
          </a:prstGeom>
          <a:noFill/>
          <a:extLst>
            <a:ext uri="{909E8E84-426E-40DD-AFC4-6F175D3DCCD1}">
              <a14:hiddenFill xmlns:a14="http://schemas.microsoft.com/office/drawing/2010/main">
                <a:solidFill>
                  <a:srgbClr val="FFFFFF"/>
                </a:solidFill>
              </a14:hiddenFill>
            </a:ext>
          </a:extLst>
        </p:spPr>
      </p:pic>
      <p:sp>
        <p:nvSpPr>
          <p:cNvPr id="4" name="9 Rectángulo">
            <a:extLst>
              <a:ext uri="{FF2B5EF4-FFF2-40B4-BE49-F238E27FC236}">
                <a16:creationId xmlns:a16="http://schemas.microsoft.com/office/drawing/2014/main" id="{CC830FEA-BCBD-45F3-A319-C2638D919E44}"/>
              </a:ext>
            </a:extLst>
          </p:cNvPr>
          <p:cNvSpPr/>
          <p:nvPr/>
        </p:nvSpPr>
        <p:spPr>
          <a:xfrm>
            <a:off x="5778475" y="95573"/>
            <a:ext cx="6493955" cy="817757"/>
          </a:xfrm>
          <a:prstGeom prst="rect">
            <a:avLst/>
          </a:prstGeom>
          <a:noFill/>
        </p:spPr>
        <p:txBody>
          <a:bodyPr wrap="square" lIns="78328" tIns="39164" rIns="78328" bIns="39164">
            <a:spAutoFit/>
          </a:bodyPr>
          <a:lstStyle/>
          <a:p>
            <a:pPr algn="ctr"/>
            <a:r>
              <a:rPr lang="es-ES" sz="48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Berlin Sans FB Demi" panose="020E0802020502020306" pitchFamily="34" charset="0"/>
                <a:ea typeface="Malgun Gothic" panose="020B0503020000020004" pitchFamily="34" charset="-127"/>
                <a:cs typeface="Malgun Gothic Semilight" panose="020B0502040204020203" pitchFamily="34" charset="-128"/>
              </a:rPr>
              <a:t>Apreciado Aprendiz</a:t>
            </a:r>
          </a:p>
        </p:txBody>
      </p:sp>
      <p:cxnSp>
        <p:nvCxnSpPr>
          <p:cNvPr id="6" name="Conector recto 5">
            <a:extLst>
              <a:ext uri="{FF2B5EF4-FFF2-40B4-BE49-F238E27FC236}">
                <a16:creationId xmlns:a16="http://schemas.microsoft.com/office/drawing/2014/main" id="{2D5E2D80-CA9A-4CB2-8787-161FA01752A4}"/>
              </a:ext>
            </a:extLst>
          </p:cNvPr>
          <p:cNvCxnSpPr/>
          <p:nvPr/>
        </p:nvCxnSpPr>
        <p:spPr>
          <a:xfrm>
            <a:off x="5994499" y="4933032"/>
            <a:ext cx="0" cy="648072"/>
          </a:xfrm>
          <a:prstGeom prst="line">
            <a:avLst/>
          </a:prstGeom>
          <a:ln>
            <a:solidFill>
              <a:schemeClr val="bg1">
                <a:lumMod val="75000"/>
                <a:lumOff val="25000"/>
              </a:schemeClr>
            </a:solidFill>
          </a:ln>
        </p:spPr>
        <p:style>
          <a:lnRef idx="1">
            <a:schemeClr val="accent2"/>
          </a:lnRef>
          <a:fillRef idx="0">
            <a:schemeClr val="accent2"/>
          </a:fillRef>
          <a:effectRef idx="0">
            <a:schemeClr val="accent2"/>
          </a:effectRef>
          <a:fontRef idx="minor">
            <a:schemeClr val="tx1"/>
          </a:fontRef>
        </p:style>
      </p:cxnSp>
      <p:sp>
        <p:nvSpPr>
          <p:cNvPr id="7" name="CuadroTexto 6">
            <a:extLst>
              <a:ext uri="{FF2B5EF4-FFF2-40B4-BE49-F238E27FC236}">
                <a16:creationId xmlns:a16="http://schemas.microsoft.com/office/drawing/2014/main" id="{0C2EAD64-7589-4442-9846-95D5ECA95F8A}"/>
              </a:ext>
            </a:extLst>
          </p:cNvPr>
          <p:cNvSpPr txBox="1"/>
          <p:nvPr/>
        </p:nvSpPr>
        <p:spPr>
          <a:xfrm>
            <a:off x="6073652" y="4819793"/>
            <a:ext cx="1564530" cy="3597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4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Nombre del Instructor</a:t>
            </a:r>
            <a:endParaRPr kumimoji="0" lang="es-CO" sz="14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sp>
        <p:nvSpPr>
          <p:cNvPr id="8" name="CuadroTexto 7">
            <a:extLst>
              <a:ext uri="{FF2B5EF4-FFF2-40B4-BE49-F238E27FC236}">
                <a16:creationId xmlns:a16="http://schemas.microsoft.com/office/drawing/2014/main" id="{C4E7908C-0173-43A2-88C4-E71539896E52}"/>
              </a:ext>
            </a:extLst>
          </p:cNvPr>
          <p:cNvSpPr txBox="1"/>
          <p:nvPr/>
        </p:nvSpPr>
        <p:spPr>
          <a:xfrm>
            <a:off x="6066507" y="5046597"/>
            <a:ext cx="3218829" cy="3597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400" b="1"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Instructor de Seguimiento Etapa Productiva</a:t>
            </a:r>
            <a:endParaRPr kumimoji="0" lang="es-CO" sz="1400" b="1"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sp>
        <p:nvSpPr>
          <p:cNvPr id="9" name="CuadroTexto 8">
            <a:extLst>
              <a:ext uri="{FF2B5EF4-FFF2-40B4-BE49-F238E27FC236}">
                <a16:creationId xmlns:a16="http://schemas.microsoft.com/office/drawing/2014/main" id="{033E86DE-6D00-470D-9F7E-164D77919C8A}"/>
              </a:ext>
            </a:extLst>
          </p:cNvPr>
          <p:cNvSpPr txBox="1"/>
          <p:nvPr/>
        </p:nvSpPr>
        <p:spPr>
          <a:xfrm>
            <a:off x="6079105" y="5272620"/>
            <a:ext cx="1931618" cy="3289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2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Centro de Servicios Financieros</a:t>
            </a:r>
            <a:endParaRPr kumimoji="0" lang="es-CO" sz="12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sp>
        <p:nvSpPr>
          <p:cNvPr id="2" name="9 Rectángulo">
            <a:extLst>
              <a:ext uri="{FF2B5EF4-FFF2-40B4-BE49-F238E27FC236}">
                <a16:creationId xmlns:a16="http://schemas.microsoft.com/office/drawing/2014/main" id="{21EED44C-EF69-2473-4D20-601D22990BA4}"/>
              </a:ext>
            </a:extLst>
          </p:cNvPr>
          <p:cNvSpPr/>
          <p:nvPr/>
        </p:nvSpPr>
        <p:spPr>
          <a:xfrm>
            <a:off x="5389048" y="829998"/>
            <a:ext cx="7272808" cy="1433310"/>
          </a:xfrm>
          <a:prstGeom prst="rect">
            <a:avLst/>
          </a:prstGeom>
          <a:noFill/>
        </p:spPr>
        <p:txBody>
          <a:bodyPr wrap="square" lIns="78328" tIns="39164" rIns="78328" bIns="39164">
            <a:spAutoFit/>
          </a:bodyPr>
          <a:lstStyle/>
          <a:p>
            <a:pPr algn="ctr"/>
            <a:r>
              <a:rPr lang="es-ES" sz="4400" b="1" dirty="0">
                <a:ln w="6600">
                  <a:solidFill>
                    <a:srgbClr val="00B050"/>
                  </a:solidFill>
                  <a:prstDash val="solid"/>
                </a:ln>
                <a:solidFill>
                  <a:srgbClr val="FFFFFF"/>
                </a:solidFill>
                <a:effectLst>
                  <a:outerShdw dist="38100" dir="2700000" algn="tl" rotWithShape="0">
                    <a:schemeClr val="accent2"/>
                  </a:outerShdw>
                </a:effectLst>
                <a:latin typeface="Berlin Sans FB Demi" panose="020E0802020502020306" pitchFamily="34" charset="0"/>
                <a:ea typeface="Malgun Gothic" panose="020B0503020000020004" pitchFamily="34" charset="-127"/>
                <a:cs typeface="Malgun Gothic Semilight" panose="020B0502040204020203" pitchFamily="34" charset="-128"/>
              </a:rPr>
              <a:t>No dejes que el tiempo te gane</a:t>
            </a:r>
          </a:p>
        </p:txBody>
      </p:sp>
      <p:sp>
        <p:nvSpPr>
          <p:cNvPr id="3" name="CuadroTexto 16">
            <a:extLst>
              <a:ext uri="{FF2B5EF4-FFF2-40B4-BE49-F238E27FC236}">
                <a16:creationId xmlns:a16="http://schemas.microsoft.com/office/drawing/2014/main" id="{4CCB08B4-DD83-55A1-C56F-10CEDEC60786}"/>
              </a:ext>
            </a:extLst>
          </p:cNvPr>
          <p:cNvSpPr txBox="1"/>
          <p:nvPr/>
        </p:nvSpPr>
        <p:spPr>
          <a:xfrm>
            <a:off x="5230774" y="2116831"/>
            <a:ext cx="7272808" cy="1595292"/>
          </a:xfrm>
          <a:prstGeom prst="rect">
            <a:avLst/>
          </a:prstGeom>
          <a:noFill/>
        </p:spPr>
        <p:txBody>
          <a:bodyPr wrap="square" lIns="116824" tIns="58412" rIns="116824" bIns="58412" rtlCol="0">
            <a:spAutoFit/>
          </a:bodyPr>
          <a:lstStyle/>
          <a:p>
            <a:pPr algn="just"/>
            <a:r>
              <a:rPr lang="es-CO" sz="2400" b="1" dirty="0">
                <a:solidFill>
                  <a:schemeClr val="bg1">
                    <a:lumMod val="65000"/>
                    <a:lumOff val="35000"/>
                  </a:schemeClr>
                </a:solidFill>
                <a:latin typeface="Arial" panose="020B0604020202020204" pitchFamily="34" charset="0"/>
                <a:cs typeface="Arial" panose="020B0604020202020204" pitchFamily="34" charset="0"/>
              </a:rPr>
              <a:t>Si ya terminaste tu etapa productiva envía los documentos para realizar el proceso de certificación, no dejes pasar este mes sin obtener tu certificado. </a:t>
            </a:r>
          </a:p>
        </p:txBody>
      </p:sp>
      <p:sp>
        <p:nvSpPr>
          <p:cNvPr id="10" name="CuadroTexto 9">
            <a:extLst>
              <a:ext uri="{FF2B5EF4-FFF2-40B4-BE49-F238E27FC236}">
                <a16:creationId xmlns:a16="http://schemas.microsoft.com/office/drawing/2014/main" id="{6394BE5E-D461-28D4-8C97-FFBB4C2D8B00}"/>
              </a:ext>
            </a:extLst>
          </p:cNvPr>
          <p:cNvSpPr txBox="1"/>
          <p:nvPr/>
        </p:nvSpPr>
        <p:spPr>
          <a:xfrm>
            <a:off x="5728422" y="3860169"/>
            <a:ext cx="5989467" cy="584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s-ES" sz="3200" b="1" dirty="0">
                <a:ln>
                  <a:solidFill>
                    <a:schemeClr val="accent5">
                      <a:lumMod val="75000"/>
                    </a:schemeClr>
                  </a:solidFill>
                </a:ln>
                <a:solidFill>
                  <a:schemeClr val="bg1">
                    <a:lumMod val="50000"/>
                    <a:lumOff val="50000"/>
                  </a:schemeClr>
                </a:solidFill>
                <a:effectLst>
                  <a:outerShdw blurRad="38100" dist="38100" dir="2700000" algn="tl">
                    <a:srgbClr val="000000">
                      <a:alpha val="43137"/>
                    </a:srgbClr>
                  </a:outerShdw>
                </a:effectLst>
                <a:latin typeface="Ink Free" panose="03080402000500000000" pitchFamily="66" charset="0"/>
              </a:rPr>
              <a:t>Plazo: 31 de Marzo de 2023</a:t>
            </a:r>
            <a:endParaRPr lang="es-CO" sz="3200" dirty="0">
              <a:ln>
                <a:solidFill>
                  <a:schemeClr val="accent5">
                    <a:lumMod val="75000"/>
                  </a:schemeClr>
                </a:solidFill>
              </a:ln>
            </a:endParaRPr>
          </a:p>
        </p:txBody>
      </p:sp>
      <p:pic>
        <p:nvPicPr>
          <p:cNvPr id="11" name="Imagen 10">
            <a:extLst>
              <a:ext uri="{FF2B5EF4-FFF2-40B4-BE49-F238E27FC236}">
                <a16:creationId xmlns:a16="http://schemas.microsoft.com/office/drawing/2014/main" id="{17B29305-6136-4D23-F65B-606DF5C6C33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5900" r="9680" b="17830"/>
          <a:stretch/>
        </p:blipFill>
        <p:spPr>
          <a:xfrm rot="1555234">
            <a:off x="10885016" y="4132922"/>
            <a:ext cx="1590705" cy="1212855"/>
          </a:xfrm>
          <a:prstGeom prst="rect">
            <a:avLst/>
          </a:prstGeom>
        </p:spPr>
      </p:pic>
      <p:pic>
        <p:nvPicPr>
          <p:cNvPr id="12" name="Picture 4" descr="▷ Logo del SENA: cómo es, significado y descargar »【2023】">
            <a:extLst>
              <a:ext uri="{FF2B5EF4-FFF2-40B4-BE49-F238E27FC236}">
                <a16:creationId xmlns:a16="http://schemas.microsoft.com/office/drawing/2014/main" id="{A64AA08F-B145-C4E7-B8F2-FE4024ABE17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12778" y="4749447"/>
            <a:ext cx="827338" cy="808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4900196"/>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4098" name="Picture 2" descr="Diseño de marcas ha publicado en Instagram: &quot;¿Sabéis qué? ⁣ ⁣ Vuelvo a estar en un pico de trabajo, pero todo es distinto a como lo viví hace…&quot; • Consulta 1,756 fotos y vídeos en su perfil.">
            <a:extLst>
              <a:ext uri="{FF2B5EF4-FFF2-40B4-BE49-F238E27FC236}">
                <a16:creationId xmlns:a16="http://schemas.microsoft.com/office/drawing/2014/main" id="{B7A6F061-C235-4F2D-884C-DC37A2B130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6588" y="0"/>
            <a:ext cx="5778475" cy="56896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Diseño de marcas ha publicado en Instagram: &quot;¿Sabéis qué? ⁣ ⁣ Vuelvo a estar en un pico de trabajo, pero todo es distinto a como lo viví hace…&quot; • Consulta 1,756 fotos y vídeos en su perfil.">
            <a:extLst>
              <a:ext uri="{FF2B5EF4-FFF2-40B4-BE49-F238E27FC236}">
                <a16:creationId xmlns:a16="http://schemas.microsoft.com/office/drawing/2014/main" id="{069AAE0D-4590-4464-86E2-370A64AC09D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89699" b="23422"/>
          <a:stretch/>
        </p:blipFill>
        <p:spPr bwMode="auto">
          <a:xfrm>
            <a:off x="0" y="0"/>
            <a:ext cx="6786588" cy="5689600"/>
          </a:xfrm>
          <a:prstGeom prst="rect">
            <a:avLst/>
          </a:prstGeom>
          <a:noFill/>
          <a:extLst>
            <a:ext uri="{909E8E84-426E-40DD-AFC4-6F175D3DCCD1}">
              <a14:hiddenFill xmlns:a14="http://schemas.microsoft.com/office/drawing/2010/main">
                <a:solidFill>
                  <a:srgbClr val="FFFFFF"/>
                </a:solidFill>
              </a14:hiddenFill>
            </a:ext>
          </a:extLst>
        </p:spPr>
      </p:pic>
      <p:sp>
        <p:nvSpPr>
          <p:cNvPr id="12" name="9 Rectángulo">
            <a:extLst>
              <a:ext uri="{FF2B5EF4-FFF2-40B4-BE49-F238E27FC236}">
                <a16:creationId xmlns:a16="http://schemas.microsoft.com/office/drawing/2014/main" id="{B6B60E5F-6B0F-4C3F-BE9B-3C0508C6035E}"/>
              </a:ext>
            </a:extLst>
          </p:cNvPr>
          <p:cNvSpPr/>
          <p:nvPr/>
        </p:nvSpPr>
        <p:spPr>
          <a:xfrm>
            <a:off x="96771" y="740280"/>
            <a:ext cx="7187490" cy="817757"/>
          </a:xfrm>
          <a:prstGeom prst="rect">
            <a:avLst/>
          </a:prstGeom>
          <a:noFill/>
        </p:spPr>
        <p:txBody>
          <a:bodyPr wrap="square" lIns="78328" tIns="39164" rIns="78328" bIns="39164">
            <a:spAutoFit/>
          </a:bodyPr>
          <a:lstStyle/>
          <a:p>
            <a:pPr algn="ctr"/>
            <a:r>
              <a:rPr lang="es-ES" sz="4800" dirty="0">
                <a:ln w="0"/>
                <a:solidFill>
                  <a:srgbClr val="00B050"/>
                </a:solidFill>
                <a:effectLst>
                  <a:reflection blurRad="6350" stA="53000" endA="300" endPos="35500" dir="5400000" sy="-90000" algn="bl" rotWithShape="0"/>
                </a:effectLst>
                <a:latin typeface="Berlin Sans FB Demi" panose="020E0802020502020306" pitchFamily="34" charset="0"/>
                <a:ea typeface="Malgun Gothic" panose="020B0503020000020004" pitchFamily="34" charset="-127"/>
                <a:cs typeface="Malgun Gothic Semilight" panose="020B0502040204020203" pitchFamily="34" charset="-128"/>
              </a:rPr>
              <a:t>Apreciados Aprendices</a:t>
            </a:r>
          </a:p>
        </p:txBody>
      </p:sp>
      <p:sp>
        <p:nvSpPr>
          <p:cNvPr id="13" name="11 CuadroTexto">
            <a:extLst>
              <a:ext uri="{FF2B5EF4-FFF2-40B4-BE49-F238E27FC236}">
                <a16:creationId xmlns:a16="http://schemas.microsoft.com/office/drawing/2014/main" id="{A05D7666-17E1-40B8-A1FB-E070CDE0E327}"/>
              </a:ext>
            </a:extLst>
          </p:cNvPr>
          <p:cNvSpPr txBox="1"/>
          <p:nvPr/>
        </p:nvSpPr>
        <p:spPr>
          <a:xfrm>
            <a:off x="594444" y="1604594"/>
            <a:ext cx="6377409" cy="3046988"/>
          </a:xfrm>
          <a:prstGeom prst="rect">
            <a:avLst/>
          </a:prstGeom>
          <a:noFill/>
        </p:spPr>
        <p:txBody>
          <a:bodyPr wrap="square" rtlCol="0">
            <a:spAutoFit/>
          </a:bodyPr>
          <a:lstStyle/>
          <a:p>
            <a:pPr algn="just"/>
            <a:r>
              <a:rPr lang="es-ES" sz="2400" b="1" dirty="0">
                <a:solidFill>
                  <a:schemeClr val="bg1">
                    <a:lumMod val="50000"/>
                    <a:lumOff val="50000"/>
                  </a:schemeClr>
                </a:solidFill>
                <a:latin typeface="Ink Free" panose="03080402000500000000" pitchFamily="66" charset="0"/>
              </a:rPr>
              <a:t>Los invito a adelantar y enviar sus evidencias a más tardar el </a:t>
            </a:r>
            <a:r>
              <a:rPr lang="es-ES" sz="2400" b="1" dirty="0">
                <a:ln>
                  <a:solidFill>
                    <a:srgbClr val="00B050"/>
                  </a:solidFill>
                </a:ln>
                <a:solidFill>
                  <a:srgbClr val="00B050"/>
                </a:solidFill>
                <a:effectLst>
                  <a:outerShdw blurRad="38100" dist="38100" dir="2700000" algn="tl">
                    <a:srgbClr val="000000">
                      <a:alpha val="43137"/>
                    </a:srgbClr>
                  </a:outerShdw>
                </a:effectLst>
                <a:latin typeface="Ink Free" panose="03080402000500000000" pitchFamily="66" charset="0"/>
              </a:rPr>
              <a:t>05 de Diciembre de 2020</a:t>
            </a:r>
            <a:r>
              <a:rPr lang="es-ES" sz="2400" b="1" dirty="0">
                <a:ln>
                  <a:solidFill>
                    <a:srgbClr val="FA7406"/>
                  </a:solidFill>
                </a:ln>
                <a:solidFill>
                  <a:schemeClr val="bg1">
                    <a:lumMod val="50000"/>
                    <a:lumOff val="50000"/>
                  </a:schemeClr>
                </a:solidFill>
                <a:latin typeface="Ink Free" panose="03080402000500000000" pitchFamily="66" charset="0"/>
              </a:rPr>
              <a:t> </a:t>
            </a:r>
            <a:r>
              <a:rPr lang="es-ES" sz="2400" b="1" dirty="0">
                <a:solidFill>
                  <a:schemeClr val="bg1">
                    <a:lumMod val="50000"/>
                    <a:lumOff val="50000"/>
                  </a:schemeClr>
                </a:solidFill>
                <a:latin typeface="Ink Free" panose="03080402000500000000" pitchFamily="66" charset="0"/>
              </a:rPr>
              <a:t>quienes han dado cumplimiento a las actividades, revisen sus calificaciones y realicen los ajustes pertinentes.</a:t>
            </a:r>
          </a:p>
          <a:p>
            <a:pPr algn="just"/>
            <a:endParaRPr lang="es-ES" sz="2400" b="1" dirty="0">
              <a:solidFill>
                <a:schemeClr val="bg1">
                  <a:lumMod val="50000"/>
                  <a:lumOff val="50000"/>
                </a:schemeClr>
              </a:solidFill>
              <a:latin typeface="Ink Free" panose="03080402000500000000" pitchFamily="66" charset="0"/>
            </a:endParaRPr>
          </a:p>
          <a:p>
            <a:pPr algn="just"/>
            <a:r>
              <a:rPr lang="es-ES" sz="2400" b="1" dirty="0">
                <a:solidFill>
                  <a:schemeClr val="bg1">
                    <a:lumMod val="50000"/>
                    <a:lumOff val="50000"/>
                  </a:schemeClr>
                </a:solidFill>
                <a:latin typeface="Ink Free" panose="03080402000500000000" pitchFamily="66" charset="0"/>
              </a:rPr>
              <a:t>Recuerden que el incumplimiento a estas actividades es objeto de Comité Académico.</a:t>
            </a:r>
          </a:p>
        </p:txBody>
      </p:sp>
      <p:cxnSp>
        <p:nvCxnSpPr>
          <p:cNvPr id="15" name="Conector recto 14">
            <a:extLst>
              <a:ext uri="{FF2B5EF4-FFF2-40B4-BE49-F238E27FC236}">
                <a16:creationId xmlns:a16="http://schemas.microsoft.com/office/drawing/2014/main" id="{7D32F648-5ADC-4438-8219-96F87A2D326B}"/>
              </a:ext>
            </a:extLst>
          </p:cNvPr>
          <p:cNvCxnSpPr/>
          <p:nvPr/>
        </p:nvCxnSpPr>
        <p:spPr>
          <a:xfrm>
            <a:off x="1097955" y="4933032"/>
            <a:ext cx="0" cy="648072"/>
          </a:xfrm>
          <a:prstGeom prst="line">
            <a:avLst/>
          </a:prstGeom>
          <a:ln>
            <a:solidFill>
              <a:schemeClr val="bg1">
                <a:lumMod val="75000"/>
                <a:lumOff val="25000"/>
              </a:schemeClr>
            </a:solidFill>
          </a:ln>
        </p:spPr>
        <p:style>
          <a:lnRef idx="1">
            <a:schemeClr val="accent2"/>
          </a:lnRef>
          <a:fillRef idx="0">
            <a:schemeClr val="accent2"/>
          </a:fillRef>
          <a:effectRef idx="0">
            <a:schemeClr val="accent2"/>
          </a:effectRef>
          <a:fontRef idx="minor">
            <a:schemeClr val="tx1"/>
          </a:fontRef>
        </p:style>
      </p:cxnSp>
      <p:sp>
        <p:nvSpPr>
          <p:cNvPr id="16" name="CuadroTexto 15">
            <a:extLst>
              <a:ext uri="{FF2B5EF4-FFF2-40B4-BE49-F238E27FC236}">
                <a16:creationId xmlns:a16="http://schemas.microsoft.com/office/drawing/2014/main" id="{C0BD000D-6592-4746-A094-AC6290CDA8C1}"/>
              </a:ext>
            </a:extLst>
          </p:cNvPr>
          <p:cNvSpPr txBox="1"/>
          <p:nvPr/>
        </p:nvSpPr>
        <p:spPr>
          <a:xfrm>
            <a:off x="1177108" y="4819793"/>
            <a:ext cx="1564530" cy="3597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4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Nombre del Instructor</a:t>
            </a:r>
            <a:endParaRPr kumimoji="0" lang="es-CO" sz="14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sp>
        <p:nvSpPr>
          <p:cNvPr id="17" name="CuadroTexto 16">
            <a:extLst>
              <a:ext uri="{FF2B5EF4-FFF2-40B4-BE49-F238E27FC236}">
                <a16:creationId xmlns:a16="http://schemas.microsoft.com/office/drawing/2014/main" id="{83408A57-200B-43D4-90B4-90EA91644EE5}"/>
              </a:ext>
            </a:extLst>
          </p:cNvPr>
          <p:cNvSpPr txBox="1"/>
          <p:nvPr/>
        </p:nvSpPr>
        <p:spPr>
          <a:xfrm>
            <a:off x="1169963" y="5046597"/>
            <a:ext cx="3218829" cy="3597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400" b="1"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Instructor de Seguimiento Etapa Productiva</a:t>
            </a:r>
            <a:endParaRPr kumimoji="0" lang="es-CO" sz="1400" b="1"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sp>
        <p:nvSpPr>
          <p:cNvPr id="18" name="CuadroTexto 17">
            <a:extLst>
              <a:ext uri="{FF2B5EF4-FFF2-40B4-BE49-F238E27FC236}">
                <a16:creationId xmlns:a16="http://schemas.microsoft.com/office/drawing/2014/main" id="{7C9BA456-433F-40C9-AC53-BD2C4A15DEE9}"/>
              </a:ext>
            </a:extLst>
          </p:cNvPr>
          <p:cNvSpPr txBox="1"/>
          <p:nvPr/>
        </p:nvSpPr>
        <p:spPr>
          <a:xfrm>
            <a:off x="1182561" y="5272620"/>
            <a:ext cx="1931618" cy="3289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2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Centro de Servicios Financieros</a:t>
            </a:r>
            <a:endParaRPr kumimoji="0" lang="es-CO" sz="12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pic>
        <p:nvPicPr>
          <p:cNvPr id="2" name="Picture 4" descr="▷ Logo del SENA: cómo es, significado y descargar »【2023】">
            <a:extLst>
              <a:ext uri="{FF2B5EF4-FFF2-40B4-BE49-F238E27FC236}">
                <a16:creationId xmlns:a16="http://schemas.microsoft.com/office/drawing/2014/main" id="{5CC7629A-80BA-4769-EEE6-1D27876362A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0775" y="4732339"/>
            <a:ext cx="827338" cy="808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3694865"/>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1026" name="Picture 2" descr="Ilustración de concepto de graduación | Free Vector #Freepik #freevector #escuela #educacion #graduacion #universidad">
            <a:extLst>
              <a:ext uri="{FF2B5EF4-FFF2-40B4-BE49-F238E27FC236}">
                <a16:creationId xmlns:a16="http://schemas.microsoft.com/office/drawing/2014/main" id="{0BCDC201-3956-4D42-BAE7-D80BBCD19D0A}"/>
              </a:ext>
            </a:extLst>
          </p:cNvPr>
          <p:cNvPicPr>
            <a:picLocks noChangeAspect="1" noChangeArrowheads="1"/>
          </p:cNvPicPr>
          <p:nvPr/>
        </p:nvPicPr>
        <p:blipFill rotWithShape="1">
          <a:blip r:embed="rId3">
            <a:grayscl/>
            <a:extLst>
              <a:ext uri="{28A0092B-C50C-407E-A947-70E740481C1C}">
                <a14:useLocalDpi xmlns:a14="http://schemas.microsoft.com/office/drawing/2010/main" val="0"/>
              </a:ext>
            </a:extLst>
          </a:blip>
          <a:srcRect l="3101" t="11299" r="8873" b="6549"/>
          <a:stretch/>
        </p:blipFill>
        <p:spPr bwMode="auto">
          <a:xfrm>
            <a:off x="6537979" y="224885"/>
            <a:ext cx="5825810" cy="5437088"/>
          </a:xfrm>
          <a:prstGeom prst="rect">
            <a:avLst/>
          </a:prstGeom>
          <a:noFill/>
          <a:extLst>
            <a:ext uri="{909E8E84-426E-40DD-AFC4-6F175D3DCCD1}">
              <a14:hiddenFill xmlns:a14="http://schemas.microsoft.com/office/drawing/2010/main">
                <a:solidFill>
                  <a:srgbClr val="FFFFFF"/>
                </a:solidFill>
              </a14:hiddenFill>
            </a:ext>
          </a:extLst>
        </p:spPr>
      </p:pic>
      <p:sp>
        <p:nvSpPr>
          <p:cNvPr id="16" name="CuadroTexto 16">
            <a:extLst>
              <a:ext uri="{FF2B5EF4-FFF2-40B4-BE49-F238E27FC236}">
                <a16:creationId xmlns:a16="http://schemas.microsoft.com/office/drawing/2014/main" id="{247AD641-3BF0-415C-82B3-0CEE1DB2145D}"/>
              </a:ext>
            </a:extLst>
          </p:cNvPr>
          <p:cNvSpPr txBox="1"/>
          <p:nvPr/>
        </p:nvSpPr>
        <p:spPr>
          <a:xfrm>
            <a:off x="293060" y="1913260"/>
            <a:ext cx="5989471" cy="1964624"/>
          </a:xfrm>
          <a:prstGeom prst="rect">
            <a:avLst/>
          </a:prstGeom>
          <a:noFill/>
        </p:spPr>
        <p:txBody>
          <a:bodyPr wrap="square" lIns="116824" tIns="58412" rIns="116824" bIns="58412" rtlCol="0">
            <a:spAutoFit/>
          </a:bodyPr>
          <a:lstStyle/>
          <a:p>
            <a:pPr algn="just"/>
            <a:r>
              <a:rPr lang="es-CO" sz="2400" b="1" dirty="0">
                <a:solidFill>
                  <a:schemeClr val="bg1">
                    <a:lumMod val="65000"/>
                    <a:lumOff val="35000"/>
                  </a:schemeClr>
                </a:solidFill>
                <a:latin typeface="Arial" panose="020B0604020202020204" pitchFamily="34" charset="0"/>
                <a:cs typeface="Arial" panose="020B0604020202020204" pitchFamily="34" charset="0"/>
              </a:rPr>
              <a:t>Estimado aprendiz, si ya terminaste tu etapa productiva envía los documentos para realizar el proceso de certificación, no dejes pasar este 2020 sin obtener tu certificado. </a:t>
            </a:r>
          </a:p>
        </p:txBody>
      </p:sp>
      <p:sp>
        <p:nvSpPr>
          <p:cNvPr id="17" name="9 Rectángulo">
            <a:extLst>
              <a:ext uri="{FF2B5EF4-FFF2-40B4-BE49-F238E27FC236}">
                <a16:creationId xmlns:a16="http://schemas.microsoft.com/office/drawing/2014/main" id="{F11140B8-A370-4E19-A367-49438AA9CD27}"/>
              </a:ext>
            </a:extLst>
          </p:cNvPr>
          <p:cNvSpPr/>
          <p:nvPr/>
        </p:nvSpPr>
        <p:spPr>
          <a:xfrm>
            <a:off x="2214678" y="760310"/>
            <a:ext cx="6493955" cy="1094756"/>
          </a:xfrm>
          <a:prstGeom prst="rect">
            <a:avLst/>
          </a:prstGeom>
          <a:noFill/>
        </p:spPr>
        <p:txBody>
          <a:bodyPr wrap="square" lIns="78328" tIns="39164" rIns="78328" bIns="39164">
            <a:spAutoFit/>
          </a:bodyPr>
          <a:lstStyle/>
          <a:p>
            <a:pPr algn="ctr"/>
            <a:r>
              <a:rPr lang="es-ES" sz="6600" b="1" dirty="0">
                <a:ln w="13462">
                  <a:solidFill>
                    <a:schemeClr val="bg1"/>
                  </a:solidFill>
                  <a:prstDash val="solid"/>
                </a:ln>
                <a:solidFill>
                  <a:schemeClr val="accent5">
                    <a:lumMod val="60000"/>
                    <a:lumOff val="40000"/>
                  </a:schemeClr>
                </a:solidFill>
                <a:effectLst>
                  <a:outerShdw dist="38100" dir="2700000" algn="bl" rotWithShape="0">
                    <a:schemeClr val="accent5"/>
                  </a:outerShdw>
                </a:effectLst>
                <a:latin typeface="Berlin Sans FB Demi" panose="020E0802020502020306" pitchFamily="34" charset="0"/>
                <a:ea typeface="Malgun Gothic" panose="020B0503020000020004" pitchFamily="34" charset="-127"/>
                <a:cs typeface="Malgun Gothic Semilight" panose="020B0502040204020203" pitchFamily="34" charset="-128"/>
              </a:rPr>
              <a:t>Certifícate!!! </a:t>
            </a:r>
          </a:p>
        </p:txBody>
      </p:sp>
      <p:sp>
        <p:nvSpPr>
          <p:cNvPr id="24" name="Rectángulo 23">
            <a:extLst>
              <a:ext uri="{FF2B5EF4-FFF2-40B4-BE49-F238E27FC236}">
                <a16:creationId xmlns:a16="http://schemas.microsoft.com/office/drawing/2014/main" id="{13DC46FA-9971-49C2-827C-62B9C2CA5551}"/>
              </a:ext>
            </a:extLst>
          </p:cNvPr>
          <p:cNvSpPr/>
          <p:nvPr/>
        </p:nvSpPr>
        <p:spPr>
          <a:xfrm>
            <a:off x="11179075" y="108496"/>
            <a:ext cx="1080121" cy="807201"/>
          </a:xfrm>
          <a:prstGeom prst="rect">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endParaRPr kumimoji="0" lang="es-CO" sz="3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27" name="9 Rectángulo">
            <a:extLst>
              <a:ext uri="{FF2B5EF4-FFF2-40B4-BE49-F238E27FC236}">
                <a16:creationId xmlns:a16="http://schemas.microsoft.com/office/drawing/2014/main" id="{D6027AF4-C239-45DE-A633-B8601B650B34}"/>
              </a:ext>
            </a:extLst>
          </p:cNvPr>
          <p:cNvSpPr/>
          <p:nvPr/>
        </p:nvSpPr>
        <p:spPr>
          <a:xfrm>
            <a:off x="1612890" y="330272"/>
            <a:ext cx="7272808" cy="1433310"/>
          </a:xfrm>
          <a:prstGeom prst="rect">
            <a:avLst/>
          </a:prstGeom>
          <a:noFill/>
        </p:spPr>
        <p:txBody>
          <a:bodyPr wrap="square" lIns="78328" tIns="39164" rIns="78328" bIns="39164">
            <a:spAutoFit/>
          </a:bodyPr>
          <a:lstStyle/>
          <a:p>
            <a:r>
              <a:rPr lang="es-ES" sz="4400" b="1" dirty="0">
                <a:ln w="13462">
                  <a:solidFill>
                    <a:schemeClr val="accent5">
                      <a:lumMod val="75000"/>
                    </a:schemeClr>
                  </a:solidFill>
                  <a:prstDash val="solid"/>
                </a:ln>
                <a:solidFill>
                  <a:schemeClr val="tx1">
                    <a:lumMod val="85000"/>
                    <a:lumOff val="15000"/>
                  </a:schemeClr>
                </a:solidFill>
                <a:effectLst>
                  <a:outerShdw dist="38100" dir="2700000" algn="bl" rotWithShape="0">
                    <a:schemeClr val="accent5"/>
                  </a:outerShdw>
                </a:effectLst>
                <a:latin typeface="Berlin Sans FB Demi" panose="020E0802020502020306" pitchFamily="34" charset="0"/>
                <a:ea typeface="Malgun Gothic" panose="020B0503020000020004" pitchFamily="34" charset="-127"/>
                <a:cs typeface="Malgun Gothic Semilight" panose="020B0502040204020203" pitchFamily="34" charset="-128"/>
              </a:rPr>
              <a:t>No dejes que el tiempo te gane,   </a:t>
            </a:r>
          </a:p>
        </p:txBody>
      </p:sp>
      <p:sp>
        <p:nvSpPr>
          <p:cNvPr id="28" name="CuadroTexto 27">
            <a:extLst>
              <a:ext uri="{FF2B5EF4-FFF2-40B4-BE49-F238E27FC236}">
                <a16:creationId xmlns:a16="http://schemas.microsoft.com/office/drawing/2014/main" id="{50958D56-2AFD-437F-A93B-F14138E08AA9}"/>
              </a:ext>
            </a:extLst>
          </p:cNvPr>
          <p:cNvSpPr txBox="1"/>
          <p:nvPr/>
        </p:nvSpPr>
        <p:spPr>
          <a:xfrm>
            <a:off x="442970" y="4058195"/>
            <a:ext cx="5989467" cy="584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s-ES" sz="3200" b="1" dirty="0">
                <a:ln>
                  <a:solidFill>
                    <a:schemeClr val="accent5">
                      <a:lumMod val="75000"/>
                    </a:schemeClr>
                  </a:solidFill>
                </a:ln>
                <a:solidFill>
                  <a:schemeClr val="bg1">
                    <a:lumMod val="50000"/>
                    <a:lumOff val="50000"/>
                  </a:schemeClr>
                </a:solidFill>
                <a:effectLst>
                  <a:outerShdw blurRad="38100" dist="38100" dir="2700000" algn="tl">
                    <a:srgbClr val="000000">
                      <a:alpha val="43137"/>
                    </a:srgbClr>
                  </a:outerShdw>
                </a:effectLst>
                <a:latin typeface="Ink Free" panose="03080402000500000000" pitchFamily="66" charset="0"/>
              </a:rPr>
              <a:t>Plazo: 14 de Diciembre de 202X</a:t>
            </a:r>
            <a:endParaRPr lang="es-CO" sz="3200" dirty="0">
              <a:ln>
                <a:solidFill>
                  <a:schemeClr val="accent5">
                    <a:lumMod val="75000"/>
                  </a:schemeClr>
                </a:solidFill>
              </a:ln>
            </a:endParaRPr>
          </a:p>
        </p:txBody>
      </p:sp>
      <p:sp>
        <p:nvSpPr>
          <p:cNvPr id="14" name="CuadroTexto 13">
            <a:extLst>
              <a:ext uri="{FF2B5EF4-FFF2-40B4-BE49-F238E27FC236}">
                <a16:creationId xmlns:a16="http://schemas.microsoft.com/office/drawing/2014/main" id="{1AFB9323-353A-4298-99C9-16E9AC4D0FE9}"/>
              </a:ext>
            </a:extLst>
          </p:cNvPr>
          <p:cNvSpPr txBox="1"/>
          <p:nvPr/>
        </p:nvSpPr>
        <p:spPr>
          <a:xfrm>
            <a:off x="3064706" y="4999615"/>
            <a:ext cx="3218829" cy="3597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r" defTabSz="943239" rtl="0" fontAlgn="auto" latinLnBrk="0" hangingPunct="0">
              <a:lnSpc>
                <a:spcPct val="100000"/>
              </a:lnSpc>
              <a:spcBef>
                <a:spcPts val="0"/>
              </a:spcBef>
              <a:spcAft>
                <a:spcPts val="0"/>
              </a:spcAft>
              <a:buClrTx/>
              <a:buSzTx/>
              <a:buFontTx/>
              <a:buNone/>
              <a:tabLst/>
            </a:pPr>
            <a:r>
              <a:rPr kumimoji="0" lang="es-ES" sz="1400" b="1" i="0" u="none" strike="noStrike" cap="none" spc="0" normalizeH="0" baseline="0" dirty="0">
                <a:ln>
                  <a:noFill/>
                </a:ln>
                <a:solidFill>
                  <a:schemeClr val="bg1">
                    <a:lumMod val="65000"/>
                    <a:lumOff val="35000"/>
                  </a:schemeClr>
                </a:solidFill>
                <a:effectLst/>
                <a:uFillTx/>
                <a:latin typeface="Arial Narrow" panose="020B0606020202030204" pitchFamily="34" charset="0"/>
                <a:ea typeface="Helvetica Neue"/>
                <a:cs typeface="Helvetica Neue"/>
                <a:sym typeface="Helvetica Neue"/>
              </a:rPr>
              <a:t>Instructor de Seguimiento Etapa Productiva</a:t>
            </a:r>
            <a:endParaRPr kumimoji="0" lang="es-CO" sz="1400" b="1" i="0" u="none" strike="noStrike" cap="none" spc="0" normalizeH="0" baseline="0" dirty="0">
              <a:ln>
                <a:noFill/>
              </a:ln>
              <a:solidFill>
                <a:schemeClr val="bg1">
                  <a:lumMod val="65000"/>
                  <a:lumOff val="35000"/>
                </a:schemeClr>
              </a:solidFill>
              <a:effectLst/>
              <a:uFillTx/>
              <a:latin typeface="Arial Narrow" panose="020B0606020202030204" pitchFamily="34" charset="0"/>
              <a:ea typeface="Helvetica Neue"/>
              <a:cs typeface="Helvetica Neue"/>
              <a:sym typeface="Helvetica Neue"/>
            </a:endParaRPr>
          </a:p>
        </p:txBody>
      </p:sp>
      <p:sp>
        <p:nvSpPr>
          <p:cNvPr id="15" name="CuadroTexto 14">
            <a:extLst>
              <a:ext uri="{FF2B5EF4-FFF2-40B4-BE49-F238E27FC236}">
                <a16:creationId xmlns:a16="http://schemas.microsoft.com/office/drawing/2014/main" id="{57CF21BE-96DD-4D30-A478-6173413DB6C6}"/>
              </a:ext>
            </a:extLst>
          </p:cNvPr>
          <p:cNvSpPr txBox="1"/>
          <p:nvPr/>
        </p:nvSpPr>
        <p:spPr>
          <a:xfrm>
            <a:off x="4345804" y="5180161"/>
            <a:ext cx="1931618" cy="3289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r" defTabSz="943239" rtl="0" fontAlgn="auto" latinLnBrk="0" hangingPunct="0">
              <a:lnSpc>
                <a:spcPct val="100000"/>
              </a:lnSpc>
              <a:spcBef>
                <a:spcPts val="0"/>
              </a:spcBef>
              <a:spcAft>
                <a:spcPts val="0"/>
              </a:spcAft>
              <a:buClrTx/>
              <a:buSzTx/>
              <a:buFontTx/>
              <a:buNone/>
              <a:tabLst/>
            </a:pPr>
            <a:r>
              <a:rPr kumimoji="0" lang="es-ES" sz="1200" i="0" u="none" strike="noStrike" cap="none" spc="0" normalizeH="0" baseline="0" dirty="0">
                <a:ln>
                  <a:noFill/>
                </a:ln>
                <a:solidFill>
                  <a:schemeClr val="bg1">
                    <a:lumMod val="65000"/>
                    <a:lumOff val="35000"/>
                  </a:schemeClr>
                </a:solidFill>
                <a:effectLst/>
                <a:uFillTx/>
                <a:latin typeface="Arial Narrow" panose="020B0606020202030204" pitchFamily="34" charset="0"/>
                <a:ea typeface="Helvetica Neue"/>
                <a:cs typeface="Helvetica Neue"/>
                <a:sym typeface="Helvetica Neue"/>
              </a:rPr>
              <a:t>Centro </a:t>
            </a:r>
            <a:r>
              <a:rPr lang="es-ES" sz="1200" dirty="0">
                <a:solidFill>
                  <a:schemeClr val="bg1">
                    <a:lumMod val="65000"/>
                    <a:lumOff val="35000"/>
                  </a:schemeClr>
                </a:solidFill>
                <a:latin typeface="Arial Narrow" panose="020B0606020202030204" pitchFamily="34" charset="0"/>
                <a:ea typeface="Helvetica Neue"/>
                <a:cs typeface="Helvetica Neue"/>
                <a:sym typeface="Helvetica Neue"/>
              </a:rPr>
              <a:t>de Servicios Financieros</a:t>
            </a:r>
            <a:endParaRPr kumimoji="0" lang="es-CO" sz="1200" i="0" u="none" strike="noStrike" cap="none" spc="0" normalizeH="0" baseline="0" dirty="0">
              <a:ln>
                <a:noFill/>
              </a:ln>
              <a:solidFill>
                <a:schemeClr val="bg1">
                  <a:lumMod val="65000"/>
                  <a:lumOff val="35000"/>
                </a:schemeClr>
              </a:solidFill>
              <a:effectLst/>
              <a:uFillTx/>
              <a:latin typeface="Arial Narrow" panose="020B0606020202030204" pitchFamily="34" charset="0"/>
              <a:ea typeface="Helvetica Neue"/>
              <a:cs typeface="Helvetica Neue"/>
              <a:sym typeface="Helvetica Neue"/>
            </a:endParaRPr>
          </a:p>
        </p:txBody>
      </p:sp>
      <p:pic>
        <p:nvPicPr>
          <p:cNvPr id="2" name="Picture 4" descr="▷ Logo del SENA: cómo es, significado y descargar »【2023】">
            <a:extLst>
              <a:ext uri="{FF2B5EF4-FFF2-40B4-BE49-F238E27FC236}">
                <a16:creationId xmlns:a16="http://schemas.microsoft.com/office/drawing/2014/main" id="{B5855D3E-CD05-3BC1-4EC9-60DC8C28BCC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641993" y="27627"/>
            <a:ext cx="827338" cy="808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4719042"/>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15" name="Picture 2" descr="Blog | SINDESECUADOR S.A.: IMPORTANCIA DE LA PUNTUALIDAD">
            <a:extLst>
              <a:ext uri="{FF2B5EF4-FFF2-40B4-BE49-F238E27FC236}">
                <a16:creationId xmlns:a16="http://schemas.microsoft.com/office/drawing/2014/main" id="{8E20BEB4-8ACB-4AC2-92C4-2BEB55666B6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4921"/>
          <a:stretch/>
        </p:blipFill>
        <p:spPr bwMode="auto">
          <a:xfrm>
            <a:off x="5681681" y="0"/>
            <a:ext cx="7002612" cy="568703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Blog | SINDESECUADOR S.A.: IMPORTANCIA DE LA PUNTUALIDAD">
            <a:extLst>
              <a:ext uri="{FF2B5EF4-FFF2-40B4-BE49-F238E27FC236}">
                <a16:creationId xmlns:a16="http://schemas.microsoft.com/office/drawing/2014/main" id="{4ED1B800-37FE-419C-8711-0C9981DC0F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9" y="0"/>
            <a:ext cx="5689600" cy="5687033"/>
          </a:xfrm>
          <a:prstGeom prst="rect">
            <a:avLst/>
          </a:prstGeom>
          <a:noFill/>
          <a:extLst>
            <a:ext uri="{909E8E84-426E-40DD-AFC4-6F175D3DCCD1}">
              <a14:hiddenFill xmlns:a14="http://schemas.microsoft.com/office/drawing/2010/main">
                <a:solidFill>
                  <a:srgbClr val="FFFFFF"/>
                </a:solidFill>
              </a14:hiddenFill>
            </a:ext>
          </a:extLst>
        </p:spPr>
      </p:pic>
      <p:sp>
        <p:nvSpPr>
          <p:cNvPr id="22" name="9 Rectángulo">
            <a:extLst>
              <a:ext uri="{FF2B5EF4-FFF2-40B4-BE49-F238E27FC236}">
                <a16:creationId xmlns:a16="http://schemas.microsoft.com/office/drawing/2014/main" id="{CB859B56-A9E4-4A3B-998D-9887DB493243}"/>
              </a:ext>
            </a:extLst>
          </p:cNvPr>
          <p:cNvSpPr/>
          <p:nvPr/>
        </p:nvSpPr>
        <p:spPr>
          <a:xfrm>
            <a:off x="5562451" y="43927"/>
            <a:ext cx="7272808" cy="1310199"/>
          </a:xfrm>
          <a:prstGeom prst="rect">
            <a:avLst/>
          </a:prstGeom>
          <a:noFill/>
        </p:spPr>
        <p:txBody>
          <a:bodyPr wrap="square" lIns="78328" tIns="39164" rIns="78328" bIns="39164">
            <a:spAutoFit/>
          </a:bodyPr>
          <a:lstStyle/>
          <a:p>
            <a:r>
              <a:rPr lang="es-ES" sz="4000" b="1" dirty="0">
                <a:ln w="13462">
                  <a:solidFill>
                    <a:schemeClr val="accent5">
                      <a:lumMod val="75000"/>
                    </a:schemeClr>
                  </a:solidFill>
                  <a:prstDash val="solid"/>
                </a:ln>
                <a:solidFill>
                  <a:schemeClr val="tx1">
                    <a:lumMod val="85000"/>
                    <a:lumOff val="15000"/>
                  </a:schemeClr>
                </a:solidFill>
                <a:effectLst>
                  <a:outerShdw dist="38100" dir="2700000" algn="bl" rotWithShape="0">
                    <a:schemeClr val="accent5"/>
                  </a:outerShdw>
                </a:effectLst>
                <a:latin typeface="Berlin Sans FB Demi" panose="020E0802020502020306" pitchFamily="34" charset="0"/>
                <a:ea typeface="Malgun Gothic" panose="020B0503020000020004" pitchFamily="34" charset="-127"/>
                <a:cs typeface="Malgun Gothic Semilight" panose="020B0502040204020203" pitchFamily="34" charset="-128"/>
              </a:rPr>
              <a:t>No dejes que el tiempo </a:t>
            </a:r>
          </a:p>
          <a:p>
            <a:r>
              <a:rPr lang="es-ES" sz="4000" b="1" dirty="0">
                <a:ln w="13462">
                  <a:solidFill>
                    <a:schemeClr val="accent5">
                      <a:lumMod val="75000"/>
                    </a:schemeClr>
                  </a:solidFill>
                  <a:prstDash val="solid"/>
                </a:ln>
                <a:solidFill>
                  <a:schemeClr val="tx1">
                    <a:lumMod val="85000"/>
                    <a:lumOff val="15000"/>
                  </a:schemeClr>
                </a:solidFill>
                <a:effectLst>
                  <a:outerShdw dist="38100" dir="2700000" algn="bl" rotWithShape="0">
                    <a:schemeClr val="accent5"/>
                  </a:outerShdw>
                </a:effectLst>
                <a:latin typeface="Berlin Sans FB Demi" panose="020E0802020502020306" pitchFamily="34" charset="0"/>
                <a:ea typeface="Malgun Gothic" panose="020B0503020000020004" pitchFamily="34" charset="-127"/>
                <a:cs typeface="Malgun Gothic Semilight" panose="020B0502040204020203" pitchFamily="34" charset="-128"/>
              </a:rPr>
              <a:t>te gane,</a:t>
            </a:r>
          </a:p>
        </p:txBody>
      </p:sp>
      <p:sp>
        <p:nvSpPr>
          <p:cNvPr id="23" name="CuadroTexto 16">
            <a:extLst>
              <a:ext uri="{FF2B5EF4-FFF2-40B4-BE49-F238E27FC236}">
                <a16:creationId xmlns:a16="http://schemas.microsoft.com/office/drawing/2014/main" id="{70787745-11D7-4278-B3C3-260D411C5232}"/>
              </a:ext>
            </a:extLst>
          </p:cNvPr>
          <p:cNvSpPr txBox="1"/>
          <p:nvPr/>
        </p:nvSpPr>
        <p:spPr>
          <a:xfrm>
            <a:off x="5672558" y="1576861"/>
            <a:ext cx="5989471" cy="1964624"/>
          </a:xfrm>
          <a:prstGeom prst="rect">
            <a:avLst/>
          </a:prstGeom>
          <a:noFill/>
        </p:spPr>
        <p:txBody>
          <a:bodyPr wrap="square" lIns="116824" tIns="58412" rIns="116824" bIns="58412" rtlCol="0">
            <a:spAutoFit/>
          </a:bodyPr>
          <a:lstStyle/>
          <a:p>
            <a:pPr algn="just"/>
            <a:r>
              <a:rPr lang="es-CO" sz="2400" b="1" dirty="0">
                <a:solidFill>
                  <a:schemeClr val="bg1">
                    <a:lumMod val="65000"/>
                    <a:lumOff val="35000"/>
                  </a:schemeClr>
                </a:solidFill>
                <a:latin typeface="Arial" panose="020B0604020202020204" pitchFamily="34" charset="0"/>
                <a:cs typeface="Arial" panose="020B0604020202020204" pitchFamily="34" charset="0"/>
              </a:rPr>
              <a:t>Estimado aprendiz, si ya terminaste tu etapa productiva envía los documentos para realizar el proceso de certificación, no dejes pasar este 2020 sin obtener tu certificado. </a:t>
            </a:r>
          </a:p>
        </p:txBody>
      </p:sp>
      <p:sp>
        <p:nvSpPr>
          <p:cNvPr id="25" name="9 Rectángulo">
            <a:extLst>
              <a:ext uri="{FF2B5EF4-FFF2-40B4-BE49-F238E27FC236}">
                <a16:creationId xmlns:a16="http://schemas.microsoft.com/office/drawing/2014/main" id="{37829BA3-F92A-4E47-9670-CD62C0FFB2C3}"/>
              </a:ext>
            </a:extLst>
          </p:cNvPr>
          <p:cNvSpPr/>
          <p:nvPr/>
        </p:nvSpPr>
        <p:spPr>
          <a:xfrm>
            <a:off x="527405" y="945247"/>
            <a:ext cx="5003310" cy="817757"/>
          </a:xfrm>
          <a:prstGeom prst="rect">
            <a:avLst/>
          </a:prstGeom>
          <a:noFill/>
        </p:spPr>
        <p:txBody>
          <a:bodyPr wrap="square" lIns="78328" tIns="39164" rIns="78328" bIns="39164">
            <a:prstTxWarp prst="textArchUp">
              <a:avLst/>
            </a:prstTxWarp>
            <a:spAutoFit/>
          </a:bodyPr>
          <a:lstStyle/>
          <a:p>
            <a:r>
              <a:rPr lang="es-ES" sz="4800" b="1" dirty="0">
                <a:ln w="13462">
                  <a:solidFill>
                    <a:schemeClr val="accent5">
                      <a:lumMod val="75000"/>
                    </a:schemeClr>
                  </a:solidFill>
                  <a:prstDash val="solid"/>
                </a:ln>
                <a:solidFill>
                  <a:schemeClr val="tx1">
                    <a:lumMod val="85000"/>
                    <a:lumOff val="15000"/>
                  </a:schemeClr>
                </a:solidFill>
                <a:effectLst>
                  <a:outerShdw dist="38100" dir="2700000" algn="bl" rotWithShape="0">
                    <a:schemeClr val="accent5"/>
                  </a:outerShdw>
                </a:effectLst>
                <a:latin typeface="Berlin Sans FB Demi" panose="020E0802020502020306" pitchFamily="34" charset="0"/>
                <a:ea typeface="Malgun Gothic" panose="020B0503020000020004" pitchFamily="34" charset="-127"/>
                <a:cs typeface="Malgun Gothic Semilight" panose="020B0502040204020203" pitchFamily="34" charset="-128"/>
              </a:rPr>
              <a:t>Que esperas!!! </a:t>
            </a:r>
          </a:p>
        </p:txBody>
      </p:sp>
      <p:sp>
        <p:nvSpPr>
          <p:cNvPr id="29" name="9 Rectángulo">
            <a:extLst>
              <a:ext uri="{FF2B5EF4-FFF2-40B4-BE49-F238E27FC236}">
                <a16:creationId xmlns:a16="http://schemas.microsoft.com/office/drawing/2014/main" id="{9E5B1EC5-E6BA-4060-B0CA-C1E992EEE1AE}"/>
              </a:ext>
            </a:extLst>
          </p:cNvPr>
          <p:cNvSpPr/>
          <p:nvPr/>
        </p:nvSpPr>
        <p:spPr>
          <a:xfrm>
            <a:off x="5292255" y="3803484"/>
            <a:ext cx="7272808" cy="1187089"/>
          </a:xfrm>
          <a:prstGeom prst="rect">
            <a:avLst/>
          </a:prstGeom>
          <a:noFill/>
        </p:spPr>
        <p:txBody>
          <a:bodyPr wrap="square" lIns="78328" tIns="39164" rIns="78328" bIns="39164">
            <a:spAutoFit/>
          </a:bodyPr>
          <a:lstStyle/>
          <a:p>
            <a:pPr algn="ctr"/>
            <a:r>
              <a:rPr lang="es-ES" sz="3600" b="1" dirty="0">
                <a:ln w="13462">
                  <a:solidFill>
                    <a:schemeClr val="accent5"/>
                  </a:solidFill>
                  <a:prstDash val="solid"/>
                </a:ln>
                <a:solidFill>
                  <a:schemeClr val="tx1">
                    <a:lumMod val="85000"/>
                    <a:lumOff val="15000"/>
                  </a:schemeClr>
                </a:solidFill>
                <a:effectLst>
                  <a:outerShdw dist="38100" dir="2700000" algn="bl" rotWithShape="0">
                    <a:schemeClr val="accent5"/>
                  </a:outerShdw>
                </a:effectLst>
                <a:latin typeface="Berlin Sans FB Demi" panose="020E0802020502020306" pitchFamily="34" charset="0"/>
                <a:ea typeface="Malgun Gothic" panose="020B0503020000020004" pitchFamily="34" charset="-127"/>
                <a:cs typeface="Malgun Gothic Semilight" panose="020B0502040204020203" pitchFamily="34" charset="-128"/>
              </a:rPr>
              <a:t>Último plazo </a:t>
            </a:r>
          </a:p>
          <a:p>
            <a:pPr algn="ctr"/>
            <a:r>
              <a:rPr lang="es-ES" sz="3600" b="1" u="sng" dirty="0">
                <a:ln w="13462">
                  <a:solidFill>
                    <a:schemeClr val="accent5"/>
                  </a:solidFill>
                  <a:prstDash val="solid"/>
                </a:ln>
                <a:solidFill>
                  <a:schemeClr val="tx1">
                    <a:lumMod val="85000"/>
                    <a:lumOff val="15000"/>
                  </a:schemeClr>
                </a:solidFill>
                <a:effectLst>
                  <a:outerShdw dist="38100" dir="2700000" algn="bl" rotWithShape="0">
                    <a:schemeClr val="accent5"/>
                  </a:outerShdw>
                </a:effectLst>
                <a:latin typeface="Berlin Sans FB Demi" panose="020E0802020502020306" pitchFamily="34" charset="0"/>
                <a:ea typeface="Malgun Gothic" panose="020B0503020000020004" pitchFamily="34" charset="-127"/>
                <a:cs typeface="Malgun Gothic Semilight" panose="020B0502040204020203" pitchFamily="34" charset="-128"/>
              </a:rPr>
              <a:t>21 de Diciembre de 202X</a:t>
            </a:r>
          </a:p>
        </p:txBody>
      </p:sp>
      <p:sp>
        <p:nvSpPr>
          <p:cNvPr id="30" name="9 Rectángulo">
            <a:extLst>
              <a:ext uri="{FF2B5EF4-FFF2-40B4-BE49-F238E27FC236}">
                <a16:creationId xmlns:a16="http://schemas.microsoft.com/office/drawing/2014/main" id="{E5CC6F0C-BAA5-4AC3-94BA-DF8136367F37}"/>
              </a:ext>
            </a:extLst>
          </p:cNvPr>
          <p:cNvSpPr/>
          <p:nvPr/>
        </p:nvSpPr>
        <p:spPr>
          <a:xfrm>
            <a:off x="6340829" y="541199"/>
            <a:ext cx="6493955" cy="910090"/>
          </a:xfrm>
          <a:prstGeom prst="rect">
            <a:avLst/>
          </a:prstGeom>
          <a:noFill/>
        </p:spPr>
        <p:txBody>
          <a:bodyPr wrap="square" lIns="78328" tIns="39164" rIns="78328" bIns="39164">
            <a:spAutoFit/>
          </a:bodyPr>
          <a:lstStyle/>
          <a:p>
            <a:pPr algn="ctr"/>
            <a:r>
              <a:rPr lang="es-ES" sz="5400" b="1" dirty="0">
                <a:ln w="13462">
                  <a:solidFill>
                    <a:schemeClr val="accent5"/>
                  </a:solidFill>
                  <a:prstDash val="solid"/>
                </a:ln>
                <a:solidFill>
                  <a:schemeClr val="accent5">
                    <a:lumMod val="60000"/>
                    <a:lumOff val="40000"/>
                  </a:schemeClr>
                </a:solidFill>
                <a:effectLst>
                  <a:outerShdw dist="38100" dir="2700000" algn="bl" rotWithShape="0">
                    <a:schemeClr val="accent5"/>
                  </a:outerShdw>
                </a:effectLst>
                <a:latin typeface="Berlin Sans FB Demi" panose="020E0802020502020306" pitchFamily="34" charset="0"/>
                <a:ea typeface="Malgun Gothic" panose="020B0503020000020004" pitchFamily="34" charset="-127"/>
                <a:cs typeface="Malgun Gothic Semilight" panose="020B0502040204020203" pitchFamily="34" charset="-128"/>
              </a:rPr>
              <a:t>Certifícate!!! </a:t>
            </a:r>
          </a:p>
        </p:txBody>
      </p:sp>
      <p:sp>
        <p:nvSpPr>
          <p:cNvPr id="32" name="CuadroTexto 31">
            <a:extLst>
              <a:ext uri="{FF2B5EF4-FFF2-40B4-BE49-F238E27FC236}">
                <a16:creationId xmlns:a16="http://schemas.microsoft.com/office/drawing/2014/main" id="{5BE44F5F-E355-4B6D-BDEF-5CB3806A08C8}"/>
              </a:ext>
            </a:extLst>
          </p:cNvPr>
          <p:cNvSpPr txBox="1"/>
          <p:nvPr/>
        </p:nvSpPr>
        <p:spPr>
          <a:xfrm>
            <a:off x="1063868" y="5000304"/>
            <a:ext cx="3218829" cy="3597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defTabSz="943239" rtl="0" fontAlgn="auto" latinLnBrk="0" hangingPunct="0">
              <a:lnSpc>
                <a:spcPct val="100000"/>
              </a:lnSpc>
              <a:spcBef>
                <a:spcPts val="0"/>
              </a:spcBef>
              <a:spcAft>
                <a:spcPts val="0"/>
              </a:spcAft>
              <a:buClrTx/>
              <a:buSzTx/>
              <a:buFontTx/>
              <a:buNone/>
              <a:tabLst/>
            </a:pPr>
            <a:r>
              <a:rPr kumimoji="0" lang="es-ES" sz="1400" b="1" i="0" u="none" strike="noStrike" cap="none" spc="0" normalizeH="0" baseline="0" dirty="0">
                <a:ln>
                  <a:noFill/>
                </a:ln>
                <a:solidFill>
                  <a:schemeClr val="bg1">
                    <a:lumMod val="65000"/>
                    <a:lumOff val="35000"/>
                  </a:schemeClr>
                </a:solidFill>
                <a:effectLst/>
                <a:uFillTx/>
                <a:latin typeface="Arial Narrow" panose="020B0606020202030204" pitchFamily="34" charset="0"/>
                <a:ea typeface="Helvetica Neue"/>
                <a:cs typeface="Helvetica Neue"/>
                <a:sym typeface="Helvetica Neue"/>
              </a:rPr>
              <a:t>Instructor de Seguimiento Etapa Productiva</a:t>
            </a:r>
            <a:endParaRPr kumimoji="0" lang="es-CO" sz="1400" b="1" i="0" u="none" strike="noStrike" cap="none" spc="0" normalizeH="0" baseline="0" dirty="0">
              <a:ln>
                <a:noFill/>
              </a:ln>
              <a:solidFill>
                <a:schemeClr val="bg1">
                  <a:lumMod val="65000"/>
                  <a:lumOff val="35000"/>
                </a:schemeClr>
              </a:solidFill>
              <a:effectLst/>
              <a:uFillTx/>
              <a:latin typeface="Arial Narrow" panose="020B0606020202030204" pitchFamily="34" charset="0"/>
              <a:ea typeface="Helvetica Neue"/>
              <a:cs typeface="Helvetica Neue"/>
              <a:sym typeface="Helvetica Neue"/>
            </a:endParaRPr>
          </a:p>
        </p:txBody>
      </p:sp>
      <p:sp>
        <p:nvSpPr>
          <p:cNvPr id="33" name="CuadroTexto 32">
            <a:extLst>
              <a:ext uri="{FF2B5EF4-FFF2-40B4-BE49-F238E27FC236}">
                <a16:creationId xmlns:a16="http://schemas.microsoft.com/office/drawing/2014/main" id="{C0E20B1D-F9E7-4938-B8A0-CB266A2FE14B}"/>
              </a:ext>
            </a:extLst>
          </p:cNvPr>
          <p:cNvSpPr txBox="1"/>
          <p:nvPr/>
        </p:nvSpPr>
        <p:spPr>
          <a:xfrm>
            <a:off x="1054506" y="5194590"/>
            <a:ext cx="1931618" cy="3289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defTabSz="943239" rtl="0" fontAlgn="auto" latinLnBrk="0" hangingPunct="0">
              <a:lnSpc>
                <a:spcPct val="100000"/>
              </a:lnSpc>
              <a:spcBef>
                <a:spcPts val="0"/>
              </a:spcBef>
              <a:spcAft>
                <a:spcPts val="0"/>
              </a:spcAft>
              <a:buClrTx/>
              <a:buSzTx/>
              <a:buFontTx/>
              <a:buNone/>
              <a:tabLst/>
            </a:pPr>
            <a:r>
              <a:rPr kumimoji="0" lang="es-ES" sz="1200" i="0" u="none" strike="noStrike" cap="none" spc="0" normalizeH="0" baseline="0" dirty="0">
                <a:ln>
                  <a:noFill/>
                </a:ln>
                <a:solidFill>
                  <a:schemeClr val="bg1">
                    <a:lumMod val="65000"/>
                    <a:lumOff val="35000"/>
                  </a:schemeClr>
                </a:solidFill>
                <a:effectLst/>
                <a:uFillTx/>
                <a:latin typeface="Arial Narrow" panose="020B0606020202030204" pitchFamily="34" charset="0"/>
                <a:ea typeface="Helvetica Neue"/>
                <a:cs typeface="Helvetica Neue"/>
                <a:sym typeface="Helvetica Neue"/>
              </a:rPr>
              <a:t>Centro de Servicios Financieros</a:t>
            </a:r>
            <a:endParaRPr kumimoji="0" lang="es-CO" sz="1200" i="0" u="none" strike="noStrike" cap="none" spc="0" normalizeH="0" baseline="0" dirty="0">
              <a:ln>
                <a:noFill/>
              </a:ln>
              <a:solidFill>
                <a:schemeClr val="bg1">
                  <a:lumMod val="65000"/>
                  <a:lumOff val="35000"/>
                </a:schemeClr>
              </a:solidFill>
              <a:effectLst/>
              <a:uFillTx/>
              <a:latin typeface="Arial Narrow" panose="020B0606020202030204" pitchFamily="34" charset="0"/>
              <a:ea typeface="Helvetica Neue"/>
              <a:cs typeface="Helvetica Neue"/>
              <a:sym typeface="Helvetica Neue"/>
            </a:endParaRPr>
          </a:p>
        </p:txBody>
      </p:sp>
      <p:pic>
        <p:nvPicPr>
          <p:cNvPr id="2" name="Picture 4" descr="▷ Logo del SENA: cómo es, significado y descargar »【2023】">
            <a:extLst>
              <a:ext uri="{FF2B5EF4-FFF2-40B4-BE49-F238E27FC236}">
                <a16:creationId xmlns:a16="http://schemas.microsoft.com/office/drawing/2014/main" id="{1E0EA5B4-2A8E-7125-4A8C-338EBF87833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7553" y="4745392"/>
            <a:ext cx="827338" cy="808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7407973"/>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DAA2919E-23BD-463F-B3D6-44999B088820}"/>
              </a:ext>
            </a:extLst>
          </p:cNvPr>
          <p:cNvSpPr/>
          <p:nvPr/>
        </p:nvSpPr>
        <p:spPr>
          <a:xfrm>
            <a:off x="11107067" y="180504"/>
            <a:ext cx="1152128" cy="792088"/>
          </a:xfrm>
          <a:prstGeom prst="rect">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endParaRPr kumimoji="0" lang="es-CO" sz="3400" b="0" i="0" u="none" strike="noStrike" cap="none" spc="0" normalizeH="0" baseline="0">
              <a:ln>
                <a:noFill/>
              </a:ln>
              <a:solidFill>
                <a:srgbClr val="FFFFFF"/>
              </a:solidFill>
              <a:effectLst/>
              <a:uFillTx/>
              <a:latin typeface="+mn-lt"/>
              <a:ea typeface="+mn-ea"/>
              <a:cs typeface="+mn-cs"/>
              <a:sym typeface="Helvetica Neue Medium"/>
            </a:endParaRPr>
          </a:p>
        </p:txBody>
      </p:sp>
      <p:pic>
        <p:nvPicPr>
          <p:cNvPr id="37" name="Imagen 36">
            <a:extLst>
              <a:ext uri="{FF2B5EF4-FFF2-40B4-BE49-F238E27FC236}">
                <a16:creationId xmlns:a16="http://schemas.microsoft.com/office/drawing/2014/main" id="{D57B96DB-BE1C-4C0D-B059-D84A0A8D7451}"/>
              </a:ext>
            </a:extLst>
          </p:cNvPr>
          <p:cNvPicPr>
            <a:picLocks noChangeAspect="1"/>
          </p:cNvPicPr>
          <p:nvPr/>
        </p:nvPicPr>
        <p:blipFill rotWithShape="1">
          <a:blip r:embed="rId3"/>
          <a:srcRect l="2901" r="48614"/>
          <a:stretch/>
        </p:blipFill>
        <p:spPr>
          <a:xfrm>
            <a:off x="233859" y="1733388"/>
            <a:ext cx="4179796" cy="3956212"/>
          </a:xfrm>
          <a:prstGeom prst="rect">
            <a:avLst/>
          </a:prstGeom>
        </p:spPr>
      </p:pic>
      <p:pic>
        <p:nvPicPr>
          <p:cNvPr id="38" name="Imagen 37">
            <a:extLst>
              <a:ext uri="{FF2B5EF4-FFF2-40B4-BE49-F238E27FC236}">
                <a16:creationId xmlns:a16="http://schemas.microsoft.com/office/drawing/2014/main" id="{E1AA3E01-0BB4-440D-99D6-F521B72F1343}"/>
              </a:ext>
            </a:extLst>
          </p:cNvPr>
          <p:cNvPicPr>
            <a:picLocks noChangeAspect="1"/>
          </p:cNvPicPr>
          <p:nvPr/>
        </p:nvPicPr>
        <p:blipFill rotWithShape="1">
          <a:blip r:embed="rId4" cstate="print">
            <a:duotone>
              <a:prstClr val="black"/>
              <a:schemeClr val="accent3">
                <a:tint val="45000"/>
                <a:satMod val="400000"/>
              </a:schemeClr>
            </a:duotone>
            <a:extLst>
              <a:ext uri="{28A0092B-C50C-407E-A947-70E740481C1C}">
                <a14:useLocalDpi xmlns:a14="http://schemas.microsoft.com/office/drawing/2010/main" val="0"/>
              </a:ext>
            </a:extLst>
          </a:blip>
          <a:srcRect l="5900" r="9680" b="17830"/>
          <a:stretch/>
        </p:blipFill>
        <p:spPr>
          <a:xfrm rot="1555234">
            <a:off x="2202809" y="846401"/>
            <a:ext cx="1590705" cy="1212855"/>
          </a:xfrm>
          <a:prstGeom prst="rect">
            <a:avLst/>
          </a:prstGeom>
        </p:spPr>
      </p:pic>
      <p:pic>
        <p:nvPicPr>
          <p:cNvPr id="39" name="Picture 4" descr="Mujer ir a trabajar icono gratuito">
            <a:extLst>
              <a:ext uri="{FF2B5EF4-FFF2-40B4-BE49-F238E27FC236}">
                <a16:creationId xmlns:a16="http://schemas.microsoft.com/office/drawing/2014/main" id="{51116119-7F35-4E3C-9582-6566D8EBBB4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04869" y="856087"/>
            <a:ext cx="659896" cy="659896"/>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6" descr="Resultado de imagen para NUBE DIBUJO PNG">
            <a:extLst>
              <a:ext uri="{FF2B5EF4-FFF2-40B4-BE49-F238E27FC236}">
                <a16:creationId xmlns:a16="http://schemas.microsoft.com/office/drawing/2014/main" id="{CB98C22F-6A25-4E25-9601-0C8BF3CD701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699736" y="502879"/>
            <a:ext cx="507228" cy="257672"/>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6" descr="Resultado de imagen para NUBE DIBUJO PNG">
            <a:extLst>
              <a:ext uri="{FF2B5EF4-FFF2-40B4-BE49-F238E27FC236}">
                <a16:creationId xmlns:a16="http://schemas.microsoft.com/office/drawing/2014/main" id="{C0D5EE7B-318B-41D1-A8BC-FFF2CFA94D0D}"/>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781615" y="1502987"/>
            <a:ext cx="453545" cy="23040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6" descr="Resultado de imagen para NUBE DIBUJO PNG">
            <a:extLst>
              <a:ext uri="{FF2B5EF4-FFF2-40B4-BE49-F238E27FC236}">
                <a16:creationId xmlns:a16="http://schemas.microsoft.com/office/drawing/2014/main" id="{B2350BFB-EC12-420C-9622-C7078CC05D8C}"/>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399199" y="928363"/>
            <a:ext cx="507228" cy="257672"/>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6" descr="Resultado de imagen para NUBE DIBUJO PNG">
            <a:extLst>
              <a:ext uri="{FF2B5EF4-FFF2-40B4-BE49-F238E27FC236}">
                <a16:creationId xmlns:a16="http://schemas.microsoft.com/office/drawing/2014/main" id="{E2C25074-D05C-4649-878E-90974985356C}"/>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724972" y="1921397"/>
            <a:ext cx="507228" cy="257672"/>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6" descr="Resultado de imagen para NUBE DIBUJO PNG">
            <a:extLst>
              <a:ext uri="{FF2B5EF4-FFF2-40B4-BE49-F238E27FC236}">
                <a16:creationId xmlns:a16="http://schemas.microsoft.com/office/drawing/2014/main" id="{167DFF7B-10EC-400B-BE83-CED967E6F61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906427" y="206510"/>
            <a:ext cx="507228" cy="257672"/>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6" descr="Resultado de imagen para NUBE DIBUJO PNG">
            <a:extLst>
              <a:ext uri="{FF2B5EF4-FFF2-40B4-BE49-F238E27FC236}">
                <a16:creationId xmlns:a16="http://schemas.microsoft.com/office/drawing/2014/main" id="{7E7C093D-85A9-453D-8DB1-7283E8CD8311}"/>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71111" y="1816348"/>
            <a:ext cx="507228" cy="257672"/>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8" descr="Resultado de imagen para EMPRESA DIBUJO PNG">
            <a:extLst>
              <a:ext uri="{FF2B5EF4-FFF2-40B4-BE49-F238E27FC236}">
                <a16:creationId xmlns:a16="http://schemas.microsoft.com/office/drawing/2014/main" id="{2A2661A6-B42A-496B-9438-2D8803BF56A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69541" y="693376"/>
            <a:ext cx="739206" cy="739206"/>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10" descr="Imagen relacionada">
            <a:extLst>
              <a:ext uri="{FF2B5EF4-FFF2-40B4-BE49-F238E27FC236}">
                <a16:creationId xmlns:a16="http://schemas.microsoft.com/office/drawing/2014/main" id="{654DE3FA-04EA-47F8-BA21-D6E4BFBDCF7C}"/>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370881" y="413379"/>
            <a:ext cx="477501" cy="477501"/>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12" descr="Resultado de imagen para CASA DIBUJO PNG">
            <a:extLst>
              <a:ext uri="{FF2B5EF4-FFF2-40B4-BE49-F238E27FC236}">
                <a16:creationId xmlns:a16="http://schemas.microsoft.com/office/drawing/2014/main" id="{56A1D66A-5A4E-4026-A23B-C8420F7D8F11}"/>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25384" y="1621737"/>
            <a:ext cx="623108" cy="623108"/>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14" descr="Resultado de imagen para ESTADISTICA DIBUJO PNG">
            <a:extLst>
              <a:ext uri="{FF2B5EF4-FFF2-40B4-BE49-F238E27FC236}">
                <a16:creationId xmlns:a16="http://schemas.microsoft.com/office/drawing/2014/main" id="{F9C3BD72-353C-4B13-AEF0-906496CCC3FC}"/>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rot="19805668">
            <a:off x="4054536" y="558932"/>
            <a:ext cx="518585" cy="518585"/>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16" descr="Imagen relacionada">
            <a:extLst>
              <a:ext uri="{FF2B5EF4-FFF2-40B4-BE49-F238E27FC236}">
                <a16:creationId xmlns:a16="http://schemas.microsoft.com/office/drawing/2014/main" id="{04FB868C-018E-48F4-9847-873B4B5EC6F1}"/>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rot="19124418">
            <a:off x="2958556" y="203392"/>
            <a:ext cx="690792" cy="690792"/>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18" descr="Resultado de imagen para PESOS DIBUJO PNG">
            <a:extLst>
              <a:ext uri="{FF2B5EF4-FFF2-40B4-BE49-F238E27FC236}">
                <a16:creationId xmlns:a16="http://schemas.microsoft.com/office/drawing/2014/main" id="{9BBBDC7F-98EC-40D8-866B-57CCA9782B69}"/>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rot="18761768">
            <a:off x="433701" y="1239245"/>
            <a:ext cx="201519" cy="382833"/>
          </a:xfrm>
          <a:prstGeom prst="rect">
            <a:avLst/>
          </a:prstGeom>
          <a:noFill/>
          <a:extLst>
            <a:ext uri="{909E8E84-426E-40DD-AFC4-6F175D3DCCD1}">
              <a14:hiddenFill xmlns:a14="http://schemas.microsoft.com/office/drawing/2010/main">
                <a:solidFill>
                  <a:srgbClr val="FFFFFF"/>
                </a:solidFill>
              </a14:hiddenFill>
            </a:ext>
          </a:extLst>
        </p:spPr>
      </p:pic>
      <p:sp>
        <p:nvSpPr>
          <p:cNvPr id="52" name="CuadroTexto 1">
            <a:extLst>
              <a:ext uri="{FF2B5EF4-FFF2-40B4-BE49-F238E27FC236}">
                <a16:creationId xmlns:a16="http://schemas.microsoft.com/office/drawing/2014/main" id="{EADBF5BF-2737-4B95-822A-48559FA8CA59}"/>
              </a:ext>
            </a:extLst>
          </p:cNvPr>
          <p:cNvSpPr txBox="1"/>
          <p:nvPr/>
        </p:nvSpPr>
        <p:spPr>
          <a:xfrm>
            <a:off x="4639846" y="770411"/>
            <a:ext cx="7691358" cy="4339650"/>
          </a:xfrm>
          <a:prstGeom prst="rect">
            <a:avLst/>
          </a:prstGeom>
          <a:noFill/>
        </p:spPr>
        <p:txBody>
          <a:bodyPr wrap="square" rtlCol="0">
            <a:spAutoFit/>
          </a:bodyPr>
          <a:lstStyle/>
          <a:p>
            <a:r>
              <a:rPr lang="es-ES" sz="1600" dirty="0">
                <a:solidFill>
                  <a:schemeClr val="bg1">
                    <a:lumMod val="65000"/>
                    <a:lumOff val="35000"/>
                  </a:schemeClr>
                </a:solidFill>
                <a:latin typeface="Malgun Gothic" panose="020B0503020000020004" pitchFamily="34" charset="-127"/>
                <a:ea typeface="Malgun Gothic" panose="020B0503020000020004" pitchFamily="34" charset="-127"/>
                <a:cs typeface="Arial" panose="020B0604020202020204" pitchFamily="34" charset="0"/>
              </a:rPr>
              <a:t>Estamos próximos a finalizar el proceso de formación y es importante el cumplimiento de las evidencias de Seguimiento a la etapa productiva, a continuación relaciono los documentos que deben recolectar para realizar el proceso de certificación.</a:t>
            </a:r>
          </a:p>
          <a:p>
            <a:endParaRPr lang="es-ES" sz="1600" dirty="0">
              <a:solidFill>
                <a:schemeClr val="bg1">
                  <a:lumMod val="65000"/>
                  <a:lumOff val="35000"/>
                </a:schemeClr>
              </a:solidFill>
              <a:latin typeface="Malgun Gothic" panose="020B0503020000020004" pitchFamily="34" charset="-127"/>
              <a:ea typeface="Malgun Gothic" panose="020B0503020000020004" pitchFamily="34" charset="-127"/>
              <a:cs typeface="Arial" panose="020B0604020202020204" pitchFamily="34" charset="0"/>
            </a:endParaRPr>
          </a:p>
          <a:p>
            <a:pPr marL="233874" indent="-233874">
              <a:buFont typeface="+mj-lt"/>
              <a:buAutoNum type="arabicPeriod"/>
            </a:pPr>
            <a:r>
              <a:rPr lang="es-CO" sz="1600" dirty="0">
                <a:solidFill>
                  <a:schemeClr val="bg1">
                    <a:lumMod val="65000"/>
                    <a:lumOff val="35000"/>
                  </a:schemeClr>
                </a:solidFill>
                <a:latin typeface="Malgun Gothic" panose="020B0503020000020004" pitchFamily="34" charset="-127"/>
                <a:ea typeface="Malgun Gothic" panose="020B0503020000020004" pitchFamily="34" charset="-127"/>
              </a:rPr>
              <a:t>Paz y Salvo diligenciado y firmado (2 copias)</a:t>
            </a:r>
          </a:p>
          <a:p>
            <a:pPr marL="233874" indent="-233874">
              <a:buFont typeface="+mj-lt"/>
              <a:buAutoNum type="arabicPeriod"/>
            </a:pPr>
            <a:r>
              <a:rPr lang="es-CO" sz="1600" dirty="0">
                <a:solidFill>
                  <a:schemeClr val="bg1">
                    <a:lumMod val="65000"/>
                    <a:lumOff val="35000"/>
                  </a:schemeClr>
                </a:solidFill>
                <a:latin typeface="Malgun Gothic" panose="020B0503020000020004" pitchFamily="34" charset="-127"/>
                <a:ea typeface="Malgun Gothic" panose="020B0503020000020004" pitchFamily="34" charset="-127"/>
              </a:rPr>
              <a:t>Fotocopia Documento de Identidad (150%)</a:t>
            </a:r>
          </a:p>
          <a:p>
            <a:pPr marL="233874" indent="-233874">
              <a:buFont typeface="+mj-lt"/>
              <a:buAutoNum type="arabicPeriod"/>
            </a:pPr>
            <a:r>
              <a:rPr lang="es-CO" sz="1600" dirty="0">
                <a:solidFill>
                  <a:schemeClr val="bg1">
                    <a:lumMod val="65000"/>
                    <a:lumOff val="35000"/>
                  </a:schemeClr>
                </a:solidFill>
                <a:latin typeface="Malgun Gothic" panose="020B0503020000020004" pitchFamily="34" charset="-127"/>
                <a:ea typeface="Malgun Gothic" panose="020B0503020000020004" pitchFamily="34" charset="-127"/>
              </a:rPr>
              <a:t>Certificación Laboral (fechas precisas y exactas de la etapa productiva)</a:t>
            </a:r>
          </a:p>
          <a:p>
            <a:pPr marL="233874" indent="-233874">
              <a:buFont typeface="+mj-lt"/>
              <a:buAutoNum type="arabicPeriod"/>
            </a:pPr>
            <a:r>
              <a:rPr lang="es-CO" sz="1600" dirty="0">
                <a:solidFill>
                  <a:schemeClr val="bg1">
                    <a:lumMod val="65000"/>
                    <a:lumOff val="35000"/>
                  </a:schemeClr>
                </a:solidFill>
                <a:latin typeface="Malgun Gothic" panose="020B0503020000020004" pitchFamily="34" charset="-127"/>
                <a:ea typeface="Malgun Gothic" panose="020B0503020000020004" pitchFamily="34" charset="-127"/>
              </a:rPr>
              <a:t>Autorización de Coordinación Académica (para alternativas diferentes a Contrato de Aprendizaje)</a:t>
            </a:r>
          </a:p>
          <a:p>
            <a:pPr marL="233874" indent="-233874">
              <a:buFont typeface="+mj-lt"/>
              <a:buAutoNum type="arabicPeriod"/>
            </a:pPr>
            <a:r>
              <a:rPr lang="es-CO" sz="1600" dirty="0">
                <a:solidFill>
                  <a:schemeClr val="bg1">
                    <a:lumMod val="65000"/>
                    <a:lumOff val="35000"/>
                  </a:schemeClr>
                </a:solidFill>
                <a:latin typeface="Malgun Gothic" panose="020B0503020000020004" pitchFamily="34" charset="-127"/>
                <a:ea typeface="Malgun Gothic" panose="020B0503020000020004" pitchFamily="34" charset="-127"/>
              </a:rPr>
              <a:t>Formato F023 DEBIDAMENTE FIRMADO (Concertación, evaluación parcial y final)</a:t>
            </a:r>
          </a:p>
          <a:p>
            <a:pPr marL="233874" indent="-233874">
              <a:buFont typeface="+mj-lt"/>
              <a:buAutoNum type="arabicPeriod"/>
            </a:pPr>
            <a:r>
              <a:rPr lang="es-CO" sz="1600" dirty="0">
                <a:solidFill>
                  <a:schemeClr val="bg1">
                    <a:lumMod val="65000"/>
                    <a:lumOff val="35000"/>
                  </a:schemeClr>
                </a:solidFill>
                <a:latin typeface="Malgun Gothic" panose="020B0503020000020004" pitchFamily="34" charset="-127"/>
                <a:ea typeface="Malgun Gothic" panose="020B0503020000020004" pitchFamily="34" charset="-127"/>
              </a:rPr>
              <a:t>Bitácoras Quincenales DEBIDAMENTE FIRMADAS</a:t>
            </a:r>
          </a:p>
          <a:p>
            <a:pPr marL="233874" indent="-233874">
              <a:buFont typeface="+mj-lt"/>
              <a:buAutoNum type="arabicPeriod"/>
            </a:pPr>
            <a:endParaRPr lang="es-CO" sz="1600" dirty="0">
              <a:solidFill>
                <a:schemeClr val="bg1">
                  <a:lumMod val="65000"/>
                  <a:lumOff val="35000"/>
                </a:schemeClr>
              </a:solidFill>
              <a:latin typeface="Malgun Gothic" panose="020B0503020000020004" pitchFamily="34" charset="-127"/>
              <a:ea typeface="Malgun Gothic" panose="020B0503020000020004" pitchFamily="34" charset="-127"/>
            </a:endParaRPr>
          </a:p>
          <a:p>
            <a:r>
              <a:rPr lang="es-CO" sz="1600" dirty="0">
                <a:solidFill>
                  <a:schemeClr val="bg1">
                    <a:lumMod val="65000"/>
                    <a:lumOff val="35000"/>
                  </a:schemeClr>
                </a:solidFill>
                <a:latin typeface="Malgun Gothic" panose="020B0503020000020004" pitchFamily="34" charset="-127"/>
                <a:ea typeface="Malgun Gothic" panose="020B0503020000020004" pitchFamily="34" charset="-127"/>
              </a:rPr>
              <a:t>Próximamente les informare el proceso a seguir para el envío de esta información.</a:t>
            </a:r>
          </a:p>
          <a:p>
            <a:pPr algn="ctr"/>
            <a:endParaRPr lang="es-ES" sz="2000" dirty="0">
              <a:solidFill>
                <a:schemeClr val="bg1">
                  <a:lumMod val="65000"/>
                  <a:lumOff val="35000"/>
                </a:schemeClr>
              </a:solidFill>
              <a:latin typeface="Malgun Gothic" panose="020B0503020000020004" pitchFamily="34" charset="-127"/>
              <a:ea typeface="Malgun Gothic" panose="020B0503020000020004" pitchFamily="34" charset="-127"/>
              <a:cs typeface="Arial" panose="020B0604020202020204" pitchFamily="34" charset="0"/>
            </a:endParaRPr>
          </a:p>
        </p:txBody>
      </p:sp>
      <p:sp>
        <p:nvSpPr>
          <p:cNvPr id="53" name="9 Rectángulo">
            <a:extLst>
              <a:ext uri="{FF2B5EF4-FFF2-40B4-BE49-F238E27FC236}">
                <a16:creationId xmlns:a16="http://schemas.microsoft.com/office/drawing/2014/main" id="{DB07AF99-7A48-4D8A-B91C-532659C18C18}"/>
              </a:ext>
            </a:extLst>
          </p:cNvPr>
          <p:cNvSpPr/>
          <p:nvPr/>
        </p:nvSpPr>
        <p:spPr>
          <a:xfrm>
            <a:off x="4241001" y="57267"/>
            <a:ext cx="6493955" cy="694646"/>
          </a:xfrm>
          <a:prstGeom prst="rect">
            <a:avLst/>
          </a:prstGeom>
          <a:noFill/>
        </p:spPr>
        <p:txBody>
          <a:bodyPr wrap="square" lIns="78328" tIns="39164" rIns="78328" bIns="39164">
            <a:spAutoFit/>
          </a:bodyPr>
          <a:lstStyle/>
          <a:p>
            <a:pPr algn="ctr"/>
            <a:r>
              <a:rPr lang="es-ES" sz="40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Berlin Sans FB Demi" panose="020E0802020502020306" pitchFamily="34" charset="0"/>
                <a:ea typeface="Malgun Gothic" panose="020B0503020000020004" pitchFamily="34" charset="-127"/>
                <a:cs typeface="Malgun Gothic Semilight" panose="020B0502040204020203" pitchFamily="34" charset="-128"/>
              </a:rPr>
              <a:t>Apreciados Aprendices</a:t>
            </a:r>
          </a:p>
        </p:txBody>
      </p:sp>
      <p:cxnSp>
        <p:nvCxnSpPr>
          <p:cNvPr id="26" name="Conector recto 25">
            <a:extLst>
              <a:ext uri="{FF2B5EF4-FFF2-40B4-BE49-F238E27FC236}">
                <a16:creationId xmlns:a16="http://schemas.microsoft.com/office/drawing/2014/main" id="{FD816DCF-182D-4455-BBC8-4B53AA2D6E30}"/>
              </a:ext>
            </a:extLst>
          </p:cNvPr>
          <p:cNvCxnSpPr/>
          <p:nvPr/>
        </p:nvCxnSpPr>
        <p:spPr>
          <a:xfrm>
            <a:off x="6282531" y="4933032"/>
            <a:ext cx="0" cy="648072"/>
          </a:xfrm>
          <a:prstGeom prst="line">
            <a:avLst/>
          </a:prstGeom>
          <a:ln>
            <a:solidFill>
              <a:schemeClr val="bg1">
                <a:lumMod val="75000"/>
                <a:lumOff val="25000"/>
              </a:schemeClr>
            </a:solidFill>
          </a:ln>
        </p:spPr>
        <p:style>
          <a:lnRef idx="1">
            <a:schemeClr val="accent2"/>
          </a:lnRef>
          <a:fillRef idx="0">
            <a:schemeClr val="accent2"/>
          </a:fillRef>
          <a:effectRef idx="0">
            <a:schemeClr val="accent2"/>
          </a:effectRef>
          <a:fontRef idx="minor">
            <a:schemeClr val="tx1"/>
          </a:fontRef>
        </p:style>
      </p:cxnSp>
      <p:sp>
        <p:nvSpPr>
          <p:cNvPr id="27" name="CuadroTexto 26">
            <a:extLst>
              <a:ext uri="{FF2B5EF4-FFF2-40B4-BE49-F238E27FC236}">
                <a16:creationId xmlns:a16="http://schemas.microsoft.com/office/drawing/2014/main" id="{3E86B70D-EE80-456D-853E-4B219AC42C2E}"/>
              </a:ext>
            </a:extLst>
          </p:cNvPr>
          <p:cNvSpPr txBox="1"/>
          <p:nvPr/>
        </p:nvSpPr>
        <p:spPr>
          <a:xfrm>
            <a:off x="6282531" y="4789016"/>
            <a:ext cx="1966884" cy="42126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8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Nombre del Instructor</a:t>
            </a:r>
            <a:endParaRPr kumimoji="0" lang="es-CO" sz="18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sp>
        <p:nvSpPr>
          <p:cNvPr id="28" name="CuadroTexto 27">
            <a:extLst>
              <a:ext uri="{FF2B5EF4-FFF2-40B4-BE49-F238E27FC236}">
                <a16:creationId xmlns:a16="http://schemas.microsoft.com/office/drawing/2014/main" id="{ECE0D867-6F3B-421E-A8F7-9D183ED6DAFB}"/>
              </a:ext>
            </a:extLst>
          </p:cNvPr>
          <p:cNvSpPr txBox="1"/>
          <p:nvPr/>
        </p:nvSpPr>
        <p:spPr>
          <a:xfrm>
            <a:off x="6282529" y="5015820"/>
            <a:ext cx="4092466" cy="42126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800" b="1"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Instructor de Seguimiento Etapa Productiva</a:t>
            </a:r>
            <a:endParaRPr kumimoji="0" lang="es-CO" sz="1800" b="1"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sp>
        <p:nvSpPr>
          <p:cNvPr id="29" name="CuadroTexto 28">
            <a:extLst>
              <a:ext uri="{FF2B5EF4-FFF2-40B4-BE49-F238E27FC236}">
                <a16:creationId xmlns:a16="http://schemas.microsoft.com/office/drawing/2014/main" id="{D2E90C72-D8C9-4DCC-8AC3-AFDADE9DEBF0}"/>
              </a:ext>
            </a:extLst>
          </p:cNvPr>
          <p:cNvSpPr txBox="1"/>
          <p:nvPr/>
        </p:nvSpPr>
        <p:spPr>
          <a:xfrm>
            <a:off x="6282531" y="5241842"/>
            <a:ext cx="2523127" cy="3904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6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Centro de Servicios Financieros</a:t>
            </a:r>
            <a:endParaRPr kumimoji="0" lang="es-CO" sz="16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pic>
        <p:nvPicPr>
          <p:cNvPr id="3" name="Picture 4" descr="▷ Logo del SENA: cómo es, significado y descargar »【2023】">
            <a:extLst>
              <a:ext uri="{FF2B5EF4-FFF2-40B4-BE49-F238E27FC236}">
                <a16:creationId xmlns:a16="http://schemas.microsoft.com/office/drawing/2014/main" id="{8D717561-B6D0-C11E-2998-3A5AC44FD43C}"/>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342096" y="4797817"/>
            <a:ext cx="827338" cy="808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2704450"/>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3074" name="Picture 2" descr=" ">
            <a:extLst>
              <a:ext uri="{FF2B5EF4-FFF2-40B4-BE49-F238E27FC236}">
                <a16:creationId xmlns:a16="http://schemas.microsoft.com/office/drawing/2014/main" id="{8033B6A9-9E08-44A6-AB34-0F9E0A9F57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3437731" y="-3437732"/>
            <a:ext cx="5689601" cy="12565064"/>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esquinas redondeadas 2">
            <a:extLst>
              <a:ext uri="{FF2B5EF4-FFF2-40B4-BE49-F238E27FC236}">
                <a16:creationId xmlns:a16="http://schemas.microsoft.com/office/drawing/2014/main" id="{F6466FD8-C7B0-4CFB-913C-124ED86E4C3F}"/>
              </a:ext>
            </a:extLst>
          </p:cNvPr>
          <p:cNvSpPr/>
          <p:nvPr/>
        </p:nvSpPr>
        <p:spPr>
          <a:xfrm>
            <a:off x="578757" y="834701"/>
            <a:ext cx="11464409" cy="3979835"/>
          </a:xfrm>
          <a:prstGeom prst="roundRect">
            <a:avLst/>
          </a:prstGeom>
          <a:solidFill>
            <a:schemeClr val="tx1">
              <a:lumMod val="75000"/>
              <a:alpha val="58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endParaRPr kumimoji="0" lang="es-CO" sz="340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53" name="9 Rectángulo">
            <a:extLst>
              <a:ext uri="{FF2B5EF4-FFF2-40B4-BE49-F238E27FC236}">
                <a16:creationId xmlns:a16="http://schemas.microsoft.com/office/drawing/2014/main" id="{DB07AF99-7A48-4D8A-B91C-532659C18C18}"/>
              </a:ext>
            </a:extLst>
          </p:cNvPr>
          <p:cNvSpPr/>
          <p:nvPr/>
        </p:nvSpPr>
        <p:spPr>
          <a:xfrm>
            <a:off x="3258195" y="-3000"/>
            <a:ext cx="6493955" cy="817757"/>
          </a:xfrm>
          <a:prstGeom prst="rect">
            <a:avLst/>
          </a:prstGeom>
          <a:noFill/>
        </p:spPr>
        <p:txBody>
          <a:bodyPr wrap="square" lIns="78328" tIns="39164" rIns="78328" bIns="39164">
            <a:spAutoFit/>
          </a:bodyPr>
          <a:lstStyle/>
          <a:p>
            <a:pPr algn="ctr"/>
            <a:r>
              <a:rPr lang="es-ES" sz="48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Berlin Sans FB Demi" panose="020E0802020502020306" pitchFamily="34" charset="0"/>
                <a:ea typeface="Malgun Gothic" panose="020B0503020000020004" pitchFamily="34" charset="-127"/>
                <a:cs typeface="Malgun Gothic Semilight" panose="020B0502040204020203" pitchFamily="34" charset="-128"/>
              </a:rPr>
              <a:t>Apreciados Aprendices</a:t>
            </a:r>
          </a:p>
        </p:txBody>
      </p:sp>
      <p:sp>
        <p:nvSpPr>
          <p:cNvPr id="52" name="CuadroTexto 1">
            <a:extLst>
              <a:ext uri="{FF2B5EF4-FFF2-40B4-BE49-F238E27FC236}">
                <a16:creationId xmlns:a16="http://schemas.microsoft.com/office/drawing/2014/main" id="{EADBF5BF-2737-4B95-822A-48559FA8CA59}"/>
              </a:ext>
            </a:extLst>
          </p:cNvPr>
          <p:cNvSpPr txBox="1"/>
          <p:nvPr/>
        </p:nvSpPr>
        <p:spPr>
          <a:xfrm>
            <a:off x="1169456" y="1089191"/>
            <a:ext cx="10816850" cy="3785652"/>
          </a:xfrm>
          <a:prstGeom prst="rect">
            <a:avLst/>
          </a:prstGeom>
          <a:noFill/>
        </p:spPr>
        <p:txBody>
          <a:bodyPr wrap="square" rtlCol="0">
            <a:spAutoFit/>
          </a:bodyPr>
          <a:lstStyle/>
          <a:p>
            <a:r>
              <a:rPr lang="es-ES" sz="1800" dirty="0">
                <a:solidFill>
                  <a:schemeClr val="accent1">
                    <a:lumMod val="50000"/>
                  </a:schemeClr>
                </a:solidFill>
                <a:latin typeface="Malgun Gothic" panose="020B0503020000020004" pitchFamily="34" charset="-127"/>
                <a:ea typeface="Malgun Gothic" panose="020B0503020000020004" pitchFamily="34" charset="-127"/>
                <a:cs typeface="Arial" panose="020B0604020202020204" pitchFamily="34" charset="0"/>
              </a:rPr>
              <a:t>Estamos próximos a finalizar el proceso de formación y es importante el cumplimiento de las evidencias de Seguimiento a la etapa productiva, a continuación relaciono los documentos que deben recolectar para realizar el proceso de certificación.</a:t>
            </a:r>
          </a:p>
          <a:p>
            <a:endParaRPr lang="es-ES" sz="1800" dirty="0">
              <a:solidFill>
                <a:schemeClr val="accent1">
                  <a:lumMod val="50000"/>
                </a:schemeClr>
              </a:solidFill>
              <a:latin typeface="Malgun Gothic" panose="020B0503020000020004" pitchFamily="34" charset="-127"/>
              <a:ea typeface="Malgun Gothic" panose="020B0503020000020004" pitchFamily="34" charset="-127"/>
              <a:cs typeface="Arial" panose="020B0604020202020204" pitchFamily="34" charset="0"/>
            </a:endParaRPr>
          </a:p>
          <a:p>
            <a:pPr marL="233874" indent="-233874">
              <a:buFont typeface="+mj-lt"/>
              <a:buAutoNum type="arabicPeriod"/>
            </a:pPr>
            <a:r>
              <a:rPr lang="es-CO" sz="1800" dirty="0">
                <a:solidFill>
                  <a:schemeClr val="accent1">
                    <a:lumMod val="50000"/>
                  </a:schemeClr>
                </a:solidFill>
                <a:latin typeface="Malgun Gothic" panose="020B0503020000020004" pitchFamily="34" charset="-127"/>
                <a:ea typeface="Malgun Gothic" panose="020B0503020000020004" pitchFamily="34" charset="-127"/>
              </a:rPr>
              <a:t>Paz y Salvo diligenciado y firmado (2 copias)</a:t>
            </a:r>
          </a:p>
          <a:p>
            <a:pPr marL="233874" indent="-233874">
              <a:buFont typeface="+mj-lt"/>
              <a:buAutoNum type="arabicPeriod"/>
            </a:pPr>
            <a:r>
              <a:rPr lang="es-CO" sz="1800" dirty="0">
                <a:solidFill>
                  <a:schemeClr val="accent1">
                    <a:lumMod val="50000"/>
                  </a:schemeClr>
                </a:solidFill>
                <a:latin typeface="Malgun Gothic" panose="020B0503020000020004" pitchFamily="34" charset="-127"/>
                <a:ea typeface="Malgun Gothic" panose="020B0503020000020004" pitchFamily="34" charset="-127"/>
              </a:rPr>
              <a:t>Fotocopia Documento de Identidad (150%)</a:t>
            </a:r>
          </a:p>
          <a:p>
            <a:pPr marL="233874" indent="-233874">
              <a:buFont typeface="+mj-lt"/>
              <a:buAutoNum type="arabicPeriod"/>
            </a:pPr>
            <a:r>
              <a:rPr lang="es-CO" sz="1800" dirty="0">
                <a:solidFill>
                  <a:schemeClr val="accent1">
                    <a:lumMod val="50000"/>
                  </a:schemeClr>
                </a:solidFill>
                <a:latin typeface="Malgun Gothic" panose="020B0503020000020004" pitchFamily="34" charset="-127"/>
                <a:ea typeface="Malgun Gothic" panose="020B0503020000020004" pitchFamily="34" charset="-127"/>
              </a:rPr>
              <a:t>Certificación Laboral (fechas precisas y exactas de la etapa productiva)</a:t>
            </a:r>
          </a:p>
          <a:p>
            <a:pPr marL="233874" indent="-233874">
              <a:buFont typeface="+mj-lt"/>
              <a:buAutoNum type="arabicPeriod"/>
            </a:pPr>
            <a:r>
              <a:rPr lang="es-CO" sz="1800" dirty="0">
                <a:solidFill>
                  <a:schemeClr val="accent1">
                    <a:lumMod val="50000"/>
                  </a:schemeClr>
                </a:solidFill>
                <a:latin typeface="Malgun Gothic" panose="020B0503020000020004" pitchFamily="34" charset="-127"/>
                <a:ea typeface="Malgun Gothic" panose="020B0503020000020004" pitchFamily="34" charset="-127"/>
              </a:rPr>
              <a:t>Autorización de Coordinación Académica (para alternativas diferentes a Contrato de Aprendizaje)</a:t>
            </a:r>
          </a:p>
          <a:p>
            <a:pPr marL="233874" indent="-233874">
              <a:buFont typeface="+mj-lt"/>
              <a:buAutoNum type="arabicPeriod"/>
            </a:pPr>
            <a:r>
              <a:rPr lang="es-CO" sz="1800" dirty="0">
                <a:solidFill>
                  <a:schemeClr val="accent1">
                    <a:lumMod val="50000"/>
                  </a:schemeClr>
                </a:solidFill>
                <a:latin typeface="Malgun Gothic" panose="020B0503020000020004" pitchFamily="34" charset="-127"/>
                <a:ea typeface="Malgun Gothic" panose="020B0503020000020004" pitchFamily="34" charset="-127"/>
              </a:rPr>
              <a:t>Formato F023 DEBIDAMENTE FIRMADO (Concertación, evaluación parcial y final)</a:t>
            </a:r>
          </a:p>
          <a:p>
            <a:pPr marL="233874" indent="-233874">
              <a:buFont typeface="+mj-lt"/>
              <a:buAutoNum type="arabicPeriod"/>
            </a:pPr>
            <a:r>
              <a:rPr lang="es-CO" sz="1800" dirty="0">
                <a:solidFill>
                  <a:schemeClr val="accent1">
                    <a:lumMod val="50000"/>
                  </a:schemeClr>
                </a:solidFill>
                <a:latin typeface="Malgun Gothic" panose="020B0503020000020004" pitchFamily="34" charset="-127"/>
                <a:ea typeface="Malgun Gothic" panose="020B0503020000020004" pitchFamily="34" charset="-127"/>
              </a:rPr>
              <a:t>Bitácoras Quincenales DEBIDAMENTE FIRMADAS</a:t>
            </a:r>
          </a:p>
          <a:p>
            <a:pPr marL="233874" indent="-233874">
              <a:buFont typeface="+mj-lt"/>
              <a:buAutoNum type="arabicPeriod"/>
            </a:pPr>
            <a:endParaRPr lang="es-CO" sz="1800" dirty="0">
              <a:solidFill>
                <a:schemeClr val="accent1">
                  <a:lumMod val="50000"/>
                </a:schemeClr>
              </a:solidFill>
              <a:latin typeface="Malgun Gothic" panose="020B0503020000020004" pitchFamily="34" charset="-127"/>
              <a:ea typeface="Malgun Gothic" panose="020B0503020000020004" pitchFamily="34" charset="-127"/>
            </a:endParaRPr>
          </a:p>
          <a:p>
            <a:r>
              <a:rPr lang="es-CO" sz="1800" dirty="0">
                <a:solidFill>
                  <a:schemeClr val="accent1">
                    <a:lumMod val="50000"/>
                  </a:schemeClr>
                </a:solidFill>
                <a:latin typeface="Malgun Gothic" panose="020B0503020000020004" pitchFamily="34" charset="-127"/>
                <a:ea typeface="Malgun Gothic" panose="020B0503020000020004" pitchFamily="34" charset="-127"/>
              </a:rPr>
              <a:t>Próximamente les informare el proceso a seguir para el envío de esta información.</a:t>
            </a:r>
          </a:p>
          <a:p>
            <a:pPr algn="ctr"/>
            <a:endParaRPr lang="es-ES" sz="2400" dirty="0">
              <a:solidFill>
                <a:schemeClr val="bg1">
                  <a:lumMod val="65000"/>
                  <a:lumOff val="35000"/>
                </a:schemeClr>
              </a:solidFill>
              <a:latin typeface="Malgun Gothic" panose="020B0503020000020004" pitchFamily="34" charset="-127"/>
              <a:ea typeface="Malgun Gothic" panose="020B0503020000020004" pitchFamily="34" charset="-127"/>
              <a:cs typeface="Arial" panose="020B0604020202020204" pitchFamily="34" charset="0"/>
            </a:endParaRPr>
          </a:p>
        </p:txBody>
      </p:sp>
      <p:cxnSp>
        <p:nvCxnSpPr>
          <p:cNvPr id="12" name="Conector recto 11">
            <a:extLst>
              <a:ext uri="{FF2B5EF4-FFF2-40B4-BE49-F238E27FC236}">
                <a16:creationId xmlns:a16="http://schemas.microsoft.com/office/drawing/2014/main" id="{D6AF4E59-C01F-4292-BE5D-0EBC6CAE2E53}"/>
              </a:ext>
            </a:extLst>
          </p:cNvPr>
          <p:cNvCxnSpPr/>
          <p:nvPr/>
        </p:nvCxnSpPr>
        <p:spPr>
          <a:xfrm>
            <a:off x="1119486" y="4984589"/>
            <a:ext cx="0" cy="648072"/>
          </a:xfrm>
          <a:prstGeom prst="line">
            <a:avLst/>
          </a:prstGeom>
          <a:ln>
            <a:solidFill>
              <a:schemeClr val="bg1">
                <a:lumMod val="75000"/>
                <a:lumOff val="25000"/>
              </a:schemeClr>
            </a:solidFill>
          </a:ln>
        </p:spPr>
        <p:style>
          <a:lnRef idx="1">
            <a:schemeClr val="accent2"/>
          </a:lnRef>
          <a:fillRef idx="0">
            <a:schemeClr val="accent2"/>
          </a:fillRef>
          <a:effectRef idx="0">
            <a:schemeClr val="accent2"/>
          </a:effectRef>
          <a:fontRef idx="minor">
            <a:schemeClr val="tx1"/>
          </a:fontRef>
        </p:style>
      </p:cxnSp>
      <p:sp>
        <p:nvSpPr>
          <p:cNvPr id="13" name="CuadroTexto 12">
            <a:extLst>
              <a:ext uri="{FF2B5EF4-FFF2-40B4-BE49-F238E27FC236}">
                <a16:creationId xmlns:a16="http://schemas.microsoft.com/office/drawing/2014/main" id="{F84F56F6-14DE-4A19-9BFB-9AC96E30F162}"/>
              </a:ext>
            </a:extLst>
          </p:cNvPr>
          <p:cNvSpPr txBox="1"/>
          <p:nvPr/>
        </p:nvSpPr>
        <p:spPr>
          <a:xfrm>
            <a:off x="1198639" y="4871350"/>
            <a:ext cx="1564530" cy="3597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4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Nombre del Instructor</a:t>
            </a:r>
            <a:endParaRPr kumimoji="0" lang="es-CO" sz="14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sp>
        <p:nvSpPr>
          <p:cNvPr id="14" name="CuadroTexto 13">
            <a:extLst>
              <a:ext uri="{FF2B5EF4-FFF2-40B4-BE49-F238E27FC236}">
                <a16:creationId xmlns:a16="http://schemas.microsoft.com/office/drawing/2014/main" id="{444BBB20-E655-4856-8E4A-F336F98C40D9}"/>
              </a:ext>
            </a:extLst>
          </p:cNvPr>
          <p:cNvSpPr txBox="1"/>
          <p:nvPr/>
        </p:nvSpPr>
        <p:spPr>
          <a:xfrm>
            <a:off x="1191494" y="5098154"/>
            <a:ext cx="3218829" cy="3597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400" b="1"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Instructor de Seguimiento Etapa Productiva</a:t>
            </a:r>
            <a:endParaRPr kumimoji="0" lang="es-CO" sz="1400" b="1"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sp>
        <p:nvSpPr>
          <p:cNvPr id="15" name="CuadroTexto 14">
            <a:extLst>
              <a:ext uri="{FF2B5EF4-FFF2-40B4-BE49-F238E27FC236}">
                <a16:creationId xmlns:a16="http://schemas.microsoft.com/office/drawing/2014/main" id="{F7BCD6D8-6D45-40DE-B441-3B10F6987D88}"/>
              </a:ext>
            </a:extLst>
          </p:cNvPr>
          <p:cNvSpPr txBox="1"/>
          <p:nvPr/>
        </p:nvSpPr>
        <p:spPr>
          <a:xfrm>
            <a:off x="1204092" y="5324177"/>
            <a:ext cx="1931618" cy="3289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2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Centro de Servicios Financieros</a:t>
            </a:r>
            <a:endParaRPr kumimoji="0" lang="es-CO" sz="12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pic>
        <p:nvPicPr>
          <p:cNvPr id="2" name="Picture 4" descr="▷ Logo del SENA: cómo es, significado y descargar »【2023】">
            <a:extLst>
              <a:ext uri="{FF2B5EF4-FFF2-40B4-BE49-F238E27FC236}">
                <a16:creationId xmlns:a16="http://schemas.microsoft.com/office/drawing/2014/main" id="{91158A40-1BD9-C9AE-4D67-16E95BED69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0141" y="4847618"/>
            <a:ext cx="827338" cy="808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4081066"/>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4100" name="Picture 4" descr="30 fondos de pantalla para tu móvil, que te harán sonreír cada vez que desbloquees la pantalla – Upsocl">
            <a:extLst>
              <a:ext uri="{FF2B5EF4-FFF2-40B4-BE49-F238E27FC236}">
                <a16:creationId xmlns:a16="http://schemas.microsoft.com/office/drawing/2014/main" id="{E3B50690-9BF1-4341-B3C9-5D3628350F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3430362" y="-3430361"/>
            <a:ext cx="5704341" cy="12565061"/>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esquinas redondeadas 2">
            <a:extLst>
              <a:ext uri="{FF2B5EF4-FFF2-40B4-BE49-F238E27FC236}">
                <a16:creationId xmlns:a16="http://schemas.microsoft.com/office/drawing/2014/main" id="{F6466FD8-C7B0-4CFB-913C-124ED86E4C3F}"/>
              </a:ext>
            </a:extLst>
          </p:cNvPr>
          <p:cNvSpPr/>
          <p:nvPr/>
        </p:nvSpPr>
        <p:spPr>
          <a:xfrm>
            <a:off x="578757" y="834701"/>
            <a:ext cx="11464409" cy="3979835"/>
          </a:xfrm>
          <a:prstGeom prst="roundRect">
            <a:avLst/>
          </a:prstGeom>
          <a:solidFill>
            <a:schemeClr val="accent1">
              <a:lumMod val="75000"/>
              <a:alpha val="2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endParaRPr kumimoji="0" lang="es-CO" sz="340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53" name="9 Rectángulo">
            <a:extLst>
              <a:ext uri="{FF2B5EF4-FFF2-40B4-BE49-F238E27FC236}">
                <a16:creationId xmlns:a16="http://schemas.microsoft.com/office/drawing/2014/main" id="{DB07AF99-7A48-4D8A-B91C-532659C18C18}"/>
              </a:ext>
            </a:extLst>
          </p:cNvPr>
          <p:cNvSpPr/>
          <p:nvPr/>
        </p:nvSpPr>
        <p:spPr>
          <a:xfrm>
            <a:off x="3258195" y="-3000"/>
            <a:ext cx="6493955" cy="817757"/>
          </a:xfrm>
          <a:prstGeom prst="rect">
            <a:avLst/>
          </a:prstGeom>
          <a:noFill/>
        </p:spPr>
        <p:txBody>
          <a:bodyPr wrap="square" lIns="78328" tIns="39164" rIns="78328" bIns="39164">
            <a:spAutoFit/>
          </a:bodyPr>
          <a:lstStyle/>
          <a:p>
            <a:pPr algn="ctr"/>
            <a:r>
              <a:rPr lang="es-ES" sz="48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Berlin Sans FB Demi" panose="020E0802020502020306" pitchFamily="34" charset="0"/>
                <a:ea typeface="Malgun Gothic" panose="020B0503020000020004" pitchFamily="34" charset="-127"/>
                <a:cs typeface="Malgun Gothic Semilight" panose="020B0502040204020203" pitchFamily="34" charset="-128"/>
              </a:rPr>
              <a:t>Apreciados Aprendices</a:t>
            </a:r>
          </a:p>
        </p:txBody>
      </p:sp>
      <p:sp>
        <p:nvSpPr>
          <p:cNvPr id="52" name="CuadroTexto 1">
            <a:extLst>
              <a:ext uri="{FF2B5EF4-FFF2-40B4-BE49-F238E27FC236}">
                <a16:creationId xmlns:a16="http://schemas.microsoft.com/office/drawing/2014/main" id="{EADBF5BF-2737-4B95-822A-48559FA8CA59}"/>
              </a:ext>
            </a:extLst>
          </p:cNvPr>
          <p:cNvSpPr txBox="1"/>
          <p:nvPr/>
        </p:nvSpPr>
        <p:spPr>
          <a:xfrm>
            <a:off x="1169456" y="1089191"/>
            <a:ext cx="10816850" cy="3785652"/>
          </a:xfrm>
          <a:prstGeom prst="rect">
            <a:avLst/>
          </a:prstGeom>
          <a:noFill/>
        </p:spPr>
        <p:txBody>
          <a:bodyPr wrap="square" rtlCol="0">
            <a:spAutoFit/>
          </a:bodyPr>
          <a:lstStyle/>
          <a:p>
            <a:r>
              <a:rPr lang="es-ES" sz="1800" dirty="0">
                <a:solidFill>
                  <a:schemeClr val="accent1">
                    <a:lumMod val="50000"/>
                  </a:schemeClr>
                </a:solidFill>
                <a:latin typeface="Malgun Gothic" panose="020B0503020000020004" pitchFamily="34" charset="-127"/>
                <a:ea typeface="Malgun Gothic" panose="020B0503020000020004" pitchFamily="34" charset="-127"/>
                <a:cs typeface="Arial" panose="020B0604020202020204" pitchFamily="34" charset="0"/>
              </a:rPr>
              <a:t>Estamos próximos a finalizar el proceso de formación y es importante el cumplimiento de las evidencias de Seguimiento a la etapa productiva, a continuación relaciono los documentos que deben recolectar para realizar el proceso de certificación.</a:t>
            </a:r>
          </a:p>
          <a:p>
            <a:endParaRPr lang="es-ES" sz="1800" dirty="0">
              <a:solidFill>
                <a:schemeClr val="accent1">
                  <a:lumMod val="50000"/>
                </a:schemeClr>
              </a:solidFill>
              <a:latin typeface="Malgun Gothic" panose="020B0503020000020004" pitchFamily="34" charset="-127"/>
              <a:ea typeface="Malgun Gothic" panose="020B0503020000020004" pitchFamily="34" charset="-127"/>
              <a:cs typeface="Arial" panose="020B0604020202020204" pitchFamily="34" charset="0"/>
            </a:endParaRPr>
          </a:p>
          <a:p>
            <a:pPr marL="233874" indent="-233874">
              <a:buFont typeface="+mj-lt"/>
              <a:buAutoNum type="arabicPeriod"/>
            </a:pPr>
            <a:r>
              <a:rPr lang="es-CO" sz="1800" dirty="0">
                <a:solidFill>
                  <a:schemeClr val="accent1">
                    <a:lumMod val="50000"/>
                  </a:schemeClr>
                </a:solidFill>
                <a:latin typeface="Malgun Gothic" panose="020B0503020000020004" pitchFamily="34" charset="-127"/>
                <a:ea typeface="Malgun Gothic" panose="020B0503020000020004" pitchFamily="34" charset="-127"/>
              </a:rPr>
              <a:t>Paz y Salvo diligenciado y firmado (2 copias)</a:t>
            </a:r>
          </a:p>
          <a:p>
            <a:pPr marL="233874" indent="-233874">
              <a:buFont typeface="+mj-lt"/>
              <a:buAutoNum type="arabicPeriod"/>
            </a:pPr>
            <a:r>
              <a:rPr lang="es-CO" sz="1800" dirty="0">
                <a:solidFill>
                  <a:schemeClr val="accent1">
                    <a:lumMod val="50000"/>
                  </a:schemeClr>
                </a:solidFill>
                <a:latin typeface="Malgun Gothic" panose="020B0503020000020004" pitchFamily="34" charset="-127"/>
                <a:ea typeface="Malgun Gothic" panose="020B0503020000020004" pitchFamily="34" charset="-127"/>
              </a:rPr>
              <a:t>Fotocopia Documento de Identidad (150%)</a:t>
            </a:r>
          </a:p>
          <a:p>
            <a:pPr marL="233874" indent="-233874">
              <a:buFont typeface="+mj-lt"/>
              <a:buAutoNum type="arabicPeriod"/>
            </a:pPr>
            <a:r>
              <a:rPr lang="es-CO" sz="1800" dirty="0">
                <a:solidFill>
                  <a:schemeClr val="accent1">
                    <a:lumMod val="50000"/>
                  </a:schemeClr>
                </a:solidFill>
                <a:latin typeface="Malgun Gothic" panose="020B0503020000020004" pitchFamily="34" charset="-127"/>
                <a:ea typeface="Malgun Gothic" panose="020B0503020000020004" pitchFamily="34" charset="-127"/>
              </a:rPr>
              <a:t>Certificación Laboral (fechas precisas y exactas de la etapa productiva)</a:t>
            </a:r>
          </a:p>
          <a:p>
            <a:pPr marL="233874" indent="-233874">
              <a:buFont typeface="+mj-lt"/>
              <a:buAutoNum type="arabicPeriod"/>
            </a:pPr>
            <a:r>
              <a:rPr lang="es-CO" sz="1800" dirty="0">
                <a:solidFill>
                  <a:schemeClr val="accent1">
                    <a:lumMod val="50000"/>
                  </a:schemeClr>
                </a:solidFill>
                <a:latin typeface="Malgun Gothic" panose="020B0503020000020004" pitchFamily="34" charset="-127"/>
                <a:ea typeface="Malgun Gothic" panose="020B0503020000020004" pitchFamily="34" charset="-127"/>
              </a:rPr>
              <a:t>Autorización de Coordinación Académica (para alternativas diferentes a Contrato de Aprendizaje)</a:t>
            </a:r>
          </a:p>
          <a:p>
            <a:pPr marL="233874" indent="-233874">
              <a:buFont typeface="+mj-lt"/>
              <a:buAutoNum type="arabicPeriod"/>
            </a:pPr>
            <a:r>
              <a:rPr lang="es-CO" sz="1800" dirty="0">
                <a:solidFill>
                  <a:schemeClr val="accent1">
                    <a:lumMod val="50000"/>
                  </a:schemeClr>
                </a:solidFill>
                <a:latin typeface="Malgun Gothic" panose="020B0503020000020004" pitchFamily="34" charset="-127"/>
                <a:ea typeface="Malgun Gothic" panose="020B0503020000020004" pitchFamily="34" charset="-127"/>
              </a:rPr>
              <a:t>Formato F023 DEBIDAMENTE FIRMADO (Concertación, evaluación parcial y final)</a:t>
            </a:r>
          </a:p>
          <a:p>
            <a:pPr marL="233874" indent="-233874">
              <a:buFont typeface="+mj-lt"/>
              <a:buAutoNum type="arabicPeriod"/>
            </a:pPr>
            <a:r>
              <a:rPr lang="es-CO" sz="1800" dirty="0">
                <a:solidFill>
                  <a:schemeClr val="accent1">
                    <a:lumMod val="50000"/>
                  </a:schemeClr>
                </a:solidFill>
                <a:latin typeface="Malgun Gothic" panose="020B0503020000020004" pitchFamily="34" charset="-127"/>
                <a:ea typeface="Malgun Gothic" panose="020B0503020000020004" pitchFamily="34" charset="-127"/>
              </a:rPr>
              <a:t>Bitácoras Quincenales DEBIDAMENTE FIRMADAS</a:t>
            </a:r>
          </a:p>
          <a:p>
            <a:pPr marL="233874" indent="-233874">
              <a:buFont typeface="+mj-lt"/>
              <a:buAutoNum type="arabicPeriod"/>
            </a:pPr>
            <a:endParaRPr lang="es-CO" sz="1800" dirty="0">
              <a:solidFill>
                <a:schemeClr val="accent1">
                  <a:lumMod val="50000"/>
                </a:schemeClr>
              </a:solidFill>
              <a:latin typeface="Malgun Gothic" panose="020B0503020000020004" pitchFamily="34" charset="-127"/>
              <a:ea typeface="Malgun Gothic" panose="020B0503020000020004" pitchFamily="34" charset="-127"/>
            </a:endParaRPr>
          </a:p>
          <a:p>
            <a:r>
              <a:rPr lang="es-CO" sz="1800" dirty="0">
                <a:solidFill>
                  <a:schemeClr val="accent1">
                    <a:lumMod val="50000"/>
                  </a:schemeClr>
                </a:solidFill>
                <a:latin typeface="Malgun Gothic" panose="020B0503020000020004" pitchFamily="34" charset="-127"/>
                <a:ea typeface="Malgun Gothic" panose="020B0503020000020004" pitchFamily="34" charset="-127"/>
              </a:rPr>
              <a:t>Próximamente les informare el proceso a seguir para el envío de esta información.</a:t>
            </a:r>
          </a:p>
          <a:p>
            <a:pPr algn="ctr"/>
            <a:endParaRPr lang="es-ES" sz="2400" dirty="0">
              <a:solidFill>
                <a:schemeClr val="bg1">
                  <a:lumMod val="65000"/>
                  <a:lumOff val="35000"/>
                </a:schemeClr>
              </a:solidFill>
              <a:latin typeface="Malgun Gothic" panose="020B0503020000020004" pitchFamily="34" charset="-127"/>
              <a:ea typeface="Malgun Gothic" panose="020B0503020000020004" pitchFamily="34" charset="-127"/>
              <a:cs typeface="Arial" panose="020B0604020202020204" pitchFamily="34" charset="0"/>
            </a:endParaRPr>
          </a:p>
        </p:txBody>
      </p:sp>
      <p:cxnSp>
        <p:nvCxnSpPr>
          <p:cNvPr id="12" name="Conector recto 11">
            <a:extLst>
              <a:ext uri="{FF2B5EF4-FFF2-40B4-BE49-F238E27FC236}">
                <a16:creationId xmlns:a16="http://schemas.microsoft.com/office/drawing/2014/main" id="{A5AB1A20-5830-4CCB-901B-FEC33FE84373}"/>
              </a:ext>
            </a:extLst>
          </p:cNvPr>
          <p:cNvCxnSpPr/>
          <p:nvPr/>
        </p:nvCxnSpPr>
        <p:spPr>
          <a:xfrm>
            <a:off x="953939" y="4902255"/>
            <a:ext cx="0" cy="648072"/>
          </a:xfrm>
          <a:prstGeom prst="line">
            <a:avLst/>
          </a:prstGeom>
          <a:ln>
            <a:solidFill>
              <a:schemeClr val="bg1">
                <a:lumMod val="75000"/>
                <a:lumOff val="25000"/>
              </a:schemeClr>
            </a:solidFill>
          </a:ln>
        </p:spPr>
        <p:style>
          <a:lnRef idx="1">
            <a:schemeClr val="accent2"/>
          </a:lnRef>
          <a:fillRef idx="0">
            <a:schemeClr val="accent2"/>
          </a:fillRef>
          <a:effectRef idx="0">
            <a:schemeClr val="accent2"/>
          </a:effectRef>
          <a:fontRef idx="minor">
            <a:schemeClr val="tx1"/>
          </a:fontRef>
        </p:style>
      </p:cxnSp>
      <p:sp>
        <p:nvSpPr>
          <p:cNvPr id="13" name="CuadroTexto 12">
            <a:extLst>
              <a:ext uri="{FF2B5EF4-FFF2-40B4-BE49-F238E27FC236}">
                <a16:creationId xmlns:a16="http://schemas.microsoft.com/office/drawing/2014/main" id="{84F3932A-00E6-4A53-B0CA-FED15514BD0B}"/>
              </a:ext>
            </a:extLst>
          </p:cNvPr>
          <p:cNvSpPr txBox="1"/>
          <p:nvPr/>
        </p:nvSpPr>
        <p:spPr>
          <a:xfrm>
            <a:off x="1033092" y="4789016"/>
            <a:ext cx="1564530" cy="3597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4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Nombre del Instructor</a:t>
            </a:r>
            <a:endParaRPr kumimoji="0" lang="es-CO" sz="14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sp>
        <p:nvSpPr>
          <p:cNvPr id="14" name="CuadroTexto 13">
            <a:extLst>
              <a:ext uri="{FF2B5EF4-FFF2-40B4-BE49-F238E27FC236}">
                <a16:creationId xmlns:a16="http://schemas.microsoft.com/office/drawing/2014/main" id="{9849F1D5-6AE7-43A6-B998-B948C09D0482}"/>
              </a:ext>
            </a:extLst>
          </p:cNvPr>
          <p:cNvSpPr txBox="1"/>
          <p:nvPr/>
        </p:nvSpPr>
        <p:spPr>
          <a:xfrm>
            <a:off x="1025947" y="5015820"/>
            <a:ext cx="3218829" cy="3597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400" b="1"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Instructor de Seguimiento Etapa Productiva</a:t>
            </a:r>
            <a:endParaRPr kumimoji="0" lang="es-CO" sz="1400" b="1"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sp>
        <p:nvSpPr>
          <p:cNvPr id="15" name="CuadroTexto 14">
            <a:extLst>
              <a:ext uri="{FF2B5EF4-FFF2-40B4-BE49-F238E27FC236}">
                <a16:creationId xmlns:a16="http://schemas.microsoft.com/office/drawing/2014/main" id="{5E190F10-5FDA-418B-92D4-BC1EE00923D7}"/>
              </a:ext>
            </a:extLst>
          </p:cNvPr>
          <p:cNvSpPr txBox="1"/>
          <p:nvPr/>
        </p:nvSpPr>
        <p:spPr>
          <a:xfrm>
            <a:off x="1038545" y="5241843"/>
            <a:ext cx="1931618" cy="3289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2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rPr>
              <a:t>Centro de Servicios Financieros</a:t>
            </a:r>
            <a:endParaRPr kumimoji="0" lang="es-CO" sz="1200" i="0" u="none" strike="noStrike" cap="none" spc="0" normalizeH="0" baseline="0" dirty="0">
              <a:ln>
                <a:noFill/>
              </a:ln>
              <a:solidFill>
                <a:schemeClr val="bg2"/>
              </a:solidFill>
              <a:effectLst/>
              <a:uFillTx/>
              <a:latin typeface="Arial Narrow" panose="020B0606020202030204" pitchFamily="34" charset="0"/>
              <a:ea typeface="Helvetica Neue"/>
              <a:cs typeface="Helvetica Neue"/>
              <a:sym typeface="Helvetica Neue"/>
            </a:endParaRPr>
          </a:p>
        </p:txBody>
      </p:sp>
      <p:pic>
        <p:nvPicPr>
          <p:cNvPr id="5" name="Picture 4" descr="▷ Logo del SENA: cómo es, significado y descargar »【2023】">
            <a:extLst>
              <a:ext uri="{FF2B5EF4-FFF2-40B4-BE49-F238E27FC236}">
                <a16:creationId xmlns:a16="http://schemas.microsoft.com/office/drawing/2014/main" id="{01D4DEC3-12D0-35F4-BB7C-410456C94D2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614" y="4741426"/>
            <a:ext cx="827338" cy="808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0939238"/>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n 16">
            <a:extLst>
              <a:ext uri="{FF2B5EF4-FFF2-40B4-BE49-F238E27FC236}">
                <a16:creationId xmlns:a16="http://schemas.microsoft.com/office/drawing/2014/main" id="{1ED64D6A-5FBD-4FCA-9E4D-E4A9337D492D}"/>
              </a:ext>
            </a:extLst>
          </p:cNvPr>
          <p:cNvPicPr>
            <a:picLocks noChangeAspect="1"/>
          </p:cNvPicPr>
          <p:nvPr/>
        </p:nvPicPr>
        <p:blipFill rotWithShape="1">
          <a:blip r:embed="rId3"/>
          <a:srcRect l="62163" r="23915" b="91972"/>
          <a:stretch/>
        </p:blipFill>
        <p:spPr>
          <a:xfrm>
            <a:off x="-10009" y="0"/>
            <a:ext cx="12575072" cy="5689600"/>
          </a:xfrm>
          <a:prstGeom prst="rect">
            <a:avLst/>
          </a:prstGeom>
        </p:spPr>
      </p:pic>
      <p:sp>
        <p:nvSpPr>
          <p:cNvPr id="18" name="9 Rectángulo">
            <a:extLst>
              <a:ext uri="{FF2B5EF4-FFF2-40B4-BE49-F238E27FC236}">
                <a16:creationId xmlns:a16="http://schemas.microsoft.com/office/drawing/2014/main" id="{2250B7E5-A66B-4C13-BA2E-244D2ED2275E}"/>
              </a:ext>
            </a:extLst>
          </p:cNvPr>
          <p:cNvSpPr/>
          <p:nvPr/>
        </p:nvSpPr>
        <p:spPr>
          <a:xfrm>
            <a:off x="3030549" y="-71641"/>
            <a:ext cx="6493955" cy="756201"/>
          </a:xfrm>
          <a:prstGeom prst="rect">
            <a:avLst/>
          </a:prstGeom>
          <a:noFill/>
        </p:spPr>
        <p:txBody>
          <a:bodyPr wrap="square" lIns="78328" tIns="39164" rIns="78328" bIns="39164">
            <a:spAutoFit/>
            <a:scene3d>
              <a:camera prst="orthographicFront"/>
              <a:lightRig rig="harsh" dir="t"/>
            </a:scene3d>
            <a:sp3d extrusionH="57150" prstMaterial="matte">
              <a:bevelT w="63500" h="12700" prst="angle"/>
              <a:contourClr>
                <a:schemeClr val="bg1">
                  <a:lumMod val="65000"/>
                </a:schemeClr>
              </a:contourClr>
            </a:sp3d>
          </a:bodyPr>
          <a:lstStyle/>
          <a:p>
            <a:pPr algn="ctr"/>
            <a:r>
              <a:rPr lang="es-ES" sz="4400" b="1" dirty="0">
                <a:ln/>
                <a:solidFill>
                  <a:schemeClr val="accent3"/>
                </a:solidFill>
                <a:latin typeface="Berlin Sans FB Demi" panose="020E0802020502020306" pitchFamily="34" charset="0"/>
                <a:ea typeface="Malgun Gothic" panose="020B0503020000020004" pitchFamily="34" charset="-127"/>
                <a:cs typeface="Malgun Gothic Semilight" panose="020B0502040204020203" pitchFamily="34" charset="-128"/>
              </a:rPr>
              <a:t>Apreciados Aprendices</a:t>
            </a:r>
          </a:p>
        </p:txBody>
      </p:sp>
      <p:pic>
        <p:nvPicPr>
          <p:cNvPr id="19" name="Imagen 18">
            <a:extLst>
              <a:ext uri="{FF2B5EF4-FFF2-40B4-BE49-F238E27FC236}">
                <a16:creationId xmlns:a16="http://schemas.microsoft.com/office/drawing/2014/main" id="{5B1CDEFB-55FA-4B63-B23A-460FAAC370C4}"/>
              </a:ext>
            </a:extLst>
          </p:cNvPr>
          <p:cNvPicPr>
            <a:picLocks noChangeAspect="1"/>
          </p:cNvPicPr>
          <p:nvPr/>
        </p:nvPicPr>
        <p:blipFill rotWithShape="1">
          <a:blip r:embed="rId3">
            <a:duotone>
              <a:prstClr val="black"/>
              <a:schemeClr val="accent3">
                <a:tint val="45000"/>
                <a:satMod val="400000"/>
              </a:schemeClr>
            </a:duotone>
          </a:blip>
          <a:srcRect t="79109" r="92463"/>
          <a:stretch/>
        </p:blipFill>
        <p:spPr>
          <a:xfrm>
            <a:off x="-31453" y="4717008"/>
            <a:ext cx="12575072" cy="1084041"/>
          </a:xfrm>
          <a:prstGeom prst="rect">
            <a:avLst/>
          </a:prstGeom>
        </p:spPr>
      </p:pic>
      <p:pic>
        <p:nvPicPr>
          <p:cNvPr id="3" name="Imagen 2">
            <a:hlinkClick r:id="rId4"/>
            <a:extLst>
              <a:ext uri="{FF2B5EF4-FFF2-40B4-BE49-F238E27FC236}">
                <a16:creationId xmlns:a16="http://schemas.microsoft.com/office/drawing/2014/main" id="{EA6BA960-303E-4080-A1D2-042503007FBF}"/>
              </a:ext>
            </a:extLst>
          </p:cNvPr>
          <p:cNvPicPr>
            <a:picLocks noChangeAspect="1"/>
          </p:cNvPicPr>
          <p:nvPr/>
        </p:nvPicPr>
        <p:blipFill>
          <a:blip r:embed="rId3">
            <a:duotone>
              <a:prstClr val="black"/>
              <a:schemeClr val="accent3">
                <a:tint val="45000"/>
                <a:satMod val="400000"/>
              </a:schemeClr>
            </a:duotone>
          </a:blip>
          <a:stretch>
            <a:fillRect/>
          </a:stretch>
        </p:blipFill>
        <p:spPr>
          <a:xfrm>
            <a:off x="7969056" y="878775"/>
            <a:ext cx="4596008" cy="4918354"/>
          </a:xfrm>
          <a:prstGeom prst="rect">
            <a:avLst/>
          </a:prstGeom>
        </p:spPr>
      </p:pic>
      <p:sp>
        <p:nvSpPr>
          <p:cNvPr id="20" name="CuadroTexto 1">
            <a:extLst>
              <a:ext uri="{FF2B5EF4-FFF2-40B4-BE49-F238E27FC236}">
                <a16:creationId xmlns:a16="http://schemas.microsoft.com/office/drawing/2014/main" id="{86130454-484E-4FE8-9361-66E5F5B89B6D}"/>
              </a:ext>
            </a:extLst>
          </p:cNvPr>
          <p:cNvSpPr txBox="1"/>
          <p:nvPr/>
        </p:nvSpPr>
        <p:spPr>
          <a:xfrm>
            <a:off x="161851" y="612552"/>
            <a:ext cx="11597838" cy="2593018"/>
          </a:xfrm>
          <a:prstGeom prst="rect">
            <a:avLst/>
          </a:prstGeom>
          <a:noFill/>
        </p:spPr>
        <p:txBody>
          <a:bodyPr wrap="square" rtlCol="0">
            <a:spAutoFit/>
          </a:bodyPr>
          <a:lstStyle/>
          <a:p>
            <a:pPr algn="just"/>
            <a:r>
              <a:rPr lang="es-ES" sz="1250" dirty="0">
                <a:solidFill>
                  <a:schemeClr val="bg1">
                    <a:lumMod val="65000"/>
                    <a:lumOff val="35000"/>
                  </a:schemeClr>
                </a:solidFill>
                <a:latin typeface="Trebuchet MS" panose="020B0603020202020204" pitchFamily="34" charset="0"/>
                <a:cs typeface="Arial" panose="020B0604020202020204" pitchFamily="34" charset="0"/>
              </a:rPr>
              <a:t>Con el fin de realizar el proceso de certificación, atentamente les solicito enviar los documentos al correo electrónico </a:t>
            </a:r>
            <a:r>
              <a:rPr lang="es-ES" sz="1250" dirty="0">
                <a:solidFill>
                  <a:srgbClr val="2A08F6"/>
                </a:solidFill>
                <a:latin typeface="Trebuchet MS" panose="020B0603020202020204" pitchFamily="34" charset="0"/>
                <a:cs typeface="Aharoni" panose="02010803020104030203" pitchFamily="2" charset="-79"/>
                <a:hlinkClick r:id="rId5">
                  <a:extLst>
                    <a:ext uri="{A12FA001-AC4F-418D-AE19-62706E023703}">
                      <ahyp:hlinkClr xmlns:ahyp="http://schemas.microsoft.com/office/drawing/2018/hyperlinkcolor" val="tx"/>
                    </a:ext>
                  </a:extLst>
                </a:hlinkClick>
              </a:rPr>
              <a:t>xxxxxxxx@sena.edu.co</a:t>
            </a:r>
            <a:r>
              <a:rPr lang="es-ES" sz="1250" dirty="0">
                <a:solidFill>
                  <a:srgbClr val="2A08F6"/>
                </a:solidFill>
                <a:latin typeface="Trebuchet MS" panose="020B0603020202020204" pitchFamily="34" charset="0"/>
                <a:cs typeface="Aharoni" panose="02010803020104030203" pitchFamily="2" charset="-79"/>
              </a:rPr>
              <a:t> </a:t>
            </a:r>
          </a:p>
          <a:p>
            <a:pPr algn="just"/>
            <a:r>
              <a:rPr lang="es-ES" sz="1250" dirty="0">
                <a:solidFill>
                  <a:schemeClr val="bg1">
                    <a:lumMod val="65000"/>
                    <a:lumOff val="35000"/>
                  </a:schemeClr>
                </a:solidFill>
                <a:latin typeface="Trebuchet MS" panose="020B0603020202020204" pitchFamily="34" charset="0"/>
                <a:cs typeface="Arial" panose="020B0604020202020204" pitchFamily="34" charset="0"/>
              </a:rPr>
              <a:t>siguiendo las siguientes instrucciones:</a:t>
            </a:r>
          </a:p>
          <a:p>
            <a:pPr algn="just"/>
            <a:endParaRPr lang="es-ES" sz="1250" dirty="0">
              <a:solidFill>
                <a:schemeClr val="bg1">
                  <a:lumMod val="65000"/>
                  <a:lumOff val="35000"/>
                </a:schemeClr>
              </a:solidFill>
              <a:latin typeface="Trebuchet MS" panose="020B0603020202020204" pitchFamily="34" charset="0"/>
              <a:cs typeface="Arial" panose="020B0604020202020204" pitchFamily="34" charset="0"/>
            </a:endParaRPr>
          </a:p>
          <a:p>
            <a:pPr algn="just"/>
            <a:r>
              <a:rPr lang="es-ES" sz="1250" dirty="0">
                <a:solidFill>
                  <a:schemeClr val="bg1">
                    <a:lumMod val="65000"/>
                    <a:lumOff val="35000"/>
                  </a:schemeClr>
                </a:solidFill>
                <a:latin typeface="Trebuchet MS" panose="020B0603020202020204" pitchFamily="34" charset="0"/>
                <a:cs typeface="Arial" panose="020B0604020202020204" pitchFamily="34" charset="0"/>
              </a:rPr>
              <a:t>Organizar en UN SOLO ARCHIVO en formato PDF, los documentos en el siguiente orden:</a:t>
            </a:r>
          </a:p>
          <a:p>
            <a:pPr marL="285750" indent="-285750" algn="just">
              <a:buClr>
                <a:srgbClr val="0070C0"/>
              </a:buClr>
              <a:buFont typeface="Arial" panose="020B0604020202020204" pitchFamily="34" charset="0"/>
              <a:buChar char="•"/>
            </a:pPr>
            <a:r>
              <a:rPr lang="es-ES" sz="1250" dirty="0">
                <a:solidFill>
                  <a:schemeClr val="bg1">
                    <a:lumMod val="65000"/>
                    <a:lumOff val="35000"/>
                  </a:schemeClr>
                </a:solidFill>
                <a:latin typeface="Trebuchet MS" panose="020B0603020202020204" pitchFamily="34" charset="0"/>
                <a:cs typeface="Arial" panose="020B0604020202020204" pitchFamily="34" charset="0"/>
              </a:rPr>
              <a:t>Fotocopia Documento de Identidad (150%)</a:t>
            </a:r>
          </a:p>
          <a:p>
            <a:pPr marL="285750" indent="-285750" algn="just">
              <a:buClr>
                <a:srgbClr val="0070C0"/>
              </a:buClr>
              <a:buFont typeface="Arial" panose="020B0604020202020204" pitchFamily="34" charset="0"/>
              <a:buChar char="•"/>
            </a:pPr>
            <a:r>
              <a:rPr lang="es-ES" sz="1250" dirty="0">
                <a:solidFill>
                  <a:schemeClr val="bg1">
                    <a:lumMod val="65000"/>
                    <a:lumOff val="35000"/>
                  </a:schemeClr>
                </a:solidFill>
                <a:latin typeface="Trebuchet MS" panose="020B0603020202020204" pitchFamily="34" charset="0"/>
                <a:cs typeface="Arial" panose="020B0604020202020204" pitchFamily="34" charset="0"/>
              </a:rPr>
              <a:t>Certificación Laboral (fechas precisas y exactas de la etapa productiva)</a:t>
            </a:r>
          </a:p>
          <a:p>
            <a:pPr marL="285750" indent="-285750" algn="just">
              <a:buClr>
                <a:srgbClr val="0070C0"/>
              </a:buClr>
              <a:buFont typeface="Arial" panose="020B0604020202020204" pitchFamily="34" charset="0"/>
              <a:buChar char="•"/>
            </a:pPr>
            <a:r>
              <a:rPr lang="es-ES" sz="1250" dirty="0">
                <a:solidFill>
                  <a:schemeClr val="bg1">
                    <a:lumMod val="65000"/>
                    <a:lumOff val="35000"/>
                  </a:schemeClr>
                </a:solidFill>
                <a:latin typeface="Trebuchet MS" panose="020B0603020202020204" pitchFamily="34" charset="0"/>
                <a:cs typeface="Arial" panose="020B0604020202020204" pitchFamily="34" charset="0"/>
              </a:rPr>
              <a:t>Autorización de Coordinación Académica (para alternativas diferentes a Contrato de Aprendizaje)</a:t>
            </a:r>
          </a:p>
          <a:p>
            <a:pPr marL="285750" indent="-285750" algn="just">
              <a:buClr>
                <a:srgbClr val="0070C0"/>
              </a:buClr>
              <a:buFont typeface="Arial" panose="020B0604020202020204" pitchFamily="34" charset="0"/>
              <a:buChar char="•"/>
            </a:pPr>
            <a:r>
              <a:rPr lang="es-ES" sz="1250" dirty="0">
                <a:solidFill>
                  <a:schemeClr val="bg1">
                    <a:lumMod val="65000"/>
                    <a:lumOff val="35000"/>
                  </a:schemeClr>
                </a:solidFill>
                <a:latin typeface="Trebuchet MS" panose="020B0603020202020204" pitchFamily="34" charset="0"/>
                <a:cs typeface="Arial" panose="020B0604020202020204" pitchFamily="34" charset="0"/>
              </a:rPr>
              <a:t>Formato F023 DEBIDAMENTE FIRMADO (Concertación, evaluación parcial y final)</a:t>
            </a:r>
          </a:p>
          <a:p>
            <a:pPr marL="285750" indent="-285750" algn="just">
              <a:buClr>
                <a:srgbClr val="0070C0"/>
              </a:buClr>
              <a:buFont typeface="Arial" panose="020B0604020202020204" pitchFamily="34" charset="0"/>
              <a:buChar char="•"/>
            </a:pPr>
            <a:r>
              <a:rPr lang="es-ES" sz="1250" dirty="0">
                <a:solidFill>
                  <a:schemeClr val="bg1">
                    <a:lumMod val="65000"/>
                    <a:lumOff val="35000"/>
                  </a:schemeClr>
                </a:solidFill>
                <a:latin typeface="Trebuchet MS" panose="020B0603020202020204" pitchFamily="34" charset="0"/>
                <a:cs typeface="Arial" panose="020B0604020202020204" pitchFamily="34" charset="0"/>
              </a:rPr>
              <a:t>Bitácoras Quincenales DEBIDAMENTE FIRMADAS</a:t>
            </a:r>
          </a:p>
          <a:p>
            <a:pPr marL="285750" indent="-285750" algn="just">
              <a:buClr>
                <a:srgbClr val="0070C0"/>
              </a:buClr>
              <a:buFont typeface="Arial" panose="020B0604020202020204" pitchFamily="34" charset="0"/>
              <a:buChar char="•"/>
            </a:pPr>
            <a:r>
              <a:rPr lang="es-ES" sz="1250" dirty="0">
                <a:solidFill>
                  <a:schemeClr val="bg1">
                    <a:lumMod val="65000"/>
                    <a:lumOff val="35000"/>
                  </a:schemeClr>
                </a:solidFill>
                <a:latin typeface="Trebuchet MS" panose="020B0603020202020204" pitchFamily="34" charset="0"/>
                <a:cs typeface="Arial" panose="020B0604020202020204" pitchFamily="34" charset="0"/>
              </a:rPr>
              <a:t>Resultados Pruebas T&amp;T (solo para nivel tecnólogo)</a:t>
            </a:r>
          </a:p>
          <a:p>
            <a:pPr marL="285750" indent="-285750" algn="just">
              <a:buClr>
                <a:srgbClr val="0070C0"/>
              </a:buClr>
              <a:buFont typeface="Arial" panose="020B0604020202020204" pitchFamily="34" charset="0"/>
              <a:buChar char="•"/>
            </a:pPr>
            <a:r>
              <a:rPr lang="es-CO" sz="1250" dirty="0">
                <a:solidFill>
                  <a:schemeClr val="bg1">
                    <a:lumMod val="65000"/>
                    <a:lumOff val="35000"/>
                  </a:schemeClr>
                </a:solidFill>
                <a:latin typeface="Trebuchet MS" panose="020B0603020202020204" pitchFamily="34" charset="0"/>
              </a:rPr>
              <a:t>Fotografía de carnet de aprendiz SENA, donde se evidencie la destrucción del mismo mostrando </a:t>
            </a:r>
          </a:p>
          <a:p>
            <a:pPr algn="just">
              <a:buClr>
                <a:srgbClr val="0070C0"/>
              </a:buClr>
            </a:pPr>
            <a:r>
              <a:rPr lang="es-CO" sz="1250" dirty="0">
                <a:solidFill>
                  <a:schemeClr val="bg1">
                    <a:lumMod val="65000"/>
                    <a:lumOff val="35000"/>
                  </a:schemeClr>
                </a:solidFill>
                <a:latin typeface="Trebuchet MS" panose="020B0603020202020204" pitchFamily="34" charset="0"/>
              </a:rPr>
              <a:t>      la cara de los datos personales (cortado en 4 partes)</a:t>
            </a:r>
          </a:p>
          <a:p>
            <a:pPr marL="285750" indent="-285750" algn="just">
              <a:buClr>
                <a:srgbClr val="0070C0"/>
              </a:buClr>
              <a:buFont typeface="Arial" panose="020B0604020202020204" pitchFamily="34" charset="0"/>
              <a:buChar char="•"/>
            </a:pPr>
            <a:endParaRPr lang="es-CO" sz="1250" dirty="0">
              <a:solidFill>
                <a:schemeClr val="bg1">
                  <a:lumMod val="65000"/>
                  <a:lumOff val="35000"/>
                </a:schemeClr>
              </a:solidFill>
              <a:latin typeface="Trebuchet MS" panose="020B0603020202020204" pitchFamily="34" charset="0"/>
            </a:endParaRPr>
          </a:p>
        </p:txBody>
      </p:sp>
      <p:sp>
        <p:nvSpPr>
          <p:cNvPr id="13" name="CuadroTexto 12">
            <a:extLst>
              <a:ext uri="{FF2B5EF4-FFF2-40B4-BE49-F238E27FC236}">
                <a16:creationId xmlns:a16="http://schemas.microsoft.com/office/drawing/2014/main" id="{0E2319C1-D3E2-491C-87F0-6727BFF4C061}"/>
              </a:ext>
            </a:extLst>
          </p:cNvPr>
          <p:cNvSpPr txBox="1"/>
          <p:nvPr/>
        </p:nvSpPr>
        <p:spPr>
          <a:xfrm>
            <a:off x="327398" y="4999022"/>
            <a:ext cx="3218829" cy="3597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400" b="1" i="0" u="none" strike="noStrike" cap="none" spc="0" normalizeH="0" baseline="0" dirty="0">
                <a:ln>
                  <a:noFill/>
                </a:ln>
                <a:effectLst/>
                <a:uFillTx/>
                <a:latin typeface="Arial Narrow" panose="020B0606020202030204" pitchFamily="34" charset="0"/>
                <a:ea typeface="Helvetica Neue"/>
                <a:cs typeface="Helvetica Neue"/>
                <a:sym typeface="Helvetica Neue"/>
              </a:rPr>
              <a:t>Instructor de Seguimiento Etapa Productiva</a:t>
            </a:r>
            <a:endParaRPr kumimoji="0" lang="es-CO" sz="1400" b="1" i="0" u="none" strike="noStrike" cap="none" spc="0" normalizeH="0" baseline="0" dirty="0">
              <a:ln>
                <a:noFill/>
              </a:ln>
              <a:effectLst/>
              <a:uFillTx/>
              <a:latin typeface="Arial Narrow" panose="020B0606020202030204" pitchFamily="34" charset="0"/>
              <a:ea typeface="Helvetica Neue"/>
              <a:cs typeface="Helvetica Neue"/>
              <a:sym typeface="Helvetica Neue"/>
            </a:endParaRPr>
          </a:p>
        </p:txBody>
      </p:sp>
      <p:sp>
        <p:nvSpPr>
          <p:cNvPr id="14" name="CuadroTexto 13">
            <a:extLst>
              <a:ext uri="{FF2B5EF4-FFF2-40B4-BE49-F238E27FC236}">
                <a16:creationId xmlns:a16="http://schemas.microsoft.com/office/drawing/2014/main" id="{40FF43B5-A472-492C-A06A-1EAC64D5A2EC}"/>
              </a:ext>
            </a:extLst>
          </p:cNvPr>
          <p:cNvSpPr txBox="1"/>
          <p:nvPr/>
        </p:nvSpPr>
        <p:spPr>
          <a:xfrm>
            <a:off x="305867" y="5180161"/>
            <a:ext cx="1931618" cy="3289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r>
              <a:rPr kumimoji="0" lang="es-ES" sz="1200" i="0" u="none" strike="noStrike" cap="none" spc="0" normalizeH="0" baseline="0" dirty="0">
                <a:ln>
                  <a:noFill/>
                </a:ln>
                <a:effectLst/>
                <a:uFillTx/>
                <a:latin typeface="Arial Narrow" panose="020B0606020202030204" pitchFamily="34" charset="0"/>
                <a:ea typeface="Helvetica Neue"/>
                <a:cs typeface="Helvetica Neue"/>
                <a:sym typeface="Helvetica Neue"/>
              </a:rPr>
              <a:t>Centro de </a:t>
            </a:r>
            <a:r>
              <a:rPr lang="es-ES" sz="1200" dirty="0">
                <a:latin typeface="Arial Narrow" panose="020B0606020202030204" pitchFamily="34" charset="0"/>
                <a:ea typeface="Helvetica Neue"/>
                <a:cs typeface="Helvetica Neue"/>
                <a:sym typeface="Helvetica Neue"/>
              </a:rPr>
              <a:t>Servicios Financieros</a:t>
            </a:r>
            <a:endParaRPr kumimoji="0" lang="es-CO" sz="1200" i="0" u="none" strike="noStrike" cap="none" spc="0" normalizeH="0" baseline="0" dirty="0">
              <a:ln>
                <a:noFill/>
              </a:ln>
              <a:effectLst/>
              <a:uFillTx/>
              <a:latin typeface="Arial Narrow" panose="020B0606020202030204" pitchFamily="34" charset="0"/>
              <a:ea typeface="Helvetica Neue"/>
              <a:cs typeface="Helvetica Neue"/>
              <a:sym typeface="Helvetica Neue"/>
            </a:endParaRPr>
          </a:p>
        </p:txBody>
      </p:sp>
      <p:sp>
        <p:nvSpPr>
          <p:cNvPr id="4" name="CuadroTexto 3">
            <a:extLst>
              <a:ext uri="{FF2B5EF4-FFF2-40B4-BE49-F238E27FC236}">
                <a16:creationId xmlns:a16="http://schemas.microsoft.com/office/drawing/2014/main" id="{C5C81928-2E7D-4BEB-9538-A304BE83786A}"/>
              </a:ext>
            </a:extLst>
          </p:cNvPr>
          <p:cNvSpPr txBox="1"/>
          <p:nvPr/>
        </p:nvSpPr>
        <p:spPr>
          <a:xfrm>
            <a:off x="568302" y="3492872"/>
            <a:ext cx="7730453" cy="8213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algn="ctr" defTabSz="943239" hangingPunct="0"/>
            <a:r>
              <a:rPr lang="es-ES" sz="1050" b="1" dirty="0">
                <a:solidFill>
                  <a:srgbClr val="0070C0"/>
                </a:solidFill>
                <a:latin typeface="Trebuchet MS" panose="020B0603020202020204" pitchFamily="34" charset="0"/>
                <a:ea typeface="Helvetica Neue"/>
                <a:cs typeface="Helvetica Neue"/>
                <a:sym typeface="Helvetica Neue"/>
              </a:rPr>
              <a:t>IMPORTANTE:</a:t>
            </a:r>
            <a:r>
              <a:rPr lang="es-ES" sz="1050" b="1" dirty="0">
                <a:solidFill>
                  <a:schemeClr val="bg1">
                    <a:lumMod val="65000"/>
                    <a:lumOff val="35000"/>
                  </a:schemeClr>
                </a:solidFill>
                <a:latin typeface="Trebuchet MS" panose="020B0603020202020204" pitchFamily="34" charset="0"/>
                <a:ea typeface="Helvetica Neue"/>
                <a:cs typeface="Helvetica Neue"/>
                <a:sym typeface="Helvetica Neue"/>
              </a:rPr>
              <a:t> Los documentos se deberán enviar escaneados, la información debe ser completamente legible, si hacen uso de herramientas tecnológicas en dispositivos móviles estas deben ser APP para escanear documentos, si toman fotografías deben ser completamente claras, ajustar la nitidez de la imagen, enfocar solo el documento. NO SE ACEPTARAN FOTOGRAFIAS QUE NO CUMPLAN CON LA CALIDAD DE IMAGEN.</a:t>
            </a:r>
          </a:p>
        </p:txBody>
      </p:sp>
      <p:sp>
        <p:nvSpPr>
          <p:cNvPr id="23" name="CuadroTexto 1">
            <a:extLst>
              <a:ext uri="{FF2B5EF4-FFF2-40B4-BE49-F238E27FC236}">
                <a16:creationId xmlns:a16="http://schemas.microsoft.com/office/drawing/2014/main" id="{145F1D45-4A8C-4C03-9C59-8A616B64F584}"/>
              </a:ext>
            </a:extLst>
          </p:cNvPr>
          <p:cNvSpPr txBox="1"/>
          <p:nvPr/>
        </p:nvSpPr>
        <p:spPr>
          <a:xfrm>
            <a:off x="718668" y="4316898"/>
            <a:ext cx="7580087" cy="400110"/>
          </a:xfrm>
          <a:prstGeom prst="rect">
            <a:avLst/>
          </a:prstGeom>
          <a:noFill/>
        </p:spPr>
        <p:txBody>
          <a:bodyPr wrap="square" rtlCol="0">
            <a:spAutoFit/>
          </a:bodyPr>
          <a:lstStyle/>
          <a:p>
            <a:pPr algn="just"/>
            <a:r>
              <a:rPr lang="es-ES" sz="2000" b="1" dirty="0">
                <a:solidFill>
                  <a:srgbClr val="0070C0"/>
                </a:solidFill>
                <a:effectLst>
                  <a:outerShdw blurRad="38100" dist="38100" dir="2700000" algn="tl">
                    <a:srgbClr val="000000">
                      <a:alpha val="43137"/>
                    </a:srgbClr>
                  </a:outerShdw>
                </a:effectLst>
                <a:latin typeface="Ink Free" panose="03080402000500000000" pitchFamily="66" charset="0"/>
                <a:cs typeface="Arial" panose="020B0604020202020204" pitchFamily="34" charset="0"/>
              </a:rPr>
              <a:t>Apresúrate, no dejes pasar esta oportunidad para certificarte!!!</a:t>
            </a:r>
          </a:p>
        </p:txBody>
      </p:sp>
      <p:sp>
        <p:nvSpPr>
          <p:cNvPr id="5" name="Flecha: hacia abajo 4">
            <a:extLst>
              <a:ext uri="{FF2B5EF4-FFF2-40B4-BE49-F238E27FC236}">
                <a16:creationId xmlns:a16="http://schemas.microsoft.com/office/drawing/2014/main" id="{198F69D9-940A-4CA4-BD60-35B5430FFB25}"/>
              </a:ext>
            </a:extLst>
          </p:cNvPr>
          <p:cNvSpPr/>
          <p:nvPr/>
        </p:nvSpPr>
        <p:spPr>
          <a:xfrm>
            <a:off x="7735551" y="3184004"/>
            <a:ext cx="233504" cy="144016"/>
          </a:xfrm>
          <a:prstGeom prst="downArrow">
            <a:avLst/>
          </a:prstGeom>
          <a:solidFill>
            <a:srgbClr val="F47486"/>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943239" rtl="0" fontAlgn="auto" latinLnBrk="0" hangingPunct="0">
              <a:lnSpc>
                <a:spcPct val="100000"/>
              </a:lnSpc>
              <a:spcBef>
                <a:spcPts val="0"/>
              </a:spcBef>
              <a:spcAft>
                <a:spcPts val="0"/>
              </a:spcAft>
              <a:buClrTx/>
              <a:buSzTx/>
              <a:buFontTx/>
              <a:buNone/>
              <a:tabLst/>
            </a:pPr>
            <a:endParaRPr kumimoji="0" lang="es-CO" sz="3400" b="0" i="0" u="none" strike="noStrike" cap="none" spc="0" normalizeH="0" baseline="0">
              <a:ln>
                <a:noFill/>
              </a:ln>
              <a:solidFill>
                <a:srgbClr val="FFFFFF"/>
              </a:solidFill>
              <a:effectLst/>
              <a:uFillTx/>
              <a:latin typeface="+mn-lt"/>
              <a:ea typeface="+mn-ea"/>
              <a:cs typeface="+mn-cs"/>
              <a:sym typeface="Helvetica Neue Medium"/>
            </a:endParaRPr>
          </a:p>
        </p:txBody>
      </p:sp>
      <p:pic>
        <p:nvPicPr>
          <p:cNvPr id="2" name="Picture 4" descr="▷ Logo del SENA: cómo es, significado y descargar »【2023】">
            <a:extLst>
              <a:ext uri="{FF2B5EF4-FFF2-40B4-BE49-F238E27FC236}">
                <a16:creationId xmlns:a16="http://schemas.microsoft.com/office/drawing/2014/main" id="{1903709E-1CF5-B3EC-DDAD-B436AD4CBF0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636274" y="96652"/>
            <a:ext cx="827338" cy="808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3167764"/>
      </p:ext>
    </p:extLst>
  </p:cSld>
  <p:clrMapOvr>
    <a:masterClrMapping/>
  </p:clrMapOvr>
  <p:transition spd="med"/>
</p:sld>
</file>

<file path=ppt/theme/theme1.xml><?xml version="1.0" encoding="utf-8"?>
<a:theme xmlns:a="http://schemas.openxmlformats.org/drawingml/2006/main" name="Black">
  <a:themeElements>
    <a:clrScheme name="Black">
      <a:dk1>
        <a:srgbClr val="000000"/>
      </a:dk1>
      <a:lt1>
        <a:srgbClr val="FFFFFF"/>
      </a:lt1>
      <a:dk2>
        <a:srgbClr val="434343"/>
      </a:dk2>
      <a:lt2>
        <a:srgbClr val="A9A9A9"/>
      </a:lt2>
      <a:accent1>
        <a:srgbClr val="0076BA"/>
      </a:accent1>
      <a:accent2>
        <a:srgbClr val="00A89D"/>
      </a:accent2>
      <a:accent3>
        <a:srgbClr val="1DB100"/>
      </a:accent3>
      <a:accent4>
        <a:srgbClr val="F8BA00"/>
      </a:accent4>
      <a:accent5>
        <a:srgbClr val="EE220C"/>
      </a:accent5>
      <a:accent6>
        <a:srgbClr val="CB297B"/>
      </a:accent6>
      <a:hlink>
        <a:srgbClr val="0000FF"/>
      </a:hlink>
      <a:folHlink>
        <a:srgbClr val="FF00FF"/>
      </a:folHlink>
    </a:clrScheme>
    <a:fontScheme name="Black">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Off val="13529"/>
          </a:schemeClr>
        </a:solid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943239" rtl="0" fontAlgn="auto" latinLnBrk="0" hangingPunct="0">
          <a:lnSpc>
            <a:spcPct val="100000"/>
          </a:lnSpc>
          <a:spcBef>
            <a:spcPts val="0"/>
          </a:spcBef>
          <a:spcAft>
            <a:spcPts val="0"/>
          </a:spcAft>
          <a:buClrTx/>
          <a:buSzTx/>
          <a:buFontTx/>
          <a:buNone/>
          <a:tabLst/>
          <a:defRPr kumimoji="0" sz="34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943239" rtl="0" fontAlgn="auto" latinLnBrk="0" hangingPunct="0">
          <a:lnSpc>
            <a:spcPct val="100000"/>
          </a:lnSpc>
          <a:spcBef>
            <a:spcPts val="0"/>
          </a:spcBef>
          <a:spcAft>
            <a:spcPts val="0"/>
          </a:spcAft>
          <a:buClrTx/>
          <a:buSzTx/>
          <a:buFontTx/>
          <a:buNone/>
          <a:tabLst/>
          <a:defRPr kumimoji="0" sz="3600" b="1" i="0" u="none" strike="noStrike" cap="none" spc="0" normalizeH="0" baseline="0">
            <a:ln>
              <a:noFill/>
            </a:ln>
            <a:solidFill>
              <a:srgbClr val="FFFFFF"/>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Flow_SignoffStatus xmlns="edbb1c21-1b45-407e-8894-c97732534993" xsi:nil="true"/>
    <FechayHora xmlns="edbb1c21-1b45-407e-8894-c97732534993" xsi:nil="true"/>
    <TaxCatchAll xmlns="41dd0a9e-964d-48c8-9389-7445c2a187f7" xsi:nil="true"/>
    <lcf76f155ced4ddcb4097134ff3c332f xmlns="edbb1c21-1b45-407e-8894-c97732534993">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80239B14884FBB46AB47CE62E6B5D997" ma:contentTypeVersion="22" ma:contentTypeDescription="Crear nuevo documento." ma:contentTypeScope="" ma:versionID="c6bfe5faa6b117e676c05644ea65c0e7">
  <xsd:schema xmlns:xsd="http://www.w3.org/2001/XMLSchema" xmlns:xs="http://www.w3.org/2001/XMLSchema" xmlns:p="http://schemas.microsoft.com/office/2006/metadata/properties" xmlns:ns1="http://schemas.microsoft.com/sharepoint/v3" xmlns:ns2="edbb1c21-1b45-407e-8894-c97732534993" xmlns:ns3="41dd0a9e-964d-48c8-9389-7445c2a187f7" targetNamespace="http://schemas.microsoft.com/office/2006/metadata/properties" ma:root="true" ma:fieldsID="3961ba766e59311b8e7e0ddfbf993adb" ns1:_="" ns2:_="" ns3:_="">
    <xsd:import namespace="http://schemas.microsoft.com/sharepoint/v3"/>
    <xsd:import namespace="edbb1c21-1b45-407e-8894-c97732534993"/>
    <xsd:import namespace="41dd0a9e-964d-48c8-9389-7445c2a187f7"/>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_Flow_SignoffStatus" minOccurs="0"/>
                <xsd:element ref="ns2:FechayHora" minOccurs="0"/>
                <xsd:element ref="ns2:lcf76f155ced4ddcb4097134ff3c332f" minOccurs="0"/>
                <xsd:element ref="ns3:TaxCatchAll" minOccurs="0"/>
                <xsd:element ref="ns2:MediaServiceLocation" minOccurs="0"/>
                <xsd:element ref="ns2:MediaServiceObjectDetectorVersions" minOccurs="0"/>
                <xsd:element ref="ns1:_ip_UnifiedCompliancePolicyProperties" minOccurs="0"/>
                <xsd:element ref="ns1:_ip_UnifiedCompliancePolicyUIAc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Propiedades de la Directiva de cumplimiento unificado" ma:hidden="true" ma:internalName="_ip_UnifiedCompliancePolicyProperties">
      <xsd:simpleType>
        <xsd:restriction base="dms:Note"/>
      </xsd:simpleType>
    </xsd:element>
    <xsd:element name="_ip_UnifiedCompliancePolicyUIAction" ma:index="28" nillable="true" ma:displayName="Acción de IU de la Directiva de cumplimiento unificado"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dbb1c21-1b45-407e-8894-c977325349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_Flow_SignoffStatus" ma:index="20" nillable="true" ma:displayName="Estado de aprobación" ma:internalName="Estado_x0020_de_x0020_aprobaci_x00f3_n">
      <xsd:simpleType>
        <xsd:restriction base="dms:Text"/>
      </xsd:simpleType>
    </xsd:element>
    <xsd:element name="FechayHora" ma:index="21" nillable="true" ma:displayName="Fecha y Hora" ma:description="Fecha y Hora" ma:format="DateTime" ma:internalName="FechayHora">
      <xsd:simpleType>
        <xsd:restriction base="dms:DateTime"/>
      </xsd:simpleType>
    </xsd:element>
    <xsd:element name="lcf76f155ced4ddcb4097134ff3c332f" ma:index="23" nillable="true" ma:taxonomy="true" ma:internalName="lcf76f155ced4ddcb4097134ff3c332f" ma:taxonomyFieldName="MediaServiceImageTags" ma:displayName="Etiquetas de imagen" ma:readOnly="false" ma:fieldId="{5cf76f15-5ced-4ddc-b409-7134ff3c332f}" ma:taxonomyMulti="true" ma:sspId="d33c8c81-5745-4931-bcc4-c2aeafe86780" ma:termSetId="09814cd3-568e-fe90-9814-8d621ff8fb84" ma:anchorId="fba54fb3-c3e1-fe81-a776-ca4b69148c4d" ma:open="true" ma:isKeyword="false">
      <xsd:complexType>
        <xsd:sequence>
          <xsd:element ref="pc:Terms" minOccurs="0" maxOccurs="1"/>
        </xsd:sequence>
      </xsd:complexType>
    </xsd:element>
    <xsd:element name="MediaServiceLocation" ma:index="25" nillable="true" ma:displayName="Location" ma:description="" ma:indexed="true" ma:internalName="MediaServiceLocation" ma:readOnly="true">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1dd0a9e-964d-48c8-9389-7445c2a187f7"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element name="TaxCatchAll" ma:index="24" nillable="true" ma:displayName="Taxonomy Catch All Column" ma:hidden="true" ma:list="{df955bbf-853c-4bfd-87ed-1b9a3029639f}" ma:internalName="TaxCatchAll" ma:showField="CatchAllData" ma:web="41dd0a9e-964d-48c8-9389-7445c2a187f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7840646-6081-431A-8CB1-3B1FE438A0DA}">
  <ds:schemaRefs>
    <ds:schemaRef ds:uri="http://schemas.microsoft.com/office/2006/metadata/properties"/>
    <ds:schemaRef ds:uri="http://schemas.microsoft.com/office/infopath/2007/PartnerControls"/>
    <ds:schemaRef ds:uri="edbb1c21-1b45-407e-8894-c97732534993"/>
    <ds:schemaRef ds:uri="41dd0a9e-964d-48c8-9389-7445c2a187f7"/>
    <ds:schemaRef ds:uri="http://schemas.microsoft.com/sharepoint/v3"/>
  </ds:schemaRefs>
</ds:datastoreItem>
</file>

<file path=customXml/itemProps2.xml><?xml version="1.0" encoding="utf-8"?>
<ds:datastoreItem xmlns:ds="http://schemas.openxmlformats.org/officeDocument/2006/customXml" ds:itemID="{EFEBC442-C40D-462D-93E6-2F5BC00A4E18}">
  <ds:schemaRefs>
    <ds:schemaRef ds:uri="http://schemas.microsoft.com/sharepoint/v3/contenttype/forms"/>
  </ds:schemaRefs>
</ds:datastoreItem>
</file>

<file path=customXml/itemProps3.xml><?xml version="1.0" encoding="utf-8"?>
<ds:datastoreItem xmlns:ds="http://schemas.openxmlformats.org/officeDocument/2006/customXml" ds:itemID="{695706C3-38E8-4E16-A77D-22D7BC7EC6F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edbb1c21-1b45-407e-8894-c97732534993"/>
    <ds:schemaRef ds:uri="41dd0a9e-964d-48c8-9389-7445c2a187f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8527</TotalTime>
  <Words>1731</Words>
  <Application>Microsoft Office PowerPoint</Application>
  <PresentationFormat>Personalizado</PresentationFormat>
  <Paragraphs>198</Paragraphs>
  <Slides>22</Slides>
  <Notes>1</Notes>
  <HiddenSlides>0</HiddenSlides>
  <MMClips>0</MMClips>
  <ScaleCrop>false</ScaleCrop>
  <HeadingPairs>
    <vt:vector size="4" baseType="variant">
      <vt:variant>
        <vt:lpstr>Tema</vt:lpstr>
      </vt:variant>
      <vt:variant>
        <vt:i4>1</vt:i4>
      </vt:variant>
      <vt:variant>
        <vt:lpstr>Títulos de diapositiva</vt:lpstr>
      </vt:variant>
      <vt:variant>
        <vt:i4>22</vt:i4>
      </vt:variant>
    </vt:vector>
  </HeadingPairs>
  <TitlesOfParts>
    <vt:vector size="23" baseType="lpstr">
      <vt:lpstr>Black</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AprendizCDA</dc:creator>
  <cp:lastModifiedBy>Marlon .</cp:lastModifiedBy>
  <cp:revision>312</cp:revision>
  <dcterms:created xsi:type="dcterms:W3CDTF">2019-02-07T16:51:11Z</dcterms:created>
  <dcterms:modified xsi:type="dcterms:W3CDTF">2025-02-27T23:11:53Z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0x01010080239B14884FBB46AB47CE62E6B5D997</vt:lpwstr>
  </property>
  <property fmtid="{D5CDD505-2E9C-101B-9397-08002B2CF9AE}" pid="3" name="Order">
    <vt:r8>20492200</vt:r8>
  </property>
  <property fmtid="{D5CDD505-2E9C-101B-9397-08002B2CF9AE}" pid="4" name="ComplianceAssetId">
    <vt:lpwstr/>
  </property>
  <property fmtid="{D5CDD505-2E9C-101B-9397-08002B2CF9AE}" pid="5" name="xd_Signature">
    <vt:bool>false</vt:bool>
  </property>
  <property fmtid="{D5CDD505-2E9C-101B-9397-08002B2CF9AE}" pid="6" name="xd_ProgID">
    <vt:lpwstr/>
  </property>
  <property fmtid="{D5CDD505-2E9C-101B-9397-08002B2CF9AE}" pid="7" name="TemplateUrl">
    <vt:lpwstr/>
  </property>
  <property fmtid="{D5CDD505-2E9C-101B-9397-08002B2CF9AE}" pid="8" name="MSIP_Label_1299739c-ad3d-4908-806e-4d91151a6e13_Enabled">
    <vt:lpwstr>true</vt:lpwstr>
  </property>
  <property fmtid="{D5CDD505-2E9C-101B-9397-08002B2CF9AE}" pid="9" name="MSIP_Label_1299739c-ad3d-4908-806e-4d91151a6e13_SetDate">
    <vt:lpwstr>2022-07-05T14:59:21Z</vt:lpwstr>
  </property>
  <property fmtid="{D5CDD505-2E9C-101B-9397-08002B2CF9AE}" pid="10" name="MSIP_Label_1299739c-ad3d-4908-806e-4d91151a6e13_Method">
    <vt:lpwstr>Standard</vt:lpwstr>
  </property>
  <property fmtid="{D5CDD505-2E9C-101B-9397-08002B2CF9AE}" pid="11" name="MSIP_Label_1299739c-ad3d-4908-806e-4d91151a6e13_Name">
    <vt:lpwstr>All Employees (Unrestricted)</vt:lpwstr>
  </property>
  <property fmtid="{D5CDD505-2E9C-101B-9397-08002B2CF9AE}" pid="12" name="MSIP_Label_1299739c-ad3d-4908-806e-4d91151a6e13_SiteId">
    <vt:lpwstr>cbc2c381-2f2e-4d93-91d1-506c9316ace7</vt:lpwstr>
  </property>
  <property fmtid="{D5CDD505-2E9C-101B-9397-08002B2CF9AE}" pid="13" name="MSIP_Label_1299739c-ad3d-4908-806e-4d91151a6e13_ActionId">
    <vt:lpwstr>2c3d3455-febf-4a81-8eee-781a6616dba0</vt:lpwstr>
  </property>
  <property fmtid="{D5CDD505-2E9C-101B-9397-08002B2CF9AE}" pid="14" name="MSIP_Label_1299739c-ad3d-4908-806e-4d91151a6e13_ContentBits">
    <vt:lpwstr>0</vt:lpwstr>
  </property>
  <property fmtid="{D5CDD505-2E9C-101B-9397-08002B2CF9AE}" pid="15" name="MediaServiceImageTags">
    <vt:lpwstr/>
  </property>
</Properties>
</file>