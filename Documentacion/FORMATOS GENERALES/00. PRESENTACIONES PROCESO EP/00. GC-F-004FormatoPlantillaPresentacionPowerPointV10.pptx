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38" r:id="rId2"/>
    <p:sldId id="535" r:id="rId3"/>
    <p:sldId id="541" r:id="rId4"/>
    <p:sldId id="537" r:id="rId5"/>
    <p:sldId id="536" r:id="rId6"/>
    <p:sldId id="532" r:id="rId7"/>
    <p:sldId id="531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28"/>
    <p:restoredTop sz="97242"/>
  </p:normalViewPr>
  <p:slideViewPr>
    <p:cSldViewPr snapToGrid="0">
      <p:cViewPr varScale="1">
        <p:scale>
          <a:sx n="72" d="100"/>
          <a:sy n="72" d="100"/>
        </p:scale>
        <p:origin x="1050" y="66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12/03/2024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63672" y="2551837"/>
            <a:ext cx="6453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Título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presentación</a:t>
            </a:r>
            <a:endParaRPr kumimoji="0" lang="es-E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51D5B8-73D3-B232-3C96-853C2628E8BA}"/>
              </a:ext>
            </a:extLst>
          </p:cNvPr>
          <p:cNvSpPr/>
          <p:nvPr/>
        </p:nvSpPr>
        <p:spPr>
          <a:xfrm>
            <a:off x="9105900" y="4915707"/>
            <a:ext cx="1945270" cy="829034"/>
          </a:xfrm>
          <a:prstGeom prst="rect">
            <a:avLst/>
          </a:prstGeom>
          <a:noFill/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D7CACA-9E66-4843-F102-B6D487B72843}"/>
              </a:ext>
            </a:extLst>
          </p:cNvPr>
          <p:cNvSpPr txBox="1"/>
          <p:nvPr/>
        </p:nvSpPr>
        <p:spPr>
          <a:xfrm>
            <a:off x="9105900" y="4915707"/>
            <a:ext cx="1945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Work Sans Medium Roman" pitchFamily="2" charset="77"/>
              </a:rPr>
              <a:t>Marca externa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12A190-8CFC-4264-64B1-C00E90097FC7}"/>
              </a:ext>
            </a:extLst>
          </p:cNvPr>
          <p:cNvSpPr txBox="1"/>
          <p:nvPr/>
        </p:nvSpPr>
        <p:spPr>
          <a:xfrm>
            <a:off x="9105900" y="5190743"/>
            <a:ext cx="19452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NOTA: </a:t>
            </a:r>
            <a:r>
              <a:rPr lang="es-ES_tradnl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 tamaño del logo de la marca externa no debe superar el tamaño del logo SENA.</a:t>
            </a: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4664579" y="2238946"/>
            <a:ext cx="2862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Título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8" y="3324314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9388A4DF-720D-E501-986E-D50B788D2F61}"/>
              </a:ext>
            </a:extLst>
          </p:cNvPr>
          <p:cNvSpPr txBox="1"/>
          <p:nvPr/>
        </p:nvSpPr>
        <p:spPr>
          <a:xfrm>
            <a:off x="4168816" y="3463724"/>
            <a:ext cx="3854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 Roman" pitchFamily="2" charset="77"/>
                <a:ea typeface="+mn-ea"/>
                <a:cs typeface="+mn-cs"/>
              </a:rPr>
              <a:t>texto corto descriptivo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 Light Roman" pitchFamily="2" charset="77"/>
                <a:ea typeface="+mn-ea"/>
                <a:cs typeface="+mn-cs"/>
              </a:rPr>
              <a:t>a 2 o 3 líneas</a:t>
            </a:r>
          </a:p>
        </p:txBody>
      </p:sp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149976-59ED-86DE-CAFB-F26E38C394F4}"/>
              </a:ext>
            </a:extLst>
          </p:cNvPr>
          <p:cNvSpPr/>
          <p:nvPr/>
        </p:nvSpPr>
        <p:spPr>
          <a:xfrm>
            <a:off x="3423628" y="3954050"/>
            <a:ext cx="5344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1600" b="1" dirty="0">
                <a:solidFill>
                  <a:schemeClr val="bg1"/>
                </a:solidFill>
                <a:latin typeface="WORK SANS BOLD ROMAN" pitchFamily="2" charset="77"/>
                <a:ea typeface="+mj-ea"/>
                <a:cs typeface="+mj-cs"/>
                <a:sym typeface="Calibri"/>
              </a:rPr>
              <a:t>NOTA: </a:t>
            </a:r>
            <a:r>
              <a:rPr lang="es-ES_tradnl" sz="1600" dirty="0">
                <a:solidFill>
                  <a:schemeClr val="bg1"/>
                </a:solidFill>
                <a:latin typeface="WORK SANS REGULAR ROMAN" pitchFamily="2" charset="77"/>
                <a:ea typeface="+mj-ea"/>
                <a:cs typeface="+mj-cs"/>
                <a:sym typeface="Calibri"/>
              </a:rPr>
              <a:t>Las diapositivas con fondo de color verde, deben utilizarse solo para títulos con tipografía grande en variaciones Bold, </a:t>
            </a:r>
            <a:r>
              <a:rPr lang="es-ES_tradnl" sz="1600" dirty="0" err="1">
                <a:solidFill>
                  <a:schemeClr val="bg1"/>
                </a:solidFill>
                <a:latin typeface="WORK SANS REGULAR ROMAN" pitchFamily="2" charset="77"/>
                <a:ea typeface="+mj-ea"/>
                <a:cs typeface="+mj-cs"/>
                <a:sym typeface="Calibri"/>
              </a:rPr>
              <a:t>Extrabold</a:t>
            </a:r>
            <a:r>
              <a:rPr lang="es-ES_tradnl" sz="1600" dirty="0">
                <a:solidFill>
                  <a:schemeClr val="bg1"/>
                </a:solidFill>
                <a:latin typeface="WORK SANS REGULAR ROMAN" pitchFamily="2" charset="77"/>
                <a:ea typeface="+mj-ea"/>
                <a:cs typeface="+mj-cs"/>
                <a:sym typeface="Calibri"/>
              </a:rPr>
              <a:t> o Black, para garantizar cumplimiento de criterios de accesibilidad.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4877556" y="2623935"/>
            <a:ext cx="24368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Título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8CE8666-1D2A-4D01-34E5-54FD74A39FC0}"/>
              </a:ext>
            </a:extLst>
          </p:cNvPr>
          <p:cNvCxnSpPr>
            <a:cxnSpLocks/>
          </p:cNvCxnSpPr>
          <p:nvPr/>
        </p:nvCxnSpPr>
        <p:spPr>
          <a:xfrm>
            <a:off x="5013630" y="3555133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1074876" y="2027497"/>
            <a:ext cx="272355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rgbClr val="38AA00"/>
                </a:solidFill>
                <a:latin typeface="WORK SANS BOLD ROMAN" pitchFamily="2" charset="77"/>
              </a:rPr>
              <a:t>Título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1074875" y="3054685"/>
            <a:ext cx="385436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 err="1">
                <a:latin typeface="Work Sans Light Roman" pitchFamily="2" charset="77"/>
              </a:rPr>
              <a:t>Lorem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ipsum</a:t>
            </a:r>
            <a:r>
              <a:rPr lang="es-CO" sz="1600" dirty="0">
                <a:latin typeface="Work Sans Light Roman" pitchFamily="2" charset="77"/>
              </a:rPr>
              <a:t> dolor </a:t>
            </a:r>
            <a:r>
              <a:rPr lang="es-CO" sz="1600" dirty="0" err="1">
                <a:latin typeface="Work Sans Light Roman" pitchFamily="2" charset="77"/>
              </a:rPr>
              <a:t>sit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amet</a:t>
            </a:r>
            <a:r>
              <a:rPr lang="es-CO" sz="1600" dirty="0">
                <a:latin typeface="Work Sans Light Roman" pitchFamily="2" charset="77"/>
              </a:rPr>
              <a:t>, </a:t>
            </a:r>
            <a:r>
              <a:rPr lang="es-CO" sz="1600" dirty="0" err="1">
                <a:latin typeface="Work Sans Light Roman" pitchFamily="2" charset="77"/>
              </a:rPr>
              <a:t>consectetuer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adipiscing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elit</a:t>
            </a:r>
            <a:r>
              <a:rPr lang="es-CO" sz="1600" dirty="0">
                <a:latin typeface="Work Sans Light Roman" pitchFamily="2" charset="77"/>
              </a:rPr>
              <a:t>, sed </a:t>
            </a:r>
            <a:r>
              <a:rPr lang="es-CO" sz="1600" dirty="0" err="1">
                <a:latin typeface="Work Sans Light Roman" pitchFamily="2" charset="77"/>
              </a:rPr>
              <a:t>diam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nonummy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nibh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euismod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tincidunt</a:t>
            </a:r>
            <a:r>
              <a:rPr lang="es-CO" sz="1600" dirty="0">
                <a:latin typeface="Work Sans Light Roman" pitchFamily="2" charset="77"/>
              </a:rPr>
              <a:t> ut.</a:t>
            </a:r>
          </a:p>
          <a:p>
            <a:endParaRPr lang="es-CO" sz="1600" dirty="0">
              <a:latin typeface="Work Sans Light Roman" pitchFamily="2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latin typeface="Work Sans Light Roman" pitchFamily="2" charset="77"/>
              </a:rPr>
              <a:t>Lorem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ipsum</a:t>
            </a:r>
            <a:r>
              <a:rPr lang="es-CO" sz="1600" dirty="0">
                <a:latin typeface="Work Sans Light Roman" pitchFamily="2" charset="77"/>
              </a:rPr>
              <a:t> dolor </a:t>
            </a:r>
            <a:r>
              <a:rPr lang="es-CO" sz="1600" dirty="0" err="1">
                <a:latin typeface="Work Sans Light Roman" pitchFamily="2" charset="77"/>
              </a:rPr>
              <a:t>sit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amet</a:t>
            </a:r>
            <a:r>
              <a:rPr lang="es-CO" sz="1600" dirty="0">
                <a:latin typeface="Work Sans Light Roman" pitchFamily="2" charset="77"/>
              </a:rPr>
              <a:t>.	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latin typeface="Work Sans Light Roman" pitchFamily="2" charset="77"/>
              </a:rPr>
              <a:t>consectetuer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adipiscing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elit</a:t>
            </a:r>
            <a:r>
              <a:rPr lang="es-CO" sz="1600" dirty="0">
                <a:latin typeface="Work Sans Light Roman" pitchFamily="2" charset="7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latin typeface="Work Sans Light Roman" pitchFamily="2" charset="77"/>
              </a:rPr>
              <a:t>diam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nonummy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nibh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euismod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tincidunt</a:t>
            </a:r>
            <a:r>
              <a:rPr lang="es-CO" sz="1600" dirty="0">
                <a:latin typeface="Work Sans Light Roman" pitchFamily="2" charset="77"/>
              </a:rPr>
              <a:t> ut.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1157468" y="2704095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CBB8E863-134C-047E-564D-20E4D7521C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66" r="239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Subtítulo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456235" y="1296906"/>
            <a:ext cx="551843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 err="1">
                <a:latin typeface="Work Sans Light Roman" pitchFamily="2" charset="77"/>
              </a:rPr>
              <a:t>Lorem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ipsum</a:t>
            </a:r>
            <a:r>
              <a:rPr lang="es-CO" sz="1600" dirty="0">
                <a:latin typeface="Work Sans Light Roman" pitchFamily="2" charset="77"/>
              </a:rPr>
              <a:t> dolor </a:t>
            </a:r>
            <a:r>
              <a:rPr lang="es-CO" sz="1600" dirty="0" err="1">
                <a:latin typeface="Work Sans Light Roman" pitchFamily="2" charset="77"/>
              </a:rPr>
              <a:t>sit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amet</a:t>
            </a:r>
            <a:r>
              <a:rPr lang="es-CO" sz="1600" dirty="0">
                <a:latin typeface="Work Sans Light Roman" pitchFamily="2" charset="77"/>
              </a:rPr>
              <a:t>, </a:t>
            </a:r>
            <a:r>
              <a:rPr lang="es-CO" sz="1600" dirty="0" err="1">
                <a:latin typeface="Work Sans Light Roman" pitchFamily="2" charset="77"/>
              </a:rPr>
              <a:t>consectetuer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adipiscing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elit</a:t>
            </a:r>
            <a:r>
              <a:rPr lang="es-CO" sz="1600" dirty="0">
                <a:latin typeface="Work Sans Light Roman" pitchFamily="2" charset="77"/>
              </a:rPr>
              <a:t>, sed </a:t>
            </a:r>
            <a:r>
              <a:rPr lang="es-CO" sz="1600" dirty="0" err="1">
                <a:latin typeface="Work Sans Light Roman" pitchFamily="2" charset="77"/>
              </a:rPr>
              <a:t>diam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nonummy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nibh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euismod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tincidunt</a:t>
            </a:r>
            <a:r>
              <a:rPr lang="es-CO" sz="1600" dirty="0">
                <a:latin typeface="Work Sans Light Roman" pitchFamily="2" charset="77"/>
              </a:rPr>
              <a:t> ut. </a:t>
            </a:r>
            <a:r>
              <a:rPr lang="es-CO" sz="1600" dirty="0" err="1">
                <a:latin typeface="Work Sans Light Roman" pitchFamily="2" charset="77"/>
              </a:rPr>
              <a:t>Lorem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ipsum</a:t>
            </a:r>
            <a:r>
              <a:rPr lang="es-CO" sz="1600" dirty="0">
                <a:latin typeface="Work Sans Light Roman" pitchFamily="2" charset="77"/>
              </a:rPr>
              <a:t> dolor </a:t>
            </a:r>
            <a:r>
              <a:rPr lang="es-CO" sz="1600" dirty="0" err="1">
                <a:latin typeface="Work Sans Light Roman" pitchFamily="2" charset="77"/>
              </a:rPr>
              <a:t>sit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amet</a:t>
            </a:r>
            <a:r>
              <a:rPr lang="es-CO" sz="1600" dirty="0">
                <a:latin typeface="Work Sans Light Roman" pitchFamily="2" charset="77"/>
              </a:rPr>
              <a:t>, </a:t>
            </a:r>
            <a:r>
              <a:rPr lang="es-CO" sz="1600" dirty="0" err="1">
                <a:latin typeface="Work Sans Light Roman" pitchFamily="2" charset="77"/>
              </a:rPr>
              <a:t>consectetuer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adipiscing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elit</a:t>
            </a:r>
            <a:r>
              <a:rPr lang="es-CO" sz="1600" dirty="0">
                <a:latin typeface="Work Sans Light Roman" pitchFamily="2" charset="77"/>
              </a:rPr>
              <a:t>, sed </a:t>
            </a:r>
            <a:r>
              <a:rPr lang="es-CO" sz="1600" dirty="0" err="1">
                <a:latin typeface="Work Sans Light Roman" pitchFamily="2" charset="77"/>
              </a:rPr>
              <a:t>diam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nonummy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nibh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euismod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tincidunt</a:t>
            </a:r>
            <a:r>
              <a:rPr lang="es-CO" sz="1600" dirty="0">
                <a:latin typeface="Work Sans Light Roman" pitchFamily="2" charset="77"/>
              </a:rPr>
              <a:t> ut.</a:t>
            </a:r>
          </a:p>
          <a:p>
            <a:endParaRPr lang="es-CO" sz="1600" dirty="0">
              <a:latin typeface="Work Sans Light Roman" pitchFamily="2" charset="77"/>
            </a:endParaRPr>
          </a:p>
          <a:p>
            <a:r>
              <a:rPr lang="es-CO" sz="1600" dirty="0" err="1">
                <a:latin typeface="Work Sans Light Roman" pitchFamily="2" charset="77"/>
              </a:rPr>
              <a:t>Lorem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ipsum</a:t>
            </a:r>
            <a:r>
              <a:rPr lang="es-CO" sz="1600" dirty="0">
                <a:latin typeface="Work Sans Light Roman" pitchFamily="2" charset="77"/>
              </a:rPr>
              <a:t> dolor </a:t>
            </a:r>
            <a:r>
              <a:rPr lang="es-CO" sz="1600" dirty="0" err="1">
                <a:latin typeface="Work Sans Light Roman" pitchFamily="2" charset="77"/>
              </a:rPr>
              <a:t>sit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amet</a:t>
            </a:r>
            <a:r>
              <a:rPr lang="es-CO" sz="1600" dirty="0">
                <a:latin typeface="Work Sans Light Roman" pitchFamily="2" charset="77"/>
              </a:rPr>
              <a:t>, </a:t>
            </a:r>
            <a:r>
              <a:rPr lang="es-CO" sz="1600" dirty="0" err="1">
                <a:latin typeface="Work Sans Light Roman" pitchFamily="2" charset="77"/>
              </a:rPr>
              <a:t>consectetuer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adipiscing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elit</a:t>
            </a:r>
            <a:r>
              <a:rPr lang="es-CO" sz="1600" dirty="0">
                <a:latin typeface="Work Sans Light Roman" pitchFamily="2" charset="77"/>
              </a:rPr>
              <a:t>, sed </a:t>
            </a:r>
            <a:r>
              <a:rPr lang="es-CO" sz="1600" dirty="0" err="1">
                <a:latin typeface="Work Sans Light Roman" pitchFamily="2" charset="77"/>
              </a:rPr>
              <a:t>diam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nonummy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nibh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euismod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tincidunt</a:t>
            </a:r>
            <a:r>
              <a:rPr lang="es-CO" sz="1600" dirty="0">
                <a:latin typeface="Work Sans Light Roman" pitchFamily="2" charset="77"/>
              </a:rPr>
              <a:t> ut. </a:t>
            </a:r>
            <a:r>
              <a:rPr lang="es-CO" sz="1600" dirty="0" err="1">
                <a:latin typeface="Work Sans Light Roman" pitchFamily="2" charset="77"/>
              </a:rPr>
              <a:t>Lorem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ipsum</a:t>
            </a:r>
            <a:r>
              <a:rPr lang="es-CO" sz="1600" dirty="0">
                <a:latin typeface="Work Sans Light Roman" pitchFamily="2" charset="77"/>
              </a:rPr>
              <a:t> dolor </a:t>
            </a:r>
            <a:r>
              <a:rPr lang="es-CO" sz="1600" dirty="0" err="1">
                <a:latin typeface="Work Sans Light Roman" pitchFamily="2" charset="77"/>
              </a:rPr>
              <a:t>sit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amet</a:t>
            </a:r>
            <a:r>
              <a:rPr lang="es-CO" sz="1600" dirty="0">
                <a:latin typeface="Work Sans Light Roman" pitchFamily="2" charset="77"/>
              </a:rPr>
              <a:t>, </a:t>
            </a:r>
            <a:r>
              <a:rPr lang="es-CO" sz="1600" dirty="0" err="1">
                <a:latin typeface="Work Sans Light Roman" pitchFamily="2" charset="77"/>
              </a:rPr>
              <a:t>consectetuer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adipiscing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elit</a:t>
            </a:r>
            <a:r>
              <a:rPr lang="es-CO" sz="1600" dirty="0">
                <a:latin typeface="Work Sans Light Roman" pitchFamily="2" charset="77"/>
              </a:rPr>
              <a:t>, sed </a:t>
            </a:r>
            <a:r>
              <a:rPr lang="es-CO" sz="1600" dirty="0" err="1">
                <a:latin typeface="Work Sans Light Roman" pitchFamily="2" charset="77"/>
              </a:rPr>
              <a:t>diam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nonummy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nibh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euismod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tincidunt</a:t>
            </a:r>
            <a:r>
              <a:rPr lang="es-CO" sz="1600" dirty="0">
                <a:latin typeface="Work Sans Light Roman" pitchFamily="2" charset="77"/>
              </a:rPr>
              <a:t> ut.</a:t>
            </a:r>
          </a:p>
          <a:p>
            <a:r>
              <a:rPr lang="es-CO" sz="1600" dirty="0">
                <a:latin typeface="Work Sans Light Roman" pitchFamily="2" charset="77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latin typeface="Work Sans Light Roman" pitchFamily="2" charset="77"/>
              </a:rPr>
              <a:t>Lorem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ipsum</a:t>
            </a:r>
            <a:r>
              <a:rPr lang="es-CO" sz="1600" dirty="0">
                <a:latin typeface="Work Sans Light Roman" pitchFamily="2" charset="77"/>
              </a:rPr>
              <a:t> dolor </a:t>
            </a:r>
            <a:r>
              <a:rPr lang="es-CO" sz="1600" dirty="0" err="1">
                <a:latin typeface="Work Sans Light Roman" pitchFamily="2" charset="77"/>
              </a:rPr>
              <a:t>sit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amet</a:t>
            </a:r>
            <a:r>
              <a:rPr lang="es-CO" sz="1600" dirty="0">
                <a:latin typeface="Work Sans Light Roman" pitchFamily="2" charset="77"/>
              </a:rPr>
              <a:t>.	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latin typeface="Work Sans Light Roman" pitchFamily="2" charset="77"/>
              </a:rPr>
              <a:t>consectetuer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adipiscing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elit</a:t>
            </a:r>
            <a:r>
              <a:rPr lang="es-CO" sz="1600" dirty="0">
                <a:latin typeface="Work Sans Light Roman" pitchFamily="2" charset="7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latin typeface="Work Sans Light Roman" pitchFamily="2" charset="77"/>
              </a:rPr>
              <a:t>diam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nonummy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nibh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euismod</a:t>
            </a:r>
            <a:r>
              <a:rPr lang="es-CO" sz="1600" dirty="0">
                <a:latin typeface="Work Sans Light Roman" pitchFamily="2" charset="77"/>
              </a:rPr>
              <a:t> </a:t>
            </a:r>
            <a:r>
              <a:rPr lang="es-CO" sz="1600" dirty="0" err="1">
                <a:latin typeface="Work Sans Light Roman" pitchFamily="2" charset="77"/>
              </a:rPr>
              <a:t>tincidunt</a:t>
            </a:r>
            <a:r>
              <a:rPr lang="es-CO" sz="1600" dirty="0">
                <a:latin typeface="Work Sans Light Roman" pitchFamily="2" charset="77"/>
              </a:rPr>
              <a:t> ut.</a:t>
            </a: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67C6271-08B4-77E3-60B7-1B97F4CE02A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2262033"/>
            <a:ext cx="7772400" cy="3491402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239B14884FBB46AB47CE62E6B5D997" ma:contentTypeVersion="24" ma:contentTypeDescription="Crear nuevo documento." ma:contentTypeScope="" ma:versionID="9cceea161467e9937048645b52beb732">
  <xsd:schema xmlns:xsd="http://www.w3.org/2001/XMLSchema" xmlns:xs="http://www.w3.org/2001/XMLSchema" xmlns:p="http://schemas.microsoft.com/office/2006/metadata/properties" xmlns:ns1="http://schemas.microsoft.com/sharepoint/v3" xmlns:ns2="edbb1c21-1b45-407e-8894-c97732534993" xmlns:ns3="41dd0a9e-964d-48c8-9389-7445c2a187f7" targetNamespace="http://schemas.microsoft.com/office/2006/metadata/properties" ma:root="true" ma:fieldsID="ec4adf18d12104a364fbb5a4b0ef5c6a" ns1:_="" ns2:_="" ns3:_="">
    <xsd:import namespace="http://schemas.microsoft.com/sharepoint/v3"/>
    <xsd:import namespace="edbb1c21-1b45-407e-8894-c97732534993"/>
    <xsd:import namespace="41dd0a9e-964d-48c8-9389-7445c2a18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FechayHora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  <xsd:element ref="ns2:_x0031_01000547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b1c21-1b45-407e-8894-c97732534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Estado de aprobación" ma:internalName="Estado_x0020_de_x0020_aprobaci_x00f3_n">
      <xsd:simpleType>
        <xsd:restriction base="dms:Text"/>
      </xsd:simpleType>
    </xsd:element>
    <xsd:element name="FechayHora" ma:index="21" nillable="true" ma:displayName="Fecha y Hora" ma:description="Fecha y Hora" ma:format="DateTime" ma:internalName="FechayHor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0031_010005470" ma:index="31" nillable="true" ma:displayName="1010005470" ma:format="Dropdown" ma:list="UserInfo" ma:SharePointGroup="0" ma:internalName="_x0031_01000547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d0a9e-964d-48c8-9389-7445c2a187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f955bbf-853c-4bfd-87ed-1b9a3029639f}" ma:internalName="TaxCatchAll" ma:showField="CatchAllData" ma:web="41dd0a9e-964d-48c8-9389-7445c2a187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41dd0a9e-964d-48c8-9389-7445c2a187f7" xsi:nil="true"/>
    <lcf76f155ced4ddcb4097134ff3c332f xmlns="edbb1c21-1b45-407e-8894-c97732534993">
      <Terms xmlns="http://schemas.microsoft.com/office/infopath/2007/PartnerControls"/>
    </lcf76f155ced4ddcb4097134ff3c332f>
    <_Flow_SignoffStatus xmlns="edbb1c21-1b45-407e-8894-c97732534993" xsi:nil="true"/>
    <_ip_UnifiedCompliancePolicyProperties xmlns="http://schemas.microsoft.com/sharepoint/v3" xsi:nil="true"/>
    <FechayHora xmlns="edbb1c21-1b45-407e-8894-c97732534993" xsi:nil="true"/>
    <_x0031_010005470 xmlns="edbb1c21-1b45-407e-8894-c97732534993">
      <UserInfo>
        <DisplayName/>
        <AccountId xsi:nil="true"/>
        <AccountType/>
      </UserInfo>
    </_x0031_010005470>
  </documentManagement>
</p:properties>
</file>

<file path=customXml/itemProps1.xml><?xml version="1.0" encoding="utf-8"?>
<ds:datastoreItem xmlns:ds="http://schemas.openxmlformats.org/officeDocument/2006/customXml" ds:itemID="{3A2E9890-BC6A-4E1D-962B-785831709883}"/>
</file>

<file path=customXml/itemProps2.xml><?xml version="1.0" encoding="utf-8"?>
<ds:datastoreItem xmlns:ds="http://schemas.openxmlformats.org/officeDocument/2006/customXml" ds:itemID="{4A64878F-65DE-4BE3-B268-AC16419BEB4F}"/>
</file>

<file path=customXml/itemProps3.xml><?xml version="1.0" encoding="utf-8"?>
<ds:datastoreItem xmlns:ds="http://schemas.openxmlformats.org/officeDocument/2006/customXml" ds:itemID="{6FC4E1DB-5D10-4417-9579-7B1968E177F6}"/>
</file>

<file path=docProps/app.xml><?xml version="1.0" encoding="utf-8"?>
<Properties xmlns="http://schemas.openxmlformats.org/officeDocument/2006/extended-properties" xmlns:vt="http://schemas.openxmlformats.org/officeDocument/2006/docPropsVTypes">
  <TotalTime>3777</TotalTime>
  <Words>197</Words>
  <Application>Microsoft Office PowerPoint</Application>
  <PresentationFormat>Panorámica</PresentationFormat>
  <Paragraphs>24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WORK SANS BOLD ROMAN</vt:lpstr>
      <vt:lpstr>WORK SANS BOLD ROMAN</vt:lpstr>
      <vt:lpstr>Work Sans Light Roman</vt:lpstr>
      <vt:lpstr>Work Sans Medium Roman</vt:lpstr>
      <vt:lpstr>WORK SANS REGULAR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Yeimmy Alejandra Rojas Peñuela</cp:lastModifiedBy>
  <cp:revision>57</cp:revision>
  <dcterms:created xsi:type="dcterms:W3CDTF">2020-10-01T23:51:28Z</dcterms:created>
  <dcterms:modified xsi:type="dcterms:W3CDTF">2024-03-12T12:51:14Z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ContentTypeId">
    <vt:lpwstr>0x01010080239B14884FBB46AB47CE62E6B5D997</vt:lpwstr>
  </property>
</Properties>
</file>